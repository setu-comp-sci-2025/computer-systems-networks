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30234-2F13-4BA6-9FA8-45C47FE72E79}" v="44" dt="2024-10-30T14:15:57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3:37:5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24575,'-1'90'0,"-15"116"0,-13-66 0,5-33 0,18-68 0,2 0 0,2 0 0,1 1 0,3-1 0,7 51 0,50 191 0,-41-230 0,1 0 0,3-2 0,2 0 0,56 84 0,-33-54 0,-36-63 0,1 1 0,1-1 0,0-1 0,1 0 0,0-1 0,1 0 0,1-1 0,0-1 0,24 14 0,5-2 0,0-1 0,77 25 0,-59-30 0,2-2 0,0-4 0,99 7 0,-94-11 0,-16-3 0,-1-3 0,84-5 0,-120-1 0,-1 0 0,0 0 0,0-2 0,0 0 0,-1-1 0,0 0 0,0-1 0,-1-1 0,18-14 0,-16 12 0,1 0 0,0 1 0,1 0 0,0 2 0,0 0 0,26-7 0,116-17 0,59-13 0,-24 2 0,-172 33 0,-23 10 0,1 0 0,-1-1 0,0 1 0,0 0 0,1 0 0,-1-1 0,0 1 0,0 0 0,0 0 0,1-1 0,-1 1 0,0 0 0,0 0 0,0-1 0,0 1 0,0 0 0,0-1 0,0 1 0,0 0 0,0-1 0,0 1 0,0 0 0,0-1 0,0 1 0,0 0 0,0-1 0,0 1 0,0 0 0,0-1 0,0 1 0,0 0 0,0 0 0,0-1 0,-1 1 0,-2-3 0,0 0 0,-1 0 0,1 0 0,-1 1 0,0 0 0,1 0 0,-6-3 0,1 1 0,-15-6 0,-1 1 0,1 1 0,-2 1 0,1 2 0,-28-4 0,-1 4 0,48 5 0,20 0 0,1 0 0,-12 0 0,34-1 0,-1 3 0,0 0 0,73 16 0,-107-17 0,0 0 0,0 0 0,0 1 0,0-1 0,0 0 0,-1 1 0,1 0 0,-1-1 0,1 1 0,-1 0 0,0 1 0,0-1 0,1 0 0,-2 1 0,1-1 0,0 1 0,0-1 0,-1 1 0,1 0 0,-1 0 0,0-1 0,0 1 0,0 0 0,0 0 0,-1 0 0,1 0 0,-1 1 0,0-1 0,0 0 0,0 0 0,0 0 0,0 0 0,-1 0 0,0 4 0,-2 10 0,-1-1 0,-1 0 0,0 0 0,-14 28 0,8-20-341,2-1 0,0 2-1,-7 35 1,12-41-6485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C7B2B-B9E3-4EFC-A3B0-5897139FE0C7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4760A-C049-48F9-8538-6F91DE1DA9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7194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4760A-C049-48F9-8538-6F91DE1DA9C1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242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FF4-83AD-BF93-9A27-8FC60ACD7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810D1-BC3E-82FB-BACA-EE66C4E64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5EA7D-8412-4EBB-8D1A-933F8427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5002-D11B-90AC-063A-0BF923DD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6BE68-AECD-F745-DD31-ABA32FF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513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59BB-0DDD-3011-16B5-AA35B294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3B13-4D5C-8693-A835-4FC7501F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88288-FA14-B43A-C02B-EE7FFFE1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B8857-EDD0-0309-BF9A-1DE7DE0C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62EC-78BB-9C40-E0F1-1035CA9B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67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2A1A-1C19-1938-4726-844E03E4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886A0-9B35-749E-8D42-91E62E2A8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28871-E9A5-3333-A37F-119745CF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DCDBC-A4F9-C1DB-E233-4BF97901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D6EF0-14F7-302A-64BB-8A48E9DD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198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3E56-596A-7F42-7D76-AB908FBD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A3BF8-0A18-02BF-449A-4846D0480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95948-C8AD-7B92-EA65-027DC4D0D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FBE68-96E4-F9C5-4817-D9D78438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77F67-C9CE-0DAF-CA35-D63CD266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DDF3A-32CA-AF69-6FC9-41F6C176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975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2C69-06AC-83D1-8DB1-0B0E2B87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F9B71-A3FE-1867-D069-815C5CBF6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94A95-5E58-CA78-3444-86A18FF27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16F4C-4C9F-7AD4-CF5D-F66A79658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44DE9-BB7E-2241-105A-FD1617886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9DA0F-CCD0-B55A-A97F-07E24F18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43703-6A02-713B-B469-91B3614B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F67493-FE6D-4AFC-FED3-88005F2E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1331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2FB3-0C7F-6C65-4554-94AD95B6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61BC0-BD4D-3EA1-2FBD-DF5BE0EE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E7977-AB8C-CA58-CEE4-0B8F9417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8F564-ED15-CFFB-C317-DAA03960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452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A9FAE-BF03-2CF3-624E-DDDCA076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10EA4-3F2F-A177-23C9-79E930F7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F8D1B-D5C9-2213-480D-B383BEAD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593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0E6C-FA91-9749-39CD-9362C6B5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60091-30AF-3B29-CE53-24FDFE6E6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D6431-347B-6001-1BC3-F3227C5D2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55F89-9B4D-4ECA-9FB0-094CB7B5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101D0-7CD9-B3C2-0EBA-D5D8D8EE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7539A-3CDE-0C22-3597-7DB0314B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15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FF18-53DF-AF8E-FE30-52D6CF86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2AA38-0005-80C9-91D6-A2A578809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83796-DDCE-E5AC-94D5-07B4E303C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6ADCF-D779-A170-1DD4-F94DABAD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F56B4-A1F1-D6E7-5773-C6DA45B3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6099A-707F-176C-1C21-305789EE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474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978A-D5B8-D0A0-598E-2B99CBE2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85F87-1369-EA65-7811-A41BD7CC0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7B9B9-4A3B-439E-E383-9A23B01B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14212-D447-4C19-3BFE-1CB67555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A0FAE-5ABC-F012-6C9B-28A64B99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611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7725C-6638-9A26-5C4E-4FE9C6BA7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04CC7-944A-6CCC-0D21-0108DCECB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127C-F6E1-F607-9061-50F6D86C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6D71-6FA0-03FA-26F3-B71CCBC6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4B109-5E51-9600-3BE6-610E7A1E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147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E4C6E-4849-7555-98A2-BCC0AF44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353FC-EFC8-6F77-841B-BB96B9CFA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1E6E5-A01D-55C6-89C2-2E7BC51D6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02A38-C5FD-4C8C-8EAE-DAB528FFB02B}" type="datetimeFigureOut">
              <a:rPr lang="en-IE" smtClean="0"/>
              <a:t>31/10/2024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4BED-921E-C73F-EF53-8B027369E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06941-FDC0-83A7-61DE-BCDB6C166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06B8B-4FBC-48D2-A7C1-CA4AD08F5B4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37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4A0D-C139-CB81-7321-33B3B1B89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C1555-9845-C542-CB62-A7591B650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147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96917A-4296-5D52-596F-9088ABC42FD3}"/>
              </a:ext>
            </a:extLst>
          </p:cNvPr>
          <p:cNvSpPr/>
          <p:nvPr/>
        </p:nvSpPr>
        <p:spPr>
          <a:xfrm flipH="1">
            <a:off x="2859817" y="1176299"/>
            <a:ext cx="45719" cy="545709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61645-A4AA-46BC-FAA8-169F4DF6FF45}"/>
              </a:ext>
            </a:extLst>
          </p:cNvPr>
          <p:cNvSpPr/>
          <p:nvPr/>
        </p:nvSpPr>
        <p:spPr>
          <a:xfrm>
            <a:off x="7780770" y="1304041"/>
            <a:ext cx="45719" cy="545906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620C46-441E-D507-A198-CF0ADC95C96C}"/>
              </a:ext>
            </a:extLst>
          </p:cNvPr>
          <p:cNvCxnSpPr>
            <a:cxnSpLocks/>
          </p:cNvCxnSpPr>
          <p:nvPr/>
        </p:nvCxnSpPr>
        <p:spPr>
          <a:xfrm>
            <a:off x="3133137" y="1228991"/>
            <a:ext cx="4420027" cy="458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F69DAA-485C-800B-D851-4850E7086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33" y="416791"/>
            <a:ext cx="747874" cy="74787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F809225-1981-B651-6AE4-414BE603E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881" y="391103"/>
            <a:ext cx="747874" cy="74787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FF997B-5C80-E737-C7F4-E9430DA0340D}"/>
              </a:ext>
            </a:extLst>
          </p:cNvPr>
          <p:cNvSpPr txBox="1"/>
          <p:nvPr/>
        </p:nvSpPr>
        <p:spPr>
          <a:xfrm>
            <a:off x="2463281" y="72048"/>
            <a:ext cx="89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D3752-D4EF-2C79-551F-0FA535B9E9F0}"/>
              </a:ext>
            </a:extLst>
          </p:cNvPr>
          <p:cNvSpPr txBox="1"/>
          <p:nvPr/>
        </p:nvSpPr>
        <p:spPr>
          <a:xfrm>
            <a:off x="7355761" y="136567"/>
            <a:ext cx="89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C9D0B-E339-554E-83FA-163A3E19C9F3}"/>
              </a:ext>
            </a:extLst>
          </p:cNvPr>
          <p:cNvSpPr txBox="1"/>
          <p:nvPr/>
        </p:nvSpPr>
        <p:spPr>
          <a:xfrm>
            <a:off x="5115547" y="998158"/>
            <a:ext cx="895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[SYN]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331B5B-65EA-15C5-81D1-38F84C767471}"/>
              </a:ext>
            </a:extLst>
          </p:cNvPr>
          <p:cNvCxnSpPr>
            <a:cxnSpLocks/>
          </p:cNvCxnSpPr>
          <p:nvPr/>
        </p:nvCxnSpPr>
        <p:spPr>
          <a:xfrm flipH="1">
            <a:off x="3133137" y="1906526"/>
            <a:ext cx="4420027" cy="331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6B9207-BB11-20C2-0155-729268345A93}"/>
              </a:ext>
            </a:extLst>
          </p:cNvPr>
          <p:cNvSpPr txBox="1"/>
          <p:nvPr/>
        </p:nvSpPr>
        <p:spPr>
          <a:xfrm>
            <a:off x="5115547" y="1610573"/>
            <a:ext cx="1215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[SYN, ACK]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=0, Ack= 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3F31E0-5858-9CB6-882A-29522854EAC2}"/>
              </a:ext>
            </a:extLst>
          </p:cNvPr>
          <p:cNvCxnSpPr>
            <a:cxnSpLocks/>
          </p:cNvCxnSpPr>
          <p:nvPr/>
        </p:nvCxnSpPr>
        <p:spPr>
          <a:xfrm>
            <a:off x="3133136" y="2356820"/>
            <a:ext cx="4420027" cy="458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968DF12-92A1-3BBE-DB05-4A73DB769D18}"/>
              </a:ext>
            </a:extLst>
          </p:cNvPr>
          <p:cNvSpPr txBox="1"/>
          <p:nvPr/>
        </p:nvSpPr>
        <p:spPr>
          <a:xfrm>
            <a:off x="5115547" y="2172805"/>
            <a:ext cx="139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[ACK]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=1, Ack=1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0ECB9F-DAC8-B751-CCB9-74B8472FDB22}"/>
              </a:ext>
            </a:extLst>
          </p:cNvPr>
          <p:cNvCxnSpPr>
            <a:cxnSpLocks/>
          </p:cNvCxnSpPr>
          <p:nvPr/>
        </p:nvCxnSpPr>
        <p:spPr>
          <a:xfrm>
            <a:off x="3133135" y="3419521"/>
            <a:ext cx="4420027" cy="508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692257-F495-070F-91D0-B2246C6677F9}"/>
              </a:ext>
            </a:extLst>
          </p:cNvPr>
          <p:cNvSpPr txBox="1"/>
          <p:nvPr/>
        </p:nvSpPr>
        <p:spPr>
          <a:xfrm>
            <a:off x="5115546" y="3211927"/>
            <a:ext cx="1585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[PSH, </a:t>
            </a:r>
            <a:r>
              <a:rPr lang="en-IE" sz="1200" dirty="0" err="1"/>
              <a:t>len</a:t>
            </a:r>
            <a:r>
              <a:rPr lang="en-IE" sz="1200" dirty="0"/>
              <a:t>=60]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=1, Ack= 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58E05C-1765-7F05-0190-366AADBA8C2C}"/>
              </a:ext>
            </a:extLst>
          </p:cNvPr>
          <p:cNvCxnSpPr>
            <a:cxnSpLocks/>
          </p:cNvCxnSpPr>
          <p:nvPr/>
        </p:nvCxnSpPr>
        <p:spPr>
          <a:xfrm>
            <a:off x="3133135" y="4139421"/>
            <a:ext cx="4420027" cy="508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F6B2FC1-7E59-3772-0258-0DC50B82E0FC}"/>
              </a:ext>
            </a:extLst>
          </p:cNvPr>
          <p:cNvSpPr txBox="1"/>
          <p:nvPr/>
        </p:nvSpPr>
        <p:spPr>
          <a:xfrm>
            <a:off x="5115546" y="3908588"/>
            <a:ext cx="1585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[FIN, </a:t>
            </a:r>
            <a:r>
              <a:rPr lang="en-IE" sz="1200" dirty="0" err="1"/>
              <a:t>len</a:t>
            </a:r>
            <a:r>
              <a:rPr lang="en-IE" sz="1200" dirty="0"/>
              <a:t>=0]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=61, Ack=1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129534-510C-EBE3-2287-B748E9C64339}"/>
              </a:ext>
            </a:extLst>
          </p:cNvPr>
          <p:cNvCxnSpPr>
            <a:cxnSpLocks/>
          </p:cNvCxnSpPr>
          <p:nvPr/>
        </p:nvCxnSpPr>
        <p:spPr>
          <a:xfrm flipH="1">
            <a:off x="3133134" y="4944080"/>
            <a:ext cx="4420027" cy="331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B38870F-E5E6-7959-591A-2CF24AA6C814}"/>
              </a:ext>
            </a:extLst>
          </p:cNvPr>
          <p:cNvSpPr txBox="1"/>
          <p:nvPr/>
        </p:nvSpPr>
        <p:spPr>
          <a:xfrm>
            <a:off x="5115546" y="4624702"/>
            <a:ext cx="1392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[ACK]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=1, Ack=61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4EDFE7-A6AB-F22C-83BF-F117C7A6D814}"/>
              </a:ext>
            </a:extLst>
          </p:cNvPr>
          <p:cNvCxnSpPr>
            <a:cxnSpLocks/>
          </p:cNvCxnSpPr>
          <p:nvPr/>
        </p:nvCxnSpPr>
        <p:spPr>
          <a:xfrm flipH="1">
            <a:off x="3133133" y="5526135"/>
            <a:ext cx="4420027" cy="331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FA30A3F-DD1D-1E04-AF15-6A10D838138D}"/>
              </a:ext>
            </a:extLst>
          </p:cNvPr>
          <p:cNvSpPr txBox="1"/>
          <p:nvPr/>
        </p:nvSpPr>
        <p:spPr>
          <a:xfrm>
            <a:off x="5068893" y="5198447"/>
            <a:ext cx="1585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[PSH,ACK </a:t>
            </a:r>
            <a:r>
              <a:rPr lang="en-IE" sz="1200" dirty="0" err="1"/>
              <a:t>len</a:t>
            </a:r>
            <a:r>
              <a:rPr lang="en-IE" sz="1200" dirty="0"/>
              <a:t>=77]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=1, Ack= 62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1BF1B7-906B-3042-9590-C57A60228BB5}"/>
              </a:ext>
            </a:extLst>
          </p:cNvPr>
          <p:cNvCxnSpPr>
            <a:cxnSpLocks/>
          </p:cNvCxnSpPr>
          <p:nvPr/>
        </p:nvCxnSpPr>
        <p:spPr>
          <a:xfrm flipH="1">
            <a:off x="3133133" y="6042681"/>
            <a:ext cx="4420027" cy="331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6A063E-66B0-DE18-467C-B7BFD6EE6EA4}"/>
              </a:ext>
            </a:extLst>
          </p:cNvPr>
          <p:cNvSpPr txBox="1"/>
          <p:nvPr/>
        </p:nvSpPr>
        <p:spPr>
          <a:xfrm>
            <a:off x="5068893" y="5714993"/>
            <a:ext cx="1585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[FIN,ACK </a:t>
            </a:r>
            <a:r>
              <a:rPr lang="en-IE" sz="1200" dirty="0" err="1"/>
              <a:t>len</a:t>
            </a:r>
            <a:r>
              <a:rPr lang="en-IE" sz="1200" dirty="0"/>
              <a:t>=0]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=78, Ack= 62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B35E8F-E1D0-0D3A-16D3-DE99B600D030}"/>
              </a:ext>
            </a:extLst>
          </p:cNvPr>
          <p:cNvCxnSpPr>
            <a:cxnSpLocks/>
          </p:cNvCxnSpPr>
          <p:nvPr/>
        </p:nvCxnSpPr>
        <p:spPr>
          <a:xfrm>
            <a:off x="3117710" y="6439573"/>
            <a:ext cx="4521340" cy="277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07D73B6-366D-1EE1-BC79-DEA0EB19DFD8}"/>
              </a:ext>
            </a:extLst>
          </p:cNvPr>
          <p:cNvSpPr txBox="1"/>
          <p:nvPr/>
        </p:nvSpPr>
        <p:spPr>
          <a:xfrm>
            <a:off x="5100121" y="6255558"/>
            <a:ext cx="139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[ACK]</a:t>
            </a:r>
          </a:p>
          <a:p>
            <a:r>
              <a:rPr lang="en-IE" sz="1200" dirty="0" err="1"/>
              <a:t>Seq</a:t>
            </a:r>
            <a:r>
              <a:rPr lang="en-IE" sz="1200" dirty="0"/>
              <a:t>=62, Ack=79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4FC0B8E-6837-E31C-B265-52DB0B3043D9}"/>
              </a:ext>
            </a:extLst>
          </p:cNvPr>
          <p:cNvSpPr/>
          <p:nvPr/>
        </p:nvSpPr>
        <p:spPr>
          <a:xfrm>
            <a:off x="2459170" y="1017441"/>
            <a:ext cx="5742500" cy="1891644"/>
          </a:xfrm>
          <a:prstGeom prst="roundRect">
            <a:avLst/>
          </a:prstGeom>
          <a:solidFill>
            <a:srgbClr val="FFFF00">
              <a:alpha val="2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33A057-0570-C9F7-7A1A-DD16667461E2}"/>
              </a:ext>
            </a:extLst>
          </p:cNvPr>
          <p:cNvSpPr txBox="1"/>
          <p:nvPr/>
        </p:nvSpPr>
        <p:spPr>
          <a:xfrm>
            <a:off x="3464899" y="1732868"/>
            <a:ext cx="131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Handshake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D81017-FC77-C2CA-6620-5D1E926E763B}"/>
              </a:ext>
            </a:extLst>
          </p:cNvPr>
          <p:cNvSpPr txBox="1"/>
          <p:nvPr/>
        </p:nvSpPr>
        <p:spPr>
          <a:xfrm>
            <a:off x="1130773" y="4174394"/>
            <a:ext cx="1176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dirty="0"/>
              <a:t>I’m Finished!</a:t>
            </a:r>
            <a:br>
              <a:rPr lang="en-IE" dirty="0"/>
            </a:br>
            <a:endParaRPr lang="en-IE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C5114AB4-8C06-AFF5-92D8-D85FCC739254}"/>
              </a:ext>
            </a:extLst>
          </p:cNvPr>
          <p:cNvSpPr/>
          <p:nvPr/>
        </p:nvSpPr>
        <p:spPr>
          <a:xfrm>
            <a:off x="2199296" y="3321698"/>
            <a:ext cx="448347" cy="17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005810-A92D-96ED-9AA4-72DD6163E788}"/>
              </a:ext>
            </a:extLst>
          </p:cNvPr>
          <p:cNvSpPr txBox="1"/>
          <p:nvPr/>
        </p:nvSpPr>
        <p:spPr>
          <a:xfrm>
            <a:off x="295128" y="3255859"/>
            <a:ext cx="2757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400" dirty="0"/>
              <a:t>Sending: </a:t>
            </a:r>
            <a:r>
              <a:rPr lang="en-IE" sz="1400" i="1" dirty="0"/>
              <a:t>{“</a:t>
            </a:r>
            <a:r>
              <a:rPr lang="en-IE" sz="1400" i="1" dirty="0" err="1"/>
              <a:t>DeviceId</a:t>
            </a:r>
            <a:r>
              <a:rPr lang="en-IE" sz="1400" i="1" dirty="0"/>
              <a:t>: …}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F5C861AF-CE23-741F-CC7A-1F44A7DBD73A}"/>
              </a:ext>
            </a:extLst>
          </p:cNvPr>
          <p:cNvSpPr/>
          <p:nvPr/>
        </p:nvSpPr>
        <p:spPr>
          <a:xfrm>
            <a:off x="2350948" y="4203861"/>
            <a:ext cx="448347" cy="17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51D1A0-623A-D880-0360-8A5EC0488269}"/>
              </a:ext>
            </a:extLst>
          </p:cNvPr>
          <p:cNvSpPr txBox="1"/>
          <p:nvPr/>
        </p:nvSpPr>
        <p:spPr>
          <a:xfrm>
            <a:off x="8589930" y="4779522"/>
            <a:ext cx="3005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00" dirty="0"/>
              <a:t>I acknowledge the data you sent</a:t>
            </a:r>
            <a:br>
              <a:rPr lang="en-IE" sz="1600" dirty="0"/>
            </a:br>
            <a:endParaRPr lang="en-IE" sz="1600" dirty="0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AFFD11D-CA56-6550-1DEC-D55C129B6312}"/>
              </a:ext>
            </a:extLst>
          </p:cNvPr>
          <p:cNvSpPr/>
          <p:nvPr/>
        </p:nvSpPr>
        <p:spPr>
          <a:xfrm flipH="1" flipV="1">
            <a:off x="7840300" y="4863317"/>
            <a:ext cx="722741" cy="161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26D163-EB96-8F11-957E-AE112BE52A7F}"/>
              </a:ext>
            </a:extLst>
          </p:cNvPr>
          <p:cNvSpPr txBox="1"/>
          <p:nvPr/>
        </p:nvSpPr>
        <p:spPr>
          <a:xfrm>
            <a:off x="8599138" y="5285980"/>
            <a:ext cx="3959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400" dirty="0"/>
              <a:t>Sending: </a:t>
            </a:r>
            <a:r>
              <a:rPr lang="en-IE" sz="1400" i="1" dirty="0"/>
              <a:t>Server Received:{…} </a:t>
            </a:r>
            <a:br>
              <a:rPr lang="en-IE" sz="1400" dirty="0"/>
            </a:br>
            <a:r>
              <a:rPr lang="en-IE" sz="1400" dirty="0"/>
              <a:t>AND I also acknowledge your finished!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E65AA3D3-53C5-014A-561E-6B9D0B0F6540}"/>
              </a:ext>
            </a:extLst>
          </p:cNvPr>
          <p:cNvSpPr/>
          <p:nvPr/>
        </p:nvSpPr>
        <p:spPr>
          <a:xfrm flipH="1">
            <a:off x="7862587" y="5461298"/>
            <a:ext cx="736552" cy="161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BC82F4-CEB3-064B-EC48-0792BB2A5AE6}"/>
              </a:ext>
            </a:extLst>
          </p:cNvPr>
          <p:cNvSpPr txBox="1"/>
          <p:nvPr/>
        </p:nvSpPr>
        <p:spPr>
          <a:xfrm>
            <a:off x="8633106" y="5867211"/>
            <a:ext cx="23151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00" dirty="0"/>
              <a:t> I’m also Finished Now!”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DF5E6DD5-F1E3-BD37-105A-3C73538FE60B}"/>
              </a:ext>
            </a:extLst>
          </p:cNvPr>
          <p:cNvSpPr/>
          <p:nvPr/>
        </p:nvSpPr>
        <p:spPr>
          <a:xfrm flipH="1">
            <a:off x="7906863" y="5925666"/>
            <a:ext cx="692275" cy="161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FCCBF1-B01B-BDE8-D859-A6732E0DD4AF}"/>
              </a:ext>
            </a:extLst>
          </p:cNvPr>
          <p:cNvSpPr txBox="1"/>
          <p:nvPr/>
        </p:nvSpPr>
        <p:spPr>
          <a:xfrm>
            <a:off x="787909" y="6080876"/>
            <a:ext cx="16201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dirty="0"/>
              <a:t>I acknowledge </a:t>
            </a:r>
            <a:br>
              <a:rPr lang="en-IE" sz="1400" dirty="0"/>
            </a:br>
            <a:r>
              <a:rPr lang="en-IE" sz="1400" dirty="0"/>
              <a:t>You’re finished too</a:t>
            </a:r>
            <a:br>
              <a:rPr lang="en-IE" sz="1400" dirty="0"/>
            </a:br>
            <a:r>
              <a:rPr lang="en-IE" sz="1400" dirty="0"/>
              <a:t>BYE!!”</a:t>
            </a:r>
            <a:br>
              <a:rPr lang="en-IE" sz="1400" dirty="0"/>
            </a:br>
            <a:endParaRPr lang="en-IE" sz="1400" dirty="0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9590DF0C-A1CD-65A8-0B10-033FC8133406}"/>
              </a:ext>
            </a:extLst>
          </p:cNvPr>
          <p:cNvSpPr/>
          <p:nvPr/>
        </p:nvSpPr>
        <p:spPr>
          <a:xfrm>
            <a:off x="2331736" y="6481193"/>
            <a:ext cx="448347" cy="17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B9159-AE66-D752-A5EB-5C3611D5ABC2}"/>
              </a:ext>
            </a:extLst>
          </p:cNvPr>
          <p:cNvSpPr txBox="1"/>
          <p:nvPr/>
        </p:nvSpPr>
        <p:spPr>
          <a:xfrm>
            <a:off x="145329" y="-44555"/>
            <a:ext cx="86053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000" dirty="0"/>
              <a:t>echo {"</a:t>
            </a:r>
            <a:r>
              <a:rPr lang="en-IE" sz="1000" dirty="0" err="1"/>
              <a:t>deviceID</a:t>
            </a:r>
            <a:r>
              <a:rPr lang="en-IE" sz="1000" dirty="0"/>
              <a:t>": "Device1", "temp": 36.32, "humidity": 37.44} | </a:t>
            </a:r>
            <a:r>
              <a:rPr lang="en-IE" sz="1000" dirty="0" err="1"/>
              <a:t>ncat</a:t>
            </a:r>
            <a:r>
              <a:rPr lang="en-IE" sz="1000" dirty="0"/>
              <a:t> 172.236.30.12 41235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EEB1B2-6343-F51A-AA23-26F8502F8DB5}"/>
                  </a:ext>
                </a:extLst>
              </p14:cNvPr>
              <p14:cNvContentPartPr/>
              <p14:nvPr/>
            </p14:nvContentPartPr>
            <p14:xfrm>
              <a:off x="1475460" y="228375"/>
              <a:ext cx="823320" cy="668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EEB1B2-6343-F51A-AA23-26F8502F8D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6460" y="219735"/>
                <a:ext cx="840960" cy="686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all-out: Line 5">
            <a:extLst>
              <a:ext uri="{FF2B5EF4-FFF2-40B4-BE49-F238E27FC236}">
                <a16:creationId xmlns:a16="http://schemas.microsoft.com/office/drawing/2014/main" id="{50EF693E-E202-4B03-F153-C7E85DBF73AF}"/>
              </a:ext>
            </a:extLst>
          </p:cNvPr>
          <p:cNvSpPr/>
          <p:nvPr/>
        </p:nvSpPr>
        <p:spPr>
          <a:xfrm>
            <a:off x="9706119" y="1176299"/>
            <a:ext cx="1997188" cy="1347826"/>
          </a:xfrm>
          <a:prstGeom prst="borderCallout1">
            <a:avLst>
              <a:gd name="adj1" fmla="val 18750"/>
              <a:gd name="adj2" fmla="val -8333"/>
              <a:gd name="adj3" fmla="val 168589"/>
              <a:gd name="adj4" fmla="val -21424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F1F1F"/>
                </a:solidFill>
                <a:latin typeface="Google Sans"/>
              </a:rPr>
              <a:t>S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equence number is </a:t>
            </a: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a counter used to keep track of every byte sent outward by a host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. </a:t>
            </a:r>
            <a:endParaRPr lang="en-IE" dirty="0"/>
          </a:p>
        </p:txBody>
      </p:sp>
      <p:sp>
        <p:nvSpPr>
          <p:cNvPr id="7" name="Call-out: Line 6">
            <a:extLst>
              <a:ext uri="{FF2B5EF4-FFF2-40B4-BE49-F238E27FC236}">
                <a16:creationId xmlns:a16="http://schemas.microsoft.com/office/drawing/2014/main" id="{BD638D89-B1A7-FBC3-7F7D-72C943A3F373}"/>
              </a:ext>
            </a:extLst>
          </p:cNvPr>
          <p:cNvSpPr/>
          <p:nvPr/>
        </p:nvSpPr>
        <p:spPr>
          <a:xfrm>
            <a:off x="9720515" y="2694389"/>
            <a:ext cx="1997188" cy="1685571"/>
          </a:xfrm>
          <a:prstGeom prst="borderCallout1">
            <a:avLst>
              <a:gd name="adj1" fmla="val 18750"/>
              <a:gd name="adj2" fmla="val -8333"/>
              <a:gd name="adj3" fmla="val 125638"/>
              <a:gd name="adj4" fmla="val -1880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0" i="0" dirty="0">
                <a:solidFill>
                  <a:srgbClr val="333333"/>
                </a:solidFill>
                <a:effectLst/>
                <a:latin typeface="Ubuntu" panose="020F0502020204030204" pitchFamily="34" charset="0"/>
              </a:rPr>
              <a:t>The acknowledgement number tells the client that the next expected segment will have</a:t>
            </a:r>
            <a:endParaRPr lang="en-IE" sz="1600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B18F70F4-6738-62D9-FDDC-9E2308E2D305}"/>
              </a:ext>
            </a:extLst>
          </p:cNvPr>
          <p:cNvSpPr/>
          <p:nvPr/>
        </p:nvSpPr>
        <p:spPr>
          <a:xfrm>
            <a:off x="90237" y="1784909"/>
            <a:ext cx="398456" cy="447064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18059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/>
      <p:bldP spid="15" grpId="0"/>
      <p:bldP spid="22" grpId="0"/>
      <p:bldP spid="24" grpId="0"/>
      <p:bldP spid="26" grpId="0"/>
      <p:bldP spid="31" grpId="0"/>
      <p:bldP spid="33" grpId="0"/>
      <p:bldP spid="37" grpId="0"/>
      <p:bldP spid="39" grpId="0"/>
      <p:bldP spid="41" grpId="0"/>
      <p:bldP spid="42" grpId="0" animBg="1"/>
      <p:bldP spid="43" grpId="0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4" grpId="0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32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Google Sans</vt:lpstr>
      <vt:lpstr>Ubuntu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X Walsh</dc:creator>
  <cp:lastModifiedBy>Frank X Walsh</cp:lastModifiedBy>
  <cp:revision>1</cp:revision>
  <dcterms:created xsi:type="dcterms:W3CDTF">2024-10-30T10:09:58Z</dcterms:created>
  <dcterms:modified xsi:type="dcterms:W3CDTF">2024-10-31T11:16:45Z</dcterms:modified>
</cp:coreProperties>
</file>