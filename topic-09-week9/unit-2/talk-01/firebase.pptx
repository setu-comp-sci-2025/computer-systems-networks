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9" r:id="rId3"/>
    <p:sldId id="287" r:id="rId4"/>
    <p:sldId id="313" r:id="rId5"/>
    <p:sldId id="286" r:id="rId6"/>
    <p:sldId id="314" r:id="rId7"/>
    <p:sldId id="1133" r:id="rId8"/>
    <p:sldId id="282" r:id="rId9"/>
    <p:sldId id="281" r:id="rId10"/>
    <p:sldId id="322" r:id="rId11"/>
    <p:sldId id="323" r:id="rId12"/>
    <p:sldId id="267" r:id="rId13"/>
    <p:sldId id="268" r:id="rId14"/>
    <p:sldId id="315" r:id="rId15"/>
    <p:sldId id="1136" r:id="rId16"/>
    <p:sldId id="325" r:id="rId17"/>
    <p:sldId id="280" r:id="rId18"/>
    <p:sldId id="321" r:id="rId19"/>
    <p:sldId id="279" r:id="rId20"/>
    <p:sldId id="1132" r:id="rId21"/>
    <p:sldId id="113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02:22.5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24941 6491 0,'36'-35'62,"-36"-18"-46,35 0 0,-17 0 15,-1 18-31,1-18 15,17-18 1,-35 54 0,18-1-1,-18 0-15,0 1 32,0-1-17,-53 18 173,-35 35-173,-1 18 1,37-17 0,34-36-16,53-18 140,18 0-124,35-17-1,0-18 1,-52 35 0,-19 18-1,1 0 32,0 0 31,17 53-46,36 89-1,-54-107-16,1-18-15,-1 1 16,-17-53 93</inkml:trace>
  <inkml:trace contextRef="#ctx0" brushRef="#br0" timeOffset="1623.48">31397 6544 0,'0'-35'109,"0"17"-93,-17-88 0,-36 18-1,53 53-15,-18 0 16,0-18 0,1 35-16,17-17 15,-18-1 1,18 19-1,0-1 1,0 0 0,-18 18-1,1 0 251,-18 36-250,17 17-1,-17-18-15,-18 71 31,53-89-15,0-34 93,0-1-93,0-17-16,35 0 16,-17 17-16,-18-17 15,17-1-15,1-17 16,17 36 0,-17 17 93,35 35-78,-36-17 0,19-18-15,-19 17 0,1 1-1</inkml:trace>
  <inkml:trace contextRef="#ctx0" brushRef="#br0" timeOffset="39054.83">9066 10142 0,'53'0'204,"53"0"-189,53 0 1,-36 0-1,-34 0 1,-37 0 0,-34 0-16,0 0 15,-1 0 1,36 0 0,53 0 15,18 0-16,-19 18 1,54-18 0,-18 18-1,36-18 1,-36 0 0,-106 0-16,0 0 15,-17 0 1,0 0-16,35 0 31,-1 0-15,37 0-1,-1 0 1,-18 0 0,-34 0 15,34 0-16,-17 0 1,-18 0 0,-17 0-1,0 0 1,-1 0 62,1 0 125,-18 17 157,18-17-204</inkml:trace>
  <inkml:trace contextRef="#ctx0" brushRef="#br0" timeOffset="48317.16">4216 11112 0,'35'0'156,"265"0"-124,106 0 15,-265 0-32,-124 0 16,1 0-15,0 0 0,-1 0-1,1-17 1,17 17 0,18 0-1,-18 0 1,-17 0-1,17 0 1,1 0 15,-1 0-15,0 0 0,18 0 15,35-18-16,36 18 1,34 0 0,-34-17-1,-54 17 1,-34 0 0,-1 0-16,0 0 15,53 0 1,71 0-1,35 0 1,-17 0 0,-124 0-1,-36 0 1,-17 17 46,18-17-30,-1 0 15,19 0-16,-19 0-16,1 0 1,0 0 15,-1 0-15,1 0 0,0 0 15,-1 0-16,1 0 17,-1 0-1,1 0 94</inkml:trace>
  <inkml:trace contextRef="#ctx0" brushRef="#br0" timeOffset="61816.36">32244 2187 0,'-18'71'125,"18"-18"-109,-17-18-16,-1 0 15,-35 89 1,35-54 0,-17-17-1,0 35 1,17-35 0,-17 18 15,17-18-16,-17-18 1,17 18 0,1-18-1,17-17 1,-18-18-16,18 18 47,0-1-16,-18 18-15,1-17-1,-18 35 1,17 18 0,0-19-1,18-34 1,0-71 203,0-17-204,0-36 16,0 71-15,0-1 0,0 89 156,18 71-141,-18-89-16,18-35 1,-1 0 203,1-18-204,17 1 1,-17-19 0,-1 36-1,-17-17 1</inkml:trace>
  <inkml:trace contextRef="#ctx0" brushRef="#br0" timeOffset="63102.23">31803 2981 0,'18'0'219,"-18"35"-204,17-17 1,1 17 0,-18-17-16,17-18 15,-17 17 1,0 1 0</inkml:trace>
  <inkml:trace contextRef="#ctx0" brushRef="#br0" timeOffset="74478.24">21290 12083 0,'18'0'78,"17"0"-63,53 0-15,36 0 16,34 0-16,1 0 16,35-18-16,0 18 15,247-18 1,-194 18 0,-106-17 15,-70 17-16,-18 0 1,-36 0 0</inkml:trace>
  <inkml:trace contextRef="#ctx0" brushRef="#br0" timeOffset="81669.13">6262 13018 0,'53'0'203,"0"0"-187,158 0 0,72 0-1,-37 17 1,-34-17 0,-106 0-1,-71 0 1</inkml:trace>
  <inkml:trace contextRef="#ctx0" brushRef="#br0" timeOffset="83556.92">9596 13088 0,'17'0'266,"54"0"-250,-36 0-1,-17 0 1,17 0 0,-17 0 46,-1 0 47,1 0-93,17 0 0,-17 0-1,70-18 1,-17 18 0,34 0 15,-16 0-16,-37 0 1,-16 0 0,-1 0-1,0 0 1,1 0 0,-19 0-1,1-17 1,0 17-1,-1 0 1,1 0 0,35 0-1,17 0 1,-52 0 0,17 0-16,0 0 15,-17-18 1,17 18-16,-17 0 15,0 0 1,-1 0 0,1 0 171,123 0-156,-123 0-31,-1 0 16</inkml:trace>
  <inkml:trace contextRef="#ctx0" brushRef="#br0" timeOffset="84451.29">11359 13088 0,'36'0'125,"34"-18"-110,36 1 1,0-1 0,-71 18-16,-17 0 15,0 0 1</inkml:trace>
  <inkml:trace contextRef="#ctx0" brushRef="#br0" timeOffset="104154.19">27164 6385 0,'0'-17'47,"0"-19"-16,18 1-15,-1-18-1,1-35 1,35 0 0,-36-18-1,19 0 1,-19 0-1,-17 53-15,36-70 16,-19 52 0,-17 1-1,18 17 1,-1 0 0,-17 35 15,0 1-16,-35 34 95,-18 19-95,18 17 1,-18-18 0,18-18-1,17 1 1,89-88 93,17 17-93,18 0 0,-53 35-1,-18 0 1,-17 36 46,17 53-46,-35-18 0,17-18 15</inkml:trace>
  <inkml:trace contextRef="#ctx0" brushRef="#br0" timeOffset="107836.9">32544 5927 0,'-18'0'47,"0"0"-16,1-18 1,-18-17-17,-36-18 1,-17-35 0,53 70-1,-1-17 1,-34-18-1,52 35 1,-17-17 0,17 35-1,18-18 1,-17 18 0,-1-17 15,0-1-16,1 18-15,17-18 16,17 18 234,1 0-234,17 0-1,-17 0 1,-1 0 203,1 0-141,0 18-47,-36-18 235,0 0-251,1 0 17,-18 0-17,17 0 1,0 0-1,1 0 1,-1 0 15,0 0-15,1 0 62,17 35 94,35 53-141,-35-70-15,0 0-1,18-1 1,-18 1 15,0-36 126,0-35-126,0 18 0,0 18-15,0-1 15,0-17 0,17 35 63,1 0-16,-18-18-62,18 18 15,-1 0 0,1 0-15,-1 0-1,1 0 1,0 0 0,-1 0-1,1 0-15,0 0 16,17 0 31,-17 0 15,-1 0-30,1 0 14,-1 0-14,-17 18-17,36-18 1,-19 17 46,1-17-15,0 0-15</inkml:trace>
  <inkml:trace contextRef="#ctx0" brushRef="#br0" timeOffset="134086.26">28169 12136 0,'-17'-18'125,"17"0"-109,0-17-16,0-53 15,0 17 1,0-17 0,-18 0-1,18-36 1,0 1-1,-18 17 1,1 0 0,17 53-1,-18-35 1,18 53 0,0-18-16,0-35 31,-18 52-31,18 1 15,0-35 1,0 34 0,-17-17-1,17 36 1,-18 70 328,-35 70-313,36-105-31,-1 35 31,18-36 0,35-122 126,-17 87-142,88-123 1,-36 53 0,-52 52 15,-18 19-16,35 17 48,18 35-32,18 71 0,-54-89 1</inkml:trace>
  <inkml:trace contextRef="#ctx0" brushRef="#br0" timeOffset="170214.98">28046 10654 0,'-18'35'172,"-35"18"-156,36 0 15,-1-53 0,18 18 0,0-1-15,-18 1 0,18 0-16,0-1 31,0-87 125,36 17-125,17 0-15,-18 0 0,-18 35-1,1 18 32,0 0-16,-1 0 16,1 0-15,0 0-1,17 18-16,-17 0 1,-1 52 0,36-17-1,-53-18 1,18-17 0,-18 0-1,0-1 1,0 1-1,0-36 142,17 18-142,-17-17 17,0-1-1,0 0-16,0 1-15,18 17 16,0-18 0,-18 0-1,0-17 17,17 35-1,-17-18-16,0 1 1,0-18 156,0-1-156,-17 36-1,17-17-15,0 70 125,0-1-109,0-16-1,0-1 1,0 0 0,0-17-1,17-18 1,-17 18-16,0-1 47,-17-17 15,-1 0-15,-35 18-31,18-18-16,-18 0 15,-18 0 1,1 0 0,35 0-16,-1 0 15,19 0 63,-1 0-62,0 0 0,1 0-1,-1 0 1,71-18 125,-18 1-126,36-19 1,52-34-1,-52 17-15,-36 53 16,-17-18 0,-1 1-1,-17 34 63,18 18-62,-18-17 0,0-36 62,0 1-47,0 87 16,0 1-31,0-53-1,0-1 16,-18-17-15,-17-70 0,18-1-1,-1 53-15,0 1 16,-17 17 0,17 0-16,1 0 15,-1 0 1,-17 0-16,35 17 15</inkml:trace>
  <inkml:trace contextRef="#ctx0" brushRef="#br0" timeOffset="174818.17">5715 15028 0,'18'0'94,"17"0"-79,0 0 1,36 0 0,17 0-1,0 0 1,18 0 0,-35 0-1,-19 0 1,-34 0-1,17-17 1,-17 17 15,0 0-15,-1 0 0,1 0 15,0 0 16,-1 0 171,1 0-202,-1 0 0,1 0-1,0 0 17,-1 0-17,1 0 1</inkml:trace>
  <inkml:trace contextRef="#ctx0" brushRef="#br0" timeOffset="175851">5239 16122 0,'17'0'109,"248"0"-93,0-18 15,52 18-16,1-17 1,-71-1 0,-177 18-16,1 0 15,-18 0-15,-36 0 16,1 0 0,-1 0-16,1 0 15,0 0 1,-1 0-1,1 0 1</inkml:trace>
  <inkml:trace contextRef="#ctx0" brushRef="#br0" timeOffset="192319.5">16122 15064 0,'18'0'125,"-1"0"-110,18 0 17,-17 0-17,0 0 16,-1 0-15,1 0 0,0 0-1,-1 0 1,1 0 0,17 0 15,1 0-16,16 0 1,19 0 0,-36 0-16,18 0 15,53 0 1,-53-18-16,-18 18 16,53 0-1,-35 0 1,18 0-1,-1 0 1,-17-18 0,-17 18-1,-19 0 1,1 0 0,0 0 15,34 0-16,-16 0 1,-19 0-16,1 0 16,17 0-1,1 0 1,-1 0 0,18 0-1,-18 0 1,0 0-1,18 0 1,-17 0 0,-1 18-1,-18-18 1,1 0-16,0 0 16,-1 0 15,1 0-16</inkml:trace>
  <inkml:trace contextRef="#ctx0" brushRef="#br0" timeOffset="195418.22">28116 10636 0,'-17'0'47,"-1"0"31,18 18-63,-18-18 1,18 18 0,-17 17-1,-18-18 1,35 1-1,-18-18 1,18 18 15,-18-18-15,36 0 109,17 0-94,-17 0-15,-1 0-1,1 0 1,0 35 0,-1-35-1,-17 18-15</inkml:trace>
  <inkml:trace contextRef="#ctx0" brushRef="#br0" timeOffset="196445.95">23601 10442 0,'0'18'141,"0"0"-110,0-1 1,17-17-1</inkml:trace>
  <inkml:trace contextRef="#ctx0" brushRef="#br0" timeOffset="198510.9">32138 10354 0,'18'18'110,"-18"-1"-79,17 36 0,-17-35-15,0 0 171,18-18-171</inkml:trace>
  <inkml:trace contextRef="#ctx0" brushRef="#br0" timeOffset="-182558.89">10971 16157 0</inkml:trace>
  <inkml:trace contextRef="#ctx0" brushRef="#br0" timeOffset="-180370.67">17727 16157 0,'18'0'125,"17"0"-110,53 0 1,53 0 0,71 0-1,35 0 1,-71 0-1,-70 0 1,-71 0 0,1 0-1,-19 0-15,19 0 16,-1 0 0,88 18 30,-34-18-30,16 0 0,19 0-1,-1 0 1,1 17 0,-18-17-1,-1 0 1,-52 0-16,18 0 15,158-17 1,-70 17 0,17 0-1,1-18 1,17 18 0,17 0-1,-52-17 16,0 17-15,-36 0 0,19 0-1,-19 0 1,-52-18-16,34 18 16,178-18-1,-72 1 1,19-1-1,-36 0 1,0 1 0,-18 17-1,-52 0 1,-72-18 0,1 18 15,-35 0-31,0 0 15,17 0 1,-17-18-16,34 18 31,1 0-15,-17 0 0,17 0-1,17 0 1,36-17-1,0 17 1,-36 0 0,-52-18-1</inkml:trace>
  <inkml:trace contextRef="#ctx0" brushRef="#br0" timeOffset="-177546.11">32156 10266 0,'17'0'47,"1"17"-16,-18 19-16,0 34 1,35 1 0,-35-36-1,18 18 1,0-18 0,17 36 15,-18-36-31,1 36 15,0-18 1,17 17 0,-17-17-1,17 0 1,-17 18 0,17-19-1,0 19 1,-17-18-1,17 0 1,-17-35 0,-18-54 109,-53-52-110,0 0 1,0-36 0,18 89-16,17 0 15,0-18 1,1 18-16,-1 17 15,-35-70 1,0 17 0,0-35-1,0 36 1,1-18 0,16 35-1,19 35 16,-1 0-15,0 1 0,1 17-1,-19 0 79,1 70-63,17-34-31,18 34 32,0 18-1,18-52-31,-18-19 15,18 19-15,-1-19 32</inkml:trace>
  <inkml:trace contextRef="#ctx0" brushRef="#br0" timeOffset="-157346.9">9525 3704 0,'71'0'140,"669"71"-108,266-18-1,-777-53-16,247 0 1,-17 0 0,-194 0-16,193 0 15,-17 0 1,35 0 0,18 0-1,-88 0 1,-71 0-1,36 0 1,-36 0 0,-265 0-16,-17 0 15,-18 0 1</inkml:trace>
  <inkml:trace contextRef="#ctx0" brushRef="#br0" timeOffset="-149647.52">3510 14270 0,'-106'0'141,"18"0"-126,-53-18 1,0 1 0,70 17-1,71 88 173,0 18-173,0 88 1,0-53 0,-17-71-16,17 36 15,-18 106 1,0-1-1,18-105-15,-17 88 16,-1-53 0,18-17-1,0-71 1,0-36 0,0 19 15,0-1-16,0 0 1,71-17 125,123 17-126,-88-17-15,35-18 16,-124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08:37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21943 5115 0,'0'18'78,"0"194"-62,0-177-1,0 0-15,0 18 16,0-18-16,0 18 16,0 18-1,0-36-15,0 71 16,0 0 0,0 105 30,0-105-30,0 0 0,0 0-1,0 0 1,0-18 0,0 0-1,0-35 1,0-18-16,0-17 15,0 88 1,0-36 0,0 1-1,0-18 1,0 0 0,0 0-1,-18 17 16,18-17-15,0-35 0,0-1-16,-53-140 250,36 88-235,-36-36 1,0-17 0,17 0-1,1 17 1,18 18-1,-19 0 1,19 0 0,-1 36-1,18-18 1,-18 35 0,18 17 124,36 18-124,-1 36-1,0 0 1,-17-36 0,17 53-1,-17-70-15,17 35 16,-35-1 0,18-34-1,-18 17 16,17 1-15,1-1 0,0 0-1,-1 0 1,1-35 0,-18 18-1,18-18 95,-1 0 30,54-70-124,52-36-1,36 18 1,-53-1 0,-36 36-1,-17 18 1,-35 0 0,17 0-1,0-18 16,1 35-15,-19 0 0</inkml:trace>
  <inkml:trace contextRef="#ctx0" brushRef="#br0" timeOffset="3498.21">21872 7267 0,'18'0'125,"35"-17"-110,17-1 1,1-17 0,35 17-1,-53-17 1,17-1-1,-17 1 1,-35 18 0,17-1-1,0 18-15,-17-18 16,17-17 0,18 17-1,-18-17 16,1 17-15,17-17 0,0 0-1,-18 0 1,-18-1 0,1 19-1,-18-1-15,0 0 16,0 1-1,-18-1 64,-17 18-48,18 0-16,-19 0 1,19 35 0,-36-17-1,35 0-15,-17-1 32,-1 19-17,1-19 1,18 19-1,-36-1 1,17 0 0,19-17-1,-19 17 1,1-17 0,18-1 15,-1-17-16,-17 18 1,17 0-16,0-18 16,-52 35-1,35-18 1,17-17 0,18 18-1,-18-18 1,1 0-1,-1 18 1,18-1 0,-18-17-1,18 18 1,-17 0 31,-1-18-32,18 17 95,-18-17-95,1 0 1,-54-35 0,54 17-16,-1 1 15,-35-36 1,35 18 0,-70-54 30,71 54-30,-1 17 0,18 1-1,0-1 17,-18 18-17,1-35-15,-1 0 31,-17-18-15,35 17 0,-18 19-1,18-1 1,-18 1 0,18-1-1,0 0 16,-17 18-15,-1-17 0,18-1 15,0 36 94,88 105-94,-70-70-15,17 0-1,-17-35-15,-18 17 16,35-35-16,-35 35 16,35 0-1,-35-17 1,18 17 0,0 1-1,17-1 1,0 0-1,-17 0 1,0 1 0,-1-36 15,-17 17 47,18-34 47,211-124-94,36-1-15,-107 90 15,-87 16 0,-53 19-15,35-1 0,-18-17-1,-17 35-15,-1 0 32</inkml:trace>
  <inkml:trace contextRef="#ctx0" brushRef="#br0" timeOffset="15669.79">9313 7638 0,'18'0'63,"17"0"-48,18-18 1,-18 18 0,1 0-1,-19-18 16,1 18-15,0 0 0,-1 0 15,1 0-15</inkml:trace>
  <inkml:trace contextRef="#ctx0" brushRef="#br0" timeOffset="17047.08">6862 8326 0,'35'0'63,"18"0"-48,70 0 1,36 0 0,0 0-1,-89 0 16,-52 0-15,0 0 0,-1 0 140</inkml:trace>
  <inkml:trace contextRef="#ctx0" brushRef="#br0" timeOffset="17967.4">4798 9243 0,'17'0'110,"1"0"-95,17 0 1,36 0 0,17 0-1,-70 0 1</inkml:trace>
  <inkml:trace contextRef="#ctx0" brushRef="#br0" timeOffset="19686.75">7726 9225 0,'17'0'141,"1"0"-95,0 0-30,-1-17 0,19 17-1,-1 0 1,0 0 0,71-18-1,-35 18 16,-36 0-31,0-18 16,0 18-16,1 0 16,17 0-1,-18-17 1,0 17 0,-17 0-1,-1 0 32</inkml:trace>
  <inkml:trace contextRef="#ctx0" brushRef="#br0" timeOffset="20670.3">4551 9790 0,'0'17'109,"17"-17"-77,36 0-1,-35 0-16</inkml:trace>
  <inkml:trace contextRef="#ctx0" brushRef="#br0" timeOffset="22195.05">8572 9807 0,'18'0'156,"0"0"-140,35 0-1,-36 0 1,19 0 0,17 0-1,-1 0 1,19 0 0,-18 0-1,-18-17-15,36 17 31,-54 0-31,19 0 16,34 0 0,-52-18-16,88 18 15,17-18 1,-35 18 0,-52 0-1,-19 0 1,36 0-1,35 0 1,1 0 0,16 0-1,-34 0 1,17 0 0,36 0 15,-71 0-31,70 0 15,-35 0 1,-52 0 0,-19 0-1</inkml:trace>
  <inkml:trace contextRef="#ctx0" brushRef="#br0" timeOffset="27294.49">4145 10883 0,'18'0'141,"35"0"-126,17 0-15,54-17 16,-36 17 0,-53-18-1</inkml:trace>
  <inkml:trace contextRef="#ctx0" brushRef="#br0" timeOffset="27686.1">5627 10848 0</inkml:trace>
  <inkml:trace contextRef="#ctx0" brushRef="#br0" timeOffset="29821.95">8643 10777 0,'0'18'93,"18"-18"-77,-1 0 31,1 0 15,0 18 173,-1-18-220,1 0 32,0 0 0,-18 17-31,17-17 249,1 0-218,-18 18-15</inkml:trace>
  <inkml:trace contextRef="#ctx0" brushRef="#br0" timeOffset="31615.22">4004 11553 0,'18'0'31,"-1"-17"-15,19 17-1,17 0 1,-18 0 0,0-18 15,-17 18-16,-1 0 1,1 0 0</inkml:trace>
  <inkml:trace contextRef="#ctx0" brushRef="#br0" timeOffset="32252.98">7056 11571 0</inkml:trace>
  <inkml:trace contextRef="#ctx0" brushRef="#br0" timeOffset="34246.44">8855 11642 0,'17'0'188,"72"0"-173,-19 0 16,-17 0-15,-18 0 0,1 0-1,-19 0 235,1 0-234,0 0 15,-1 0-15,18 0-1,1 0 1,-1 0 0,-17 0-1,-1 0 1,1 0 0,0 0 15,-1 0-16,1 0 1</inkml:trace>
  <inkml:trace contextRef="#ctx0" brushRef="#br0" timeOffset="35077.68">3775 12365 0,'17'0'125,"142"0"-93,-35 0-1,-54 0-16,-35 0 1,1 0 0</inkml:trace>
  <inkml:trace contextRef="#ctx0" brushRef="#br0" timeOffset="40221.23">14005 16069 0,'-17'0'47,"17"-18"-16,0-35-15,0 36-1,0-36 1,0-35 0,0 0-1,17-1 1,-17 1 0,18-18-1,-18-52 1,18 34-1,-1 18 1,-17 18 0,0 53-16,18-1 15,-18-87 1,17 35 0,1 17 15,0-17-16,-18 18 1,35-1 0,-17 0-1,-1-17 1,1 18 0,-18-1-1,18 53-15,-18-17 16,0-18-1,0 18-15,17-36 16,1 19 0,-18-19-1,0 36 1,18-18 0,-18 17-1,17 1 16,-17 0-15,0 17 0,0 1-1,0-19 1,18 36 0,-18-17-16,0 87 406,0-34-391,-35 16 1,17 1 0,0-35-1,18 0 63,-17-1-62,17 1-16,0 0 31,-18-1-15,0-17 0,18 18 155,-17 17-155,-1-35 0,18 18-1,-18-1 1,18 1 0,0-36 155,0-52-155,18 35 0,-18-1-1,18 1 1,-1 0 0,1-1-1,0 19 16,-18-1-15,0 1 0,17 17-1,-17-18 1,18 18 62,0 0-62,-1 18-1,1 34 1,17 1 0,-17 0 15,-1-35-31,1 17 15,0 1 1,-1-19 0,-17 1-1,18-18 1</inkml:trace>
  <inkml:trace contextRef="#ctx0" brushRef="#br0" timeOffset="42702.23">17163 9596 0,'17'0'156,"1"0"-109,35 0-16,-18 0 0,-17 0-15,-1 0 0,1 0-1,0 0 1,-1 0 0,1 0-1,0 0 1,-1 0-1,1 0 1,-1 0 0,1 0-1,17 0 1,1 0 0,-1 0-1,0 0 16,-17 0 16</inkml:trace>
  <inkml:trace contextRef="#ctx0" brushRef="#br0" timeOffset="43828.08">21678 12224 0,'18'0'93,"35"0"-77,17-18 0,1 18-1,-18 0-15,17 0 16,19-18 0,-54 18-16,0 0 15,-35-17 1,18 17-1,-1 0 17,1 0-17</inkml:trace>
  <inkml:trace contextRef="#ctx0" brushRef="#br0" timeOffset="71936.32">28857 17216 0,'35'0'172,"18"0"-157,36-18 1,16 0-1,19 18 1,-36 0 0,-53 0-1,-17 0 63,0 0-46,-18-17 171</inkml:trace>
  <inkml:trace contextRef="#ctx0" brushRef="#br0" timeOffset="74030.66">28751 7743 0,'18'0'250,"0"18"-203,-1-18-16,1 0 485,105 0-485,124 18-15,36-1-1,-19 1 1,-70-18 0,-123 0-1,-36 0 1,-17 0 0,-1 0 15,1 0-16,17-18-15,0 18 16,1 0 0,-19 0 15</inkml:trace>
  <inkml:trace contextRef="#ctx0" brushRef="#br0" timeOffset="100787.76">28346 7796 0,'17'0'94,"19"0"-78,122 0-1,54 0 1,123 36 0,-88-19 15,-123-17-16,-89 0 1</inkml:trace>
  <inkml:trace contextRef="#ctx0" brushRef="#br0" timeOffset="115830.62">28857 7726 0,'35'0'141,"1"0"-126,34 0 1,19 0-1,34 0 1,-17 0 0,-53 0-1</inkml:trace>
  <inkml:trace contextRef="#ctx0" brushRef="#br0" timeOffset="120454.42">11165 2222 0,'36'0'109,"299"-17"-77,-212 17-17,36 0 1,-71 0 0,-70 0-16,-18 88 156,-18 0-141,-35 124 1,36-89 0,-19 54-1,19-54-15,-1 89 16,18-36 0,0 18-1,0 36 1,0 17-1,0-36 1,18-70 0,-1-35-1,-17 0 1,18-18 0,-18-17-1,18-18-15,-1 70 31,-17-52-15,0-36 0,0 18-1,0-18 1,0-17 0,0-1-1,18 1 1,-89 17 93,-458 18-78,247-35-15,106 17 0,123-17-1</inkml:trace>
  <inkml:trace contextRef="#ctx0" brushRef="#br0" timeOffset="146686.23">3246 7567 0,'17'0'109,"-17"18"-93,0-1-16,18-17 16,-1 0 15,1 0 16,0 0-32,-1 0 17,1 18-17,0-18 17,-1 0-17,1 0 1,0 0-1,-1 0 17,1 0-17,-1 0 17,1 0 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11:15.1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6350 8220 0,'88'0'203,"18"0"-187,18 0-1,-54 0 1,-35 0 0,1 0-1,-1 0 1,18 0 0,-18 0-1,0 0-15,124-18 31,-53 18-15,-18-18 0,-17 18-1,-54 0 1,1 0 0,0 0-1,52 0 1,36-17-1,0 17 1,-18 0 0,-70 0-16,-1 0 15,1 0 1,53 0 0,34 0-1,1 0 16,-35 0-15,-18 0 0,-36 0-1,1 0 110</inkml:trace>
  <inkml:trace contextRef="#ctx0" brushRef="#br0" timeOffset="2466.54">7743 9190 0,'18'0'78,"0"0"-47,-1 0 0,19 0-15,-19 0 0,107 0-1,-1 0 1,18-18 0,-35 18-1,-53-17 1,-35 17-1,-1 0 17</inkml:trace>
  <inkml:trace contextRef="#ctx0" brushRef="#br0" timeOffset="4383.18">16316 10283 0,'18'0'172,"-1"0"-156,89 0-1,35 0 1,71 0 0,17 0-1,18-17 1,-141 17 0,-71 0 15,-17 0 0</inkml:trace>
  <inkml:trace contextRef="#ctx0" brushRef="#br0" timeOffset="5174.55">18644 10213 0,'18'0'47,"17"0"-31,36 0-1,-18-18 1,-18 1 0,-17 17-1,-1 0-15,1 0 63</inkml:trace>
  <inkml:trace contextRef="#ctx0" brushRef="#br0" timeOffset="7742.47">7885 11377 0,'17'0'47,"107"0"-16,-54 0-15,142 0-1,17 0 1,53-18 0,36 18-1,-177 0-15,-35 0 16,123 0 0,-158 0-1,17 0-15,141 0 31,-105 0-15,-1 18 0,18-18-1,36 0 1,-19 0 0,1 18-1,-88-18 1,-54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11:41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14446 5592 0,'18'0'63,"17"0"-32,36 0 0,-18-18-15,176 18-1,88 0 1,-17 0 0,-53 0-1,-176 0-15,-36 0 16,-17 0 281,-1 0-141,89 0-140,106 0-1,-18 0 1,0 0-1,-71 0 1,-70 0 0,-35 0 265,17 0-250,1 0 0,-1 0-15,-18 0 0,1 0-1,0 0 17,-1 0-17,1 0 16,0 0 110</inkml:trace>
  <inkml:trace contextRef="#ctx0" brushRef="#br0" timeOffset="7016.26">23918 5539 0,'53'0'125,"476"0"-94,195 0 0,-178 0 0,-510 0-15</inkml:trace>
  <inkml:trace contextRef="#ctx0" brushRef="#br0" timeOffset="11756.27">22578 6597 0,'17'0'93,"19"0"-61,34 0-1,-34 18-16,34-18 1,-17 0 0,18 0-1,-1 0 1,-52 0 0,-1 0-16,1 0 31,0 0-31</inkml:trace>
  <inkml:trace contextRef="#ctx0" brushRef="#br0" timeOffset="14409.56">6491 12841 0,'18'0'47,"-18"-18"15,17-123-30,19-88-1,-36 176-16,17 0-15,1-17 16,-18-54 0,18 54-16,-1-36 15,19 71 1,-19-18 0,-17 17-1,0 19 1,18 17-1,-18-18 79,70-35-78</inkml:trace>
  <inkml:trace contextRef="#ctx0" brushRef="#br0" timeOffset="17674.23">21643 7514 0,'0'18'79,"0"17"-64,0-17 1,0-1-1,0 1 1,0 17 0,0 1-1,0-1 1,0 0 0,0 0 15,18-35-31,-18 18 15,35-18 282,35 0-281,1 0 0,-36 0-1,36 0 1,-54 0-1,19 0 1,-19 0 0,1 0-16,0 0 15,-1 0 1,1 0 0,35 0 15,0 0-16,17 0 1,1 0 0,17 0-1,0 0 1,-17 0 0,-1 0-1,-34 0 1,-19 0-1,19 0 1,-1 0 0,18 0-1,0 0 1,0 0 0,-36 0 15,18 0-16,-17 0 1,88 0 0,-53 0-16,0 18 15,0-18-15,-18 0 16,0 0-16,1 17 16,16-17-1,1 0 1,0 0-1,-35 0 1,0 0 0,-1 0-1,1 0 1,35 0 0,-18 0-1,-35-17 282,0-36-281,0 17-1,0-34 1,-18 35 0,18-1-1,0 19 1,0-1-1</inkml:trace>
  <inkml:trace contextRef="#ctx0" brushRef="#br0" timeOffset="22275.77">27323 7867 0,'17'0'156,"142"0"-125,282 0-15,-123-18 31,-266 18-32,-34 0 1,0 0 15,-1 0-15,89 0 0,18 0-1,-71 0-15,35 18 16,70-18-1,-69 0-15,-1 0 16,-53 18 0,0-18-1,-17 0 1313</inkml:trace>
  <inkml:trace contextRef="#ctx0" brushRef="#br0" timeOffset="23719.99">18732 8625 0,'18'0'78,"17"0"-47,-17-17-15,17 17-16,1 0 16,122-18-1,1 0 1,-18 1 0,-17-1-1,-71 18 1,-36 0-1</inkml:trace>
  <inkml:trace contextRef="#ctx0" brushRef="#br0" timeOffset="24539.62">23654 8678 0,'17'0'125,"54"0"-94,-18-17-15,-36 17 0,19 0-1,-36-18 1,17 18 0</inkml:trace>
  <inkml:trace contextRef="#ctx0" brushRef="#br0" timeOffset="31753.24">1658 9507 0,'18'0'47,"-18"-70"47,0-1-78,0 1-1,17-1 1,1 54-16,-18-1 16,0-70-1,18 35 1,-18 17-1,0 1 1,0 18 0,0-1-1,0-17 1,0 17 0,-18 53 171,0-17-156,-35 17 1,53-17-17,-17-1 16,-1-17-15,18 18 0,-17-18 15,17 18 141,17-18-141,1 0 0,-1-18-15,19 0 0,-36 1-1,17 17-15,-17-18 16,0 1-1,18 17 1,-18-18 0,18 18 77,-1 0-61,1 18-1,0-18-15,-1 35-1,1-35 1,-18 17-1,17 1 1,-17 17 0,18-35-1,-18 18 1,0 0 140,0-1-140,-18 1-1,1 0 32,-1-18-31,-17 0 0,0 0 15,17 0-31,0 0 15,1 0 79,-1-18-63,0 18-15,1 0 15,17-18-15,-18 18 31,18-17-32,-17 17 1,34 0 187,18 0-172,-17-18 1,0 18-17,-1 0-15,1 0 16,0 0 0,-1 0-1,1 0 48,17 0-32,-17 0 0,-1 0 0,1 0 1,0 0 140,-1 0 15</inkml:trace>
  <inkml:trace contextRef="#ctx0" brushRef="#br0" timeOffset="44539.45">20108 9737 0,'18'0'62,"0"0"-46,-1 0-16,19 0 16,69 0-1,36 0 1,1 0 0,-19 0-1,-88 0 1,36 0-1,-53 0 17,-1 0 30,18 0-31</inkml:trace>
  <inkml:trace contextRef="#ctx0" brushRef="#br0" timeOffset="45259.41">24218 9913 0,'18'0'172,"123"0"-156,-70-18-1,-1 18-15,36-17 31,-71 17-15</inkml:trace>
  <inkml:trace contextRef="#ctx0" brushRef="#br0" timeOffset="46873.14">16316 10460 0,'71'0'125,"34"0"-110,89-35 16,-88 35-15,-35 0 0,-18 0-1,-36 0 1,1 0 0,0 0-1,-1 0 16,-17-18-15,18 18 0</inkml:trace>
  <inkml:trace contextRef="#ctx0" brushRef="#br0" timeOffset="60208.29">25135 11465 0,'36'0'109,"122"0"-93,142 18-1,-141-18 1,-53 18 0,-71-18 15</inkml:trace>
  <inkml:trace contextRef="#ctx0" brushRef="#br0" timeOffset="61156.47">29598 11624 0,'18'0'93,"158"0"-61,-88 0-1,-52 0 0</inkml:trace>
  <inkml:trace contextRef="#ctx0" brushRef="#br0" timeOffset="62406.38">17374 12224 0,'18'0'94,"0"0"-78,17 0-1,0 0 1,36-18 0,-18 18-1,-18 0 1,0 0-1,-17 0 79</inkml:trace>
  <inkml:trace contextRef="#ctx0" brushRef="#br0" timeOffset="64809.44">20443 11942 0,'0'17'94,"0"36"-79,0 0-15,0 0 16,0 35 0,-17-35-16,-1 35 15,18 0 1,0-17 0,-17 0-1,17-19 1,0-16-1,-18 17 1,18-18 0,0 0-1,-18-35 48,18 18-48,-17-18 1,-1-71 0,0 18-1,-35-17 1,18-1 0,18 36-1,34 35 79,18 53-63,-17-35-31,17-1 31,-17-17 16,17-17-31,1-36 0,34-18-1,-35 53-15,-17-17 16,0 35-16,-1-18 15,19-17 1</inkml:trace>
  <inkml:trace contextRef="#ctx0" brushRef="#br0" timeOffset="68673.41">17268 15099 0,'18'0'62,"88"0"-31,0 0-15,35 0 0,18 0-1,-1 0 1,-52 0 0,-53 0-1,-35 0 1,-1 0-1</inkml:trace>
  <inkml:trace contextRef="#ctx0" brushRef="#br0" timeOffset="75206.13">24448 15293 0,'105'-18'78,"213"-35"-63,-18 0 1,-89 18 0,-52 18-1,-141 17 16</inkml:trace>
  <inkml:trace contextRef="#ctx0" brushRef="#br0" timeOffset="83145.84">18627 16863 0,'17'0'125,"19"0"-109,387 0-1,88 0 1,36 0 0,-176 35-1,-195-35 1,-158 0 0</inkml:trace>
  <inkml:trace contextRef="#ctx0" brushRef="#br0" timeOffset="84240.16">21872 16828 0,'36'0'141,"69"0"-126,266 0 16,-301 0-31,-17 0 16,-18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13:49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25982 4992 0,'18'0'94,"70"0"-63,282 17 1,-193-17-1,-160 0-31,1 0 31</inkml:trace>
  <inkml:trace contextRef="#ctx0" brushRef="#br0" timeOffset="961.16">20002 4992 0,'36'0'93,"70"-18"-77,105 1 0,54-1-1,-71 0 1,-71 1 0</inkml:trace>
  <inkml:trace contextRef="#ctx0" brushRef="#br0" timeOffset="1819.21">18821 4780 0,'17'0'78,"19"0"-62,281 0 0,-17 0-1,106 0 1,35-18 15,-124 18-15,-176 0-1,-123 0-15</inkml:trace>
  <inkml:trace contextRef="#ctx0" brushRef="#br0" timeOffset="4960.14">14711 5980 0,'17'0'78,"54"0"-62,70 0 0,124 0-1,52 0 16,18 0-15,-176 0-16,-35 0 16,-1 0-16,1 0 15,-36 0-15,-18 17 16,18-17-16,-17 0 16,123 18-1,-88-18 1,-18 0-1,36 0 1,-36 0 0,-53 0-1</inkml:trace>
  <inkml:trace contextRef="#ctx0" brushRef="#br0" timeOffset="9546.09">20302 6050 0,'-17'0'110,"-1"35"-95,-17 36 1,-18 0 0,35-36-16,-17 18 15,0 0 1,17-18-1,0 18 1,-17-18 0,0 18-1,17 0 1,-17 0 0,17-18-1,1 0 16,17-17 48,0-71 139,0 18-202,-18-71 0,0 53-1,18 18 1,0-18-1,0 0 1,-17 35 0,17 71 124,0-17-124,0-1-16,17 18 16,1 0-1,-18-18-15,18 0 16,-18-17-1,0 0 1,0 17 0,17-35-1,-17 17 48,18-17 140,70-52-187,36-1 15,-1-18-16,-88 53-15,-17 1 16,17-1 0,-52 18 281,-19 0-282,19-18-15,-19 18 16,19-17-16,-1 17 15,-52-18 1,34 18 0,19-17-16,-1 17 15,-53 0 1,36 0 0,0-18-1,-18 18 16,18-18-15,17 18 0,0 0 15,36 18 250,0 0-250,-1-1-15,-17 18 0,18 1-1,0-19 1,-18 19 0,17-19-1,-17 1 16,0 0-15,18-1 0,0-17 202,-1 0-186,36-53-17,0 36 1,-35-1 0,-1-17-1,1 35 1,0 0 15,-1 0 0,-17 17-15,-17-17 93,-19 0-93,19-17 0,-1 17-1,0 0-15,18-18 16,-17 18-1</inkml:trace>
  <inkml:trace contextRef="#ctx0" brushRef="#br0" timeOffset="16080.02">9402 10248 0,'0'-53'125,"17"-17"-110,-17 34-15,18 1 16,-18-53 0,0 53-16,0-36 15,0 53 1,0-34-1,0 34 1,17 0 0,-17-17-1,0 17 1,18-17 0,-18 17 77,0 1-77,0-1 0,0 1 15,-18 17 125,18 17-140,-17 1 15,-1-18-15,1 17 15,-1 1 0,0-18 0,18 18-15,0-54 171,36 1-171,-19 35 0,-17-35-1,18 35 1,-18-18 0,17 18 15,1 0 0,0 0-15,-1 0 15,-17 18-15,18-18-16,0 18 15,-1-1 48</inkml:trace>
  <inkml:trace contextRef="#ctx0" brushRef="#br0" timeOffset="17931.77">12735 10231 0,'18'0'47,"-18"-18"-31,0-17 0,0-36-1,0 18 16,0 0-15,0 36-16,0-1 16,0-53-1,0 18 1,0 1 0,0 16-1,0 19 1,0-1-1,0 0 1,-18 18 187,-35 18-172,53 0-15,-17-18 0,-1 0-1,0 17 1,1-17 0,-1 18 30,53-36 111,1-17-142,-19 0 1,19 35 0,-19 0 30,-17-18-30,18 18 15,17 0 1,-17 35-17,-1-35 1,1 18 15</inkml:trace>
  <inkml:trace contextRef="#ctx0" brushRef="#br0" timeOffset="21970.78">10989 8361 0,'18'0'203,"-1"-18"-187,-17 1-16,0-1 15,18 0 16,-18-17-15,18 17 0,-18 1-1,0-1 17,17 0-1,-17 1-16,0-1 17,18 18-17,-18-17-15,0-1 32,17 0-17,-17 1 1,18-1 15,-18 0-15,0 1-1,18-19 1,-1 19 0,-17-1 46,18 1-46,-18-1-1,0-17 1,18 35 0,-18-18-1,0 0 16,17 18 32,-17 18 171,-17 70-202,-1-70-32,-17 52 31,35-52-16,-18 0 1,18-1 0,0 1-1,0 0 1,-18 17 0,1-18-1,-1 19-15,1-1 31,-1-17 1,0-1-1,18 1-15,0 0 140,-17-18-141,17 17 1,0 1 0,-18-18 15</inkml:trace>
  <inkml:trace contextRef="#ctx0" brushRef="#br0" timeOffset="46567.9">10107 6209 0,'18'0'78,"17"0"-47,-17 0-15,70 0-1,-18 0-15,124 0 16,-17 0 0,-71 0-1,-36 0 1,-35 0 0,1 0-1,87 0 32,-70 0-31,35-18-1,142 18 1,-160 0 0,124 0-1,-106 0 1,1 0-1,-1 0 1,0 18 0,18-18-1,17 0 1,36 0 0,70 0-1,-17 18 16,-18-18-15,-106 0-16,18 0 16,106 17-1,-54-17 1,37 18 0,16-1-1,36 19 1,-53-19-1,53 36 1,-18-17 0,1-1-1,-54-18 1,-17 1 0,-53 0-1,0-1-15,282 54 31,-89-53-15,-16-1 0,-36 19-1,-89-19 1,1 18 0,-35-17-1,17 0 1,-18-1-1,-70 1-15,18-18 16,-18 0-16,17 0 16,-17 0-16,18 18 15,17-18-15,141 17 16,0 1 0,-52 0-1,34-1 16,36 18-15,-53-17 0,-17 0-1,-71-18 1,17 17 0,-70-17-16,35 18 15,-17-18-15,35 0 16,-36 18-16,36-18 15,141 17 1,-106 1 0,-53 0-1,18-18 1,53 35 0,-36 0-1,54 0 16,-36 1-15,-35-1 0,-18 0-1,0-17 1,-70-18-16,17 17 16,0-17-16,1 18 15,34 35 1,-17-35-1,-18 17 1,1-17 0,-19-1-1,1 19 1,-1 16 0,19 1-1,-19 0 16,1-17-31,0-1 16,-18-18-16,0 19 16,17 52-1,1-17 1,-18-19 0,0 19-1,0 35 1,0-18-1,0 35 1,-35-34 0,17-1-1,-35-35 1,35-36 0,1 1-1,-18 0 1,-1 17-16,-52 36 15,0-19 1,-36 1 0,19 0-1,-54 18 1,0-36 0,-35 36-1,-53-18 1,-53 17-1,36-35 1,140-17-16,36-18 16,-88 35-1,70-35-15,-18 18 16,-87 0 0,-19-1 15,1 19-16,-18-1 1,71 0 0,-18 0-1,-36-17 1,-52 0 0,-35 17-1,17 35 1,123-34-16,-34-19 15,-1 1-15,-229 0 16,-106-18 0,71 0-1,194 0 1,70 0 0,18 0-1,35-36 16,36 36-15,-1-17 0,36 17-1,35-18-15,18 18 16,0 0-16,-1-18 16,-122 1-1,69-18 1,-16 17-1,16 18 1,-34-35 0,17 17-1,-70 0 1,-36 1 0,18-19-1,35 1 16,53 18-15,54-1-16,16 18 16,-122-18-1,34 1 1,-17 17 0,0-18-1,35 0 1,-35 1-1,-35 17 1,52-18 0,-35 0-1,53 1 1,1 17 0,69-18-1,-17 18-15,-88 0 31,0-17-15,18 17 0,-1 0-1,18 0 1,54 0 0,-19 0-1,-35 0 1,-17 0-1,-1 0 1,18 0 0,71 17-16,17-17 15,-87 0 1,16 18 0,-34-1-1,17 1 16,0 17-15,0-35 0,1 36-1,-37-19 1,1 1 0,-17-18-1,34 0 1,71 0-16,0 0 15,-88 0 1,71 0 0,-1-35-1,36-1 1,-53 1 0,-1-35-1,19 17 16,17 0-15,-18-18 0,54 36-16,-19 17 15,-16-70 1,-1 0 0,35 70-16,-17-70 15,17 17 1,0 1-1,1-18 1,17 17 0,0 1-1,35-36 1,0 18 0,36-18-1,-18 35 16,-36 36-31,36-18 16,-17 35-16,-1-17 16,71-53-1,0 17 1,17 1 0,-35 17-1,53-35 1,1 35-1,-1-18 1,17-17 0,-17 17-1,-88 54 1,0-19 0,0 19-1,-35-1 1,52-35-1,36 0 1,0 0 0,-35 18-1,-18 18 1,-18-1 0,35 0-1,1-17 1,35-18-1,-18 35 1,-17-34-16,-19 52 16,37-53-1,-54 35-15,71-35 16,17 18 0,18-18-1,0-18 32,-88 54-31,18-19-1,-18 1 1,0 0 0,0 17-1,-36-17 1,1 35-1</inkml:trace>
  <inkml:trace contextRef="#ctx0" brushRef="#br0" timeOffset="69993.59">22137 11571 0,'159'0'93,"334"0"-77,-87 0 0,-124 0-1,-158 0 1</inkml:trace>
  <inkml:trace contextRef="#ctx0" brushRef="#br0" timeOffset="74511.88">15275 13000 0,'-17'0'16,"70"-35"93,476-18-78,159 17 1,-424 19-1,-246 17 0</inkml:trace>
  <inkml:trace contextRef="#ctx0" brushRef="#br0" timeOffset="80543.34">21220 12753 0,'35'0'63,"18"0"-48,123 0 1,-52 0 0,17 18-1,0-18 16,0 0-15,-18 0 0,-34 0-1,-19 0 1,-17 0 0,53 0-1,-36 0-15,-17 0 16,71 0-1,-54 0-15,36 0 16,18 0 0,-1 0-1,18 17 1,-17-17 0,-36 0-1,0 0 16,-35 0-15,0 0 0,18 0-1,-19 0 1,37 0 0,-72 0-16,19 0 15,17 0 1,52 0-1,36 0 1,18 0 0,-18 0-1,-17 0 1,-18 0 0,-18 0-1,-18 0 16,-52 0-31,0 0 16,35 0 0,-18 0-16,53 0 15,0 0 1,0-17 0,-17 17-1,-36 0 1,1 0-1,34 0 1,1 0 0,-18 0-1,70 0 1,-70 0-16,-18-18 16,1 18-16,16 0 31,72 0-16,-18-18 1,-71 18 0,-17 0-1</inkml:trace>
  <inkml:trace contextRef="#ctx0" brushRef="#br0" timeOffset="82160.92">4339 13635 0,'53'0'125,"0"0"-109,0 0-16,17 0 16,283 17-1,-159-17 1,-35 18-1,-71-18 1,-70 18 0</inkml:trace>
  <inkml:trace contextRef="#ctx0" brushRef="#br0" timeOffset="104069.81">11589 7832 0,'-36'0'234,"1"0"-218,18 0-1,-1 0 1,0 0-16,1 0 31,-1 0 47,0 0 1,1 17-48,17 1-16,-18 0 1,0-1 15,1 1-15,17 17 0,-18-17 15,18 17-16,0-17 17,0-1-17,0 1 17,0 0-17,0-1 1,0 1 15,0 0-15,0-1-1,18 18 1,-18-17 0,0 0 15,17 17-16,1-17 1,-18-1-16,18 1 31,-1 0-15,-17-1 15,18-17-15,0 0 78,17-17-32,-17-1-31,-18 0-15,17-17 0,1 17 46,-1 1-46,-17-19 15,0 19 16,-17 17 109,-1 0-140,-17 0-1,17 0 1,1 0 0,34 0 187,1-18-188,0 18 1,17 0 0,0 0-1,0-17 16,-17 17-31,0 0 16,-1-18 0,1 18-16,0 0 15,-1 0 1,1 0 0,0 0-1</inkml:trace>
  <inkml:trace contextRef="#ctx0" brushRef="#br0" timeOffset="130017.18">4974 17251 0,'18'0'203,"88"0"-171,-89 0-17,36 0 1,18 0 0,-36 0-1,-17 0 345,140-18-329,-122 18-16,17 0 1,-36 0-16,1 0 16</inkml:trace>
  <inkml:trace contextRef="#ctx0" brushRef="#br0" timeOffset="130647.83">7779 17286 0,'123'0'93,"89"0"-77,405 0 0,-317 0-1,-212 0 1,-70 0 0</inkml:trace>
  <inkml:trace contextRef="#ctx0" brushRef="#br0" timeOffset="132970.1">10654 17233 0,'18'0'297,"-1"0"-282,18-17 1,-17 17-1,0 0 1,52-36 250,-34 19-251,-1-1 1,0 0 0,-17 18-1,-71 0 173,-229 89-173,141-54 17,176-35 77,-18-18-93,1 1 155,35-1-139,-35 18-1,-1 0 47,1 0 94</inkml:trace>
  <inkml:trace contextRef="#ctx0" brushRef="#br0" timeOffset="155959.92">24853 18397 0,'0'-35'109,"0"0"-93,0 0-1,0-1 1,0-17 0,0 0-1,0 36 1,0-36-1,0 35-15,0-52 16,0 34 0,0 1-1,0 0 1,0-18 0,0 0 15,0 18-31,0-18 31,0 35-15,0 1-1,0-1 1,0 0 0,0 1-16,-17 17 265,17 17-249,-18-17-16,0 0 15,18 18 1,-17 0 0,-1-18-1,18 17 17,-18-17-1,18 18-31,-17-18 15,-1 35 1,0-17 0,1-1-1,-1 1 1,18 0 0,18-71 202,-1 35-202,1-35 0,17 0-1,-17 36 1,-18-1-1,0 0-15,18 1 16,-1 17 15,-17-18-15,18 0 0,0 18 62,-1 0-63,1 0 32,-1 18-31,1 0 15,17 35-15,-17-36-1,17 19 1,-35-1 0,18-35 15,0 17 0,-1 1 16,1 0-16,-36-18 219,18 17-234,-17-17-1,-1 0 17,-17 0-17,17 0 1,0 0 0,-17 0-1,0 18 16,-18-18-15,35 0 0,-17 0-1,17 0 1,1 0 0,-19 0-1,19 0 1,17-35 343,70-89-328,-52 107-15,0-1 0,-18 0-16,17 18 15,1 0 95,0 36-79,-18-19-31,0 1 47,0 0 31,0 17-62,17 0-1,-17-17 1,0-36 124,0-17-124,0 17 0,18 18 15,-1 0 0,1 0-15,0 0-1,-1 0 173,1 18-172,-18 17-1,18 18 1,-18-18-1,0-17 1,-18-18 47,0 0-32,1 0 0,-1 0 0,0 0-15,18-18 0,-17 1-1,17-1 32,-18 18-31,1 0 249,-19 0-233,-52 0-1,70 0-16,1 0 1,17-18 93,35-17-77,18 0-32,35 17 31,-53 1-31,71-1 31,-53 0 0,-35 18 16,-18 18 0,0 0-16,-18-18 32,1 0-47,-1 0-1,0 0 16,1 0 16,-1 0-31</inkml:trace>
  <inkml:trace contextRef="#ctx0" brushRef="#br0" timeOffset="165643.88">10583 18309 0,'18'0'109,"0"0"-93,70 0 15,35-17-15,-17 17-1,18-18 1,-36 18 0,0 0-1,18 0 1,17 0-1,-17 0 1,18 0 0,-71 0-16,-1 0 15,72 0 1,-230 0 375,-88-18-376,-71 1 1,36-1-1,211 18 1,1 0 0,-1 0 62,-35 0-63,-17-18 1,17 18 0,18 0-16,17 0 15,71-17 95,88-1-95,53 18 1,71 0 0,-160 18-1,-16-18-15,-1 17 31,-88 1 1,-35-18-17,-36 0 1,-17 0 0,-71 0-1,-35 0 1,70 0-1,54 0 1,-1 0 156,36 0-156,0 0-16,17 0 15</inkml:trace>
  <inkml:trace contextRef="#ctx0" brushRef="#br0" timeOffset="172223.98">27146 16792 0,'88'0'188,"54"0"-157,-107 0-15,35-17-1,1 17 1,-36 0 0,-17 0-1,-1-18 1,1 18-16,0 0 15,70 0 1,-17 0 0,-19 0-1,-16 0 1,-19 0 0,19 0-1,17 0 16,-18 0-15,-18 0 0</inkml:trace>
  <inkml:trace contextRef="#ctx0" brushRef="#br0" timeOffset="173688.95">27446 17480 0,'0'-18'78,"106"1"-47,17-18 0,89 35 0,-106 0-15,-18-18 0,-35 18-1,-35 0 1,-1 0 0,19 0-1,-19 0-15,36 0 16,-18-18-16,18 18 15,53 0 1,-88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17:04.7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10142 7285 0,'18'0'250,"0"0"-234,35 0 0,35 0-1,-18 0 1,-17 0 0,-35 0-1,17 0 1,-17 0-16,17 0 15,-17 0-15,52 0 16,36 0 0,53 0-1,-36 0 1,36 0 0,35 0-1,-88 0 16,-36 0-15,1 0 0,-36 0-1,36 0 1,35 0 0,-71 0-16,0 0 15,53 0 1,-17 0-1,-36 0 1,1 0 0,-19 0-1,1 0 251</inkml:trace>
  <inkml:trace contextRef="#ctx0" brushRef="#br0" timeOffset="5197.14">27287 11571 0,'-17'0'78,"17"-53"-46,0 0-17,0 0 1,0-35-1,0 0 1,17-36 0,-17 72-16,0-1 15,0 0-15,18-35 16,-18-18 0,0-176 30,0 193-30,0 1 0,0 0-1,0 70-15,0 1 16,0-19 0,0 1-1,0 17-15,-18 18 281,-52 106-265,-36-18 0,35-35-1,36-17 1,18-36 0,52 0 124,88-124-124,-17 36-1,18 0 1,-36 53 0,-53 17-1,0 18 48,-17 0-48,35 35 1,0 18 0,0 0-1,-18-18 1,-17-17 0</inkml:trace>
  <inkml:trace contextRef="#ctx0" brushRef="#br0" timeOffset="8573.76">21061 2064 0,'0'70'125,"0"1"-109,0 35 0,0-53-1,-18 17 1,18-17 0,0-35-16,0-1 15,-17-17 1,17 18-1,0-36 220,-18-52-204,-35-18 0,53 52 1,18 36 155,-18 36-156,17-36 1,1 35-1,0-35 0,-18 18 0,17-18 16,-17-18 156,0 0-156,18 1 109,-1-1-124,-17 0-17,18 18-15,0 0 32,-1 0 46,1 0 0,-18-17-63,0 52 204,-35 18-188,17-35-15,0 17 0,18-18-1,-17-17 1,-1 0 0,18 18-1,-17-18 188,-1-18-187,0-17 0,1 35 15</inkml:trace>
  <inkml:trace contextRef="#ctx0" brushRef="#br0" timeOffset="10440.98">23230 2064 0,'0'17'125,"0"89"-94,-17-53-31,-1 88 31,1-70-15,17-18 0,0 0-1,0-36 1,-18 1-16,18 0 16,0-1 15,0 1-16,-53-53 220,18-36-220,17 36 1,0-1 0,18 19 15,18 17 110,0 0-110,-18 17-16,70-17 1,1 0 0,-36 0-16,-17 18 15,35-18 1,-53 18 78,-18-1-79,-35 1 1,-17 0 0,52-1-16,-17-17 15,-18 0 1,35 0-1</inkml:trace>
  <inkml:trace contextRef="#ctx0" brushRef="#br0" timeOffset="15888.17">25806 1923 0,'17'0'141,"-17"17"-126,0 54 1,0-1 0,0-34-1,-17 17 1,17-36 0,0 36-1,0 0 1,0-18-1,0 18 1,0 0 0,-18 18-1,18-36 1,0 18 0,-18-18 15,18-17-16,0-1 1,0 1 15,-35-36 204,35 1-220,-17-18 1,17-1 0,-18 19-1,0-1 1,18 0-1,0 1 17,0-1-17,-17 0 17,17 1-1,0-1 16,17 18 234,1 0-265,0 0 46,-18 18-46,17-18-1,-17 17 1,18-17 31,-1 0-16,1 0-15,0 0 15,-1 0-15,19 0 15,-19 0-16,1 18 1,17-18 0,-17 0-16,-1 0 15,1 0 1,0 0 15,-1 0 32,1 0 15,-36 0 187,1 18-249,-19 17 0,19-17-1,-1-18 1,18 17 0,-17-17 30,17 18-30,-18 0 0,0-18 15,18 17 16,-17-17-32,17 18 1,-18-18 0,-17 0-1,17 17 1,0 1 0,18-71 171,18 0-156,-18 18 1,0 17 202,18 18-156,-36 0-15,-35 18-48,0-18-15,-53 0 16,-17-35-1,88 17-15,-18 0 16,35 1 0,36 17 93,88 0-78,-54 17 1,-34-17-17,0 18 1,-1-18-1,-17 18 1</inkml:trace>
  <inkml:trace contextRef="#ctx0" brushRef="#br0" timeOffset="23822.14">30815 1376 0,'0'17'94,"0"19"-79,0-19-15,0 1 16,0 0-16,0 17 16,0 36-1,-17-19 1,17 19 0,-18 0-1,0-1 1,18 1-1,-17-36 1,17-17 0,-18-18-16,18 17 15,0 1 1,0 17 0,0-17-16,0-1 15,0 19 16,-18-36 219,1 0-218,-1-18-17,0 0 17,18 1-17,0-1 1,-17 0-1,17 1-15,-18-1 16,0 1 0,18-1-1,0 0 17,0 1-1,-17 17-16,34 0 204,1 0-188,0 0 1,-1 0-1,1 0-15,0 17-1,-1-17 1,1 0 15,0 18 0,-1-18 1,1 18-1,0-18-16,-1 0 1,18 0 0,-17 0-1,17 0 1,-17 0 0,0 0-1,-1 0 1,1 0-16,-18 17 47,18-17-32,-36 18 188,0-18-187,1 17 0,17 1-1,-18-18 1,18 18 0,-18-18-1,1 17 16,-1-17-15,18 18 0,-18-18-16,18 18 15,-17-18 17,-1 17-17,1-17 110,17 18-94</inkml:trace>
  <inkml:trace contextRef="#ctx0" brushRef="#br0" timeOffset="25679.97">28910 7373 0,'106'-18'141,"35"1"-125,-53-1-16,-17 0 15,35 1 1,-71 17-16,-17 0 16</inkml:trace>
  <inkml:trace contextRef="#ctx0" brushRef="#br0" timeOffset="40950.8">8273 13282 0,'0'35'94,"0"-17"-63,17 17 16,-17-17-31,0 0 0,0-1-1,0 1 1,0-1-1,18 1 17,0-18 140,17 0-157,212 35 1,35-35-1,-70 18 1,-106-18 0,-71 0-16,-18 0 15,1 0 48,53 0-32,17 0-15,0 0-1,-17 0 1,-36 0 0,0 0-16,-17 0 31,17 0-16,-17 0-15,35 0 16,-1 0 0,1 0-1,18 0 1,-18 0 0,-18 0 15,-17-18-16,17 18 1,-17 0 0,-1 0-1,1 0 1,0 0 0,-18-17-16,0-1 171,17 0-155,-17-17-16,36 18 16,-1-54-1,-35 53 1,17 1 0</inkml:trace>
  <inkml:trace contextRef="#ctx0" brushRef="#br0" timeOffset="45208.07">13053 13423 0,'17'0'78,"1"0"-62,0 0 0,-1 0-1,1 0-15,17 0 16,1 0 0,16 0-16,54 0 15,-35 0 1,35-17-1,-18-1 1,-18 18 0,1-18-1,-36 18 1,1 0 0,-19-17-1,1 17 1,-18-18 62,0 0-62</inkml:trace>
  <inkml:trace contextRef="#ctx0" brushRef="#br0" timeOffset="48523.6">29475 1376 0,'0'17'78,"0"54"-63,0 53 1,0-1 0,0 0-1,0-52 1,0-36-16,0 1 16,17 140-1,1-35 1,-18 35-1,18-52 1,-18-54 0,0-34-1,0-19 1,17 1 0,-52-53 171,-18-36-171,0-17-1,0 0 1,18 53-16,0-36 16,-1 36-1,19 17-15,-1 0 31,18 1 1,18 34 77,-1-17-93,1 18-16,0 17 15,52 36 1,-17-18 0,-18-36-1,-17-17 16,-18 36-15,18-19 15,-1-17-15,-17 18 0,18-18-1,0 18 16,-18 17-15,0-53 125,0 1-126,0-1-15,0-17 16,17-18 0,1 35-16,-18-17 15,17 0 1,-17 17-1,18 0 1,-18 1 0,18-1-1,-18 0 1,0 1 0,17 17 30,-17-18 1,0 0-15,18 18-17,-18-17 1,0-1-1,0-17 17,0 17-17,18 18 48,-18 36 93,-18 16-140,0 19-1,-17 0 1,35-36 0,-18 0-1,18 0 16,-17 1-15,17-1 0,-18-17-1,18 17 1</inkml:trace>
  <inkml:trace contextRef="#ctx0" brushRef="#br0" timeOffset="70540.2">7761 14870 0,'0'-18'63,"71"18"-48,52-18 1,-17 18 0,-18 0-1,-53 0 16</inkml:trace>
  <inkml:trace contextRef="#ctx0" brushRef="#br0" timeOffset="71881.13">14270 14905 0,'70'0'109,"1"0"-93,88 0-1,70 0 1,-106 0-16,36 17 15,194-17 1,-229 0 0,-89 0-1,-18 0 1,1 0 140,0 0-140,17 0-1,0 0 1,1 0 0</inkml:trace>
  <inkml:trace contextRef="#ctx0" brushRef="#br0" timeOffset="77056.92">11007 15681 0,'0'0'0,"-18"0"16,-70 0 0,35-18-16,-71 1 15,-52-1 1,-18 0 0,-18-34-1,1-1 1,-1 17-1,-35 1 1,-88 0 0,-18 17-1,18 0 1,53 18 0,-36 0-1,212 0 1,-88 0-1,106 0 1,35 18 0,18 0-1,0-1 1</inkml:trace>
  <inkml:trace contextRef="#ctx0" brushRef="#br0" timeOffset="85224.88">15081 15540 0,'36'-18'156,"-1"18"-140,53-17 0,-17 17-1,-19 0 1,1 0 0,-17 0-1,-19 0 1,19 0-1,52-18 1,18 18 0,-18 0-1,-53 0 1,-17 0 656,105 0-641,54 0-15,-36 0-1,35 18 1,-52-1 0,-36-17-1,-71 0 1,1 0-1,0 0 1,-1 0 78,1 0-79,0 0 1,-1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19:08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12065 7497 0,'35'0'110,"89"0"-95,-36 0-15,35 0 16,142 0 0,-142 0-16,-34 0 15,122 0 1,-122 0 0,-37 17-1,1-17 16,-35 0-15,0 0 0,-1 0 15,1 0 31</inkml:trace>
  <inkml:trace contextRef="#ctx0" brushRef="#br0" timeOffset="2776.02">19967 8378 0,'35'0'109,"54"-17"-93,-19 17-1,107-18 1,17 1 0,-18 17-1,-88 0 1,-70 0-1</inkml:trace>
  <inkml:trace contextRef="#ctx0" brushRef="#br0" timeOffset="7175.94">22013 9613 0,'18'0'62,"105"0"-31,142-17 1,-230-1-1</inkml:trace>
  <inkml:trace contextRef="#ctx0" brushRef="#br0" timeOffset="26464.71">19826 11483 0</inkml:trace>
  <inkml:trace contextRef="#ctx0" brushRef="#br0" timeOffset="29384.22">19808 11483 0,'18'0'297,"0"0"-266,-1 0-15,1 0 46,0 0-15,-1 0 16,1 0-32,17 0 0,0 0 1,-17 0-17,0 0 1,17 0-1,-17 0 1,-1 0 0,1 0-16,0 0 15,-1 0 1,19 0 0,-19 0-1,1 0 126,17 0-1,-35-18-124,35 18 0,1 0-1,-19 0-15,19 0 32,-1-17-17,-18 17 1,1 0-1,0 0 1,17 0 0,0 0-1,-17 0 1,0-18 0,17 18-1,-17 0 16,52-18-15,-35 18-16,1 0 16,-1 0-16,18 0 15,-18 0 1,-17-17 0,17 17-1,-17 0 1,17-18-1,-17 18 1,-1 0 0,1 0-1,-1 0 1,1 0 0,0 0-16,-1 0 15,1 0-15,17 0 31,1 0-15,-19 0 0,1 0-1,-1 0 1,1 0 0,0 0-1</inkml:trace>
  <inkml:trace contextRef="#ctx0" brushRef="#br0" timeOffset="39799.74">20302 13317 0,'18'0'140,"0"0"-124,-1 0-16,54-17 31,-1-1-15,1 18 0,-18 0-1,17-18 1,-34 18-1,-19 0 1,19 0 0,-19-17-1,1 17 1,0 0-16,-1 0 31,1 0 0,-1 0-15,19 0 0,-19 0-1,19 0 1,-19 0 31</inkml:trace>
  <inkml:trace contextRef="#ctx0" brushRef="#br0" timeOffset="41308.93">21696 13317 0,'17'0'141,"1"0"-125,0 0-1,-1 0 48,1 0 15,0 0-16</inkml:trace>
  <inkml:trace contextRef="#ctx0" brushRef="#br0" timeOffset="42092.06">20073 13882 0,'18'0'31,"17"0"-15,0 0-1,1-18 1,-1 1 0,-18 17-1,-17-18 1,18 18 0,0 0-1</inkml:trace>
  <inkml:trace contextRef="#ctx0" brushRef="#br0" timeOffset="43007.84">21960 13811 0,'18'0'110,"0"0"-95,17 0 1,-17-17 0,35-1-1,-18 0 16,18 18-15,0-17 0,35-1-1,0 0 1,0-17 0,0 35-1,-52-18 1,-19 1-16</inkml:trace>
  <inkml:trace contextRef="#ctx0" brushRef="#br0" timeOffset="55182">11007 14482 0,'17'0'94,"36"0"-63,18 0 0,-18 0-15,0 0 0,17 0-1,1 0 1,17 0 0,-18 0-1,-17 0 1,-17 0-1,17 0 1,-36 0-16,36 0 16,-35 0-16,35 0 15,0 0 1,-36 0 0,1 0 15,0 0 78,87 0-78,-34 17 1,-36-17-17</inkml:trace>
  <inkml:trace contextRef="#ctx0" brushRef="#br0" timeOffset="65935.02">9137 15169 0,'18'0'125,"123"-17"-110,176-18 1,107-1 0,-195 1-16,18-18 15,229-18 1,-423 71 0</inkml:trace>
  <inkml:trace contextRef="#ctx0" brushRef="#br0" timeOffset="69375.97">21819 9137 0,'18'0'79,"0"0"-33,-1-18 1,19-17-15,-1 0-1,-18 17-31,-17 0 31,18 1-15,0 17-1,-1-18-15,1-17 32,17 17-17,-17 18 1,0 0 46,-18-17-46,17 17 0,1-18 46,-1 18-31,-34 0 110,-36 18-125,18-1-1,-1 1 1,-87 17-1,70-17 1,18-1 0,-1-17-1,54 0 173,70 0-157,-52-17-15,16-1-1,1 18 1,0-17 0,-35-1-1,35 0 1,-36 18-16,1 0 15,17-17 1,-35-1 0,0 53 93,0-17-93,0 35-1,0-36 1,0 1-16,0 0 16,0-1 15,0 1 31,-17-18 95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22:23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3898 9842 0,'18'0'62,"-1"0"17,1 0-64,35 0 1,53 0-1,0 0 1,52 0 0,-69 0-1,-54 0 1,-17 0 0,-1 0 62,1 0-47</inkml:trace>
  <inkml:trace contextRef="#ctx0" brushRef="#br0" timeOffset="1608.02">3739 9842 0,'18'0'296,"35"0"-264,18-52-17,-1 16 17,-35 19-17,18-1 1,-17 0 15,-19 18-15,-17-17-1,-53 70 157,-17-18-141,-1 0-15,36 0 0,-18-17-1,35 0 1,1-18 62,17 17-62,-18-17-1,0 18 1,1-18 15,34 0 63,1 18-78,53-1-1,17 1 1,-35 0-1,-36-18 1</inkml:trace>
  <inkml:trace contextRef="#ctx0" brushRef="#br0" timeOffset="3273.57">3881 10601 0,'17'0'125,"89"0"-109,18 0 0,17-35-1,-18 17 1,-35 0 0,-35 18-1,-18-17 1,-17 17-1,0 0 1,-36 0 125,-35 0-126,-106 0 1,1 17 0,87-17-16,18 0 15,0 0-15,18 0 16,17 0-1</inkml:trace>
  <inkml:trace contextRef="#ctx0" brushRef="#br0" timeOffset="4596.04">3881 10601 0,'17'0'110,"1"-18"-79,17-17-16,-17 0 1,17 17 0,-17 1-1,-1-19 1,1 19 0,17-1-1,-35 0 1,18-17-1,-18 88 110,-35-18-109,-1 36 0,1-54-1,-18 36 1,35-35 0,1 0-1,17-1 1,0 1 31,17 0 78,1-1-110,17 1-15,1-18 32,-19 17-17,1-17 16</inkml:trace>
  <inkml:trace contextRef="#ctx0" brushRef="#br0" timeOffset="8739.31">3775 11412 0,'17'0'125,"54"0"-94,70 0 0,-88 0 0</inkml:trace>
  <inkml:trace contextRef="#ctx0" brushRef="#br0" timeOffset="10234.99">3810 11430 0,'0'-18'62,"88"-70"-30,-53 35-1,-35 71 78,-88 176-78,71-141 1</inkml:trace>
  <inkml:trace contextRef="#ctx0" brushRef="#br0" timeOffset="11050.4">3810 12347 0,'18'0'78,"35"0"-63,88-35 1,35 0 0,-52 17-1,-72 18 1</inkml:trace>
  <inkml:trace contextRef="#ctx0" brushRef="#br0" timeOffset="12173.01">3845 12365 0,'0'-35'62,"0"-18"-31,18 35-31,0 0 16,17-17 0,-18 17-16,19-17 15,-19 18 1,1-1 0,0 18-1,-36 35 79,-17 18-78,35-18-1,-36-17-15,1 35 31,35-35 94,0-1-93,35 18-1,-17-35 0,0 0 0,-1 0-15,19 0 0,-19 18-1</inkml:trace>
  <inkml:trace contextRef="#ctx0" brushRef="#br0" timeOffset="13406.04">4198 13018 0,'71'-18'204,"70"0"-189,-53 1-15,35-19 16,107 19-1,-160-1-15,18 0 16,-17 1 0</inkml:trace>
  <inkml:trace contextRef="#ctx0" brushRef="#br0" timeOffset="14523.03">4163 13035 0,'17'0'31,"1"-17"16,17-19-32,18 1 1,-17 17 0,16-17-1,-16 0 16,-1 35-15,-35-18 0,18 18-16,-36 0 109</inkml:trace>
  <inkml:trace contextRef="#ctx0" brushRef="#br0" timeOffset="15018.56">4163 13035 0,'0'18'94,"17"-18"-79,19 17 1,70 1 0,-36-18-1,-17 18 1,-18-18 0</inkml:trace>
  <inkml:trace contextRef="#ctx0" brushRef="#br0" timeOffset="17569.86">3845 13723 0,'71'0'140,"211"-18"-108,-53 1-17,-17-1 1,-89-17-1,-105 35 1</inkml:trace>
  <inkml:trace contextRef="#ctx0" brushRef="#br0" timeOffset="18456.09">3863 13741 0,'88'-36'31,"-35"19"-15,71-54 0,-1 18-1,-17 18 1,-89 35-1,-17-18-15,-35 18 94,-106 53-78,18-35 15,-1 17-15,89-17-16,0-18 15,17 17-15</inkml:trace>
  <inkml:trace contextRef="#ctx0" brushRef="#br0" timeOffset="18739.28">3863 13652 0,'35'36'31,"0"-1"-15,-17-35-16,0 35 16,35 1-1,-18-36 1,-35 17 0</inkml:trace>
  <inkml:trace contextRef="#ctx0" brushRef="#br0" timeOffset="20490.34">4921 14411 0,'0'-35'63,"36"-18"-32,-1 53-31,53-35 31,-53-1-15,-17 19 0,0 17-1,-18-18 17</inkml:trace>
  <inkml:trace contextRef="#ctx0" brushRef="#br0" timeOffset="21506.35">4780 14376 0,'18'0'141,"52"0"-110,71-18 0,1-17-15,-72 17 15,-17 1 0,0-1-15,-35 0 0,17 18-1,-35-17 79</inkml:trace>
  <inkml:trace contextRef="#ctx0" brushRef="#br0" timeOffset="22875.1">4833 14376 0,'71'-53'78,"-1"0"-47,-52 35-15,-18 36 78,-53 17-79,35-17-15,1-1 16,-36 1 0,35 0-1,18-1 110,-18-17-109,18 18 125,89 17-110,-72-17 0,1-18 172</inkml:trace>
  <inkml:trace contextRef="#ctx0" brushRef="#br0" timeOffset="25890.09">4445 15134 0,'35'0'313,"159"-53"-282,-70 36 0,-107 17-15,1 0 109,53-18-94,-54 0-15,71 1 0,-52-1-1,-1 0 1,-17 18-1</inkml:trace>
  <inkml:trace contextRef="#ctx0" brushRef="#br0" timeOffset="28423.17">4427 15187 0,'0'-35'125,"0"17"-109,18 1 0,0-1-1,-1 0 1,1 1 0,-18-1 46,18 0 63,-18 1-109,0-1-1,17 18 1,1 0-16,-36 35 203,1-17-187,17 0-1,-18-1 95,18 1-95,-18 0-15,1-18 16,17 17 0,17 1 140,1-18-141,0 0 32,-1 0 0,-17 17-16,18-17 16,-1 0-15,1 18 14,0-18-14,-1 0-1,1 18 0,0-1 0</inkml:trace>
  <inkml:trace contextRef="#ctx0" brushRef="#br0" timeOffset="31789.12">4727 17304 0,'35'-18'63,"89"-70"-32,88 35 0,-1-18 0,-175 71-15,34-35 0,-52 35-16,-1 0 15,-34 0 95,-54 0-110</inkml:trace>
  <inkml:trace contextRef="#ctx0" brushRef="#br0" timeOffset="32412.05">4727 17233 0,'35'-35'78,"54"-53"-47,-54 70-31,-35 0 16,0 36 77</inkml:trace>
  <inkml:trace contextRef="#ctx0" brushRef="#br0" timeOffset="32756.34">4868 17304 0,'18'0'31,"-18"17"-15,18-17-1,17 18 1,18 17 0,53 1-1,-18-1 1,-53-18-1</inkml:trace>
  <inkml:trace contextRef="#ctx0" brushRef="#br0" timeOffset="36290.6">4392 15857 0,'35'-17'110,"-35"-1"-95,53-17 16,18 17-15,-18-17 0,-18 35-1,-17 0 1,-1-18 15,1 18-15,0 0-16,17-17 15,0-1 1,-17 18 15</inkml:trace>
  <inkml:trace contextRef="#ctx0" brushRef="#br0" timeOffset="37506.08">4392 15893 0,'0'-18'94,"35"-35"-63,-35 35-31,18 1 16,0-18 0,-1 17-1,1 18 110,-18 35-93,0 53-1,0-35 0</inkml:trace>
  <inkml:trace contextRef="#ctx0" brushRef="#br0" timeOffset="39867.21">4533 15928 0,'18'-18'31,"-1"18"1,19-17-1,-36-1 234,-18-17-202,18-36-16,-18 54-16,18-1 0,0 71 110,0 0-125,0-71 93,-17-52-78,17 52 0,0 0 48,0 1-64,0-1 16,0 0 1,0 1-1,0-1-15,0 36 171,0 35-171,-18-18-1,18 0 1,-17-17 0,17-1 15,-18 1-31,18 0 31,-18-18-31,18 17 16,0 19-1,-17-36 1,17 17 46</inkml:trace>
  <inkml:trace contextRef="#ctx0" brushRef="#br0" timeOffset="44865.37">2064 8414 0,'-18'0'141,"-35"0"-125,-211-53-1,-1 18 1,36-1-1,141 36 1,88-17 0,0 70 281,0-1-282,0 54 16,0 35-15,0-88 0,0 0-1,0-35 1,0 17 0,0 36-1,0 35 1,-18 17-1,0 53 1,1-34 0,-1 34-1,18-106-15,0 89 16,0-53 0,-18 35-1,1 106 32,17-159-31,0 18-1,0-18 1,0 1 0,0-1-1,0-35-15,0 0 16,0 17-16,0 1 15,0 229 1,0-89 0,0-70-1,17 0 1,-17 36 0,0 17-1,0 17 16,0 19-15,0-19 0,0-16-1,0 16 1,0-105-16,0-18 16,0 18-16,0 17 15,-17 213 1,-1-142-1,0-53 1,1 18 0,-1-36-1,0 18 1,18-17 0,-17 17-1,-1-18 16,18-88-31,0 18 16,-17 36 0,17-54-16,0 71 15,-18 0 1,18-36 0,0 1-1,0-1 1,0 1-1,0-18 1,0 35 0,0 0-1,18 0 1,-1-35-16,1 0 16,-18 0-16,17 0 15,19 106 16,-36-54-15,17 1 0,19 18-1,-19-18 1,-17-1 0,18-16-1,0-19 1,-1 1-1,-17-18-15,18-36 16,-18 19-16,18-19 16,-18 18-16,0-17 31,17-18 31,-17 18-46,0-1 0,0 1 15,18 0-15,-18-1-1,0 1 1,0 0-1,17-18 204,36 0-203,124 0-1,70 0 1,17 0 0,-87 17-1,-124-17 1,-36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23:41.6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8326 7990 0,'35'0'171,"88"0"-155,-52 0-16,-1 0 16,142 0-1,-106 0-15,35 0 16,-70 0 0,-54 0-1,-34-17 548,17-1-532,-18 18-15,0 0 77,-70-35-61,70 35-1,36 0 344,53 35-360,-1 0 1,-17-35 0,-35 18-1,-1 0 1,-17-1 156,-17-17-141,-1 18-15,1-18-1,-1 18 1,0-1 0,-17 1 62,0 0-63,17-18 1,0 17 0</inkml:trace>
  <inkml:trace contextRef="#ctx0" brushRef="#br0" timeOffset="3518.63">8520 8908 0,'88'0'156,"141"0"-140,-88 0 0,0 17-16,124-17 31,-177 0-31,-35 0 15,0 0 1,-71 0 422,-88-35-423,71 0 16,-35-18-15,-1 18 0,36 17-16,17 18 15,-17 0 1,17 0 0,36 0 140,0 0-125,17 18-15,0-18-16,18 17 15,18 1 1,-19 17 0,-34-35-1,-18 18 1,-18 35 203,-17-18-204,18 0 1,17-17 203,0 17-204,0-17 1,0-1-1,0 1 17,0 0 171,-36 17-188,19-35 17,17 18-17,-18-18 1,0 0 0,1 0 374,17-36-374,0 1-1,0 0 1,0-1 0,0 19-1,0-1-15,17-17 16,-17 0 0,0 17-1,18-17 16,-18-1-15,18 19 0,-18-1-1,0 1 1,17 17 93</inkml:trace>
  <inkml:trace contextRef="#ctx0" brushRef="#br0" timeOffset="8738.71">8749 10566 0,'-18'0'15,"1"0"1,87-71 109,54 18-109,17-35-1,18 17 1,-107 36 0,1 0-1,-17 17 16,-19 1-15,1-1 0,0 18-1,-36 0 329,-70 0-328,52 0-1,1 0 1,53-18 218,35 1-218,-18 17 0,-17 0-1,-18 35 266,0 0-265,-18-17 0,18 17-16,0-17 15,0-1-15,0 1 16,-18-18-16</inkml:trace>
  <inkml:trace contextRef="#ctx0" brushRef="#br0" timeOffset="16302.48">8079 11377 0,'17'0'204,"265"-70"-173,-193 52-16,69-17 1,-122 17 0,-19 18-1,-17-18 17,18 1-17,17-1 1,1 0-1,-19 1 1,18-1 0,-17 0-16,0 1 15,17-1 1,-35 1 46,-18 17 392,-52 0-439,-18 0 1,35 0 15,17 0-31,1 0 16,17 0-1,1 0 1,70 0 109,88-18-109,-53 0-16,-35 18 15,106-17 16,-124 17-15,-35 70 78,0-52-79,-18 35 1,1-18 0,17-17 31</inkml:trace>
  <inkml:trace contextRef="#ctx0" brushRef="#br0" timeOffset="20725.03">14728 10037 0,'0'17'94,"-52"18"-78,-1 1-1,17-19 1,1 1 0,17 0-1,1-1 16,-36 19-15,18-1 0,-18-18-1,17 19 1,19-19 0,-1-17-1,1 0 188,17-35-171,0-35-1,17 34-16,-17 19 1,18 17 140,-18 17-124,0 36-17,0-35 1,0 35-16,0-36 31,0 1 16,53-18 703,-36 0-734,1 0-1,-18-18 1,18 18 46,-18-17 485,0-1-531,-36-17-1,36 17 1</inkml:trace>
  <inkml:trace contextRef="#ctx0" brushRef="#br0" timeOffset="29658.13">8273 12771 0,'0'-18'78,"247"-88"-47,35 0 0,-194 71 0,-70 17-15,17 1 0,0-19-1,-17 19 1,17-1 0,0-17-1,1 17 1,-1 1-1,-17-1-15,-1 0 16,36 1 0,0-19-1,-18 1 1,1 17 0,-19 1 15,19-1-16,-1 1 1,-70 17 218,-18 0-202,-53 0-17,71 0 1,-1 0 0,36-18 124,53 0-109,-18 1-15,-17 17 0,0 0-1,-1 0 1,1 17 0,0 1-1,-18 0 1,17-1-1,-17 1 1,0-1 0,18-17-16,-18 18 31,0 0-15,0-1 155,0 1-155,0 17 0,0-17-1</inkml:trace>
  <inkml:trace contextRef="#ctx0" brushRef="#br0" timeOffset="34671.58">6773 14393 0,'0'0'0,"71"-17"31,35 17-15,-36 0-16,54-18 15,-18-17 1,-36 17-1,-17-17 1,18 17 0,-1-17-1,1 0 1,52-36 0,-35 36-1,-17 0 16,0-1-15,-1 1 0,-35 0-16,18-1 15,35 1 1,-35-18 0,0 18-1,18 0 1,17-1-1,35-17 1,-17-17 0,-17 52-1,-19-17 1,-35 17-16,-17 18 16,0-17 15,-1 17-31,19-18 15,16-17 1,-34 35 0,0-18-1,-1 18 1,36-35 0,0 0-1,35 17 1,-17-17-1,35-1 1,-71 36-16,0-17 16,1 17-1,-107 0 376,36 0-375,0 0-1,-1 0 1,19 0 15,-1 0 94,-35 0-94,0 0 1,36 0-1,-1 0 0,0 0 0,18 17 47,18-17 110,123-17-157,-18-18 0,-70 35-15,-17 0 0,-19 0 62,-17 70 16,-17-17-79,-1-18 16,18-17-15,-18 17 0,18-17-1,0-1-15</inkml:trace>
  <inkml:trace contextRef="#ctx0" brushRef="#br0" timeOffset="50327.84">23918 10125 0,'-35'35'109,"0"0"-93,17-35-16,-35 36 15,18-1 1,17 0-16,-17-35 16,35 18-1,-18-18-15,1 17 31,-1 1-15,0 0 0,18-1-1,-17 1 1,-1 0 0,-35-1-1,18 19 1,-18-1-1,35-18 1,1-17 281,17-52-266,17 34-31,1-53 31,0 36-15,-1 0 0,-17 17-1,18 0 1,0 18 78,-18 36-47,-18 17-16,18-18-16,-35 0 1,35-17-16,0 0 16,-18 17-1,18-18 79,0 1-78,18-36 187,35 1-188,0-1 1,-18 1 0,-18-1-16,1 18 15</inkml:trace>
  <inkml:trace contextRef="#ctx0" brushRef="#br0" timeOffset="53951.74">8978 14852 0,'35'-18'140,"54"-17"-124,-1 17 0,0 18-1,0-35 1,-35 35 0,18-18-1,-1 1 1,1-1-1,-36 1 1,-17 17 0,17 0-1,-17-18-15,17 18 16,-17-18 0,-18 1 171,17 17-171,-52-18 31,-71 0-16,53 18-16,-17-17 1,17 17 0,17 0-1,19 0 1,52-18 46,141 18-30,-34 0-1,-90 0 0,-52 18-31,36-1 31,-36 1-15,0 17-16,0-17 16,-18 35-1,0-53 1,18 17 0</inkml:trace>
  <inkml:trace contextRef="#ctx0" brushRef="#br0" timeOffset="56944.2">9296 16863 0,'0'0'0,"106"0"16,-36 0-1,-17 0 1,0-18 0,-35 1-1,34 17-15,37-53 16,-54 35 15,18 0-15,0-17-1,-18 35 1,-17-18 0,17 18-1,-35-17 1,18 17-1,-1-18 1,19 0 0,-36 1 156,-159-54-141,106 71-16,0-17-15,0 17 16,18 0 0,17-18-1,0 18 48,1 0-32,17 18-15,35-18 62,18 17-63,0-17 1,35 0 0,-35 36-1,-18-36 1,-35 17 0,18-17 30,-18 18-30,18-18 0,-1 17-1,1-17 1,-18 18 109,0 17-109,-18-17-1,1 53 16,17-54-15,0 1 0,-18 0 15,18-1-15,0 1-1,-18-1 1,18 1-1,0 0 1,0-36 218,0 0-218,0-17 0,0 18-1,0-19 1,0 19 0,0-1 30,0-17-30,0 17 0,0 0 15,0 1-15,-17-19-1,17 19 1,0-1-1,0 1 1,0-1 62,0 0-47,0 1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26:08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9895 5186 0,'-17'0'109</inkml:trace>
  <inkml:trace contextRef="#ctx0" brushRef="#br0" timeOffset="1849.44">8731 5186 0,'18'0'109,"511"-18"-78,106-52 0,-423 52-15,-106 0 0,-36 1-1,-17-1 1,-18 18 0,18 0-1,-17 0 1,-19-18-1,36 18 1,-18 0-16,1-17 16,-19 17-1,19 0 1,-36-18 93,17 18 110,248 18-188,-36-18 1,-194 0-17,18 0 1</inkml:trace>
  <inkml:trace contextRef="#ctx0" brushRef="#br0" timeOffset="2811.97">6844 5062 0,'18'0'31,"140"0"0,72 0-15,52-17 0,0 17-1,-141 0-15,-53 0 16,18 0-16,-35 0 16,-18 0-16,17 0 15,-17 0 1,-35 0-1</inkml:trace>
  <inkml:trace contextRef="#ctx0" brushRef="#br0" timeOffset="5133.06">14746 5133 0,'35'0'110,"54"0"-95,105 0 1,-18 0 0,-105-18-16,17 18 15,-53 0 1,-17 0-1,35 0 1,52 0 0,19 0-1,35 0 1,-54 0 0,-16 0-1,122 0 16,-158 0-15,71 18 0,-18 0-16,52-18 15,-52 0 1,-35 0 0,-54 0-1,1 0 220</inkml:trace>
  <inkml:trace contextRef="#ctx0" brushRef="#br0" timeOffset="24863.87">4798 5151 0,'0'17'94,"17"-17"-48,1 0-30,0 0 0,140 0-1,19-35 1,-1 0 0,-35 17-1,-88 0 1,-35 1-1,17 17 32,36 17-31,-18 19 0,0-19-1,-36 1 1,1-18-1,-18 18 1,17-1 0,19 1-1,-19-1 1,1 1 0,-18 0-1,0-1 1,18-17-1,-18 18 79,0 0-63,0-54 126,-36 1-142,36 17 1,0 1 0,-17-18-1,17 17 16,0 0-15,-18 1 0,18-1 77,18 53 48,-1-17-125,-17 17-16,0 0 15,18 1 1,-18-19 0,18 1-1,-18 0 79,-36-18-63,1-18 0,17 18-15,1 0 0,-1-18 15,1 18-15,-1 0 15,0 0 0,18-17 94,0-36-78,53 18-31,-53 17-16,18 0 15,-1 18-15,-17-35 16,18 35-16,-18 18 125,-35 17-110,17 0 1</inkml:trace>
  <inkml:trace contextRef="#ctx0" brushRef="#br0" timeOffset="32182.71">12259 5080 0,'-71'0'156,"-34"0"-125,87 18-31,-17-18 31,17 17-15,0-17 15,1 36-15,-36-1 0,35-18-1,1-17-15,17 18 16,-18-18-1,18 35 1,-18-17 15,1 17-15,-1-17 0,0 0 15,18-1-16,0 1 32,-17-18 141,17-18-48,0-35-124,0 18 0,0 17-1,0-17 1,0 17 15,17 18 313,1 0-313,0 0 32,-18 18-32,0 0 0,17-1 0,19 19-15,-36-19 0,17 1 62,-17 0 62,-17-18-124,-1 0 0,0 0 15,1 0 47,17-18 0,-18 18-31,18-18 16</inkml:trace>
  <inkml:trace contextRef="#ctx0" brushRef="#br0" timeOffset="51783.01">9119 6068 0,'0'17'94,"0"54"-79,71 176 1,-36-88 0,0-1-1,-17-34 1,0-18 0,-1-53-1,1 0 32,0-36-31,-18 1-16,0-1 15,17 19 1,-17-19 0,-17-17 109</inkml:trace>
  <inkml:trace contextRef="#ctx0" brushRef="#br0" timeOffset="52428.75">8802 7161 0,'0'-17'62,"106"-124"-46,17-36 0,1 36-1,-19 18 1,-52 52-1,-35 36 1,0 17 0,-18 1-16,17 17 15,-17-18-15,0 0 16,18-17 0,17 0 30,-17 17-30</inkml:trace>
  <inkml:trace contextRef="#ctx0" brushRef="#br0" timeOffset="58412.93">10901 5944 0,'35'0'203,"141"-106"-172,-123 106-15,-53-17 31,18 17 250,17 0-282,18 0 1,-35 0 0,17 0-1,-17 17 1,-1-17-1,-105 18 126,18-18-125,-1 18-1,1-1 1,34-17 0,1 0-1,-18 18 1,0-18-1,18 18-15,0-18 16,17 0-16,0 0 16,1 0-1,34 0 173,89 0-173,0 0-15,0-18 16,-53 18 0,-36 0 62,1 0-63,0 0 1,17 0 0,-17 0 187,17-18-172,-17 18 63,-54 0-79,-34 0 1,-1 0 0,18 0-1,18 0 1,17 0 0,54 0 109,52 0-110,-35-17 1,-18-1-1</inkml:trace>
  <inkml:trace contextRef="#ctx0" brushRef="#br0" timeOffset="65943.14">13106 6703 0,'17'0'187</inkml:trace>
  <inkml:trace contextRef="#ctx0" brushRef="#br0" timeOffset="71212.3">13106 6562 0,'17'17'140,"19"107"-124,-1-1 0,35 18-1,-52-88-15,0-17 16,17 34 0,-35-52-1,18-1 32,-18 1-31,17 17-1,-17 1 1,0-19 0</inkml:trace>
  <inkml:trace contextRef="#ctx0" brushRef="#br0" timeOffset="72299.78">13176 7302 0,'0'-35'78,"18"-18"-62,52-53 0,-17 18-1,0 0 1,-17 53-1,-36 0 1,17 35 0,-17-18-16,0 0 62</inkml:trace>
  <inkml:trace contextRef="#ctx0" brushRef="#br0" timeOffset="82772.74">8943 9507 0,'18'0'109,"158"-17"-93,124 17-1,17 0 1,-105 0 0,-124 0-1,-70 0 1,35 0 46,70 0-46,124 0 0,-53 17-1,53 1 1,-53-18 0,-123 18-1,-54-18 1,1 0 62,194 17-47,299 54 0,-158-18-15,-36-18 0,-193-17-1,-89-18 1</inkml:trace>
  <inkml:trace contextRef="#ctx0" brushRef="#br0" timeOffset="117813.17">10954 12982 0,'35'-17'94,"230"-1"-63,-89 18-15,-70 0 0,-36 0-1,-52 0 1,0-18 0,17 18-1,-17 0-15,17 0 16,0-17-16,0 17 15,89 0 1,-89 0 0,36 0-1,-36 0 1,0 0 0,-17 0-1,0 0 1,-18-18 15,35 18 94,282-18-94,1 18 1,-248 0-17,-52 0 48,123 0-32,0 0 0,18 18-15,-88 0-1,-54-18 1,1 0 62,17 0-62,0-18 15,18 18-15,-35-18-1,17 18 1,-17 0 0,-1 0-1,19 0 1,-36-17-1,17 17 1,54 0 109,-18 0-109,88 0-1,35 17 1,-70 1 0,-53-18-1,-35 0-15,17 0 63,53 0-48,-17 0 1,-36 0 0,0 18-1,18-18 16,-17 0-15,-19 17 0,36-17 281,88-35-266,-106 35-16,-17 0 1,-71-18 250,18 1-251,-18-1-15,-18 0 16,54 18 0,17 36 93,53-1-78,-36-35-15,1 0-16,0 18 15,-1-18-15,1 0 16,-18 17 0,35-17-1,-35 18 1,18 0 0,-1-1 15,-17 1 0,0 0 16,0-1-31,-17-17-1,-1 18 1,1-1-1</inkml:trace>
  <inkml:trace contextRef="#ctx0" brushRef="#br0" timeOffset="120443.84">11289 13476 0,'0'0'0,"53"0"15,0 0 1,0 0-1,-18 0 1,0 0 0,-17 0-1,-1 0 1,19 0 62,-1 0-62,71-18-1,-18 1 1,0 17 0,-70 0-1,0 0 16,17 0-15,-18 0 0,19 0-1,-19 0-15,1 0 16,88 17 0,0 1 15,-106 17 63,0-17-79,-18 17 1,0-17-1,1-18-15,17 18 16,-18 17 0,0 0-1,1 0 1,-36 1 0,0-19-1,18 1 1,-18 0 15,-18-18-15,54 17-1,-1 1-15,-17-18 32,17 18-17,0-18 16,1 17-15,-1-17 0,1 0-1,-19 0 1,-34 0 0,-1 0-1,1 0 1,17 0 15,35 0-15,-17 0-16,-36 0 15,18 0 1,0 0 0,36 0-1,-1 0 48,-17 0-32,-18 0 0,-18 0 0,54 0 173</inkml:trace>
  <inkml:trace contextRef="#ctx0" brushRef="#br0" timeOffset="122584.29">11007 11642 0</inkml:trace>
  <inkml:trace contextRef="#ctx0" brushRef="#br0" timeOffset="122786.23">11024 11642 0</inkml:trace>
  <inkml:trace contextRef="#ctx0" brushRef="#br0" timeOffset="130588.13">10795 14164 0,'-35'0'46,"-1"0"-30,1 18 15,0-18 1,17 0-1,1 0 0,-1 0-15,0 0-16,18 17 15,-35-17 1,17 0 0,1 0-1,-1 0 1,-17 0-1,17 0 1,1 18 0,-1-18-1,0 0 1,1 0 0,-19 0-1,1 0 16,0 0-15,17 0-16,1 0 16,-1 0-1,-17 0 1,-1 0 0,1 0-1,0 0 1,17 0-1,1 0 1,-1 0 0,0 0-1,1 0-15,-1 0 16,0 0-16,-17 0 16,-71-18-1,71 1 1,0 17-1,-106-18 1,88 0 0,17 1-1,1 17 1,-18 0 0,18 0-1,0-18 1,-1 18-1,19 0 1,-1 0 93,-105 0-77,17 0-1,-35 18-15,70-18-16,18 0 15,18 0-15,0 0 16,17 0-1,0 0 1,1 0 0,-1 0-1,-70 0 1,17 0 0,1 0-1,-1 0 32,54 0-31,-1 0 15,0 0-15,1 0-16,-1 0 15,-53 0 1,54 0-1,-1 0 32,1 0-31,-19 0 0,1 17-1,0-17 16,-1 0-15,19 0-16,17 18 16,-18-18-1,1 0 1,-1 0 0,-17 18-1,-18-18 1,35 17-1,0-17 1,1 0 0,-1 0-1,-35 0 1,0 18 0,36-18-16,-1 0 15,0 0 1,1 0-16,-1 0 47,0 0-32,1 0 1,-1 0 0,1 0-1,-1 0 95,-17 0-95,-18 0 1,17 0 15,19 0-15,-19 0-1,19 0 1,-1 0 0,-17 0-1,17 0 1,1 0-1,-19 0 1,1 0 0,17 0-1,1 0 1,-1 0 15,-17 0 0,17 0 16,1 0-31,-1 0 0,-70 0-1,53-18 1,-18 18-1,35 0 1,0 0 0,1 0 62,-1 0-47,0 0 0,-17 0-15,18 0 125,17-17 124,17 17-46,1-18-188,35-17 0,-36 17 1,1 18-17,0-18 17,-1 18-17,1-17 1,-18-1 15,18 18-15,-54 18 124,-17 17-124,36-35 0,17 18-1,-18-18 32,0 17 0,1 1-16,17 0 0,17-1 235,1 1-235,0-18-15,-1 18 0,1-1-1,0-17 16,-1 18-15,1-18 0,0 18-1,17-1 1,-53-34 343,18-19-343,0 1 0,0 17-1,0 1 1,-17-1-1,17 0 1,0 1 0,0-1-1,0 0 17,0 1-1,0-1-31,0 36 187,0 17-155,0 0-1,0-17-16,-18-18 64,0 0-64</inkml:trace>
  <inkml:trace contextRef="#ctx0" brushRef="#br0" timeOffset="137035.79">7655 15857 0,'36'-53'47,"16"18"-16,1-18-15,-35 53-1,53-70 16,-36 34-15,-17 19-16,-1-1 16,18-35-1,1 18 1,-1 0 0,0-1-1,-17 19 1,0-1-1,-1-17 1,1 17 0,-1 1-1,1-1 1,-18 0 0,0 1-1,18 17 16,-18-18 1,17 18-17,-17-18 1,18 1 0,0-1-1,-18 0 16,-18 18 48,-35 0-64,-53 0 32,106 18-31,-17-18-1,52 0 126,71-18-125,-71 1-1,-17-1 16,-18 36 16,0-1-31,0 1-16,0 0 16,0 17-16,0-17 15,0 17 1,0-17-1,0-1 1,17-17 218</inkml:trace>
  <inkml:trace contextRef="#ctx0" brushRef="#br0" timeOffset="151082.6">6456 10566 0,'-53'0'125,"18"0"-109,35 53 140,0 105-125,0-87 0,0-36-15,0-17 0,0-1-1,0 1 1,0 35 0,0-35-16,0 17 15,0-17 1,0 17-1,0-18 1,0 19 0,0-19-1,17 1 157,1-18-156,0 0-16,34 0 15,-16 18 1,-19-18 0</inkml:trace>
  <inkml:trace contextRef="#ctx0" brushRef="#br0" timeOffset="154523.95">6914 14005 0,'-17'0'172,"-71"0"-156,35 0-16,0 0 15,0 0 1,35 0 0,1 0 62,-1 0-63,-53 0 1,-17 0 0,35 18-1,36-18 1,-1 0 15,-35 18-15,35-18-1,-17 0 1,35 17 125,0 1-126,0 17 1,0-17 0,0 17-1,0-17 1,0-1-1,0 1 1,0 0 0,0-1-1,0 19 1,-17 16 0,-1-52-1,18 36-15,0-19 31,0 1 16,70-18 110,54 0-142,176 0 16,-159-18-15,-106 18 0</inkml:trace>
  <inkml:trace contextRef="#ctx0" brushRef="#br0" timeOffset="158347.99">6615 14658 0,'0'-18'78,"-18"18"-62,-17-17-1,-18 17 1,35 0 47,-17 0-48,17 0 16,1 0-15,-1 0 31,0 0-16,18 17 47,0 19-62,0-1 0,0 18-1,0 0 16,0 17-15,0-52-16,0-1 16,-17 72-1,-1-1 1,0-35 0,1 0-1,17-36 1,0 1-1,0 0 1,0-1 0,0 1 77,35-18-77,159 35 0,18-17-1,-1 17 1,-140-17 0,-53-18-1,-1 0 141</inkml:trace>
  <inkml:trace contextRef="#ctx0" brushRef="#br0" timeOffset="173051.93">17410 9596 0,'247'0'266,"-124"0"-250,71 0-1,-70 0 1,-72 0 0,-16 0 93,87 0-93,-70 0-1,159 0 16,-54 17-15,-122-17 0,-1 0-1,18 0 1,35 0 0,0 0-1,-17 0 1,-18 0-1,-36 0 1,1 0-16,17 0 31,1 0-15,17 0 0,0 0-1,35 0 16,0 0-15,-18 0 0,-34 0-1,-19 0 1,1 0 0,17 0-1,36 0 1,-18 0-16,0 0 15,105 0 1,-69 0 0,-1 0-1,-18 0 1,19 0 0,-54 0-1,-18 0 16,1 0-15,17 0 109,301 18-109,-142-1-1,0 1 1,-71 0 0,-35-1-1,-70-17 1,0 0-1,-1 0-15,1 0 16,17 0 0,0 0-1,-17 0 1</inkml:trace>
  <inkml:trace contextRef="#ctx0" brushRef="#br0" timeOffset="186269.8">8555 13635 0,'17'53'156,"19"35"-140,-19-53-16,19 36 15,-19-36 1,1 18 0,17-18-1,1 18 1,-1 0-1,0 18 1,-17-18 0,-1-36-1,1-17 1,-18 36-16,18-19 16,17 18-1,-35-17 1,35 17-1,18 54 1,-35-54 0,-1-35-1</inkml:trace>
  <inkml:trace contextRef="#ctx0" brushRef="#br0" timeOffset="186972.25">8572 14552 0,'0'0'16,"0"-35"62,53-36-63,36-35 1,16 1 0,37-19-1,34-35 16,-105 89-31,-1 17 16,-17-35-16,0 17 16,-18 36-16,-17 17 15,-18 1 1</inkml:trace>
  <inkml:trace contextRef="#ctx0" brushRef="#br0" timeOffset="210659.54">6668 15434 0,'0'18'78,"105"-18"-47,-69 0-15,-1 0-16,0 0 16,18 17-16,18-17 15,17 0 1,71 0-1,52 0 1,36 0 0,-35 0-1,-71 0 1,-35-17 0,0 17-1,-18 0 16,-35 0-31,0 0 16,0-18-16,-1 18 16,213-35-1,-53 35 1,-18 0 0,-71-18-1,-35 0 1,18 1-1,0-1 1,-35 18 0,-18-17-1,-36 17 1,-17-18 0,35 18 46,18 0-46,0 0-1,-35 0 1,0 0 0,17 0-1,-17 0 1,-1 0-1,1 0 17,-1 0-17,-17-18-15,53 18 16,-35 0 0,17 0-1,159-17 32,-105 17-31,-19 0-1,-35 0 1,-17 0 140,35 0-125,-18 0-31,-17-18 16,17 18 0,-53-18 312,-17 1-313,0-1 1,17 18 0,54 18 281,34 17-266,-35-35 0,-35 35 47,-35 1-47,-35 87 16,17-52-15</inkml:trace>
  <inkml:trace contextRef="#ctx0" brushRef="#br0" timeOffset="-206279.91">10883 15663 0,'18'0'78,"35"0"-62,-18 0-16,-17 0 15,87-17 1,1 17 0,-17 0-1,34 0 16,53 0-15,-34 0 0,-19 0-1,53 0 1,71 35 0,-35-17-1,0-1 1,-107-17-16,-16 0 15,175 0 1,-87 0 0,-19 0-1,-17 0 1,1 0 0,-1-17-1,17 17 16,19 0-15,-18-18 0,-54 0-1,-52 1 1,-35 17-16,0-18 31,-18 0 16,-89 18 172,-16-17-204,16 17 1,37-35 0,-1 17-1,35 18 1,18-18 31,-18 36 47,18 0-79,0-1 1,18 18-1,17-35 1,1 0-16</inkml:trace>
  <inkml:trace contextRef="#ctx0" brushRef="#br0" timeOffset="-205349.79">14517 15646 0,'0'17'63,"-35"54"-47,-1-53-1,1 52 1,-18-17-1,35-18 1,18-17 0,-17-18-1</inkml:trace>
  <inkml:trace contextRef="#ctx0" brushRef="#br0" timeOffset="-191263.79">14358 15558 0,'-18'0'110,"1"0"30,-1 0-77,1 0-48,-1 0 17,0 0-17,1 0 1,34 0 234,36 0-219,-18 17-31,-17 1 16,53-18-1,-18 35 1,-1-35 0,-16 18-1,-19-1 1,19-17-1,-36 18 1,17-18-16,1 0 31,-18 18-15,18-18 0,-1 0-1,-17 17 16,18-17-15,-18 18 0,17-18-1,19 18 1,-36-1 171,-18-17-171,0 18 0,1-1-1,-18 1 17,17 0-17,0-1 1,1 1-1,-1 0 1,0-18 0,1 17-1,-19 1 1,19 0 0,-1-18-1,1 17 16,-1-17-15,0 18 15,1-18-15,-1 0 250,-35 35-251,35-35-15,-34 18 16,34-1-1,0-17 142,1 0-142,17-17 32,0-36-31,0 18-16,0-1 15,0-52 1,0 0 0,0 53-1,0-1 1,0 19 0,0-1-1,0 0 1,0 1 15,17 17 16,1 0 0,-18-18 0,18 1-16,-1-1 0,1 18 32,17 88-48,0-17 1,-17-18 0,-18-1-1,0 1 1,0 0-1,35-123 95,-17 70-79,0 0 16,-18-53 47,0 18-94</inkml:trace>
  <inkml:trace contextRef="#ctx0" brushRef="#br0" timeOffset="-177896.8">14834 12823 0,'18'0'172,"0"0"-78,-18 18-63,52-18 0,-52 18-31,18-18 16,0 0 0,-18 17-1</inkml:trace>
  <inkml:trace contextRef="#ctx0" brushRef="#br0" timeOffset="-175895.73">14764 12682 0,'35'18'109,"0"17"-93,-17-35 0,17 18-1,-17 17 1,-1-17 46,19-1-30,-36 1-32,17 0 31,-17-1 125,0 19-140,0-19-16,-35 1 15,17 17 1,1-17 0,-1 0-1,1-18 16,17 17-15,0 1 0,-18-18-1,18 17 1,-18-17-16,1 0 16,-1 18-1,0 0 32,18-1-31,-17-17 31,17 18-32,-18-18 1,18 18 15,-18-18 94,18-71-78,0 18-31,0 36-1,0-54 16,18 36-15,-18 17 0,0 0-1,0 1 17,0-1-1,0 0-16,0 1-15,18-18 32,-18-1-17,0 19-15,0-1 32,17 18 46,-17 53-47,18 0-15,-18 35-1,0-53 1,0-17-1</inkml:trace>
  <inkml:trace contextRef="#ctx0" brushRef="#br0" timeOffset="-133568.89">22278 7126 0,'0'88'78,"-53"-17"-62,18 35-1,-36 17 1,-17 18-1,35-35 1,18-18 0,0 1-1,-1-1 1,1 0 0,17-70-16,18-1 15,0 1 1,0-1-1,-17 1 1,-1-18 140,0-53-140,18-35 0,0 0-1,0 17 16,0 18-15,0 36 0,0-1-1,18 89 126,0-1-125,-1 36-1,1-53 16,0-35-15,-1-18 93,1-36-93,0 19-16,-1-1 16,1 0-1,-1 1 1,1 17 0,0 0-1</inkml:trace>
  <inkml:trace contextRef="#ctx0" brushRef="#br0" timeOffset="-126598.27">19773 12277 0,'0'88'156,"0"-18"-124,0-34-17,0-19 1,-17 1 15,17 0-15,-18-1-1,18 1 1,0 0 0,-18-1-1,18 1 1,-17-1 0,17 1-1,-18 17 16,0-17 1,18 0-17,-17 17 1,17-17 0,0-1-1,-18-17 1,18 35-1,0-17 1,0 0-16,-18 17 31,18-17-15,0-54 375,0 19-376,0-1 1,0 0 46,0 1-46,-17 17 0,17-18-1,0 1 16,0-19-15,0 19 0,0-1-1,0 0 1,0 1 0,0-1-1,0 0 1,-18 18-1,36 18 845,-18 35-829,0-35-15,0-1-1,17 1 1,-17 17 31,0-17-16,0-1-15,0 1 187,0 0-188,0-1 17,0 1-17,18-18 48,0 0 202,123-53-233,-106 35-17,0 1-15,1-1 16,-1 1-16,-17-1 31</inkml:trace>
  <inkml:trace contextRef="#ctx0" brushRef="#br0" timeOffset="-113113.59">21890 15152 0,'-18'0'172,"18"-18"-156,0 1-16,0-19 15,0 1 16,18 0-15,-18 17 0,18-17-1,-18 17 1,0 0 0,0-17-1,17 18 16,-52 17 204,0 17-220,17 1 1,0-18 0,36 0 156,17 17-141,-17-17-16,17 0 1,-35 18 0,18-18 124</inkml:trace>
  <inkml:trace contextRef="#ctx0" brushRef="#br0" timeOffset="-103988.75">19861 14164 0,'18'-18'109,"17"-35"-93,1 1-1,16-19 1,-34 36-16,0 17 16,-1-17-16,-17 17 15,0 1-15,18 17 16,-18-18-16,18 0 15,-18 1-15,0-1 16,17-17 0,-17 17-1,0 0 1,18 1 0,-18-1-1,18 18 16,-36 0 204,-17 18-220,17-1 1,0 1-16,-17 0 16,17-1-1,1-17 79,52-17 15,0-1-93,1-17 0,-1 35-1,-35-18 1,18 18 62,-1 0 31,-17 18-77,36 52-17,-36-17 1,17-17 0,1-1-1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32:33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11307 6985 0,'105'0'47,"19"18"-31,423-18-1,-53 0 1,17-36 0,-123 19-1,-123-1 1,-195 18 15</inkml:trace>
  <inkml:trace contextRef="#ctx0" brushRef="#br0" timeOffset="930.93">19914 6862 0,'36'0'62,"211"17"-31,158-17-15,54 0 0,-53 0-1,-107 0 1,-105 0 0,-123 18-1,-18-18 1,-35 0-1</inkml:trace>
  <inkml:trace contextRef="#ctx0" brushRef="#br0" timeOffset="13451.83">18344 7902 0,'212'18'78,"88"0"-63,-159-18-15,53 0 16,-123 0 0,-54 0-1</inkml:trace>
  <inkml:trace contextRef="#ctx0" brushRef="#br0" timeOffset="16299.94">18327 9013 0,'35'0'94,"353"0"-47,-35 18-32,0-18 16,-212-18-15,-18 18 0,-35-17-1,1 17 1,-1 0 0,-18-18-1,-17 18 1,-17 0-1,17 0 1,17 0 0,-17 0-16,0 0 15,106 0 1,-71 0 0,0 0-1,-35 0 16,35 0-15,36 0 0,-1 0-1,-17 0 1,53 0 0,-36 18-1,1-18 1,-54 17-16,1-17 15,176 0 1,-71 18 0,-17 0-1,70-1 1,0 1 0,-35-18-1,-52 0 16,16 0-15,-69 0 0,16 0-1,19 0 1,-71-18-16,0 18 16,123-17-1,-70-1 1,0 18-1,0-18 1,35 18 0,-35-17-1,-18 17 1,-18 0 0,1 0-1,-36 0 16,18 0-15,-18 0 0,-35-18-1</inkml:trace>
  <inkml:trace contextRef="#ctx0" brushRef="#br0" timeOffset="17379.43">5768 10107 0,'123'0'78,"18"0"-62,36 0-1,-54 0 1,-87 0-1</inkml:trace>
  <inkml:trace contextRef="#ctx0" brushRef="#br0" timeOffset="18232.24">9384 10954 0,'35'0'78,"230"-18"-62,52-17-1,-140 0 1,-89 17 0,-71 18 109</inkml:trace>
  <inkml:trace contextRef="#ctx0" brushRef="#br0" timeOffset="20827.8">19861 10936 0,'18'0'125,"123"0"-110,-35 0-15,17 0 16,71 0 0,-88 0-16,71 18 15,-1-18 1,-70 0 0,0 0-1,-18 0 1,0 0-1,-17 0 1,17 0 0,0 17-1,18-17 1,-53 18 0,0-18-16,106 0 15,-107 0 1,90 0-1,-1 0 1,-53 0 0,0 0-1,18 0 1,-18 0 0,18 0-1,0 0 1,17 0-1,-52 0 1,-1 0 0,36 0-1,-35 0-15,35 0 16,176 0 0,-106 0-1,106-18 32,-158 18-31,-18 0-1,0 0 1,-1-35 0,1 35-1,-53 0-15,0 0 16,18-18-16,17 18 15,-18 0-15,142 0 16,-18 0 0,-71 0-1,1-17 1,-1 17 0,36 0-1,-71-18 1,1 18 15,-19 0-15,18-17-1,53-1 1,-17 0 0,-89 18-16,18-17 15,0 17 1,-35 0-1,17 0 1,18 0 0,35 0-1,-17 0 1,-1 0 0,-35 0-1,1 0-15,52 0 16,0 0 15,-17 0-31,-1 0 16,142 0-1,-106 0 1,17 0 0,-17 0-1,35 0 1,-35 0-1,-18 0 1,-17 0 0,-18-18-1,35 18 1,0 0 0,-53 0-16,1 0 15,-19-18-15,54 18 31,-36 0-15,18 0 0,17-17-1,19 17 1,-1 0 0,0 0-1,-17 0 1,-1-18-1,1 18 1,-18 0-16,-36 0 16,19 0-16,-1 0 15,18 0 1,-36 0 0</inkml:trace>
  <inkml:trace contextRef="#ctx0" brushRef="#br0" timeOffset="45957.52">12806 12083 0,'17'0'62,"1"0"-46,0 0 0,-1 0-1,1 0 1,35 0 0,-18 0-1,18-18-15,124 0 16,-107 18 15,-35 0-15,-17 0-1,0 0 204,17 0-203,18 0-1,0 0 1,17 0 0,18 0-1,-70 0-15,17 0 16,-17 0-1,0 0-15,-1 0 16</inkml:trace>
  <inkml:trace contextRef="#ctx0" brushRef="#br0" timeOffset="49033.06">11289 13141 0,'18'0'94,"599"0"-63,230 0 0,-477 0-15,-88 0 0,-88 0-1,-70-18 1,-36 18 0,-35 0-1,-36 0 1,213-17 124,70 17-124,35 0 0,-18 0-1,-105 0 1,-124 0 0,-53 0-1,1 0 1,-1 0-16,0 0 15,89-18 1,-36 0 0,-18 18-1,-17 0 1,0 0 0,-17 0-1,-1 0 1,0 0 15,-17 0-15,35 0-1,35 0 1,-71 0-16</inkml:trace>
  <inkml:trace contextRef="#ctx0" brushRef="#br0" timeOffset="50092.22">21872 13053 0,'0'0'0,"106"0"16,-88 0 0</inkml:trace>
  <inkml:trace contextRef="#ctx0" brushRef="#br0" timeOffset="51635">7338 13811 0,'17'0'46,"72"0"-30,-1 0 0,18 0-1,-36 0 1,-35 0 0,-17 0-1</inkml:trace>
  <inkml:trace contextRef="#ctx0" brushRef="#br0" timeOffset="52816.19">13176 14058 0,'194'-35'78,"18"0"-62,35 35-1,176 0 1,-193 0-16,52 0 16,88 0-1,-141 0 16,-193 0-15</inkml:trace>
  <inkml:trace contextRef="#ctx0" brushRef="#br0" timeOffset="55875.8">16104 11606 0,'18'0'110,"264"-70"-79,-176 52-31,0 1 15,70-19 1,-35 19 0,-105 17-1,-54-18 126</inkml:trace>
  <inkml:trace contextRef="#ctx0" brushRef="#br0" timeOffset="56700.63">16228 11501 0,'35'-53'156,"18"17"-140,-35 19-1</inkml:trace>
  <inkml:trace contextRef="#ctx0" brushRef="#br0" timeOffset="57050.02">16263 11501 0,'0'17'62,"18"-17"-30,-1 0-17,-17 18 1,18-1-16,17 1 31</inkml:trace>
  <inkml:trace contextRef="#ctx0" brushRef="#br0" timeOffset="74860.22">12118 14905 0,'88'0'109,"265"0"-78,-36 0 0,-299 0 1,17 0 327,89 0-343,299 35-1,0-17 1,54-18 0,34 17-1,-299 1-15,-18-18 16,-53 0-16,-17 18 15,52-18 1,-141 0 0,-17 0-1,-1 0 17,89 0-17,159 17 16,17 1-15,-158-18-16,17 0 16,70 0-1,-70 0 1,-52 0-16,-1 0 16,123 0-1,-52 0 1,-18 0-1,71 0 1,-18 0 0,0 0-1,18 0 1,-18 0 0,-53 0-1,35 0 16,18 0-15,-123 0-16,17 0 16,88 0-1,-70 0 1,-70 0 0,34 0-1,36 0 1,0 0-1,-18-18 1,-17 18 0,-19 0-1,1 0 1,0 0 0,0 0-16,0 0 15,18-17 1,123 17-1,0-18 1,-36 18 0,-34-18-1,35 18 1,17 0 0,89 0-1,-18 0 1,-18 0-1,-17 0 1,-107 0-16,-16 0 16,-1 0-16,18 0 15,211 0 1,-158 0 0,-36 0-1,107 18 32,-160-18-31,-17 0-1</inkml:trace>
  <inkml:trace contextRef="#ctx0" brushRef="#br0" timeOffset="75954.78">25912 15011 0,'70'17'125,"36"-17"-109,-53 0-16,0 0 16,17 0-1,1 0 1,-18 0 0,-18 0-1,36 0 32,-18 0-31,-18 0-1,-18 0 1,1 0 0</inkml:trace>
  <inkml:trace contextRef="#ctx0" brushRef="#br0" timeOffset="77563.98">5627 15822 0,'0'18'93,"35"-18"-77,71 0 0,-36 0-1,1 0 1,17 0 0,36 0-1,34 0 1,-69-18-1,16 18 1,-16 0-16,-1 0 16,18 0-16,105 0 15,-17 0 1,-17 0 0,-89 0-1,-53 0 1</inkml:trace>
  <inkml:trace contextRef="#ctx0" brushRef="#br0" timeOffset="83183.09">2575 15469 0,'18'0'47,"17"-17"-32,36-19-15,17 1 16,229-88 0,-70 70-1,-17 17 1,-36-16 0,-71-1-1,-35 17 1,-35 19 15,-35-1-15,17 0-1,-17 1-15,17 17 16,-17-18-16,-1-17 16,72 17-1,-72 1 1,19-1-1,-1 0 1,-18 1 0,1 17-1,-53 0 767,-71 0-767,-88 0 16,88 0-15,88 0 0,1 0 62,70 0 62,0 0-124,0 0-16,17 0 16,195 0-1,-107 0 1,-105 0 0,-35 0-1,-18 17 313,-88 71-296,-36 1-1,19-54-16,69 18 1,1-35 0,35-1-1,-18 18 32,-17-17-31,35 17-16,0-17 31,-18-18 110,36-53-94,35-70-32,0 52 1,-35 18-1,-1 18 1,-17 17 0,0 1-1,0-1 48,-17 106 156,-1-70-188,0-54 47,-17-16-62,17 16-1,1 19 1,-1 17-1,-35-18 1,-17 18 0,-1 0-1,53 0-15,1 0 16,-1 0 0,-17 18 124,-18-1-124,18 1-1,35 17 126,35 18-125,0-35-1,-17-18 32,88 0-31,35 0-1,0 0 1,-71 0 0,-87 0 62,-1 0-63,53-18 64,1 0-48,-89 18 109,0 0-124,-35 0 0,17 0-1,1 0 1,70-17 62,-18 17 31,-211 0-77,140 0-17,1 0 1,71 0 0,158 0 30,-18 0-30,-70 0 0,-53-18 15,-35 18 0,-18 0 0,141 0 32,0 0-32,-70 0-15,0 0 78</inkml:trace>
  <inkml:trace contextRef="#ctx0" brushRef="#br0" timeOffset="99938.91">2469 13723 0,'36'0'62,"281"-88"-30,1 17-1,-36 18 0,-88 0 0,-194 36 63,88-18 47,124-18-126,-106 17 1,-106 19 109,-36-1-109,-122-35-1,69 18 1,-16 0 0,16 17-1,125 18 126,17 0-126,17 0 1,18 0 0,18 35-1,-35-17 1,-54-18 0,-17 35 109,-17 53-110,-36 1 1,0-19-1,18-35 1,35-17 0,0 0 234,-18 17-219,0 0 0,18-17 0</inkml:trace>
  <inkml:trace contextRef="#ctx0" brushRef="#br0" timeOffset="101107.06">3581 13194 0,'17'0'31,"1"18"32,0-18-48,17 17 1,0-17 0,0 18-1,54-1 1,-54 1 0,-17 0-1,-1-18 1,1 0 93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34:44.7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9013 5944 0,'18'0'63,"53"-17"-48,105-19 1,18 1-1,-18 17 1,-87 1 0,-72 17-16</inkml:trace>
  <inkml:trace contextRef="#ctx0" brushRef="#br0" timeOffset="1121.9">19526 5909 0,'-17'0'47,"70"0"31,70 0-63,-17-18 1,17 18 0,-35-17-1,-70 17 1</inkml:trace>
  <inkml:trace contextRef="#ctx0" brushRef="#br0" timeOffset="3822.04">8555 7091 0,'88'0'141,"212"-18"-110,53 18-15,-300 0-1,70 0 1,-35 0 0,-17 18-1,88-18 16,-18 0-15,53 0 0,0 0-1,-53-18 1,0 18 0,-35 0-1,53-17 1,87 17-1,-104-18-15,16 18 16,-17-18-16,54 18 16,-37 0-16,19-17 15,317-1 1,-195-17 0,-34 17-1,-106 0 16,-142 18-15</inkml:trace>
  <inkml:trace contextRef="#ctx0" brushRef="#br0" timeOffset="5342.88">9031 9437 0,'35'0'171,"195"0"-155,140 0 0,106 0-1,-35-53 1,36 35 0,-178-17-1,-122 17 1,-89 18-1,-70-17 1,-1 17 0,-17-18-1,36 18-15,17 0 16,-36 0 0</inkml:trace>
  <inkml:trace contextRef="#ctx0" brushRef="#br0" timeOffset="7174.18">9666 12100 0,'35'0'94,"336"-17"-63,-283-1-15,194 0-1,71 18 1,-106-17 0,-194 17-1</inkml:trace>
  <inkml:trace contextRef="#ctx0" brushRef="#br0" timeOffset="10382.87">10460 14111 0,'35'0'78,"71"0"-62,35-18 0,-17 18-1,-19 0 1,-52 0 0,-35 0 15,-18-17-16,35 17-15,-17 0 16,-1 0 0</inkml:trace>
  <inkml:trace contextRef="#ctx0" brushRef="#br0" timeOffset="13815.02">10389 16633 0,'0'-17'172,"36"-177"-141,-19 106-16,-17-1 1,18 19 0,-18-1-1,35-35 1,-17-35 0,17 18-1,-35 17 1,18 71-16,-18 0 15,0-36 1,0 18 0,0 18-1,0-18 1,0 35 0,0-52-1,0 34 16,0 19-15,0-36 0,0 18-1,0-54 1,0 72-16,0-1 16,0-35-1,0 18 1,0 0-1,0-1 1,0 1 0,-18 53 140,0-1-140,1 1-1,-36 17 1,18 0-1,17-17 1,0 0 0,-17-1-1,35 1 1,-18 0 0,18-1-16,-17-17 15,70-53 188,-18 0-187,0 18 0,-17 18-1,0-1 32,-1 18 203,54 35-203,-18 18-16,35 0-15,-18 0-1,-17-18 1,-17-35 0,-19 18-1,-17 0 1</inkml:trace>
  <inkml:trace contextRef="#ctx0" brushRef="#br0" timeOffset="18582.95">20179 7038 0,'18'0'172,"281"0"-156,72 0 15,-18 18-15,-177-18-16,71 0 15,-124 17 1,-87-17 0,17 0 62,105 0-63,19 0 1,-1 0 0,-88 0-16,-17 0 15,88 0 16,-54-17-15,1-1 0,-35 18-1,-18 0 1,0 0 0,-36-18-1,54 18 1,-36 0-16,0 0 15,1-17-15,-19 17 16,54 0 0,-53 0-1,-1 0-15,1 0 16,17 0 0,0 0-1,36 0 16,-36 0-15,18 0 0,-18 0-1,18 0 1,35 0 0,-70 0-16,17 0 15,18 0 1,-35 0-1,17 0 17,53 17-17,1-17 1,-36 0 0</inkml:trace>
  <inkml:trace contextRef="#ctx0" brushRef="#br0" timeOffset="19440.04">25329 6897 0,'36'0'109,"34"0"-93,54 0-16,-54 0 15,124 0 1,-70 0-1,-71 0-15,-18 0 16</inkml:trace>
  <inkml:trace contextRef="#ctx0" brushRef="#br0" timeOffset="20559.53">18274 8026 0,'18'0'79,"370"0"-48,-247 0-16,194-18 1,-18 0 0,-123 18-1,-70-17 1,-89 17 0</inkml:trace>
  <inkml:trace contextRef="#ctx0" brushRef="#br0" timeOffset="21839.11">18256 5821 0,'265'0'62,"-36"17"-31,-52 1-15,-107 0-16,1-18 16,34 17-1,-52-17 1,36 18-1,34-18 1,53 0 0,-52 0-1,-54 0 1,-52 0 0,0 0 30</inkml:trace>
  <inkml:trace contextRef="#ctx0" brushRef="#br0" timeOffset="23294.98">18239 8996 0,'70'-18'62,"-17"18"-46,53-17-1,17 17 1,89 0 0,35 0-1,-71 0 1,89 0-1,-36 0 1,-35 17 0,-70-17-1,-54 18 1,-34-18 0</inkml:trace>
  <inkml:trace contextRef="#ctx0" brushRef="#br0" timeOffset="28566.95">18309 10054 0,'124'-17'110,"493"-19"-79,-123 1 0,-441 17-15</inkml:trace>
  <inkml:trace contextRef="#ctx0" brushRef="#br0" timeOffset="33215.68">28434 9260 0,'-18'0'63,"36"0"31,0-17-79,17 17 1,-18-18 0,36 18-1,-17 0 1,-1-17 15,-17 17-15,-1-18-1,18 18 1,18-18 0,0 18-1,-35 0 1,-53 0 359,-36 0-360,53 18 1,-52 0 0,17-18-1,35 0 1,18 17 140,-17 1-125,-1-18-15,0 17 0,-17 1-1,53-18 204,52-35-203,-34 35-16,87-53 15,-17 18 1,-53-1 0,-36 36 77,19 0-77,-19 0 0,54-17-1,-53-1 1,17 18-16,-17-18 31,-1 18-15,1 0 46,-18-17 16,-18 17-31,-123 17-16,88 1-15,-17 0 0,17-1-1,35 1 1,0-18 0,1 18-1,-1-18 1,-17 35-1,17-17-15,-35-1 16,36 1 0,-1-18 15,-17 17-15,17 1-1,0 0 16,-34-1-15,34 1 0,0-18-1,18-53 267,36 0-267,-19 0 1,1 0-1,-1 53 1,-17-17 0,0 70 171,0-18-171,-17 18-1,-1-18 1,18-17 0,0-1-1,0 19 1,-17-36 0,17 17 46,0 1 63,52-18-94,-16 18 1,-36-71 311,0 0-327,0 35 0,0 0 62,0-34-47,0 16 0</inkml:trace>
  <inkml:trace contextRef="#ctx0" brushRef="#br0" timeOffset="35030.94">18680 11042 0,'317'0'407,"-35"0"-392,1 0 1,-1 0 0,-194 0-16,0 0 15,-70 0 1</inkml:trace>
  <inkml:trace contextRef="#ctx0" brushRef="#br0" timeOffset="38430.9">19544 11994 0,'88'-35'109,"-35"18"-93,106-1-1,-36 0 1,-17 1 0,-71-1-1</inkml:trace>
  <inkml:trace contextRef="#ctx0" brushRef="#br0" timeOffset="43127.54">21061 13088 0,'123'0'187,"36"0"-171,-53 0-16,106 18 15,-36-18 1,-88 17 0,-70-17-1,-1 0 141,107 0-124,-1 0-17,-34 0 1,-54 0 0</inkml:trace>
  <inkml:trace contextRef="#ctx0" brushRef="#br0" timeOffset="44829.18">18397 14023 0,'0'0'0,"89"0"15,87 0 1,-88 0 0,0 0-1,-17-18 16,-18 18-15,-18 0 0,18-17-1,-18 17 1,18 0 0,-18 0-1,1 0 1,-19 0-1,19 0 1,-19-18 0,1 18-1</inkml:trace>
  <inkml:trace contextRef="#ctx0" brushRef="#br0" timeOffset="52215.23">21114 16404 0,'0'-17'63,"0"-1"-48,0-17 1,17-1 0,-17-17-1,18 0 16,0 18-15,-1 0 0,1-18-1,-18 35 1,0 1-16,0-1 16,18-35-1,-1 18 1,-17-36-1,0 18 1,0-35 0,18 35-1,-18-17 1,0 35 0,17-36-1,-17 18 16,0 35-31,0-17 16,0 17-16,0 1 16,18-71-1,-18 35 1,18-18 0,-18 18-1,0-17 1,17-1-1,-17 1 1,18-1 0,-18 36-1,18-18 1,-18 18 0,0 17-1,0 0 16,-18 36 141,0 0-156,-17-1 0,17 1-1,-17-1 16,18 1 1,-1 0-1,18-1-15,-18 1-1,1 0 1,-1-1-16,18 1 15,-71 17 1,71-17 0,0-1 77,53-17-61,-35-17-17,17-1 1,1-17 0,-19 35-16,18-53 15,1 35 1,-19 1-1,1-1 1,0 18 0,-18-18-1,17-17 1,-17 18 0,18 17-1,-18-18 16,18 18 141,-1 0-125,1 0-16,-18 35-15,18-17 0,-1 17-1,1 0 1,-18 1 0,17-19-1,-17 1 1,0 17-1,18-35 1,-18 18 0,0-1-16,0 19 31,0-19 0,0 1-15,0 0 93,0-36 16,-18-35-94,1 53-31,17-18 16,-18 1 0,18-1-1,-17 1-15,17-36 32,-18 17-17,18 19 1,-18-1-1,18 0 1,-17 18 0,34 0 109,1 0-110,-18 18 1,18 17 0,-1 1-1,-17-19 1,0 1-1,-17-18 48,-36-106-32,53 71 0,-36 35 126,-17 0-126,0 17 0,18-17 0,35 18 16,-35-18-15,35 18-17,-18-18 1,1 17-1,17 1 1,35 0 390,35-1-390,1 1 0,-36-18-1,1 0 1,-19 0 46,19 0-30,-19 0-1,1 0 16,-53 0 62,-107 0-78,72 0 1,176 0 93,-89 0-110,-70 0 48,18 0-32,141 0 47,-88 0-62,-71-18 46,53-17 79,17 17-110,1 18-15,-18-35 124,0 70-30,0 1-79,-18-36 31,1 0-46,-1 0 15,0-18 110,1 18-125,-1-18-1,-17 18 1,17 0-1,-17 36 1,0-1 0,-1-35-1,36 18 1,36-54 187,-1 19-187,71-54-1,-36 36 1,-52 35 0,17 0 187,1 35-172,-19-17-15,1-18-16,-1 35 15,1-17 16,-18-1-15,18-17 0,-1 18-1,-17 0 1,18-18 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35:55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8837 7655 0,'18'0'125,"35"0"-63,158 18-46,-87-18-16,-54 18 15,54-18 1,-71 17 0,-36-17-16</inkml:trace>
  <inkml:trace contextRef="#ctx0" brushRef="#br0" timeOffset="710.47">12188 7973 0,'18'0'78,"141"0"-47,-106 0-15,123 0-1,-176-18 1</inkml:trace>
  <inkml:trace contextRef="#ctx0" brushRef="#br0" timeOffset="1777.97">7479 8220 0,'18'0'47,"317"17"-16,-159-17-15,230 36 0,-1-1-1,-87-17 1,-159-18-1</inkml:trace>
  <inkml:trace contextRef="#ctx0" brushRef="#br0" timeOffset="7304.17">8467 9366 0,'17'0'235,"213"0"-220,52 36 1,35-19 0,-17 1-1,-18-18 1,-123 17-16,-71-17 15,36 0 1,-89 0 0,-17 0-1,-1 0 17,19 0-17,34 0 1,54 0 15,-54 0-31,1 0 16,35 0-1,-53 0-15,-1 0 16,54 0 0,-70 0-16,34 0 15,1 0 1,-1 0-1,18 0 1,54-17 0,-19 17-1,1 0 1,-19 0 0,-16 0-1,-1 0 16,-53 0-31,0 0 16,1 0 0,-1 0-1,-18 0 1,19 0 0,34 0-1,36 0 1,71 0-1,-1-18 1,0 18 0,1-17-1,-54-1 1,-52 0 0,-54 18-1</inkml:trace>
  <inkml:trace contextRef="#ctx0" brushRef="#br0" timeOffset="9727.29">6438 10054 0,'53'-17'63,"71"-1"-32,-71 0-31,52 18 31,-69 0-15,-1 0 0,-17 0 31,17 0 31,388 18-47,-282-18-31,406 35 31,70-17 0,-511-18-31,18 0 16,52 0 0,-70 0-1,-35 0 1,-1 0 0,-17 0-1,-18 0-15,-17 0 16,52 17-1,-34-17-15,34 18 16,18-18 0,1 0-1,16 0 1,1 0 0,0 0-1,35-18 1,-35 18 15,-18-17-15,-17 17-1,-36 0-15,18 0 16,-18 0-16,1 0 16,52 0-1,-18 0 1,-17 0-1,18 0 1,-54 0 0</inkml:trace>
  <inkml:trace contextRef="#ctx0" brushRef="#br0" timeOffset="26319.23">11994 10901 0,'18'0'141,"35"0"-125,176 17-1,89 1 1,-159-18-1,17 0 1,-35 0-16,-53 0 16,159 0-1,-194 0 1,-35 0 296,105-18-296,54 1 0,-36-18-1,-88 17-15,70-17 16,-88 35 0</inkml:trace>
  <inkml:trace contextRef="#ctx0" brushRef="#br0" timeOffset="28818.62">7796 11430 0,'53'0'47,"-17"0"-31,52 0-1,-18 0 1,1-18-1,-1 18 1,19 0 0,16 0-1,19 0 1,35 0 0,-53 0-16,-18 0 15,176-17 1,-175 17 15,-54 0-15,-18 0-1,36 0 517,159 35-517,123 18 1,53 0-1,-53-18 1,-105-17 0,-125-1-1,-87-17 1</inkml:trace>
  <inkml:trace contextRef="#ctx0" brushRef="#br0" timeOffset="31412.31">14323 11271 0,'35'0'62,"36"-35"-46,-1 17-1,1-35 1,-1 53 0,-52-17-1,17-1 1,18 0-1,-18 18-15,18-17 16,18-1 0,-36 18-1,-17 0 1,-106 0 125</inkml:trace>
  <inkml:trace contextRef="#ctx0" brushRef="#br0" timeOffset="32616.98">14323 11271 0,'17'-17'110,"36"-19"-95,0-17 1,0 0 0,0 18-1,-35 35 1,-18-17-16,17 17 15,-34 35 79,-54 35-78,36-34-16,-18-1 31,35-17-15,1-18-16,17 17 15,0 1 17,-18 0-17,53 17 79,18 0-78,-17-35-1,-19 18 16</inkml:trace>
  <inkml:trace contextRef="#ctx0" brushRef="#br0" timeOffset="37194.96">12065 11553 0,'71'0'32,"34"-17"-17,36 17 1,-17-18 15,-18 18-15,17 0-1,-70-17 1</inkml:trace>
  <inkml:trace contextRef="#ctx0" brushRef="#br0" timeOffset="39762.93">9807 12912 0,'18'0'62,"17"0"-46,0 0 0,18 0-1,106 0 32,-71 0-31,0 0-1,-52 0 1,17 0 0,0 0-1,-18 0-15,18 0 16,-18 0-16,18 0 15,141 0 1,-88 0 0,0 0-1,35 0 1,-35 0 0,-18 0-1,-18 0 16,-17 0-15,0 0 0,0 0-1,0 0 1,-35 0-16,17 0 16,18 0-1,-18 0 1,36 0-1,35 0 1,17 0 0,0 0-1,19 0 1,-54 17 0,-18-17-1,1 0 16,52 0-15,-52 0-16,52 0 16,89 0-1,-88 0 1,-107 0 0,-52 0 93</inkml:trace>
  <inkml:trace contextRef="#ctx0" brushRef="#br0" timeOffset="41352.26">10883 13617 0,'0'0'0,"35"0"31,71 0-15,0 0 0,0 0-1,0-17 16,-36 17-15,1 0 0,-1-18-1,1 18 1,0 0 0,-36 0-16,18 0 31,17 0-16,-52 0-15,17 0 16,18 0 0,-35 0-1</inkml:trace>
  <inkml:trace contextRef="#ctx0" brushRef="#br0" timeOffset="43270.18">7179 14252 0,'0'18'140,"159"0"-108,-89-1-17,177-17 1,-123 0 0,-107 0-1,1 0-15,0 0 110,52 0-95,54 0 1,17 0-1,53 0 1,0 0 0,-71 0-1,-34 0 1,-54 0-16,0 0 16,36 0-1,-54 0-15,54 0 16,35 0 15,0-17-15,-54 17-1,1 0 1,-35 0 0,0 0-1,52 0 1,36 0-1,53-18 1,-36 18 0,-35 0-1,-52 0-15,17 0 16,-18 0 0,-17 0-1,-1 0 1,54 0 15,17 0-15,0 0-1,-70 0 1</inkml:trace>
  <inkml:trace contextRef="#ctx0" brushRef="#br0" timeOffset="44427.01">7355 14870 0,'18'0'93,"0"0"-77,70 0 0,88 17-1,-105-17-15,35 0 16,0 18-16,-54-18 15,19 0 1</inkml:trace>
  <inkml:trace contextRef="#ctx0" brushRef="#br0" timeOffset="46000.89">10566 15028 0,'35'0'172,"124"18"-157,-36 0 1,36-18 0,-36 0-1,-34 0 1,-36 0 0,-36 0-1</inkml:trace>
  <inkml:trace contextRef="#ctx0" brushRef="#br0" timeOffset="46760.2">7073 15681 0,'106'0'109,"17"0"-93,-17 0 0,-70 0-1,-19 0 1</inkml:trace>
  <inkml:trace contextRef="#ctx0" brushRef="#br0" timeOffset="52160.86">19156 13282 0,'106'0'203,"246"0"-171,-158 0-1</inkml:trace>
  <inkml:trace contextRef="#ctx0" brushRef="#br0" timeOffset="55055.91">19738 13829 0,'35'0'31,"-17"0"-15,52-18-1,19 18 1,16-17 0,-16 17-1,-19 0 1</inkml:trace>
  <inkml:trace contextRef="#ctx0" brushRef="#br0" timeOffset="56283.39">28575 13617 0,'18'0'203,"17"0"-203,18 0 16,-36 0 0,1 0-1</inkml:trace>
  <inkml:trace contextRef="#ctx0" brushRef="#br0" timeOffset="60059.41">20391 14182 0,'35'0'63,"53"0"-47,-53 0-16,36 0 15,-36 0 1</inkml:trace>
  <inkml:trace contextRef="#ctx0" brushRef="#br0" timeOffset="61117.43">26300 14164 0,'17'0'63,"213"0"-16,69 0-32,-228 0 1,141 18 15,-177-18-15,-17 0-1,17 0 1,0 0 0,0 0-1,-17 0 95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38:48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19438 9066 0,'18'0'109,"35"0"-93,88 0-1,53 0 1,17 0 0,-17 0-1,-88 0 1,-70 0-1,-19 18 17,1-18-17,-1 0 1,1 0 0,0 0-1,70 0 16,-17 0-15,17 0 0,35 0-1,1 0 1,-1 18 0,53-18-1,-17 0-15,-18 0 16,230 17-1,52-17 1,-35 0 0,-194 0-16,-35 0 15,247 0 1,-212 0 0,-71 0-1,71 0 32,-106 0-31,1 0-1,-1 0 1,18 0 0,-1 0-1,-34 0-15,0 0 16,-1 0-16,1 0 15,193 0 1,18 18 0,18-18-1,0 0 1,-18 0 0,-70 0-1,-18 0 16,-70 0-15,-54 0 0,-35 0-16,1 0 15,34 0 1,1 0 0,-54 0-16,54 0 15,17 0 1,36 0-1,-1 0 1,18 0 0,-17 0-1,34 0 1,54 0 0,-53 0-1,-18 0 16,-35 0-15,0 0 0,35 0-1,-71 0 1,18 0 0,18 0-1,-53 0 1,0 0-1,35 0 1,-35 0 0,18 0-1,-36 0-15,18 0 16,18 0 0,17 18-1,-53-18-15,18 0 31,-18 0-15,-17 0 578,-18 17-547,18-17 125,52 0-157,-35 0 1,1 0-1,-19-17 1</inkml:trace>
  <inkml:trace contextRef="#ctx0" brushRef="#br0" timeOffset="4583.79">4639 10513 0,'18'0'94,"17"0"-79,-17 0 1,34 0 0,37 0-1,34-18 1,18 1 0,-17-1-1,-18 18 1,-36 0 15,1 0-15,-54 0-1,1 0-15,0 0 16,-1 0 0,1 0-16,0 0 15,52 0 1,-17 0-1,0-18 1,17 1 0,-17 17-1,-17-18 1,-36 0 0</inkml:trace>
  <inkml:trace contextRef="#ctx0" brushRef="#br0" timeOffset="75399.66">12912 12753 0,'35'0'109,"159"0"-77,-88 0-32,176 0 15,36 18 1,-36-18 0,-35 17-1,-106-17 1,-35 0-1,35 0 1,-18 0 0,1 0-1,17 0 1,-35 0 0,-18 0-16,53 0 15,-70 0 1,52 0-1,-17 0 1,0 0 0,-1 0-1,-69 0 1,-1 0 0,18 0-1,35 0 1,-35 0-1,-18 0 1,-17 0-16,0 0 16,-1 0-16,54 0 31,-36 0-15,-17 0-1,-1 0 1,36 0 15,0 0-15,0 0-1</inkml:trace>
  <inkml:trace contextRef="#ctx0" brushRef="#br0" timeOffset="79719.74">16651 13988 0,'18'0'47,"35"0"-32,53 0 1,-18 0 0,0 0-1,35 0 1,1 0 0,-18 0-1,-89 0 1,36 0-16,18 0 31,-1 0-15,1 0-1,17 0 1,-35 0 0,-18 0-1,1 0 1,-19 0-1,1 0 17,-1 0 374,54-18-390,-18 18-16,-18-18 15,-17 18 1,0 0 62</inkml:trace>
  <inkml:trace contextRef="#ctx0" brushRef="#br0" timeOffset="83501.89">23812 14235 0,'53'0'63,"124"0"-48,34 0 1,54 0-1,-106 0-15,105 0 16,1 0 0,-18 0-1,0 0 1,-35 0 0,-54 0-1,1 0 16,-36 0-15,1 0 0,17 0-1,-88 0-15,18-18 16,-19 18-16,19 0 16,176-18-1,-35 18 1,17 0-1,53 0 1,71 0 0,-18 0-1,0 0 1,-35 0 0,-53-17-1,-159-1 1,18 18-1,18-18 1,-54 18 0</inkml:trace>
  <inkml:trace contextRef="#ctx0" brushRef="#br0" timeOffset="92840.54">4286 15222 0,'0'18'109,"18"-18"-93,-18 18 0,18 52-1,-18-35-15,0 36 16,17-18 0,-17-18-1,0-17 1,0 0 15,106-18 172,300 0-172,-283 0-15,89 0 0,-142 0-16,-17 0 15,0 0-15,-17 0 16,34 0 0,-35 0-16,71 0 15,-18 0 1,36 0-1,52 17 1,18-17 0,53 18-1,35-1 1,1-17 0,-19 0-1,-52 0 1,-71 0 15,35 0-15,-123 0-16,53 0 15,35 0 1,71 0 0,17 0-1,-35 0 1,0 0-1,0 0 1,-88 18 0,-71-18-1,-35-18 126,18 1-125,-18-36-1,0 0 1,0 0-1,0 0 1,0 18-16,0 17 16,0 1-1,0-1 17</inkml:trace>
  <inkml:trace contextRef="#ctx0" brushRef="#br0" timeOffset="96624.67">11077 15222 0,'0'18'109,"0"0"-93,0-1-16,0 1 15,18 52 1,-18-52-16,0 17 15,17 36 1,-17-36 0,0 1-1,18-1 1,-18 0 0,0-17-1,0-1 1,18-17 187,-1 0-78,89 0-94,35 0-15,-17 0-1,17 0 1,-18-17 0,-34-1-1,-54 18 1,18 0-16,35-18 16,-17 18-1,-1 0-15,159-17 16,-87 17 15,-19 0-15,36 0-1,-18 0 1,0-18 0,35 1-1,54-1 1,-19 0-1,1 1 1,0-1 0,-89 18-16,1-18 15,193 18 1,-105 0 0,-1 0-1,178 0 32,-195 0-31,35 0-1,18 18 1,-88-18 0,17 0-1,-106 0-15,19 0 16,17 18-16,-36-18 15,159 35 1,-88-17 0,-17-18-1,-18 0 1,-18 17 0,-35-17-1,0 0 16,-36 0 173,-17 18 296,18-18-407,35 0-15,35-53-62,-70 35 0,17 1-1,-35-1 1,18 18 0,-1 0 46,1 0-31,0 18 1,-1-18-1,-17-18 78,0 0-93,0-17 15,0-36-15,0 54-16,0-54 15,0 1 1,0-1 0,0 18-1,0 18 1,0 17-1</inkml:trace>
  <inkml:trace contextRef="#ctx0" brushRef="#br0" timeOffset="99996.49">18768 15275 0,'17'53'63,"54"88"-48,-18-70 1,-18 17-1,-17-35 1,-1-18 0,1-17 109,0-18-47,52 0-63,230-35 1,0-1 0,35 1-1,-17 0 1,-213 17 0,-16 18-16,52-17 15,-71 17 1,1 0-16,-18 0 31,17-18-15,-34 18-1,69 0 1,19 0 0,35-18-1,52 1 1,1-1-1,-53 0 1,-36 18 0,-17-17-1,-53 17-15,18 0 16,123 0 0,-18-18-1,71 0 1,53 18 15,0-17-15,-36 17-1,18-18 1,-35 18 0,-35 0-1,-36 0 1,-52 18-1,-71-1-15,35 1 16,18 0 0,-36-1-1,36 1 1,0 0 0,-18-1-1,0 1 1,18 0 15,-17-18-15,34 0-1,-88 0-15,18 0 16,0 0-16,0 0 16,106 0-1,-18 0 1,-53 0-1,0 0 1,18 0 0,-35 0-1,-18 0 1,-1-18 0,1 18-1,-17 0 1,34 0 15,-34 0-31,-1-18 16,106 18-1,-53-17 1,0 17 0,-35-18-1,-18 18 1,-17 0 46,17 0 16,18 18-62,-35-18 0,17 0-1,-35-18 110,0-70-93,-35-18-1,17 18 0,18 70-15,-17 0-1,17 1 17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41:33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7602 6703 0,'18'0'313,"123"0"-297,88 17-1,195-17 1,-1 18-1,-70-18 1,-194 18 0,-142-18-1,19 0 345,16 0-345,19 0 1,-18-18 0,-35 18-1,-1 0 1,-17-18-1,18 18 204,-1 0-188,36 0 1,-35 0-1,17 0 125,-35-35-140,18-18-1,0 36 1,-18-1 0,0 0 46,0 1-15,0-1 16,17 18 62,-17 35-32,18-17-77,-18 0 15,0 17-15,0-17-1,0-1 1,0 18 15,-35-35 376,-54 18-361,-16-18-30,69 0 15,19 0 1,-1 0-1,0 0-16,-17 0 1,-18 0 0,-17 0-1,17 0 1,0 0 0,0 0-1,0 0 1,18 0-1,-18 0 1,35 0 0,0 0-16,1 0 15,-89 0 1,71 0 0,-1 0-1,19 0 1,-18 0 15,17 0-15,-17 0-1,-18 0 1,17 0 0,19 0-1,-36 0 1,18 0-16,-1 0 15,19 0-15,-54 0 16,36 0 0,17 0-1,-17 0 1,17 0 0,-35 0-1,18 0 16,-35-18-15,-1 18 0,-17 0-1,0-17 1,52 17 0,1 0-16,17 0 15,1 0 1,-1 0-1,0 0 79,1 0-78,-18 0 15,17 0-15,0 0-1,-17 0 63,17 0-62,1 0 0,-1 0-1,0 0 1,1 0 0,-1 0-16,-17 0 46,17 0-30,1 0 47,-1 0-48,0 0 1,18-18-1,0 1 157,0-1-156,0-17 0,0 17-1,0 0-15,0 1 16,0-1 203,0 0-188,0 1-16,0-1 17,18 18-17</inkml:trace>
  <inkml:trace contextRef="#ctx0" brushRef="#br0" timeOffset="6935.72">16140 6050 0,'17'0'47,"-17"35"47,18 36-78,-18-36-16,0 18 15,0 0 1,17-18-1,-17 18 1,0 0 0,0-35-1,0 17 1,0-17 0,0-36 93,0-52-78,0 52-15,0-53-1,0 1 1,0 17 0,18 0-1,-18 18 1,18 35 0,-18-18-16,17 18 93,1 0-77,35 0 15,-18 18-15,-17-1-1,-18 1 17,0 0-17,0-1-15,0 36 16,-35-18 0,17 1-1,18-19 16,-18-17-15,18 18 0,-17-18 31,17 18 46,17 17-77,19 18 0,-1-36 15,-17 19-16,-1-36 1,1 17 31</inkml:trace>
  <inkml:trace contextRef="#ctx0" brushRef="#br0" timeOffset="7962.75">16528 6456 0,'17'0'109,"36"-18"-93,53-35-1,53 18 1,-53 0-16,-36-1 16,36-16-1,-71-19 1,-35 53 0,-17 18-1,-19-17 32,-34 17-31,35 0-1,-36 0 1,36 0 0,17 0-1,0 0-15,18 17 16,-17 1-1,-1 17 1,1 1 0,-1-1-1,0 0 1,18 0 0,0-17-1,0 17 16,0 1-15,18-19 0,0 1-1,-1 17 1,1-17-16,-1-1 16,-17 1-16,18 0 15,0-18 1,-1 0-1,1 0 17,17 0-17,18-53 1,-53 17 0</inkml:trace>
  <inkml:trace contextRef="#ctx0" brushRef="#br0" timeOffset="8761.98">17498 6121 0,'0'0'0,"-18"0"15,-35 0 1,18 0-1,0 17-15,35 1 16,-36-18-16,36 18 16,-17-1-1,17 1-15,0 17 16,17 18 0,19 0-1,17 0 16,-36 17-15,1-52 0,-18 17-1,17-17 1,-52-18 62,0 0-62,-53 0-1,70 0 1,0 0 46</inkml:trace>
  <inkml:trace contextRef="#ctx0" brushRef="#br0" timeOffset="9711.93">17604 6579 0,'0'-17'15,"0"-19"1,0 1 0,0-18-1,0-17 1,17 34 0,1 19-16,-18-1 15,18-17 16,17 0-15,-18 17 15,1 18-15,0 0 15,17 35-15,-35-17-1,18 17 1,-1-17-16,-17 17 31,18 18-15,-18-35 0,0-1-1,0 1 16,-35-1-15,17-17 0,-35 18-1,35-18 1,1 0 0,17 18-1,-18-18 1,1 0-1,-19 0 1,1-36 0,0 1-1,17 18 1</inkml:trace>
  <inkml:trace contextRef="#ctx0" brushRef="#br0" timeOffset="26517.02">11307 7796 0,'17'0'141,"18"-17"-110,36-1-15,-36 0-16,18 1 15,53-36 1,-18 35 0,-35 1-1,35-1 1,-35 0 0,-35 18-1,0 0 16,-1 0 1,1 0-17,-18-17-15,17 17 32,-17-18-17,-17 18 188,-18 18-187,-18-18 0,0 17-1,35 1 1,-17-18-1,17 18 1,1-18 47,-19 17-32,19-17 0,17 18 0,-36-18-15,36 18 0,-17-18-1,-1 17 32,0-17-16,1 0 16,-1 18-31,0-18 31,1 0 15,17 17-15,-18-17 16,-17 18-32,17-18-31,-17 18 31,17-18 453,18 17-437,-17-17-15,-1 0-1,0 0-16,1 18 1,-1 0 0,18-36 171,0 0-171,18-17-1,17-18 1,0 18 0,-35 0-1,18 17 1,0 0 15,-18 89 141,0-36-156,0 18-1,-18-35 1,0 35 0,1-36-1,17 1 1,0 0-16,-18-18 31,18 17-15,18-17 171,52 0-156,-17 18-15,0-18 0,-35 0-1,-18 18 1,17-18 62</inkml:trace>
  <inkml:trace contextRef="#ctx0" brushRef="#br0" timeOffset="30232.06">20214 7867 0,'0'-18'125,"18"1"-109,70-36-1,-35 17 1,17 19 0,-52-1-1,17-17 1,-17 35 0,17-18-1,-17 18-15,53-35 31,17-18-15,-35 18 0,17 17-1,-35-17 1,-17 35 0,-18-18-1,-70 36 173,34 0-173,-52 17 1,35-18 0,36 1-16,-19-18 15,19 0 1,17 18-1,-18-18-15,0 17 16,1 1 0,-19 0-1,19-1 1,-1-17 0,-17 18-1,35 0 1,-18-1 15,1-17-15,-1 18-1,18-1 1,-35 1 0,35 0-16,-18-18 15,-17 17 1,17 19-1,0-36 1,1 0 250,17-53-63,0 0-156,0 0-32,0 35 17,0-17-17,0 17 32,17 18 78,-17 36-78,0-19-31,0 36-1,-17-18 1,17-17 15,0 0-15,0-1-1,0 1 1,17-18 93,1 18-93,17-18 0,36 0-1,17 0 16,-35 0-15,-35 0-16</inkml:trace>
  <inkml:trace contextRef="#ctx0" brushRef="#br0" timeOffset="33212.86">9243 8520 0,'17'0'109,"19"-18"-93,17 18-16,-18 0 15,35 0 1,-34 0-16,17 0 16,70-18-1,-88 18 1,1 0-1,-19 0 1,19 0 0,-19 0 15,1 0 0,-1 0 47,-34 0 32,-107 0-79,19 0-15</inkml:trace>
  <inkml:trace contextRef="#ctx0" brushRef="#br0" timeOffset="35728.98">19597 8572 0,'35'-35'141,"141"-35"-110,-140 70-15,34-18-1,-52 0 1,0 18 31,-1 0-32,1-17 1,17 17 0,0 0-16,1-18 15,34 0 1,-17 1 0,-35 17-1,-18-18 48,-53 36 77,-141 17-108,123-17-32,-35-1 31,36 1 0,52-18 0,1 18-15,-1-18 0,0 0-1,-17 0-15,35 17 16,-18-17-1,18 18-15,-17-18 16,-1 0 0,1 0-1,-1 18 1,0-18 0</inkml:trace>
  <inkml:trace contextRef="#ctx0" brushRef="#br0" timeOffset="37629.98">19509 8520 0,'0'-36'109,"17"19"-93,-17-1 0,18 0-1,-18 1-15,18 17 16,-1-18-1,-17 0 1,0 1 0,18-1-1,-1 1 1,-17-1 0,18 0 15,-18 1 0,0 34 78,0 36-93,0-35 0,0 17-1,0-17 1,0 17 0,-18-17-1,18-1 1,0 1 15,0 17-15,-17-17-1,17-1 1,0 1 0,0 0-1,17-18 235,-17 17-234,18-17-1,17 0 1,18 0 0,-17 0-1,-19 0 1</inkml:trace>
  <inkml:trace contextRef="#ctx0" brushRef="#br0" timeOffset="42764.83">7743 9648 0,'18'0'78,"35"0"-62,71 0 0,-1 0-1,0 0 1,-34 0 0,-72 0-1</inkml:trace>
  <inkml:trace contextRef="#ctx0" brushRef="#br0" timeOffset="44920.37">16457 9684 0,'18'0'62,"-1"0"-46,1 0 0,17 0-1,-17 0 1,17 0-1,-17 0-15,17 0 16,0 0 0,54 0-1,-36 0 1,17 0 0,36 17-1,-18 1 1,0-18 15,-35 0-15,-18 0-1,-17 0-15</inkml:trace>
  <inkml:trace contextRef="#ctx0" brushRef="#br0" timeOffset="53471.65">7602 11024 0,'0'53'62,"0"18"-46,0-36 0,0-17 15,0-1 31,89-17 220,87 0-267,89 0 1,34 0 0,-34 0-1,-53 0 1,-107-17-1,-16 17 1,-19 0 0,-52 0-1,0-18 1,17 18 0,-18 0-1,36 0 16,-17 0-15,52-18 0,-35 18-1,17 0 1,18 0 0,-17 0-1,0 0 1,17-17-1,-53 17-15,18 0 16,18 0 0,-54 0-16,18 0 15,71 0 1,-18 0 0,18 0-1,-35 0 1,-1 0 15,-34 0-15,34 0-1,-17 0 1,35 0 0,-52 0-16,17 0 15,-1 0-15,-16 0 16,17 0-16,-18 0 15,0 0-15,53 0 16,18 0 0,0 0-1,70 0 1,-17 0 0,35 0-1,0 17 16,-70-17-15,-36 0 0,-18 0-1,-52 0-15,0 0 16,70 0 0,-53 0-16,53 0 15,18 0 1,0 0-1,18 18 1,17-18 0,-18 0-1,-35 0 1,-35 0 0,-17 0 15,-1 0-31,0 0 15,-17 0 1,17 0-16,-17 0 16,70 0-1,-53 0 1,18 0 0,0 0-1,0 0 1,0 0-1,-36 0 1,36 0 0,18 0-1,-36 0-15,18 0 16,0 0-16,0 0 16,35 0-1,-35 0 1,-35 0-16,-1 18 31,36-18 16,-35 0-31,35 0-1,-18 0 1,-17 0 15,-18-18 266,-18 0-281,18 1-16,0-1 15,0 0 1,0 1 15,0-1-15,0 1-1,-18-1 79,18 0-47,-17 18 281,17-17-250,0-1-15,0 0-16,0 36 656,0 0-672,0 17-15,0-17-16,17-1 31</inkml:trace>
  <inkml:trace contextRef="#ctx0" brushRef="#br0" timeOffset="59228.81">16616 11307 0,'17'0'125,"19"-18"-109,17 18-16,17-18 15,212 1 1,-52 17 0,-124-18-1,-71 18 1,0 0 0,-17 0-1,17 0 1,18 0 15,35 0-15,-35 0-1,-18 0 1,-17 18 0,0-18-16,17 0 15,18 0 1,-18 0-1,-17 0 1,17 0 0,-17 0-1,35 0 1,52 17 0,-16-17-1,-1 0 16,-53 0-31,-17 0 16,-1 18 0,19-18-1,52 0 1,-18 0 0,-17 0-1,0 0 1,0 0-1,0 0 1,0 0 0,0 0-1,-18 0 1,-17 0 0,-1 0-16,36 0 31,36 0 0,-1 0-15,0 0-1,-17 0 1,-19 0 0,-16 0-1,17 0 1,35 0-1,-53 0 1,0 0 0,18 0-1,-35 0-15,17 0 16,124-18 0,-36 18-1,-34 0 16,16 0-15,-16 0 0,34 0-1,36 0 1,-36 0 0,-17 0-1,-18 0 1,-35 0-16,-17 0 15,-1 0-15,35 0 16,-17 0 0,18 0-1,-18 0 1,17 0 0,19 0-1,-1 0 1,18-17 15,-1 17-15,1-18-1,-53 18-15,18 0 16,70 0 0,-88 0-16,88-18 15,-18 18 1,1 0-1,17 0 1,0-17 0,-18 17-1,-17 0 1,0-18 0,-18 18-1,-35 0 1,-17 0-1,-19 0 1,36-18-16,-18 18 16,89-17-1,-54 17 1,36 0 0,-18 0-1,-35 0 1,0-18-1,-17 18 1,-19 0 0,18 0-1</inkml:trace>
  <inkml:trace contextRef="#ctx0" brushRef="#br0" timeOffset="66855.92">9719 12541 0,'18'0'282,"-1"0"-251,1 0 0,0 0 0,-1 0 16,1 0-31,-1 0 0,1 0-1,0 0 1,35 0-1,-18 0-15,71 0 16,17 0 0,-17 0-1,-18 0 1,-52 0 0</inkml:trace>
  <inkml:trace contextRef="#ctx0" brushRef="#br0" timeOffset="67527.89">14799 12700 0,'18'0'16</inkml:trace>
  <inkml:trace contextRef="#ctx0" brushRef="#br0" timeOffset="68528.21">14041 12700 0,'17'0'109,"71"0"-93,89-18 0,17 1-1,0-1 1,-71 0 0,-87 18-1,-19 0 1</inkml:trace>
  <inkml:trace contextRef="#ctx0" brushRef="#br0" timeOffset="73528.52">2734 12753 0,'18'0'109,"-1"0"-78,1-18 1,17 18-17,36 0 1,35-17 0,-1-1-1,-16 0 1,-54 18-1,0 0 1,-17 0 0,-1 0-1,1 0 1,-18-17 0,18 17-16,35-18 15,70 0 1,-17 1 15,35-1-15,-53 18-1,-52-17 1,-19 17 0,-17-18 343,-17 0-328,-1 18-15,0-17 15,1 17 0,17-18-15,-18 18-16,18-18 16,-35 18-1,17-17 1,0-1 15,1 18 0,-1 0-15,36 0 93,-1 0-77,1 0-17,-18 18 1,35-18-1,-35 17 1,18 1 0,35 0-1,0-1 1,-53 1-16,17-18 16,19 18-16,-36-1 15,35 1 1,-17 17 15,-18-17-15,0 17-1,0-17 1,-18-1 0,0 19-1,1-19 1,-1-17 15</inkml:trace>
  <inkml:trace contextRef="#ctx0" brushRef="#br0" timeOffset="83111.89">9507 13917 0,'18'0'234,"105"0"-218,36 0-1,-35 0 1,-54 0 0,-34 0-1,-19 0 63,36 0-62,-18 0-16,54 0 16,-19-18-1,1 18 1,-54 0-1,36-17 1,-17 17 0,-1 0-1,-18 0 1</inkml:trace>
  <inkml:trace contextRef="#ctx0" brushRef="#br0" timeOffset="83728.64">11624 14023 0,'18'0'31,"52"-18"-15,212 18 30,-52 0-30,-72 0 0,-52 0-1,-35-17 1</inkml:trace>
  <inkml:trace contextRef="#ctx0" brushRef="#br0" timeOffset="84639.76">13882 14023 0,'17'0'47,"54"0"-16,-18 0-15,141 0 0,53 0-1,-35 0 1,-54 0 0,-70 0-16,-52 0 15,-1-18 1,-17 18 46,-1 0-46,36 0 0,0 0-1,-18 0 1,-17 0-1,17 0 1,-17 0 0,0 0 15</inkml:trace>
  <inkml:trace contextRef="#ctx0" brushRef="#br0" timeOffset="88488.31">16281 14129 0,'17'0'94,"89"0"-78,35 0-1,53 0 1,-53 0-16,1 0 16,-19 0-16,106 0 15,-52 0 1,-54 0-1,-35 0 1,-35 0 0,18 0-1,-18 0 1,0 0 0,70 17-1,-17-17 16,-53 18-31,-35-18 16,-1 0-16,1 0 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43:24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20814 4533 0,'0'53'125,"-18"53"-94,18-71-15,0 18 0,-17-35-16,17 17 15,0-17 1,0-1 15,0 19-15,0-19-1,0 1 1,0 17 15,-18-17-15,18-1 15,71-17 282,52 0-298,-17 0 1,-18 0 0,-35 0-1,0 0 1,-18 0-1,-17 0 1,-1 0-16,1 0 16,35 0-1,-35 0-15,35 0 16,35 0 0,18 0-1,-1 0 1,1 0 15,-35 0-15,-36 0-1,18-17 1,0 17 0,17 0-1,1 0 1,0 0-1,-19 0-15,37 0 16,16 0 0,1 0-1,-17 17 1,-1-17 0,-18 0-1,-17 0 1,18 0 15,-18 0-15,-18 0-1,0 0-15,36 0 32,17 0-17,-35 0 1,-18 0-1,-17 0 1,52 0 0,1 0-1,35 18 1,0 17 0,-54-35-1,-34 0 1,-36-53 156,-17-123-141,0 88 0,17 53 0</inkml:trace>
  <inkml:trace contextRef="#ctx0" brushRef="#br0" timeOffset="26481.31">26088 5821 0,'0'-18'78,"0"-17"-62,0 17-16,0-17 31,0 0-15,0-1-1,0 19-15,0-1 16,0-17-16,0-18 31,-18 0-15,18 18-1,0 0 1,0-1 0,0 1-1,0 0 1,-17-18 0,17 0-1,0-18 16,0 54-31,-18-1 16,18-35-16,0 35 16,0-52-1,0 35 1,0 17 0,0-17-1,0-1 1,0 1-1,0 17 1,0-52 0,0 35-1,0-1-15,0 19 32,0-19-17,-18 36 876,18 18-766,-17-18-94,-1 0 16,18 18-31,-18-18-1,18 17 48,-17 1 140,17 17-188,-18-17-15,1 17 16,-1-17 0,36-18 374,-1 0-343,-17-18-31,18 1-1,-18-1 1,17 0 0,-17 1-1,0-1 17,18 18-17,0-18 1,-18 1 31,17-1-32,1 18 110,0 0-93,17 18-1,18 35 0,-36-36-15,19 19-1,-19-19 1,1 1 15,0-18 47</inkml:trace>
  <inkml:trace contextRef="#ctx0" brushRef="#br0" timeOffset="36512.48">31627 1782 0,'-36'0'110,"-34"35"-95,-19 0 1,19-17-1,35 17 1,-1-35 0,19 18-1,-1 17 1,-35-17 0,18 17-1,0-18 16,35 1-15,-18 0 15,18-1 1,-18 1-17,18 0 1,-17-18-1,-1 35 1,0-35 125,18 18-110,0-36 297,0-70-297,0 70-31,0-52 32,0-1-1,0 53-31,0-17 31,0 53 172,18 123-172,0-106-15,-18 36 0,17-54-16,-17 19 15,0-19 1,18-17 203,0 0-172,-1 0-1,1 0 1,0 0 16,-1 0-1,1 0-30,-1 0-17,1 0 16,0 0-15,-1 0 0,1 0-1,0 0 1,-1-17 0,1-1 15,0 18 31,-54 0 204,1 0-250,-18 0-1,18 0 1,0 0-1,17 0 1,0 0 0,1 0-1,-1 0 1,0 0 0,1 0-16,-1 0 93,18-18 235,0-35-312,0 18 0,-18 0-1,18 17 1,0 1 0,0-1-1,0 0 16,0 1 1,0-1-17,-17 18 1,17-35 0,0 17 15,0 0-16,0 1 17,17 17 249,1 0-219,-18 17-30,0 1-1,18-18-15,-18 35-1,17-17 1,1 17-1,-18 1 1,0-19-16,18-17 16,-18 35-1,0 1 1,0-19 0,0 1 15,17 0 31,-17-1-46,0 1 0,18-18 515,0 0-500,-1 0 47,1 0 0,-1 0-31,1 0-16,0 0 32,-1 0-1,1 0-15,0 0-15,-18 18 14,17-18-30,1 0 47,0 0 30</inkml:trace>
  <inkml:trace contextRef="#ctx0" brushRef="#br0" timeOffset="46215.53">27887 3545 0,'18'0'47,"-1"0"-16,36 0 0,0 0 1,35 0 15,-17-17-16,52 17 0,-70-18-15,-17 0-1,-19 18 1,19 0 0,-19-17-1,1 17-15,-1-18 16,1 18-1,0-17 1,-1-1 0,1 18-1,0-18 1,-1 1 0,1 17-1,17-36 32,-17 36-31,-18-35-1,17 35 1,-17-18-16,18 18 16,0-52-1,-1 34 1,1 0-1,0 1 1,-1-1 0,-17 0-1,18 18 1,-18-17 0,0-1-1,18 0 1,-1 1 15,1-1-15,-18 1-16,17 17 15,-17-18 1,0 0 0,18 18-1,-18-17 1,18-1-1,-1 0 1,-17 1 0,18-1 15,-18 0 0,-18 18 188,-17 0-203,-71 0 15,89 0 0,-19 0-15,19 0-1,-1 0 1,-17 0 31,17 0-32,36 0 204,-18 18-203,17-18-1,1 0 1,0 0 0,-1 0-1,1 0 1,17 0 0,18 0-1,-18-18 1,1 18 15,-1-17-15,0 17-1,-17-18 1,0 18 0,-18-17 30,17 17-30,1 0 15,0 0 94,-18 17-109,0 1 0,0 35-1,0-18 1,0 0-1,0-17 1,0 0 0,0-1-16,0 1 15,0-1 1,0 1 46,0 0-30</inkml:trace>
  <inkml:trace contextRef="#ctx0" brushRef="#br0" timeOffset="63112.28">30127 6403 0,'0'-18'78,"-17"-17"-63,17 17 1,-18-35 0,18-17-1,0 17 1,-18 0 0,18 18-1,0-18 1,0-18-1,0 54-15,0-36 16,0 0 0,0 18-1,0-1 1,0-17 0,18 0-1,-18-17 1,18 35 15,-18-36-15,17 18-1,-17-17 1,0 34 0,0 19-1,-17 52 235,-36 0-234,17 1-1,19-1 1,-1-18 0,18 1 77,0-36 32,53-17-109,-18 0 0,1 0-1,-19 17-15,1 18 16,-1-35 0,1 35 124,17 0-109,-17 17-15,-18 1 0,18 17-1,-1 1 1,1-1 0,0 18-1,-1-36 1,1 1 31,-18 0-32,-18-18 126,1 0-110,-1 0 0,0-18-15,-17 0 0,0 18-16,17-17 15,0 17 1,18-18 0,-17 18-1,-1 0 1,1 0-1,-1 0 1,0 0 0,1 0 93</inkml:trace>
  <inkml:trace contextRef="#ctx0" brushRef="#br0" timeOffset="71887.67">15734 7250 0,'18'0'110,"70"0"-79,-35 0-31,141 0 31,-71-18-15,1 18 0,-71 0-1,-18 0 1,18 0-1,17 0 1,1 0 0,-1 0-1,1 0 1,-53 0-16,-1 0 16</inkml:trace>
  <inkml:trace contextRef="#ctx0" brushRef="#br0" timeOffset="73302.61">9737 8449 0,'0'0'0,"88"-35"31,0 17-15,0 0 0,-17 1-1,-1 17 1,-34 0-1,-19 0 1</inkml:trace>
  <inkml:trace contextRef="#ctx0" brushRef="#br0" timeOffset="74053.52">14041 8449 0,'35'-18'109,"18"1"-93,123 17-1,-70-18 1,-18-17 0,-17 35-1,-36 0 1,-35-18 15</inkml:trace>
  <inkml:trace contextRef="#ctx0" brushRef="#br0" timeOffset="74815.69">18256 8378 0,'18'0'46,"35"-17"1,0-1-31,17 1 0,-17-1-1,0 18 1,-35 0-1,-18-18 1</inkml:trace>
  <inkml:trace contextRef="#ctx0" brushRef="#br0" timeOffset="77886.56">16245 9172 0,'71'0'125,"211"0"-93,-17 0-1,-124 0 0,-53 0 0,-70 0 1</inkml:trace>
  <inkml:trace contextRef="#ctx0" brushRef="#br0" timeOffset="79703.39">19597 8961 0,'17'0'62,"19"0"-46,87 0 0,36 17-1,-71-17-15,-17 0 16,17 18-16,-35-18 16,53 17-1,-18-17 1,-18 0-1,1 0 1,0 0 0,-19 0-1,1 0 1,-35 0 0,17 0-16,36 18 31,17-18-31,-35 0 31,-35 0-31,-1 0 16,18 18-1</inkml:trace>
  <inkml:trace contextRef="#ctx0" brushRef="#br0" timeOffset="81308.96">7743 9984 0,'18'0'110,"70"0"-95,53 0 1,53 17 0,18 1-1,-88 0 1,-89-18-16</inkml:trace>
  <inkml:trace contextRef="#ctx0" brushRef="#br0" timeOffset="82431.78">10425 10019 0,'88'0'94,"265"0"-63,352 0 0,-423 0-15,-35 0 0,-35 0-1,-18 0 1,0 18 0,0-18-1,35 17 1,1 1-1,-89-18 1,-88 0-16,-18 0 16,0 0-16,18 0 15,88 0 1,-53 0 0,18 0-1,53 0 32,-71 0-31,0-18-1,18 1 1,-35 17 0,-18 0-1,-18 0-15,0 0 16,-17 0-1,17 0-15</inkml:trace>
  <inkml:trace contextRef="#ctx0" brushRef="#br0" timeOffset="84520.63">8026 10848 0,'17'0'328,"1"0"-313,70 0 1,-17-18 0,-36 18-16,18 0 15</inkml:trace>
  <inkml:trace contextRef="#ctx0" brushRef="#br0" timeOffset="86302.84">10160 10848 0,'18'0'78,"17"0"-62,124-18 0,70 1-1,-141-1-15,36 18 16,70-18-1,-124 1-15,1 17 16</inkml:trace>
  <inkml:trace contextRef="#ctx0" brushRef="#br0" timeOffset="87528.53">16616 10760 0,'35'0'125,"71"0"-109,35 0-1,53 0 1,0 0 0,-18 17-1,19-17 1,-37 0 15,-52 18-15,-35-18-1,-54 0-15,1 0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7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1190 5264 0 0,'0'0'14202'0'0,"2"0"-13973"0"0,0 0 0 0 0,0 1 0 0 0,0-1 0 0 0,0 0 0 0 0,0 0 0 0 0,0 0 0 0 0,0-1 1 0 0,0 1-1 0 0,3-1 0 0 0,2-6 82 0 0,1-1 0 0 0,-1 1 0 0 0,-1-1 0 0 0,1 0 0 0 0,7-14 0 0 0,-3 6 61 0 0,0 1 0 0 0,16-17-1 0 0,9-11 234 0 0,-18 20-377 0 0,35-54 320 0 0,11-16-807 0 0,-21 32 1406 0 0,118-182-1000 0 0,-137 208-80 0 0,-10 16-25 0 0,-1-1 0 0 0,-1 1 0 0 0,9-23-1 0 0,24-46 54 0 0,-37 71-68 0 0,2 1 0 0 0,0 0 0 0 0,1 0 0 0 0,16-17 0 0 0,15-23 26 0 0,-38 50-44 0 0,0 1 0 0 0,1 0 0 0 0,0 1-1 0 0,0-1 1 0 0,10-6 0 0 0,0-1 2 0 0,11-12 14 0 0,11-8 14 0 0,-2 4-39 0 0,-17 17 21 0 0,-17 11 82 0 0,7-4 181 0 0,-3 3-256 0 0,-5 1 36 0 0,0 1 12 0 0,-7 9-48 0 0,-5-1-179 0 0,5 0 138 0 0,5 0-3 0 0,2-7-64 0 0,-12 26-4908 0 0,11-17-3511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8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1109 2760 0 0,'0'0'3193'0'0,"-12"10"8119"0"0,22-25-10788 0 0,2 0-1 0 0,-1 1 1 0 0,16-14 0 0 0,-2 1 27 0 0,15-14 39 0 0,-22 23-232 0 0,0-1 0 0 0,30-43 0 0 0,33-43 602 0 0,-38 46-509 0 0,13-22 41 0 0,-21 28-211 0 0,-21 31-129 0 0,22-41 0 0 0,21-42 126 0 0,-26 50-206 0 0,7-7 2 0 0,-20 32-2 0 0,25-52 0 0 0,-38 68-40 0 0,1 0 0 0 0,1 0 0 0 0,0 1 0 0 0,1-1 0 0 0,1 2 0 0 0,0-1 0 0 0,15-15 0 0 0,-14 15-32 0 0,-9 12 0 0 0,1-1 0 0 0,-1 0 0 0 0,0 0 0 0 0,0 1 0 0 0,1-1 0 0 0,-1 0 0 0 0,0 1 0 0 0,1 0 0 0 0,0-1 0 0 0,-1 1 0 0 0,1 0 0 0 0,2-1 0 0 0,-2-2 11 0 0,-2 4 81 0 0,3-3-2464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02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1 603 1376 0 0,'0'0'13848'0'0,"1"-3"-13336"0"0,4-16 44 0 0,-2 9-23 0 0,0-1 0 0 0,2-18 0 0 0,0-17 915 0 0,0 4-393 0 0,-2 0-1 0 0,-2-45 1 0 0,-3 13-166 0 0,2 40-389 0 0,-5-37-1 0 0,3 60-412 0 0,-1-12 126 0 0,-1-32 1 0 0,-1 13-1400 0 0,18 38-12285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10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3568 0 0,'0'0'165'0'0,"-18"17"2032"0"0,9-15-1489 0 0,8-2-576 0 0,0 0 0 0 0,0 0 0 0 0,0 0 0 0 0,0 0 0 0 0,-1 0 1 0 0,1 0-1 0 0,0 0 0 0 0,0 0 0 0 0,0 1 0 0 0,0-1 0 0 0,0 0 0 0 0,1 1 0 0 0,-1-1 0 0 0,0 1 0 0 0,0-1 0 0 0,0 1 0 0 0,0-1 0 0 0,0 1 0 0 0,0 0 1 0 0,-1 2 5404 0 0,1 19-5061 0 0,-1-17-444 0 0,1 0 0 0 0,-1 0 1 0 0,1 0-1 0 0,1 0 0 0 0,-1 1 1 0 0,0 6-1 0 0,1-8-13 0 0,0-2 9 0 0,4-13-3400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5:03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6 2304 0 0,'0'0'224'0'0,"-13"0"-224"0"0,5-5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4F193-0B1A-45D5-B227-EC4FDC03B008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8DC8F-AF75-4556-8DF5-4C55FD00B9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27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8DC8F-AF75-4556-8DF5-4C55FD00B975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412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A835-90E1-4574-9638-302D7C28B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4BD15-F57F-4F02-A6F9-888E6B6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9B44-8E0E-4274-A7F6-6C5232D7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40834-91BD-453D-94B8-60247D33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9E257-B9D8-4BD8-8876-AA94ACC4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073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3B14-AAA4-4A60-A3BD-0B93ECCD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CD71-85B7-45BC-91A6-50327E94C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6802-9F02-41EA-991E-CEF66741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DC9B3-2F63-4F39-AB62-74700945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4D47-931D-46F8-81F5-80619AFB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33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2A44-D296-4DF7-8F28-4C602137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360BD-EC5C-41CF-80A7-C03FD715A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EF77-BFD0-4BBE-91C2-67A9E7DD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DFC4-8D46-4AA1-9D43-DBF9FFC0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014A6-3960-40A2-A5CE-37CA7918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517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65AD-835B-41BD-8833-3F25B2E8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45C2-9C70-4FCF-85E0-8A8289CA7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0472-A53C-4D02-B38D-4771F1C2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C6831-19F0-4296-8AEC-09D78082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71F5-104A-4EE7-AA5C-0A22ECDF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0C473-B102-462A-AFC0-9C2E3F26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209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27E2-4A36-4DF2-85F1-1EB55802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94EA4-3FB1-4A6C-B216-A739519E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25515-4E89-41D4-ACA3-F73D8A012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25B79-7521-4E08-B7CC-4B19068BD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51E10-8AE9-4B08-8337-D677C447F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F229E-09AE-4875-A403-AEA372BF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5E421-3B5A-4E8E-926C-E198F9C1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17B84-F061-417E-9A38-5AD91106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762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BA12-ACD9-41F1-9AF9-D79F4B82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0E397-4C8F-49BB-AC12-71278BD3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96F1-5FB1-41F0-B63A-14D4BF65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93B71-4F20-4420-8A56-F49CDE5E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995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BDD4A-B1C0-401C-8446-6EEC3C3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C3676-7CAD-4C8F-9668-5CC40B68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3C601-17EA-4C4C-B6C2-5272CE3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322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FC0-3E75-4FD6-B7E3-8CA16F51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53D7-1585-414D-AB6C-FA31A349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C2CAC-456D-469E-BFD1-4AA40C76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E3FD0-07D9-4B57-9232-69ABF0E8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76679-9C84-4242-B4D2-0E183D26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5323-7E26-4146-B56F-F0F37EFD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939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8BC3-3B90-4EC3-A46E-5EAD6635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4884A-7C27-4F72-86AC-3DCD1983E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71061-3629-427C-BB90-30B3431D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E92D5-EEC5-4BB3-9E26-4884243D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61D1F-2220-47A3-86CC-1ADDF19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1A670-7490-4168-B937-B14DC5BB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989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ACC4-3692-44BE-82E5-58DEFE14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24BBC-414C-4B12-87B9-A15775C32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F25E-8900-4907-AE81-F4BE4E3C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1329-EC06-48B7-BD3D-C1A95BC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64E2-6C4B-4A7E-B3FD-EA47900F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406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CFBD3-742A-42CE-8C6C-095E80757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5BC8C-4AC5-40D2-9EBC-4A1D354B6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2189-D81D-40CB-BB48-ECC1EAA6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5BD5-0F7A-4D4A-8C19-89540009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FB5B-21A4-49D4-AE4B-2F1A9630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033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4E485-90C0-4F04-8ECA-AD1976CF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F6EEE-B537-4AC1-91AA-EDF2723E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CE90-A04C-45BD-AF90-1358A49F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BD58-09F1-4112-9FB1-2CAFF72B0B57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3C58-40BD-4962-B357-18F229F7B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B7A9-55A8-47E6-A8C1-87F2A148F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58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5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customXml" Target="../ink/ink1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NULL"/><Relationship Id="rId3" Type="http://schemas.openxmlformats.org/officeDocument/2006/relationships/image" Target="../media/image38.png"/><Relationship Id="rId7" Type="http://schemas.openxmlformats.org/officeDocument/2006/relationships/image" Target="NULL"/><Relationship Id="rId12" Type="http://schemas.openxmlformats.org/officeDocument/2006/relationships/customXml" Target="../ink/ink20.xml"/><Relationship Id="rId17" Type="http://schemas.openxmlformats.org/officeDocument/2006/relationships/image" Target="../media/image42.jpeg"/><Relationship Id="rId2" Type="http://schemas.openxmlformats.org/officeDocument/2006/relationships/image" Target="../media/image3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NULL"/><Relationship Id="rId5" Type="http://schemas.openxmlformats.org/officeDocument/2006/relationships/image" Target="../media/image40.jpeg"/><Relationship Id="rId15" Type="http://schemas.openxmlformats.org/officeDocument/2006/relationships/image" Target="NULL"/><Relationship Id="rId10" Type="http://schemas.openxmlformats.org/officeDocument/2006/relationships/customXml" Target="../ink/ink19.xml"/><Relationship Id="rId4" Type="http://schemas.openxmlformats.org/officeDocument/2006/relationships/image" Target="../media/image39.png"/><Relationship Id="rId9" Type="http://schemas.openxmlformats.org/officeDocument/2006/relationships/image" Target="NULL"/><Relationship Id="rId14" Type="http://schemas.openxmlformats.org/officeDocument/2006/relationships/customXml" Target="../ink/ink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7BF1-4590-451C-BE54-55D23340D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Indirect Messaging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4D910-0724-4255-8AF5-63326135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Frank Walsh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9736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“Middleman”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8492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sz="2400" dirty="0"/>
              <a:t>Communication between processes using an intermediary</a:t>
            </a:r>
            <a:endParaRPr lang="en-US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/>
              <a:t>Sender </a:t>
            </a:r>
            <a:r>
              <a:rPr lang="en-US" dirty="0">
                <a:sym typeface="Wingdings" pitchFamily="2" charset="2"/>
              </a:rPr>
              <a:t> “</a:t>
            </a:r>
            <a:r>
              <a:rPr lang="en-US" dirty="0">
                <a:solidFill>
                  <a:srgbClr val="0070C0"/>
                </a:solidFill>
              </a:rPr>
              <a:t>The middle-man”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Receiver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No direct coupling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Up to now, only considered Direct Coupling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Introduces a degree of rigidity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Consider…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What happens if a device fails during communication in Direct Coupling?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cs typeface="Calibri"/>
              </a:rPr>
              <a:t>What if you'd like to add</a:t>
            </a:r>
            <a:endParaRPr lang="en-US" dirty="0"/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IE" dirty="0"/>
              <a:t>Two important properties of intermediary in communication</a:t>
            </a:r>
            <a:endParaRPr lang="en-IE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/>
              <a:t>Space uncoupling</a:t>
            </a:r>
            <a:r>
              <a:rPr lang="en-IE" i="1">
                <a:cs typeface="Calibri"/>
              </a:rPr>
              <a:t> (devices don't need to "know" about each other)</a:t>
            </a: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 dirty="0"/>
              <a:t>Time uncoupling</a:t>
            </a:r>
            <a:r>
              <a:rPr lang="en-IE" i="1" dirty="0">
                <a:cs typeface="Calibri"/>
              </a:rPr>
              <a:t> (devices don't need to be "available" at the same time)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endParaRPr lang="en-US" dirty="0">
              <a:cs typeface="Calibri"/>
            </a:endParaRPr>
          </a:p>
          <a:p>
            <a:endParaRPr lang="en-I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4545F6-4827-4A25-9DD8-CE7F42B22E71}"/>
              </a:ext>
            </a:extLst>
          </p:cNvPr>
          <p:cNvSpPr/>
          <p:nvPr/>
        </p:nvSpPr>
        <p:spPr>
          <a:xfrm>
            <a:off x="8623299" y="113937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FB5F3C-72A3-4545-B673-6095924DB902}"/>
              </a:ext>
            </a:extLst>
          </p:cNvPr>
          <p:cNvSpPr/>
          <p:nvPr/>
        </p:nvSpPr>
        <p:spPr>
          <a:xfrm>
            <a:off x="10691584" y="113936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80AFD9B1-0B80-4C9A-8AC4-C788422B5BB8}"/>
              </a:ext>
            </a:extLst>
          </p:cNvPr>
          <p:cNvSpPr/>
          <p:nvPr/>
        </p:nvSpPr>
        <p:spPr>
          <a:xfrm>
            <a:off x="9606353" y="1526612"/>
            <a:ext cx="1025652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EF63E-FB16-417E-B40F-4DAF270D1EB4}"/>
              </a:ext>
            </a:extLst>
          </p:cNvPr>
          <p:cNvSpPr/>
          <p:nvPr/>
        </p:nvSpPr>
        <p:spPr>
          <a:xfrm>
            <a:off x="8006442" y="27450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85FA65-2633-428C-A74A-5B9E2A4EAFE3}"/>
              </a:ext>
            </a:extLst>
          </p:cNvPr>
          <p:cNvSpPr/>
          <p:nvPr/>
        </p:nvSpPr>
        <p:spPr>
          <a:xfrm>
            <a:off x="11045371" y="271779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18E82F95-A715-46E3-ACD0-337660751C99}"/>
              </a:ext>
            </a:extLst>
          </p:cNvPr>
          <p:cNvSpPr/>
          <p:nvPr/>
        </p:nvSpPr>
        <p:spPr>
          <a:xfrm>
            <a:off x="8944138" y="3132255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E1025-3B9F-4A72-B711-7D176BE9DB10}"/>
              </a:ext>
            </a:extLst>
          </p:cNvPr>
          <p:cNvSpPr/>
          <p:nvPr/>
        </p:nvSpPr>
        <p:spPr>
          <a:xfrm>
            <a:off x="9476014" y="2935514"/>
            <a:ext cx="1014186" cy="4789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cs typeface="Calibri"/>
              </a:rPr>
              <a:t>Intermediary</a:t>
            </a:r>
            <a:endParaRPr lang="en-US" sz="1600" dirty="0">
              <a:cs typeface="Calibri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F325FA0-F60A-4B3A-B78C-1C4A28F29F61}"/>
              </a:ext>
            </a:extLst>
          </p:cNvPr>
          <p:cNvSpPr/>
          <p:nvPr/>
        </p:nvSpPr>
        <p:spPr>
          <a:xfrm>
            <a:off x="10522567" y="3105040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F5013-4235-47F2-8B87-C2D7FC33DA8B}"/>
              </a:ext>
            </a:extLst>
          </p:cNvPr>
          <p:cNvSpPr txBox="1"/>
          <p:nvPr/>
        </p:nvSpPr>
        <p:spPr>
          <a:xfrm>
            <a:off x="8706756" y="796471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Direct Communication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994E9-7E7B-43B6-9BF8-D573694EB084}"/>
              </a:ext>
            </a:extLst>
          </p:cNvPr>
          <p:cNvSpPr txBox="1"/>
          <p:nvPr/>
        </p:nvSpPr>
        <p:spPr>
          <a:xfrm>
            <a:off x="8706755" y="2438399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Indirect Communication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3581685-C4E3-B1F5-A663-E38F2C431EEE}"/>
                  </a:ext>
                </a:extLst>
              </p14:cNvPr>
              <p14:cNvContentPartPr/>
              <p14:nvPr/>
            </p14:nvContentPartPr>
            <p14:xfrm>
              <a:off x="1035000" y="787320"/>
              <a:ext cx="10700280" cy="5042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3581685-C4E3-B1F5-A663-E38F2C431E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640" y="777960"/>
                <a:ext cx="10719000" cy="506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889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MQTT">
            <a:extLst>
              <a:ext uri="{FF2B5EF4-FFF2-40B4-BE49-F238E27FC236}">
                <a16:creationId xmlns:a16="http://schemas.microsoft.com/office/drawing/2014/main" id="{FBB0F5CB-6430-4725-AECF-67952F3A8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2" r="16584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88442B-E82A-4B58-BEF1-B46F4F3E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MQTT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CF6B-E412-4F47-BDB8-3683BF445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sz="2000" dirty="0"/>
              <a:t>MQ Telemetry Transport (MQTT)</a:t>
            </a:r>
          </a:p>
          <a:p>
            <a:r>
              <a:rPr lang="en-IE" sz="2000" dirty="0"/>
              <a:t>Telemetry</a:t>
            </a:r>
          </a:p>
          <a:p>
            <a:pPr lvl="1"/>
            <a:r>
              <a:rPr lang="en-IE" sz="2000" dirty="0"/>
              <a:t>Remote measurements</a:t>
            </a:r>
          </a:p>
          <a:p>
            <a:r>
              <a:rPr lang="en-US" sz="2000" dirty="0"/>
              <a:t>C</a:t>
            </a:r>
            <a:r>
              <a:rPr lang="en-IE" sz="2000" err="1"/>
              <a:t>reated</a:t>
            </a:r>
            <a:r>
              <a:rPr lang="en-IE" sz="2000" dirty="0"/>
              <a:t> by IBM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from message queueing (MQ) architecture used by IBM for service oriented networks. </a:t>
            </a:r>
            <a:endParaRPr lang="en-IE" sz="2000" dirty="0">
              <a:cs typeface="Calibri"/>
            </a:endParaRPr>
          </a:p>
          <a:p>
            <a:pPr lvl="1"/>
            <a:r>
              <a:rPr lang="en-IE" sz="2000"/>
              <a:t>Telemetry data goes from devices to a server or </a:t>
            </a:r>
            <a:r>
              <a:rPr lang="en-IE" sz="2000" dirty="0"/>
              <a:t>broker.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Uses a </a:t>
            </a:r>
            <a:r>
              <a:rPr lang="en-IE" sz="2000" b="1" dirty="0"/>
              <a:t>publish/subscribe</a:t>
            </a:r>
            <a:r>
              <a:rPr lang="en-IE" sz="2000" dirty="0"/>
              <a:t> mechanism.</a:t>
            </a:r>
            <a:endParaRPr lang="en-IE" sz="2000" dirty="0">
              <a:cs typeface="Calibri"/>
            </a:endParaRPr>
          </a:p>
          <a:p>
            <a:r>
              <a:rPr lang="en-US" sz="2000" dirty="0"/>
              <a:t>Lightweight both in bandwidth and code footprint</a:t>
            </a:r>
            <a:endParaRPr lang="en-IE" sz="2000" dirty="0"/>
          </a:p>
          <a:p>
            <a:endParaRPr lang="en-IE" sz="2000" b="1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343720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MQTT">
            <a:extLst>
              <a:ext uri="{FF2B5EF4-FFF2-40B4-BE49-F238E27FC236}">
                <a16:creationId xmlns:a16="http://schemas.microsoft.com/office/drawing/2014/main" id="{57C523D5-F4B8-46D7-8FF1-65E6DA949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" r="-2" b="-2"/>
          <a:stretch/>
        </p:blipFill>
        <p:spPr bwMode="auto">
          <a:xfrm>
            <a:off x="4636008" y="640082"/>
            <a:ext cx="6916329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3400D0-9859-4C30-A5FB-2EE02EF9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4100"/>
              <a:t>MQTT – publish subscribe</a:t>
            </a:r>
            <a:endParaRPr lang="en-IE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0B847-6B22-4AF2-89CE-66DEA44E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667037" cy="3785419"/>
          </a:xfrm>
        </p:spPr>
        <p:txBody>
          <a:bodyPr>
            <a:normAutofit/>
          </a:bodyPr>
          <a:lstStyle/>
          <a:p>
            <a:r>
              <a:rPr lang="en-IE" sz="1800" b="1" dirty="0"/>
              <a:t>Topics/Subscriptions:</a:t>
            </a:r>
            <a:r>
              <a:rPr lang="en-IE" sz="1800" dirty="0"/>
              <a:t> Messages are published to topics.</a:t>
            </a:r>
          </a:p>
          <a:p>
            <a:pPr lvl="1"/>
            <a:r>
              <a:rPr lang="en-IE" sz="1800" dirty="0"/>
              <a:t>Clients can subscribe to a topic or a set of related topics</a:t>
            </a:r>
          </a:p>
          <a:p>
            <a:r>
              <a:rPr lang="en-IE" sz="1800" b="1" dirty="0"/>
              <a:t>Publish/Subscribe</a:t>
            </a:r>
            <a:r>
              <a:rPr lang="en-IE" sz="1800" dirty="0"/>
              <a:t>: Clients can subscribe to topics or publish to topics.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1AC570-E787-91D5-63F6-224587E85124}"/>
                  </a:ext>
                </a:extLst>
              </p14:cNvPr>
              <p14:cNvContentPartPr/>
              <p14:nvPr/>
            </p14:nvContentPartPr>
            <p14:xfrm>
              <a:off x="1168560" y="793800"/>
              <a:ext cx="9709200" cy="5404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1AC570-E787-91D5-63F6-224587E851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9200" y="784440"/>
                <a:ext cx="9727920" cy="542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939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mage result for hivemq">
            <a:extLst>
              <a:ext uri="{FF2B5EF4-FFF2-40B4-BE49-F238E27FC236}">
                <a16:creationId xmlns:a16="http://schemas.microsoft.com/office/drawing/2014/main" id="{ADBCBA26-B4B9-450F-814F-457C22B1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87" y="4452055"/>
            <a:ext cx="1765864" cy="176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osquitto">
            <a:extLst>
              <a:ext uri="{FF2B5EF4-FFF2-40B4-BE49-F238E27FC236}">
                <a16:creationId xmlns:a16="http://schemas.microsoft.com/office/drawing/2014/main" id="{0FEFF5BB-3A55-477C-BB1F-B33EF7970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401" y="306909"/>
            <a:ext cx="1785027" cy="175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www.cloudmqtt.com/images/iot.png">
            <a:extLst>
              <a:ext uri="{FF2B5EF4-FFF2-40B4-BE49-F238E27FC236}">
                <a16:creationId xmlns:a16="http://schemas.microsoft.com/office/drawing/2014/main" id="{B3AC16E2-1E4A-4489-9176-06E908BE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545" y="2386895"/>
            <a:ext cx="3258743" cy="17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07FB7-6E4F-47A5-88EE-A677698E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713140" cy="1344975"/>
          </a:xfrm>
        </p:spPr>
        <p:txBody>
          <a:bodyPr>
            <a:normAutofit/>
          </a:bodyPr>
          <a:lstStyle/>
          <a:p>
            <a:r>
              <a:rPr lang="en-US" sz="4000"/>
              <a:t>MQTT is Open Source</a:t>
            </a:r>
            <a:endParaRPr lang="en-I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8107-B101-4E61-9184-82ADE241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4" y="2121762"/>
            <a:ext cx="6723145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Lots of implementations:</a:t>
            </a:r>
          </a:p>
          <a:p>
            <a:pPr lvl="2"/>
            <a:r>
              <a:rPr lang="en-IE" sz="2400" err="1"/>
              <a:t>Mosquitto</a:t>
            </a:r>
            <a:endParaRPr lang="en-IE" sz="2400"/>
          </a:p>
          <a:p>
            <a:pPr lvl="2"/>
            <a:r>
              <a:rPr lang="en-IE" sz="2400" dirty="0"/>
              <a:t>Micro broker</a:t>
            </a:r>
          </a:p>
          <a:p>
            <a:pPr lvl="2"/>
            <a:r>
              <a:rPr lang="en-IE" sz="2400" dirty="0"/>
              <a:t>Really small message broker (RSMB): C</a:t>
            </a:r>
          </a:p>
          <a:p>
            <a:pPr lvl="2"/>
            <a:r>
              <a:rPr lang="en-US" sz="2400"/>
              <a:t>Cloud broker services</a:t>
            </a:r>
            <a:endParaRPr lang="en-IE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BC7F20-6CC0-2B4E-D0BB-5613DAEED509}"/>
                  </a:ext>
                </a:extLst>
              </p14:cNvPr>
              <p14:cNvContentPartPr/>
              <p14:nvPr/>
            </p14:nvContentPartPr>
            <p14:xfrm>
              <a:off x="2286000" y="2940120"/>
              <a:ext cx="4521600" cy="116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BC7F20-6CC0-2B4E-D0BB-5613DAEED5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76640" y="2930760"/>
                <a:ext cx="4540320" cy="118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9433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publish subscribe">
            <a:extLst>
              <a:ext uri="{FF2B5EF4-FFF2-40B4-BE49-F238E27FC236}">
                <a16:creationId xmlns:a16="http://schemas.microsoft.com/office/drawing/2014/main" id="{0371F47C-74DF-4843-A93A-CDFEC01C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4" y="1692266"/>
            <a:ext cx="4048434" cy="238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44F0C1-206B-4F5A-836C-65F43529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692" y="553999"/>
            <a:ext cx="6428964" cy="134497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Publish Subscribe</a:t>
            </a:r>
            <a:r>
              <a:rPr lang="en-US" sz="4000" dirty="0">
                <a:cs typeface="Calibri Light"/>
              </a:rPr>
              <a:t> Process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B98A-64A3-43A2-BB3A-20442B8B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998" y="1690442"/>
            <a:ext cx="6932018" cy="466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E" sz="2000" dirty="0"/>
              <a:t>A message is published once</a:t>
            </a:r>
            <a:r>
              <a:rPr lang="en-IE" sz="2000" dirty="0">
                <a:cs typeface="Calibri"/>
              </a:rPr>
              <a:t> by a publisher.</a:t>
            </a:r>
          </a:p>
          <a:p>
            <a:r>
              <a:rPr lang="en-IE" sz="2000" dirty="0"/>
              <a:t>Many things can receive the message. 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The messaging service, or “broker”, provides decoupling between the producer and consumer(s)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producer sends (publishes) a message (publication)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consumer subscribes (makes a subscription) for messages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message server / broker matches publications to subscriptions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no matches the message is discarded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one or more matches the message is delivered to each matching subscriber/consumer</a:t>
            </a:r>
            <a:endParaRPr lang="en-IE" sz="2000" dirty="0"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9A25E3-8B4D-8497-6D97-A40D08B8F0E3}"/>
                  </a:ext>
                </a:extLst>
              </p14:cNvPr>
              <p14:cNvContentPartPr/>
              <p14:nvPr/>
            </p14:nvContentPartPr>
            <p14:xfrm>
              <a:off x="571680" y="1994040"/>
              <a:ext cx="10198440" cy="4089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9A25E3-8B4D-8497-6D97-A40D08B8F0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320" y="1984680"/>
                <a:ext cx="10217160" cy="41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634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00EF-31C5-447A-986C-3CCCBFD1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C9FAF-D54E-4943-B875-3B7D6178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526" y="1304030"/>
            <a:ext cx="10515600" cy="4351338"/>
          </a:xfrm>
        </p:spPr>
        <p:txBody>
          <a:bodyPr/>
          <a:lstStyle/>
          <a:p>
            <a:r>
              <a:rPr lang="en-GB" dirty="0"/>
              <a:t>In MQTT, the word topic refers to the string that the broker uses to filter messages for each connected client.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Note that each topic must contain </a:t>
            </a:r>
            <a:r>
              <a:rPr lang="en-GB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at least 1 character</a:t>
            </a: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and that the topic string permits empty spaces. </a:t>
            </a:r>
            <a:r>
              <a:rPr lang="en-GB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Topics are case-sensitive.</a:t>
            </a: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r>
              <a:rPr lang="en-GB" dirty="0">
                <a:solidFill>
                  <a:srgbClr val="333333"/>
                </a:solidFill>
                <a:latin typeface="roboto" panose="02000000000000000000" pitchFamily="2" charset="0"/>
              </a:rPr>
              <a:t>Topic Wildcards:</a:t>
            </a:r>
            <a:endParaRPr lang="en-IE" b="1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endParaRPr lang="en-GB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2A0CD-4E4A-4A34-85FA-E5558C55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292" y="2108703"/>
            <a:ext cx="5495925" cy="1323975"/>
          </a:xfrm>
          <a:prstGeom prst="rect">
            <a:avLst/>
          </a:prstGeom>
        </p:spPr>
      </p:pic>
      <p:pic>
        <p:nvPicPr>
          <p:cNvPr id="1026" name="Picture 2" descr="topic wildcard plus">
            <a:extLst>
              <a:ext uri="{FF2B5EF4-FFF2-40B4-BE49-F238E27FC236}">
                <a16:creationId xmlns:a16="http://schemas.microsoft.com/office/drawing/2014/main" id="{34676E86-2404-4CB7-81BF-51A3385F4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26" y="5285132"/>
            <a:ext cx="609600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pic wildcard hash">
            <a:extLst>
              <a:ext uri="{FF2B5EF4-FFF2-40B4-BE49-F238E27FC236}">
                <a16:creationId xmlns:a16="http://schemas.microsoft.com/office/drawing/2014/main" id="{37A8FB8B-2CBF-482D-A5EE-28F06767D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64" y="5264819"/>
            <a:ext cx="6096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0AC264-4258-254B-E84A-2844D4A21FA6}"/>
                  </a:ext>
                </a:extLst>
              </p14:cNvPr>
              <p14:cNvContentPartPr/>
              <p14:nvPr/>
            </p14:nvContentPartPr>
            <p14:xfrm>
              <a:off x="1562040" y="1714320"/>
              <a:ext cx="8693640" cy="490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0AC264-4258-254B-E84A-2844D4A21F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2680" y="1704960"/>
                <a:ext cx="8712360" cy="492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911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3E3-6543-4001-A3C9-DA2FD5BD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E" dirty="0"/>
              <a:t>MQTT Characteristics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BF80-DBF3-4957-842A-25F285E67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85" y="1696229"/>
            <a:ext cx="627059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IE" dirty="0"/>
              <a:t>MQTT protocol compresses to small number of bytes</a:t>
            </a:r>
          </a:p>
          <a:p>
            <a:pPr lvl="1"/>
            <a:r>
              <a:rPr lang="en-IE" dirty="0"/>
              <a:t>Smallest  packet size 2 bytes</a:t>
            </a:r>
          </a:p>
          <a:p>
            <a:pPr lvl="1"/>
            <a:r>
              <a:rPr lang="en-IE" dirty="0"/>
              <a:t>Supports always-connected and sometimes connected</a:t>
            </a:r>
          </a:p>
          <a:p>
            <a:pPr lvl="1"/>
            <a:r>
              <a:rPr lang="en-IE" dirty="0"/>
              <a:t>Provides Session awareness</a:t>
            </a:r>
          </a:p>
          <a:p>
            <a:pPr lvl="1"/>
            <a:r>
              <a:rPr lang="en-IE" dirty="0"/>
              <a:t>“Last will and testament” enable applications to know when a client goes offline abnormally</a:t>
            </a:r>
            <a:endParaRPr lang="en-IE" dirty="0">
              <a:cs typeface="Calibri"/>
            </a:endParaRPr>
          </a:p>
          <a:p>
            <a:pPr lvl="1"/>
            <a:r>
              <a:rPr lang="en-IE" dirty="0"/>
              <a:t>Typically utilises TCP-based networks.</a:t>
            </a:r>
          </a:p>
          <a:p>
            <a:pPr lvl="1"/>
            <a:r>
              <a:rPr lang="en-IE" dirty="0">
                <a:cs typeface="Calibri"/>
              </a:rPr>
              <a:t>Max size: </a:t>
            </a:r>
          </a:p>
          <a:p>
            <a:pPr lvl="2"/>
            <a:r>
              <a:rPr lang="en-IE" dirty="0">
                <a:cs typeface="Calibri"/>
              </a:rPr>
              <a:t>Theoretical 256MB for MQTT 5.0</a:t>
            </a:r>
          </a:p>
          <a:p>
            <a:pPr lvl="2"/>
            <a:r>
              <a:rPr lang="en-IE" dirty="0">
                <a:cs typeface="Calibri"/>
              </a:rPr>
              <a:t>Configured at broker: </a:t>
            </a:r>
          </a:p>
          <a:p>
            <a:pPr lvl="3"/>
            <a:r>
              <a:rPr lang="en-IE" b="1" dirty="0" err="1"/>
              <a:t>Mosquitto</a:t>
            </a:r>
            <a:r>
              <a:rPr lang="en-IE" dirty="0"/>
              <a:t>: </a:t>
            </a:r>
            <a:r>
              <a:rPr lang="en-GB" dirty="0"/>
              <a:t>Default maximum is 1 MB</a:t>
            </a:r>
            <a:endParaRPr lang="en-IE" dirty="0">
              <a:cs typeface="Calibri"/>
            </a:endParaRPr>
          </a:p>
          <a:p>
            <a:pPr lvl="3"/>
            <a:r>
              <a:rPr lang="en-GB" b="1" dirty="0"/>
              <a:t>AWS IoT</a:t>
            </a:r>
            <a:r>
              <a:rPr lang="en-GB" dirty="0"/>
              <a:t>: Limits MQTT messages to 128 KB</a:t>
            </a:r>
            <a:r>
              <a:rPr lang="en-IE" dirty="0">
                <a:cs typeface="Calibri"/>
              </a:rPr>
              <a:t> </a:t>
            </a:r>
          </a:p>
        </p:txBody>
      </p:sp>
      <p:pic>
        <p:nvPicPr>
          <p:cNvPr id="8194" name="Picture 2" descr="Image result for MQTT packet size">
            <a:extLst>
              <a:ext uri="{FF2B5EF4-FFF2-40B4-BE49-F238E27FC236}">
                <a16:creationId xmlns:a16="http://schemas.microsoft.com/office/drawing/2014/main" id="{342F0404-C02F-4429-94E5-A94D67136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348" y="876719"/>
            <a:ext cx="4659989" cy="255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1DA138-A4E0-52C9-10A2-9077F0F4AD7A}"/>
                  </a:ext>
                </a:extLst>
              </p14:cNvPr>
              <p14:cNvContentPartPr/>
              <p14:nvPr/>
            </p14:nvContentPartPr>
            <p14:xfrm>
              <a:off x="2641680" y="495360"/>
              <a:ext cx="8515800" cy="515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1DA138-A4E0-52C9-10A2-9077F0F4AD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2320" y="486000"/>
                <a:ext cx="8534520" cy="516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41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BC97-4503-4DAD-816E-97C34E77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MQTT Characteristics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ECF7-A120-4E90-AD3A-877910361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259" cy="4351338"/>
          </a:xfrm>
        </p:spPr>
        <p:txBody>
          <a:bodyPr>
            <a:normAutofit fontScale="85000" lnSpcReduction="10000"/>
          </a:bodyPr>
          <a:lstStyle/>
          <a:p>
            <a:r>
              <a:rPr lang="en-IE" dirty="0"/>
              <a:t>Three quality of service levels:</a:t>
            </a:r>
          </a:p>
          <a:p>
            <a:pPr lvl="1"/>
            <a:r>
              <a:rPr lang="en-IE" dirty="0"/>
              <a:t>0 </a:t>
            </a:r>
            <a:br>
              <a:rPr lang="en-IE" dirty="0"/>
            </a:br>
            <a:r>
              <a:rPr lang="en-GB" dirty="0"/>
              <a:t>The message is delivered at most once, without any acknowledgment from the receiver. This means the message is sent, and no retries are attempted if it’s lost in transit.</a:t>
            </a:r>
          </a:p>
          <a:p>
            <a:pPr lvl="1"/>
            <a:r>
              <a:rPr lang="en-IE" dirty="0"/>
              <a:t>1 </a:t>
            </a:r>
            <a:br>
              <a:rPr lang="en-IE" dirty="0"/>
            </a:br>
            <a:r>
              <a:rPr lang="en-GB" dirty="0"/>
              <a:t>The message is delivered at least once, meaning the sender keeps resending the message until it receives an acknowledgment (PUBACK) from the receiver.</a:t>
            </a:r>
            <a:endParaRPr lang="en-IE" dirty="0"/>
          </a:p>
          <a:p>
            <a:pPr lvl="1"/>
            <a:r>
              <a:rPr lang="en-IE" dirty="0"/>
              <a:t>2 </a:t>
            </a:r>
            <a:br>
              <a:rPr lang="en-IE" dirty="0"/>
            </a:br>
            <a:r>
              <a:rPr lang="en-GB" dirty="0"/>
              <a:t>The message is delivered exactly once through a four-step handshake between sender and receiver (using PUBREC, PUBREL, and PUBCOMP messages to ensure no duplication).</a:t>
            </a: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06377-3B66-4DC8-AF63-B154EAD12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459" y="2098675"/>
            <a:ext cx="46101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1CB442-BFF2-4C09-A2DC-52AB52AAB49C}"/>
              </a:ext>
            </a:extLst>
          </p:cNvPr>
          <p:cNvSpPr txBox="1"/>
          <p:nvPr/>
        </p:nvSpPr>
        <p:spPr>
          <a:xfrm>
            <a:off x="6565900" y="5300662"/>
            <a:ext cx="542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https://dzone.com/articles/internet-things-mqtt-quality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A31384-77E6-C9C7-8DF8-C4D0238CB6FD}"/>
                  </a:ext>
                </a:extLst>
              </p14:cNvPr>
              <p14:cNvContentPartPr/>
              <p14:nvPr/>
            </p14:nvContentPartPr>
            <p14:xfrm>
              <a:off x="3289320" y="2698920"/>
              <a:ext cx="4864320" cy="2762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A31384-77E6-C9C7-8DF8-C4D0238CB6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9960" y="2689560"/>
                <a:ext cx="4883040" cy="27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239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555081-9559-4E0E-91F8-C7EE655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 dirty="0">
                <a:solidFill>
                  <a:srgbClr val="FFFFFF"/>
                </a:solidFill>
              </a:rPr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63F4-3A19-4946-8D4D-D7B3EE09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2200" b="0" i="0">
                <a:effectLst/>
                <a:latin typeface="Arial" panose="020B0604020202020204" pitchFamily="34" charset="0"/>
              </a:rPr>
              <a:t>The MQTT protocol uses MQTT Control Packets using the Control Header.</a:t>
            </a:r>
          </a:p>
          <a:p>
            <a:r>
              <a:rPr lang="en-GB" sz="2200" b="0" i="0">
                <a:effectLst/>
                <a:latin typeface="Arial" panose="020B0604020202020204" pitchFamily="34" charset="0"/>
              </a:rPr>
              <a:t>Control Packet consists of three parts:</a:t>
            </a:r>
          </a:p>
          <a:p>
            <a:pPr lvl="1"/>
            <a:r>
              <a:rPr lang="en-GB" sz="2200" b="0" i="0">
                <a:effectLst/>
                <a:latin typeface="Arial" panose="020B0604020202020204" pitchFamily="34" charset="0"/>
              </a:rPr>
              <a:t> </a:t>
            </a:r>
            <a:r>
              <a:rPr lang="en-GB" sz="2200" b="0" i="1">
                <a:effectLst/>
                <a:latin typeface="Arial" panose="020B0604020202020204" pitchFamily="34" charset="0"/>
              </a:rPr>
              <a:t>fixed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(present in all packets), 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variable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Payload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4B1C-BDB4-42B8-9A4D-465324CBF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5" r="18055" b="-2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6CCA9-4612-40EE-9121-84F63007E5F3}"/>
              </a:ext>
            </a:extLst>
          </p:cNvPr>
          <p:cNvSpPr txBox="1"/>
          <p:nvPr/>
        </p:nvSpPr>
        <p:spPr>
          <a:xfrm>
            <a:off x="149845" y="6404454"/>
            <a:ext cx="1210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https://docs.devicewise.com/Content/Products/IoT_Portal_API_Reference_Guide/MQTT_Interface/MQTT-Control-Packets.htm</a:t>
            </a:r>
          </a:p>
        </p:txBody>
      </p:sp>
    </p:spTree>
    <p:extLst>
      <p:ext uri="{BB962C8B-B14F-4D97-AF65-F5344CB8AC3E}">
        <p14:creationId xmlns:p14="http://schemas.microsoft.com/office/powerpoint/2010/main" val="1436555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9312-0C74-4ED4-A7B9-D2CA953D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7918-0ABA-43D7-AE86-4186B5458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MQTT Control Packet Types</a:t>
            </a:r>
            <a:br>
              <a:rPr lang="en-IE" dirty="0"/>
            </a:b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B2DB1-7781-473D-933F-D707FF14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63" y="3111500"/>
            <a:ext cx="10906125" cy="3200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67895E-EF67-1A00-6442-19554E8F96F2}"/>
                  </a:ext>
                </a:extLst>
              </p14:cNvPr>
              <p14:cNvContentPartPr/>
              <p14:nvPr/>
            </p14:nvContentPartPr>
            <p14:xfrm>
              <a:off x="317520" y="2978280"/>
              <a:ext cx="1644840" cy="336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67895E-EF67-1A00-6442-19554E8F96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160" y="2968920"/>
                <a:ext cx="1663560" cy="338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70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C473-5354-468B-A06B-324BB06E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46B77-F832-43E3-BA11-6B2AFE117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927"/>
          <a:stretch/>
        </p:blipFill>
        <p:spPr>
          <a:xfrm>
            <a:off x="3015556" y="2170545"/>
            <a:ext cx="6160888" cy="400641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BA9D0F-F97C-CD68-B2F5-916A17CE0D44}"/>
                  </a:ext>
                </a:extLst>
              </p14:cNvPr>
              <p14:cNvContentPartPr/>
              <p14:nvPr/>
            </p14:nvContentPartPr>
            <p14:xfrm>
              <a:off x="2438280" y="2851200"/>
              <a:ext cx="6172560" cy="3238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BA9D0F-F97C-CD68-B2F5-916A17CE0D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8920" y="2841840"/>
                <a:ext cx="6191280" cy="325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950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2DB4-A344-4D6C-9254-19791FF4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QoS</a:t>
            </a:r>
            <a:br>
              <a:rPr lang="en-GB" dirty="0"/>
            </a:br>
            <a:endParaRPr lang="en-IE" dirty="0"/>
          </a:p>
        </p:txBody>
      </p:sp>
      <p:pic>
        <p:nvPicPr>
          <p:cNvPr id="1026" name="Picture 2" descr="Message delivery at different QoS levels. Source: Patierno 2014, slide 8.">
            <a:extLst>
              <a:ext uri="{FF2B5EF4-FFF2-40B4-BE49-F238E27FC236}">
                <a16:creationId xmlns:a16="http://schemas.microsoft.com/office/drawing/2014/main" id="{9AF0E38C-39AA-439E-959F-DC4D11D566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98" y="1437697"/>
            <a:ext cx="725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BECE9D-1F4A-FCD8-B00B-A98B099B9F00}"/>
                  </a:ext>
                </a:extLst>
              </p14:cNvPr>
              <p14:cNvContentPartPr/>
              <p14:nvPr/>
            </p14:nvContentPartPr>
            <p14:xfrm>
              <a:off x="1727280" y="1790640"/>
              <a:ext cx="6293160" cy="3988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BECE9D-1F4A-FCD8-B00B-A98B099B9F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7920" y="1781280"/>
                <a:ext cx="6311880" cy="400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90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12A1-B25F-4988-B69E-6CE5BC06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Publish-Subscribe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A0B6-D0E0-4B08-ADCC-AECA1DAC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566998"/>
          </a:xfrm>
        </p:spPr>
        <p:txBody>
          <a:bodyPr>
            <a:normAutofit lnSpcReduction="10000"/>
          </a:bodyPr>
          <a:lstStyle/>
          <a:p>
            <a:r>
              <a:rPr lang="en-IE" dirty="0"/>
              <a:t>A published messages may be </a:t>
            </a:r>
            <a:r>
              <a:rPr lang="en-IE" b="1" dirty="0"/>
              <a:t>retained</a:t>
            </a:r>
          </a:p>
          <a:p>
            <a:pPr lvl="1"/>
            <a:r>
              <a:rPr lang="en-GB" dirty="0"/>
              <a:t>Retained messages are used to ensure that when a client subscribes to a topic, it immediately receives the most recent message for that topic</a:t>
            </a:r>
            <a:endParaRPr lang="en-IE" b="1" dirty="0"/>
          </a:p>
          <a:p>
            <a:pPr lvl="1"/>
            <a:r>
              <a:rPr lang="en-IE" dirty="0"/>
              <a:t>A publisher can mark a message as “retained”</a:t>
            </a:r>
          </a:p>
          <a:p>
            <a:pPr lvl="1"/>
            <a:r>
              <a:rPr lang="en-IE" dirty="0"/>
              <a:t>The broker / server remembers the last known good message of a retained topic</a:t>
            </a:r>
          </a:p>
          <a:p>
            <a:pPr lvl="1"/>
            <a:r>
              <a:rPr lang="en-IE" dirty="0"/>
              <a:t>The broker / server gives the last known good message to new subscribers</a:t>
            </a:r>
          </a:p>
          <a:p>
            <a:r>
              <a:rPr lang="en-IE" dirty="0"/>
              <a:t>A Subscription can be </a:t>
            </a:r>
            <a:r>
              <a:rPr lang="en-IE" b="1" dirty="0"/>
              <a:t>durable</a:t>
            </a:r>
          </a:p>
          <a:p>
            <a:pPr lvl="1"/>
            <a:r>
              <a:rPr lang="en-IE" dirty="0"/>
              <a:t>Durable: messages forwarded to subscriber immediately, if subscriber not connected, message is stored and forwarded when connected</a:t>
            </a:r>
          </a:p>
          <a:p>
            <a:pPr lvl="1"/>
            <a:r>
              <a:rPr lang="en-IE" dirty="0"/>
              <a:t>Non-Durable: subscription only active when subscriber is connected to the server / broker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02EEF4-FBF6-C318-FCD8-14EA70B06F2E}"/>
                  </a:ext>
                </a:extLst>
              </p14:cNvPr>
              <p14:cNvContentPartPr/>
              <p14:nvPr/>
            </p14:nvContentPartPr>
            <p14:xfrm>
              <a:off x="888840" y="2470320"/>
              <a:ext cx="9760320" cy="323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02EEF4-FBF6-C318-FCD8-14EA70B06F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9480" y="2460960"/>
                <a:ext cx="9779040" cy="325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9765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2ED0-425F-D519-7261-7B713D2E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30C8-6F71-2D09-6F93-72B76D757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E6F18-A1DC-597D-6D3F-2C758A5D9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8101"/>
            <a:ext cx="9286820" cy="35017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1ED06E-DB8C-720E-37B5-557C4F5E1CB0}"/>
                  </a:ext>
                </a:extLst>
              </p14:cNvPr>
              <p14:cNvContentPartPr/>
              <p14:nvPr/>
            </p14:nvContentPartPr>
            <p14:xfrm>
              <a:off x="3079800" y="2095560"/>
              <a:ext cx="7404480" cy="3892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1ED06E-DB8C-720E-37B5-557C4F5E1C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0440" y="2086200"/>
                <a:ext cx="7423200" cy="391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5276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69B4D0-270A-474D-AFC1-3B5D053C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MQTT Last Will and Testament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C927-225E-4097-9880-F8D42CE4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1700"/>
              <a:t>Notify other clients about an ungraceful disconnected client. </a:t>
            </a:r>
          </a:p>
          <a:p>
            <a:r>
              <a:rPr lang="en-GB" sz="1700"/>
              <a:t>Client can specify its last will message when it connects to a broker.</a:t>
            </a:r>
          </a:p>
          <a:p>
            <a:pPr lvl="1"/>
            <a:r>
              <a:rPr lang="en-GB" sz="1700"/>
              <a:t>normal MQTT message with a topic, retained message flag, QoS, and payload</a:t>
            </a:r>
          </a:p>
          <a:p>
            <a:pPr lvl="1"/>
            <a:r>
              <a:rPr lang="en-GB" sz="1700"/>
              <a:t>When an “ungraceful disconnect” occurs, the broker sends the last-will message to all subscribed clients of the last-will message topic.</a:t>
            </a:r>
          </a:p>
          <a:p>
            <a:endParaRPr lang="en-IE" sz="170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9ECA277-84B1-4416-B5B7-7D617B88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892" y="2893371"/>
            <a:ext cx="4802404" cy="27613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1975B4-3CCC-4500-8394-3F166D7536F9}"/>
              </a:ext>
            </a:extLst>
          </p:cNvPr>
          <p:cNvSpPr txBox="1"/>
          <p:nvPr/>
        </p:nvSpPr>
        <p:spPr>
          <a:xfrm>
            <a:off x="1926803" y="6057609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https://www.hivemq.com/blog/mqtt-essentials-part-9-last-will-and-testament/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3CED8B-DEFF-AD17-B308-DF95F76589D7}"/>
                  </a:ext>
                </a:extLst>
              </p14:cNvPr>
              <p14:cNvContentPartPr/>
              <p14:nvPr/>
            </p14:nvContentPartPr>
            <p14:xfrm>
              <a:off x="2317680" y="2755800"/>
              <a:ext cx="8020440" cy="288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3CED8B-DEFF-AD17-B308-DF95F76589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8320" y="2746440"/>
                <a:ext cx="8039160" cy="290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0902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7F88-2A19-4353-8CCE-E88B4358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/>
              <a:t>MQTT vs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D32-73AB-4DAD-AEDA-3609E639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1107514" cy="4065986"/>
          </a:xfrm>
        </p:spPr>
        <p:txBody>
          <a:bodyPr anchor="t">
            <a:normAutofit/>
          </a:bodyPr>
          <a:lstStyle/>
          <a:p>
            <a:r>
              <a:rPr lang="en-IE" dirty="0"/>
              <a:t>Push delivery of messages / data / events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– low latency push delivery of messages from client to server and </a:t>
            </a:r>
            <a:r>
              <a:rPr lang="en-IE" sz="2800" b="1" dirty="0"/>
              <a:t>server to client. </a:t>
            </a:r>
            <a:r>
              <a:rPr lang="en-IE" sz="2800" dirty="0"/>
              <a:t>Helps bring an event oriented architecture to the web</a:t>
            </a:r>
            <a:endParaRPr lang="en-IE" sz="2800" dirty="0">
              <a:cs typeface="Calibri"/>
            </a:endParaRPr>
          </a:p>
          <a:p>
            <a:pPr lvl="1"/>
            <a:r>
              <a:rPr lang="en-IE" sz="2800" dirty="0"/>
              <a:t>HTTP – push from client to server but poll from server to client</a:t>
            </a:r>
            <a:endParaRPr lang="en-IE" sz="2800" dirty="0">
              <a:cs typeface="Calibri"/>
            </a:endParaRPr>
          </a:p>
          <a:p>
            <a:r>
              <a:rPr lang="en-IE" dirty="0"/>
              <a:t>Reliable delivery over fragile network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will deliver message to QOS even </a:t>
            </a:r>
            <a:r>
              <a:rPr lang="en-IE" sz="2800" b="1" dirty="0"/>
              <a:t>across connection breaks</a:t>
            </a:r>
            <a:endParaRPr lang="en-IE" sz="2800" b="1" dirty="0">
              <a:cs typeface="Calibri"/>
            </a:endParaRPr>
          </a:p>
          <a:p>
            <a:pPr lvl="1"/>
            <a:r>
              <a:rPr lang="en-IE" sz="2800" dirty="0"/>
              <a:t>Decoupling and publish subscribe – </a:t>
            </a:r>
            <a:r>
              <a:rPr lang="en-IE" sz="2800" b="1" dirty="0"/>
              <a:t>one to many delivery</a:t>
            </a:r>
            <a:endParaRPr lang="en-IE" sz="2800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AD3D3-C3E1-4217-AEC7-519ED9BC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8746" y="6356350"/>
            <a:ext cx="4181571" cy="365125"/>
          </a:xfrm>
          <a:effectLst/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E"/>
              <a:t>http://stephendnicholas.com/archives/1217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35B6A0-1396-8EE2-32CF-0D19E15EB705}"/>
                  </a:ext>
                </a:extLst>
              </p14:cNvPr>
              <p14:cNvContentPartPr/>
              <p14:nvPr/>
            </p14:nvContentPartPr>
            <p14:xfrm>
              <a:off x="1542960" y="3263760"/>
              <a:ext cx="9214200" cy="2400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35B6A0-1396-8EE2-32CF-0D19E15EB7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3600" y="3254400"/>
                <a:ext cx="9232920" cy="24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8836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B66-640A-4B9D-84BD-35940EE0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vs HTTP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2D3414-829A-42E4-8C5B-27B5B29F3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628" y="1690688"/>
            <a:ext cx="8049457" cy="37196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51B4AB-0B91-7849-1014-4B673B7890C8}"/>
                  </a:ext>
                </a:extLst>
              </p14:cNvPr>
              <p14:cNvContentPartPr/>
              <p14:nvPr/>
            </p14:nvContentPartPr>
            <p14:xfrm>
              <a:off x="984240" y="2178000"/>
              <a:ext cx="7677360" cy="292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51B4AB-0B91-7849-1014-4B673B7890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4880" y="2168640"/>
                <a:ext cx="7696080" cy="294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3825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CFFC5B-5A0B-416C-A5D9-179A11A2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4" y="3924388"/>
            <a:ext cx="10924863" cy="2870423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A92C1-977B-44F3-901D-4332BA8A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dirty="0"/>
              <a:t>Application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B013-5EBD-4012-8A47-F2093756E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000457" cy="2125043"/>
          </a:xfrm>
        </p:spPr>
        <p:txBody>
          <a:bodyPr anchor="t">
            <a:normAutofit fontScale="92500" lnSpcReduction="20000"/>
          </a:bodyPr>
          <a:lstStyle/>
          <a:p>
            <a:r>
              <a:rPr lang="en-IE" sz="2600" dirty="0"/>
              <a:t>Home care monitoring solution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Home and patient instrumented with sensors.</a:t>
            </a:r>
            <a:endParaRPr lang="en-IE" sz="2600" dirty="0">
              <a:cs typeface="Calibri"/>
            </a:endParaRPr>
          </a:p>
          <a:p>
            <a:pPr lvl="2"/>
            <a:r>
              <a:rPr lang="en-IE" sz="2600" dirty="0"/>
              <a:t>E.g. door motion, blood pressure, pacemaker/defib.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Collected by monitoring service (broker) using MQTT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Subscribed by a health care service in the hospital</a:t>
            </a:r>
            <a:endParaRPr lang="en-IE" sz="2600" dirty="0">
              <a:cs typeface="Calibri"/>
            </a:endParaRPr>
          </a:p>
          <a:p>
            <a:pPr lvl="1"/>
            <a:r>
              <a:rPr lang="en-IE" dirty="0"/>
              <a:t>Alerts relations/health care profs. if anything is out-of-order</a:t>
            </a:r>
            <a:endParaRPr lang="en-IE" dirty="0">
              <a:cs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127C38-1BF7-7BBC-9938-AE7799C0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570" y="828876"/>
            <a:ext cx="4554147" cy="10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7C2F8E-47A8-C1F0-F0A8-25349130EDF0}"/>
                  </a:ext>
                </a:extLst>
              </p14:cNvPr>
              <p14:cNvContentPartPr/>
              <p14:nvPr/>
            </p14:nvContentPartPr>
            <p14:xfrm>
              <a:off x="2787480" y="641520"/>
              <a:ext cx="8598600" cy="3264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7C2F8E-47A8-C1F0-F0A8-25349130ED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8120" y="632160"/>
                <a:ext cx="8617320" cy="32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4669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04415E-5E29-4335-A3C9-731F35A61E89}"/>
              </a:ext>
            </a:extLst>
          </p:cNvPr>
          <p:cNvSpPr/>
          <p:nvPr/>
        </p:nvSpPr>
        <p:spPr>
          <a:xfrm>
            <a:off x="1004711" y="2544967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A72F0-89E2-40FE-A946-4F8512BC8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55" y="3371010"/>
            <a:ext cx="591609" cy="581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F8134-B320-41E2-AA0E-8EA5C8391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11" y="4352746"/>
            <a:ext cx="414939" cy="4257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A91715-4B42-40B9-9FF8-9BA8E68AB1E9}"/>
              </a:ext>
            </a:extLst>
          </p:cNvPr>
          <p:cNvSpPr/>
          <p:nvPr/>
        </p:nvSpPr>
        <p:spPr>
          <a:xfrm>
            <a:off x="1479235" y="2655430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26" name="Picture 2" descr="Antenna Clip Art at Clker.com - vector clip art online, royalty free &amp;  public domain">
            <a:extLst>
              <a:ext uri="{FF2B5EF4-FFF2-40B4-BE49-F238E27FC236}">
                <a16:creationId xmlns:a16="http://schemas.microsoft.com/office/drawing/2014/main" id="{B2A55EAB-7A49-4A58-A1B0-E73E4336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07" y="5232753"/>
            <a:ext cx="347146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Don't CLICK the RED Button ⚠️ : Apps &amp; Games">
            <a:extLst>
              <a:ext uri="{FF2B5EF4-FFF2-40B4-BE49-F238E27FC236}">
                <a16:creationId xmlns:a16="http://schemas.microsoft.com/office/drawing/2014/main" id="{0E3F0F58-974D-4FF9-BA34-0227EECB6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80" y="6101277"/>
            <a:ext cx="399873" cy="3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A7032B-C2C7-4F98-B72A-3B6CD070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56" y="1376655"/>
            <a:ext cx="591609" cy="581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05C29A-22BE-48C1-B97C-DC1D2250E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62" y="2933143"/>
            <a:ext cx="591609" cy="5814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8706A7-1E2A-4FD8-8BC5-8560BC47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18" y="3967929"/>
            <a:ext cx="591609" cy="58140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FA31004F-41D7-4EB9-A8E7-4DD192751693}"/>
              </a:ext>
            </a:extLst>
          </p:cNvPr>
          <p:cNvGrpSpPr/>
          <p:nvPr/>
        </p:nvGrpSpPr>
        <p:grpSpPr>
          <a:xfrm>
            <a:off x="1200120" y="3931569"/>
            <a:ext cx="331920" cy="439200"/>
            <a:chOff x="1200120" y="3931569"/>
            <a:chExt cx="3319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14:cNvPr>
                <p14:cNvContentPartPr/>
                <p14:nvPr/>
              </p14:nvContentPartPr>
              <p14:xfrm>
                <a:off x="1201920" y="3931569"/>
                <a:ext cx="330120" cy="42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600" y="3927249"/>
                  <a:ext cx="3387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14:cNvPr>
                <p14:cNvContentPartPr/>
                <p14:nvPr/>
              </p14:nvContentPartPr>
              <p14:xfrm>
                <a:off x="1200120" y="3967929"/>
                <a:ext cx="278280" cy="40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5800" y="3963609"/>
                  <a:ext cx="28692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14:cNvPr>
              <p14:cNvContentPartPr/>
              <p14:nvPr/>
            </p14:nvContentPartPr>
            <p14:xfrm>
              <a:off x="1592160" y="3227409"/>
              <a:ext cx="11520" cy="217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87840" y="3223089"/>
                <a:ext cx="201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14:cNvPr>
              <p14:cNvContentPartPr/>
              <p14:nvPr/>
            </p14:nvContentPartPr>
            <p14:xfrm>
              <a:off x="1611960" y="2475009"/>
              <a:ext cx="21240" cy="36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7640" y="2470689"/>
                <a:ext cx="29880" cy="44640"/>
              </a:xfrm>
              <a:prstGeom prst="rect">
                <a:avLst/>
              </a:prstGeom>
            </p:spPr>
          </p:pic>
        </mc:Fallback>
      </mc:AlternateContent>
      <p:sp>
        <p:nvSpPr>
          <p:cNvPr id="1074" name="Rectangle 1073">
            <a:extLst>
              <a:ext uri="{FF2B5EF4-FFF2-40B4-BE49-F238E27FC236}">
                <a16:creationId xmlns:a16="http://schemas.microsoft.com/office/drawing/2014/main" id="{F8ED613B-910D-4FAF-845C-CFC9FFDAAA1A}"/>
              </a:ext>
            </a:extLst>
          </p:cNvPr>
          <p:cNvSpPr/>
          <p:nvPr/>
        </p:nvSpPr>
        <p:spPr>
          <a:xfrm>
            <a:off x="4576122" y="4858124"/>
            <a:ext cx="1545000" cy="1292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Server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14:cNvPr>
              <p14:cNvContentPartPr/>
              <p14:nvPr/>
            </p14:nvContentPartPr>
            <p14:xfrm>
              <a:off x="6167400" y="5504409"/>
              <a:ext cx="7920" cy="2160"/>
            </p14:xfrm>
          </p:contentPart>
        </mc:Choice>
        <mc:Fallback xmlns="">
          <p:pic>
            <p:nvPicPr>
              <p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63080" y="5500089"/>
                <a:ext cx="16560" cy="10800"/>
              </a:xfrm>
              <a:prstGeom prst="rect">
                <a:avLst/>
              </a:prstGeom>
            </p:spPr>
          </p:pic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AF0984F6-3C4A-4FF2-9DD3-7DEBC83D08C8}"/>
              </a:ext>
            </a:extLst>
          </p:cNvPr>
          <p:cNvSpPr/>
          <p:nvPr/>
        </p:nvSpPr>
        <p:spPr>
          <a:xfrm>
            <a:off x="9454144" y="2056376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2F20C65-8755-49DF-A69E-2D1BBA8A27DD}"/>
              </a:ext>
            </a:extLst>
          </p:cNvPr>
          <p:cNvSpPr/>
          <p:nvPr/>
        </p:nvSpPr>
        <p:spPr>
          <a:xfrm>
            <a:off x="9928668" y="2166839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7" name="Picture 6" descr="Computer Svg Desktop Computer Svg Desktop Svg Silhouette Dxf | Etsy">
            <a:extLst>
              <a:ext uri="{FF2B5EF4-FFF2-40B4-BE49-F238E27FC236}">
                <a16:creationId xmlns:a16="http://schemas.microsoft.com/office/drawing/2014/main" id="{11A884BC-D4F3-4ABB-99CB-492DC7ED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072" y="448775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49" descr="Shape&#10;&#10;Description automatically generated">
            <a:extLst>
              <a:ext uri="{FF2B5EF4-FFF2-40B4-BE49-F238E27FC236}">
                <a16:creationId xmlns:a16="http://schemas.microsoft.com/office/drawing/2014/main" id="{BAE39909-B389-4826-AB44-736A81B4F01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542" y="4856308"/>
            <a:ext cx="821586" cy="5871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A2D047-EE59-439D-9FDB-D490C9EAD593}"/>
              </a:ext>
            </a:extLst>
          </p:cNvPr>
          <p:cNvSpPr/>
          <p:nvPr/>
        </p:nvSpPr>
        <p:spPr>
          <a:xfrm>
            <a:off x="4518951" y="6356371"/>
            <a:ext cx="1659341" cy="3026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 Devices</a:t>
            </a:r>
            <a:endParaRPr lang="en-I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036344-4ABD-4C72-9C7D-5581E184050A}"/>
              </a:ext>
            </a:extLst>
          </p:cNvPr>
          <p:cNvCxnSpPr>
            <a:cxnSpLocks/>
          </p:cNvCxnSpPr>
          <p:nvPr/>
        </p:nvCxnSpPr>
        <p:spPr>
          <a:xfrm flipH="1" flipV="1">
            <a:off x="1532040" y="6313079"/>
            <a:ext cx="2778607" cy="188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DA2E29-D6F1-45AA-8742-C4D3419BBFD7}"/>
              </a:ext>
            </a:extLst>
          </p:cNvPr>
          <p:cNvCxnSpPr>
            <a:cxnSpLocks/>
          </p:cNvCxnSpPr>
          <p:nvPr/>
        </p:nvCxnSpPr>
        <p:spPr>
          <a:xfrm flipV="1">
            <a:off x="6303029" y="5232753"/>
            <a:ext cx="2778341" cy="1268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1C9CB6E-7CE2-4E9B-980C-27E242401B57}"/>
              </a:ext>
            </a:extLst>
          </p:cNvPr>
          <p:cNvSpPr/>
          <p:nvPr/>
        </p:nvSpPr>
        <p:spPr>
          <a:xfrm>
            <a:off x="4436659" y="270809"/>
            <a:ext cx="1659341" cy="5814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Infrastructure Devices</a:t>
            </a:r>
            <a:endParaRPr lang="en-I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95E999-8EF3-41A4-8B15-B26BBE86D222}"/>
              </a:ext>
            </a:extLst>
          </p:cNvPr>
          <p:cNvCxnSpPr>
            <a:stCxn id="32" idx="1"/>
          </p:cNvCxnSpPr>
          <p:nvPr/>
        </p:nvCxnSpPr>
        <p:spPr>
          <a:xfrm flipH="1">
            <a:off x="2161822" y="561514"/>
            <a:ext cx="2274837" cy="198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0DEB19-E741-41BE-9421-F42CDB360534}"/>
              </a:ext>
            </a:extLst>
          </p:cNvPr>
          <p:cNvCxnSpPr/>
          <p:nvPr/>
        </p:nvCxnSpPr>
        <p:spPr>
          <a:xfrm flipH="1">
            <a:off x="4759890" y="958201"/>
            <a:ext cx="292928" cy="319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96E501-E1B7-440D-A00A-2B0CDE1A056C}"/>
              </a:ext>
            </a:extLst>
          </p:cNvPr>
          <p:cNvCxnSpPr/>
          <p:nvPr/>
        </p:nvCxnSpPr>
        <p:spPr>
          <a:xfrm>
            <a:off x="5423770" y="920663"/>
            <a:ext cx="576197" cy="394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19BFE2F8-DC95-4F1D-8CF7-52BE4AB6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7" y="1474967"/>
            <a:ext cx="591609" cy="5814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393DB95-505F-4C6A-A319-D7DF1000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38" y="2847591"/>
            <a:ext cx="591609" cy="5814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7A81A0A-FD63-43CF-AAD2-E8532980F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754" y="2924220"/>
            <a:ext cx="591609" cy="5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4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074" grpId="0" animBg="1"/>
      <p:bldP spid="144" grpId="0" animBg="1"/>
      <p:bldP spid="146" grpId="0" animBg="1"/>
      <p:bldP spid="2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266F-69E5-DCA6-69CA-E7AD5AE0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C18E-046D-EB01-3D76-4A69A83C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51F8F-B69D-4A68-47C2-19D729B69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78" y="1271134"/>
            <a:ext cx="9426357" cy="534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Widescreen</PresentationFormat>
  <Paragraphs>121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roboto</vt:lpstr>
      <vt:lpstr>Wingdings</vt:lpstr>
      <vt:lpstr>Office Theme</vt:lpstr>
      <vt:lpstr>Indirect Messaging</vt:lpstr>
      <vt:lpstr>Using the “Middleman”</vt:lpstr>
      <vt:lpstr>MQTT</vt:lpstr>
      <vt:lpstr>MQTT – publish subscribe</vt:lpstr>
      <vt:lpstr>MQTT is Open Source</vt:lpstr>
      <vt:lpstr>Publish Subscribe Process</vt:lpstr>
      <vt:lpstr>MQTT Topics</vt:lpstr>
      <vt:lpstr>MQTT Characteristics </vt:lpstr>
      <vt:lpstr>MQTT Characteristics</vt:lpstr>
      <vt:lpstr>MQTT Control Packets</vt:lpstr>
      <vt:lpstr>MQTT Control Packets</vt:lpstr>
      <vt:lpstr>Connection</vt:lpstr>
      <vt:lpstr>MQTT QoS </vt:lpstr>
      <vt:lpstr>Publish-Subscribe Characteristics</vt:lpstr>
      <vt:lpstr>PowerPoint Presentation</vt:lpstr>
      <vt:lpstr>MQTT Last Will and Testament</vt:lpstr>
      <vt:lpstr>MQTT vs HTTP</vt:lpstr>
      <vt:lpstr>MQTT vs HTTP</vt:lpstr>
      <vt:lpstr>Application Example</vt:lpstr>
      <vt:lpstr>PowerPoint Presentation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APIs and Indirect Messaging</dc:title>
  <dc:creator>Frank X Walsh</dc:creator>
  <cp:lastModifiedBy>Frank X Walsh</cp:lastModifiedBy>
  <cp:revision>19</cp:revision>
  <dcterms:created xsi:type="dcterms:W3CDTF">2020-10-19T10:45:15Z</dcterms:created>
  <dcterms:modified xsi:type="dcterms:W3CDTF">2025-11-12T16:41:04Z</dcterms:modified>
</cp:coreProperties>
</file>