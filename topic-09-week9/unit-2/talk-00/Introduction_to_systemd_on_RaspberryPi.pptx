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6" r:id="rId3"/>
    <p:sldId id="257" r:id="rId4"/>
    <p:sldId id="258" r:id="rId5"/>
    <p:sldId id="261" r:id="rId6"/>
    <p:sldId id="259" r:id="rId7"/>
    <p:sldId id="265" r:id="rId8"/>
    <p:sldId id="263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8DAE4F-472C-4044-AAA2-92BAC497D02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118E3E-D36F-431B-BC93-F78304DC23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your Raspberry Pi boots up, systemd manages the startup process.</a:t>
          </a:r>
        </a:p>
      </dgm:t>
    </dgm:pt>
    <dgm:pt modelId="{8EB111F8-278B-402C-BDE1-CBACAC7269E2}" type="parTrans" cxnId="{26A27CA2-A717-4CBE-B23D-532D24FBFACC}">
      <dgm:prSet/>
      <dgm:spPr/>
      <dgm:t>
        <a:bodyPr/>
        <a:lstStyle/>
        <a:p>
          <a:endParaRPr lang="en-US"/>
        </a:p>
      </dgm:t>
    </dgm:pt>
    <dgm:pt modelId="{55EB0A0D-1E94-4EEC-8007-14318BE14833}" type="sibTrans" cxnId="{26A27CA2-A717-4CBE-B23D-532D24FBFACC}">
      <dgm:prSet/>
      <dgm:spPr/>
      <dgm:t>
        <a:bodyPr/>
        <a:lstStyle/>
        <a:p>
          <a:endParaRPr lang="en-US"/>
        </a:p>
      </dgm:t>
    </dgm:pt>
    <dgm:pt modelId="{F38FCA42-9EDB-475F-9401-70F67C369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systemd is the init system used by Raspberry Pi OS. It starts, stops, and manages services that run automatically in the background.</a:t>
          </a:r>
        </a:p>
      </dgm:t>
    </dgm:pt>
    <dgm:pt modelId="{21CC569E-4602-4792-9227-B2F20B865238}" type="parTrans" cxnId="{E8DF5922-62BE-4D63-8251-B7239726BC57}">
      <dgm:prSet/>
      <dgm:spPr/>
      <dgm:t>
        <a:bodyPr/>
        <a:lstStyle/>
        <a:p>
          <a:endParaRPr lang="en-US"/>
        </a:p>
      </dgm:t>
    </dgm:pt>
    <dgm:pt modelId="{EAF564E0-D742-4100-BB3C-89F5EE364244}" type="sibTrans" cxnId="{E8DF5922-62BE-4D63-8251-B7239726BC57}">
      <dgm:prSet/>
      <dgm:spPr/>
      <dgm:t>
        <a:bodyPr/>
        <a:lstStyle/>
        <a:p>
          <a:endParaRPr lang="en-US"/>
        </a:p>
      </dgm:t>
    </dgm:pt>
    <dgm:pt modelId="{A98EC777-E70E-4F1A-80D8-DFA7DD25F1C7}" type="pres">
      <dgm:prSet presAssocID="{328DAE4F-472C-4044-AAA2-92BAC497D02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DAF514-C6FA-400D-BCCB-20E5186F1CA0}" type="pres">
      <dgm:prSet presAssocID="{B5118E3E-D36F-431B-BC93-F78304DC2345}" presName="hierRoot1" presStyleCnt="0"/>
      <dgm:spPr/>
    </dgm:pt>
    <dgm:pt modelId="{3735BEFF-D3D3-41D5-8E9A-924333EBDF46}" type="pres">
      <dgm:prSet presAssocID="{B5118E3E-D36F-431B-BC93-F78304DC2345}" presName="composite" presStyleCnt="0"/>
      <dgm:spPr/>
    </dgm:pt>
    <dgm:pt modelId="{39116D8C-7143-4E9E-AF05-B78E149196A2}" type="pres">
      <dgm:prSet presAssocID="{B5118E3E-D36F-431B-BC93-F78304DC2345}" presName="background" presStyleLbl="node0" presStyleIdx="0" presStyleCnt="2"/>
      <dgm:spPr/>
    </dgm:pt>
    <dgm:pt modelId="{778B12E8-DB92-419F-9D6A-62CB17B0AD8B}" type="pres">
      <dgm:prSet presAssocID="{B5118E3E-D36F-431B-BC93-F78304DC2345}" presName="text" presStyleLbl="fgAcc0" presStyleIdx="0" presStyleCnt="2">
        <dgm:presLayoutVars>
          <dgm:chPref val="3"/>
        </dgm:presLayoutVars>
      </dgm:prSet>
      <dgm:spPr/>
    </dgm:pt>
    <dgm:pt modelId="{475843C5-EC14-4827-8086-16B2DD2D7064}" type="pres">
      <dgm:prSet presAssocID="{B5118E3E-D36F-431B-BC93-F78304DC2345}" presName="hierChild2" presStyleCnt="0"/>
      <dgm:spPr/>
    </dgm:pt>
    <dgm:pt modelId="{7B13FCD6-77CE-48AB-9B24-9ED5800ABC66}" type="pres">
      <dgm:prSet presAssocID="{F38FCA42-9EDB-475F-9401-70F67C369181}" presName="hierRoot1" presStyleCnt="0"/>
      <dgm:spPr/>
    </dgm:pt>
    <dgm:pt modelId="{A5F45893-7F1A-4F50-8787-F416B5BFBAA7}" type="pres">
      <dgm:prSet presAssocID="{F38FCA42-9EDB-475F-9401-70F67C369181}" presName="composite" presStyleCnt="0"/>
      <dgm:spPr/>
    </dgm:pt>
    <dgm:pt modelId="{12B2699F-6287-40BE-9F13-58FE291433FA}" type="pres">
      <dgm:prSet presAssocID="{F38FCA42-9EDB-475F-9401-70F67C369181}" presName="background" presStyleLbl="node0" presStyleIdx="1" presStyleCnt="2"/>
      <dgm:spPr/>
    </dgm:pt>
    <dgm:pt modelId="{7801EEA1-A448-4D6D-8C5F-E45889C4CC67}" type="pres">
      <dgm:prSet presAssocID="{F38FCA42-9EDB-475F-9401-70F67C369181}" presName="text" presStyleLbl="fgAcc0" presStyleIdx="1" presStyleCnt="2">
        <dgm:presLayoutVars>
          <dgm:chPref val="3"/>
        </dgm:presLayoutVars>
      </dgm:prSet>
      <dgm:spPr/>
    </dgm:pt>
    <dgm:pt modelId="{69E22398-F629-4F24-AFE6-05F4016C5E7A}" type="pres">
      <dgm:prSet presAssocID="{F38FCA42-9EDB-475F-9401-70F67C369181}" presName="hierChild2" presStyleCnt="0"/>
      <dgm:spPr/>
    </dgm:pt>
  </dgm:ptLst>
  <dgm:cxnLst>
    <dgm:cxn modelId="{E8DF5922-62BE-4D63-8251-B7239726BC57}" srcId="{328DAE4F-472C-4044-AAA2-92BAC497D02C}" destId="{F38FCA42-9EDB-475F-9401-70F67C369181}" srcOrd="1" destOrd="0" parTransId="{21CC569E-4602-4792-9227-B2F20B865238}" sibTransId="{EAF564E0-D742-4100-BB3C-89F5EE364244}"/>
    <dgm:cxn modelId="{6BC8A265-891F-4853-A553-4DD205FAF615}" type="presOf" srcId="{F38FCA42-9EDB-475F-9401-70F67C369181}" destId="{7801EEA1-A448-4D6D-8C5F-E45889C4CC67}" srcOrd="0" destOrd="0" presId="urn:microsoft.com/office/officeart/2005/8/layout/hierarchy1"/>
    <dgm:cxn modelId="{78DF7F7D-01C1-4B05-895F-E63B02422C25}" type="presOf" srcId="{328DAE4F-472C-4044-AAA2-92BAC497D02C}" destId="{A98EC777-E70E-4F1A-80D8-DFA7DD25F1C7}" srcOrd="0" destOrd="0" presId="urn:microsoft.com/office/officeart/2005/8/layout/hierarchy1"/>
    <dgm:cxn modelId="{44347B9E-D251-4784-A691-7B2244D98368}" type="presOf" srcId="{B5118E3E-D36F-431B-BC93-F78304DC2345}" destId="{778B12E8-DB92-419F-9D6A-62CB17B0AD8B}" srcOrd="0" destOrd="0" presId="urn:microsoft.com/office/officeart/2005/8/layout/hierarchy1"/>
    <dgm:cxn modelId="{26A27CA2-A717-4CBE-B23D-532D24FBFACC}" srcId="{328DAE4F-472C-4044-AAA2-92BAC497D02C}" destId="{B5118E3E-D36F-431B-BC93-F78304DC2345}" srcOrd="0" destOrd="0" parTransId="{8EB111F8-278B-402C-BDE1-CBACAC7269E2}" sibTransId="{55EB0A0D-1E94-4EEC-8007-14318BE14833}"/>
    <dgm:cxn modelId="{7D0509AC-40D9-4C65-9A4A-8117480BF166}" type="presParOf" srcId="{A98EC777-E70E-4F1A-80D8-DFA7DD25F1C7}" destId="{35DAF514-C6FA-400D-BCCB-20E5186F1CA0}" srcOrd="0" destOrd="0" presId="urn:microsoft.com/office/officeart/2005/8/layout/hierarchy1"/>
    <dgm:cxn modelId="{9DBE8D65-F763-4B0D-9DBF-3E221053C1D9}" type="presParOf" srcId="{35DAF514-C6FA-400D-BCCB-20E5186F1CA0}" destId="{3735BEFF-D3D3-41D5-8E9A-924333EBDF46}" srcOrd="0" destOrd="0" presId="urn:microsoft.com/office/officeart/2005/8/layout/hierarchy1"/>
    <dgm:cxn modelId="{A0484211-B69E-45D7-94AD-5F839B5F8519}" type="presParOf" srcId="{3735BEFF-D3D3-41D5-8E9A-924333EBDF46}" destId="{39116D8C-7143-4E9E-AF05-B78E149196A2}" srcOrd="0" destOrd="0" presId="urn:microsoft.com/office/officeart/2005/8/layout/hierarchy1"/>
    <dgm:cxn modelId="{CCD1C830-DE6C-4E74-8529-F0E2E2B8CCF7}" type="presParOf" srcId="{3735BEFF-D3D3-41D5-8E9A-924333EBDF46}" destId="{778B12E8-DB92-419F-9D6A-62CB17B0AD8B}" srcOrd="1" destOrd="0" presId="urn:microsoft.com/office/officeart/2005/8/layout/hierarchy1"/>
    <dgm:cxn modelId="{4A431D3D-42D7-458B-92BD-A6AD04CAD4B3}" type="presParOf" srcId="{35DAF514-C6FA-400D-BCCB-20E5186F1CA0}" destId="{475843C5-EC14-4827-8086-16B2DD2D7064}" srcOrd="1" destOrd="0" presId="urn:microsoft.com/office/officeart/2005/8/layout/hierarchy1"/>
    <dgm:cxn modelId="{BCF026D7-110F-4321-924F-4EF5F93ED3B9}" type="presParOf" srcId="{A98EC777-E70E-4F1A-80D8-DFA7DD25F1C7}" destId="{7B13FCD6-77CE-48AB-9B24-9ED5800ABC66}" srcOrd="1" destOrd="0" presId="urn:microsoft.com/office/officeart/2005/8/layout/hierarchy1"/>
    <dgm:cxn modelId="{E75C2544-2340-412B-BB49-E09AA3298983}" type="presParOf" srcId="{7B13FCD6-77CE-48AB-9B24-9ED5800ABC66}" destId="{A5F45893-7F1A-4F50-8787-F416B5BFBAA7}" srcOrd="0" destOrd="0" presId="urn:microsoft.com/office/officeart/2005/8/layout/hierarchy1"/>
    <dgm:cxn modelId="{70B27A50-8B5E-4164-879A-115D091B7BE2}" type="presParOf" srcId="{A5F45893-7F1A-4F50-8787-F416B5BFBAA7}" destId="{12B2699F-6287-40BE-9F13-58FE291433FA}" srcOrd="0" destOrd="0" presId="urn:microsoft.com/office/officeart/2005/8/layout/hierarchy1"/>
    <dgm:cxn modelId="{A03B6B18-0E1D-445B-BE8E-FCAB5655DA02}" type="presParOf" srcId="{A5F45893-7F1A-4F50-8787-F416B5BFBAA7}" destId="{7801EEA1-A448-4D6D-8C5F-E45889C4CC67}" srcOrd="1" destOrd="0" presId="urn:microsoft.com/office/officeart/2005/8/layout/hierarchy1"/>
    <dgm:cxn modelId="{86C33BC7-7D95-41AD-9C44-24D7935A896A}" type="presParOf" srcId="{7B13FCD6-77CE-48AB-9B24-9ED5800ABC66}" destId="{69E22398-F629-4F24-AFE6-05F4016C5E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53F5F6-9BE2-4C33-83D1-2F9ACE78149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3B0570-3E32-41DF-9E7D-9B05931B4CED}">
      <dgm:prSet/>
      <dgm:spPr/>
      <dgm:t>
        <a:bodyPr/>
        <a:lstStyle/>
        <a:p>
          <a:r>
            <a:rPr lang="en-US" dirty="0"/>
            <a:t>Think of </a:t>
          </a:r>
          <a:r>
            <a:rPr lang="en-US" dirty="0" err="1"/>
            <a:t>systemd</a:t>
          </a:r>
          <a:r>
            <a:rPr lang="en-US" dirty="0"/>
            <a:t> as the conductor of the Linux orchestra:</a:t>
          </a:r>
        </a:p>
      </dgm:t>
    </dgm:pt>
    <dgm:pt modelId="{AE24DECA-401F-4BC0-AE1A-A053405799E3}" type="parTrans" cxnId="{42E48E90-C7B9-49DB-ADFC-4084EED804E7}">
      <dgm:prSet/>
      <dgm:spPr/>
      <dgm:t>
        <a:bodyPr/>
        <a:lstStyle/>
        <a:p>
          <a:endParaRPr lang="en-US"/>
        </a:p>
      </dgm:t>
    </dgm:pt>
    <dgm:pt modelId="{8DAF1067-5F0F-4201-AD99-BD96B4033DEA}" type="sibTrans" cxnId="{42E48E90-C7B9-49DB-ADFC-4084EED804E7}">
      <dgm:prSet/>
      <dgm:spPr/>
      <dgm:t>
        <a:bodyPr/>
        <a:lstStyle/>
        <a:p>
          <a:endParaRPr lang="en-US"/>
        </a:p>
      </dgm:t>
    </dgm:pt>
    <dgm:pt modelId="{7C5662FA-E138-46B1-BD37-BCE20ECEE1F6}">
      <dgm:prSet/>
      <dgm:spPr/>
      <dgm:t>
        <a:bodyPr/>
        <a:lstStyle/>
        <a:p>
          <a:r>
            <a:rPr lang="en-US" dirty="0"/>
            <a:t>Starts services at boot</a:t>
          </a:r>
        </a:p>
      </dgm:t>
    </dgm:pt>
    <dgm:pt modelId="{D46225DF-E635-4640-B409-5E34243D79E7}" type="parTrans" cxnId="{13D3DB58-B9A7-4956-BEA4-1AB859969074}">
      <dgm:prSet/>
      <dgm:spPr/>
      <dgm:t>
        <a:bodyPr/>
        <a:lstStyle/>
        <a:p>
          <a:endParaRPr lang="en-US"/>
        </a:p>
      </dgm:t>
    </dgm:pt>
    <dgm:pt modelId="{C8605009-B5BD-4998-8DFA-F3A228530994}" type="sibTrans" cxnId="{13D3DB58-B9A7-4956-BEA4-1AB859969074}">
      <dgm:prSet/>
      <dgm:spPr/>
      <dgm:t>
        <a:bodyPr/>
        <a:lstStyle/>
        <a:p>
          <a:endParaRPr lang="en-US"/>
        </a:p>
      </dgm:t>
    </dgm:pt>
    <dgm:pt modelId="{FFA1F188-3A9A-4381-90B0-636F507C3CD1}">
      <dgm:prSet/>
      <dgm:spPr/>
      <dgm:t>
        <a:bodyPr/>
        <a:lstStyle/>
        <a:p>
          <a:r>
            <a:rPr lang="en-US"/>
            <a:t>Ensures they start in the right order</a:t>
          </a:r>
        </a:p>
      </dgm:t>
    </dgm:pt>
    <dgm:pt modelId="{071FFE6A-6B41-4C52-91A3-A12F297216F2}" type="parTrans" cxnId="{183931EE-F893-48AB-BE15-CD7A7824CE1E}">
      <dgm:prSet/>
      <dgm:spPr/>
      <dgm:t>
        <a:bodyPr/>
        <a:lstStyle/>
        <a:p>
          <a:endParaRPr lang="en-US"/>
        </a:p>
      </dgm:t>
    </dgm:pt>
    <dgm:pt modelId="{DE276E75-E837-43D4-B82F-F4FB9C8A1F7B}" type="sibTrans" cxnId="{183931EE-F893-48AB-BE15-CD7A7824CE1E}">
      <dgm:prSet/>
      <dgm:spPr/>
      <dgm:t>
        <a:bodyPr/>
        <a:lstStyle/>
        <a:p>
          <a:endParaRPr lang="en-US"/>
        </a:p>
      </dgm:t>
    </dgm:pt>
    <dgm:pt modelId="{997D6AB7-CE32-4CFD-A9DA-22159EA5B6C0}">
      <dgm:prSet/>
      <dgm:spPr/>
      <dgm:t>
        <a:bodyPr/>
        <a:lstStyle/>
        <a:p>
          <a:r>
            <a:rPr lang="en-US"/>
            <a:t>Restarts services if they crash</a:t>
          </a:r>
        </a:p>
      </dgm:t>
    </dgm:pt>
    <dgm:pt modelId="{F6B6B5A6-5AD7-478E-9953-18A44453915A}" type="parTrans" cxnId="{194926EA-8CCD-4DBA-8716-E029121FA2E7}">
      <dgm:prSet/>
      <dgm:spPr/>
      <dgm:t>
        <a:bodyPr/>
        <a:lstStyle/>
        <a:p>
          <a:endParaRPr lang="en-US"/>
        </a:p>
      </dgm:t>
    </dgm:pt>
    <dgm:pt modelId="{7AE75029-521D-4798-977A-6D38B524CF2C}" type="sibTrans" cxnId="{194926EA-8CCD-4DBA-8716-E029121FA2E7}">
      <dgm:prSet/>
      <dgm:spPr/>
      <dgm:t>
        <a:bodyPr/>
        <a:lstStyle/>
        <a:p>
          <a:endParaRPr lang="en-US"/>
        </a:p>
      </dgm:t>
    </dgm:pt>
    <dgm:pt modelId="{2011B80A-125C-4850-81BF-BAEBF7BC7DAA}">
      <dgm:prSet/>
      <dgm:spPr/>
      <dgm:t>
        <a:bodyPr/>
        <a:lstStyle/>
        <a:p>
          <a:r>
            <a:rPr lang="en-US"/>
            <a:t>Allows manual control using commands</a:t>
          </a:r>
        </a:p>
      </dgm:t>
    </dgm:pt>
    <dgm:pt modelId="{CE8CADC9-E0D9-49FF-83DA-BC5C97D4E557}" type="parTrans" cxnId="{12B628F4-B592-483B-858C-1B753610D643}">
      <dgm:prSet/>
      <dgm:spPr/>
      <dgm:t>
        <a:bodyPr/>
        <a:lstStyle/>
        <a:p>
          <a:endParaRPr lang="en-US"/>
        </a:p>
      </dgm:t>
    </dgm:pt>
    <dgm:pt modelId="{BBD7C874-3B98-477E-9AC4-33E72350F72C}" type="sibTrans" cxnId="{12B628F4-B592-483B-858C-1B753610D643}">
      <dgm:prSet/>
      <dgm:spPr/>
      <dgm:t>
        <a:bodyPr/>
        <a:lstStyle/>
        <a:p>
          <a:endParaRPr lang="en-US"/>
        </a:p>
      </dgm:t>
    </dgm:pt>
    <dgm:pt modelId="{869AA933-B268-4496-B1F6-848F6A13EFF3}" type="pres">
      <dgm:prSet presAssocID="{3153F5F6-9BE2-4C33-83D1-2F9ACE78149B}" presName="diagram" presStyleCnt="0">
        <dgm:presLayoutVars>
          <dgm:dir/>
          <dgm:resizeHandles val="exact"/>
        </dgm:presLayoutVars>
      </dgm:prSet>
      <dgm:spPr/>
    </dgm:pt>
    <dgm:pt modelId="{19EFDF8B-7ACD-4258-BC73-E5BA0FFAB209}" type="pres">
      <dgm:prSet presAssocID="{D03B0570-3E32-41DF-9E7D-9B05931B4CED}" presName="node" presStyleLbl="node1" presStyleIdx="0" presStyleCnt="1">
        <dgm:presLayoutVars>
          <dgm:bulletEnabled val="1"/>
        </dgm:presLayoutVars>
      </dgm:prSet>
      <dgm:spPr/>
    </dgm:pt>
  </dgm:ptLst>
  <dgm:cxnLst>
    <dgm:cxn modelId="{D45F0F1A-5849-44F5-80F0-F92F0FB4D7E9}" type="presOf" srcId="{3153F5F6-9BE2-4C33-83D1-2F9ACE78149B}" destId="{869AA933-B268-4496-B1F6-848F6A13EFF3}" srcOrd="0" destOrd="0" presId="urn:microsoft.com/office/officeart/2005/8/layout/default"/>
    <dgm:cxn modelId="{18816A5F-CB4A-4BE7-B9AD-2DEF23394ACD}" type="presOf" srcId="{D03B0570-3E32-41DF-9E7D-9B05931B4CED}" destId="{19EFDF8B-7ACD-4258-BC73-E5BA0FFAB209}" srcOrd="0" destOrd="0" presId="urn:microsoft.com/office/officeart/2005/8/layout/default"/>
    <dgm:cxn modelId="{BB070350-F222-4669-87B3-6B61A15EA343}" type="presOf" srcId="{2011B80A-125C-4850-81BF-BAEBF7BC7DAA}" destId="{19EFDF8B-7ACD-4258-BC73-E5BA0FFAB209}" srcOrd="0" destOrd="4" presId="urn:microsoft.com/office/officeart/2005/8/layout/default"/>
    <dgm:cxn modelId="{13D3DB58-B9A7-4956-BEA4-1AB859969074}" srcId="{D03B0570-3E32-41DF-9E7D-9B05931B4CED}" destId="{7C5662FA-E138-46B1-BD37-BCE20ECEE1F6}" srcOrd="0" destOrd="0" parTransId="{D46225DF-E635-4640-B409-5E34243D79E7}" sibTransId="{C8605009-B5BD-4998-8DFA-F3A228530994}"/>
    <dgm:cxn modelId="{42E48E90-C7B9-49DB-ADFC-4084EED804E7}" srcId="{3153F5F6-9BE2-4C33-83D1-2F9ACE78149B}" destId="{D03B0570-3E32-41DF-9E7D-9B05931B4CED}" srcOrd="0" destOrd="0" parTransId="{AE24DECA-401F-4BC0-AE1A-A053405799E3}" sibTransId="{8DAF1067-5F0F-4201-AD99-BD96B4033DEA}"/>
    <dgm:cxn modelId="{75FEFBA8-2269-41A4-B765-C2A643F4A9EC}" type="presOf" srcId="{7C5662FA-E138-46B1-BD37-BCE20ECEE1F6}" destId="{19EFDF8B-7ACD-4258-BC73-E5BA0FFAB209}" srcOrd="0" destOrd="1" presId="urn:microsoft.com/office/officeart/2005/8/layout/default"/>
    <dgm:cxn modelId="{73A951AC-FF08-488E-B495-444AB08D67B2}" type="presOf" srcId="{FFA1F188-3A9A-4381-90B0-636F507C3CD1}" destId="{19EFDF8B-7ACD-4258-BC73-E5BA0FFAB209}" srcOrd="0" destOrd="2" presId="urn:microsoft.com/office/officeart/2005/8/layout/default"/>
    <dgm:cxn modelId="{3D8CB2D3-07B5-4A33-8D3B-9359E9EF8991}" type="presOf" srcId="{997D6AB7-CE32-4CFD-A9DA-22159EA5B6C0}" destId="{19EFDF8B-7ACD-4258-BC73-E5BA0FFAB209}" srcOrd="0" destOrd="3" presId="urn:microsoft.com/office/officeart/2005/8/layout/default"/>
    <dgm:cxn modelId="{194926EA-8CCD-4DBA-8716-E029121FA2E7}" srcId="{D03B0570-3E32-41DF-9E7D-9B05931B4CED}" destId="{997D6AB7-CE32-4CFD-A9DA-22159EA5B6C0}" srcOrd="2" destOrd="0" parTransId="{F6B6B5A6-5AD7-478E-9953-18A44453915A}" sibTransId="{7AE75029-521D-4798-977A-6D38B524CF2C}"/>
    <dgm:cxn modelId="{183931EE-F893-48AB-BE15-CD7A7824CE1E}" srcId="{D03B0570-3E32-41DF-9E7D-9B05931B4CED}" destId="{FFA1F188-3A9A-4381-90B0-636F507C3CD1}" srcOrd="1" destOrd="0" parTransId="{071FFE6A-6B41-4C52-91A3-A12F297216F2}" sibTransId="{DE276E75-E837-43D4-B82F-F4FB9C8A1F7B}"/>
    <dgm:cxn modelId="{12B628F4-B592-483B-858C-1B753610D643}" srcId="{D03B0570-3E32-41DF-9E7D-9B05931B4CED}" destId="{2011B80A-125C-4850-81BF-BAEBF7BC7DAA}" srcOrd="3" destOrd="0" parTransId="{CE8CADC9-E0D9-49FF-83DA-BC5C97D4E557}" sibTransId="{BBD7C874-3B98-477E-9AC4-33E72350F72C}"/>
    <dgm:cxn modelId="{8A4CC330-A16B-48CD-820E-E48F0EFD1E0C}" type="presParOf" srcId="{869AA933-B268-4496-B1F6-848F6A13EFF3}" destId="{19EFDF8B-7ACD-4258-BC73-E5BA0FFAB20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11DD17-8E43-4DD1-BB59-090CA691276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8FBF06B-1C9B-460B-9BDC-ACA9214B2706}">
      <dgm:prSet/>
      <dgm:spPr/>
      <dgm:t>
        <a:bodyPr/>
        <a:lstStyle/>
        <a:p>
          <a:r>
            <a:rPr lang="en-US"/>
            <a:t>If you’ve written a Python app (like a web API or sensor collector), you can use systemd to:</a:t>
          </a:r>
        </a:p>
      </dgm:t>
    </dgm:pt>
    <dgm:pt modelId="{5E166077-D8E6-4920-8793-5BC87FB9A8EF}" type="parTrans" cxnId="{582F1E16-3957-4F4B-AABA-A72A221D07D5}">
      <dgm:prSet/>
      <dgm:spPr/>
      <dgm:t>
        <a:bodyPr/>
        <a:lstStyle/>
        <a:p>
          <a:endParaRPr lang="en-US"/>
        </a:p>
      </dgm:t>
    </dgm:pt>
    <dgm:pt modelId="{5BBCA71A-6FC1-430A-8D21-62D7E06C367A}" type="sibTrans" cxnId="{582F1E16-3957-4F4B-AABA-A72A221D07D5}">
      <dgm:prSet/>
      <dgm:spPr/>
      <dgm:t>
        <a:bodyPr/>
        <a:lstStyle/>
        <a:p>
          <a:endParaRPr lang="en-US"/>
        </a:p>
      </dgm:t>
    </dgm:pt>
    <dgm:pt modelId="{DE0AC3C0-E3B7-4C4D-B13D-BFEB097B0553}">
      <dgm:prSet/>
      <dgm:spPr/>
      <dgm:t>
        <a:bodyPr/>
        <a:lstStyle/>
        <a:p>
          <a:r>
            <a:rPr lang="en-US"/>
            <a:t>Start it automatically at boot</a:t>
          </a:r>
        </a:p>
      </dgm:t>
    </dgm:pt>
    <dgm:pt modelId="{2643DD00-AA45-4CCD-9C7C-73D391F5B417}" type="parTrans" cxnId="{11D9293B-CEDE-47DD-9941-856215B11197}">
      <dgm:prSet/>
      <dgm:spPr/>
      <dgm:t>
        <a:bodyPr/>
        <a:lstStyle/>
        <a:p>
          <a:endParaRPr lang="en-US"/>
        </a:p>
      </dgm:t>
    </dgm:pt>
    <dgm:pt modelId="{9C0BCDFE-40E6-4B17-B715-1A42A05216B8}" type="sibTrans" cxnId="{11D9293B-CEDE-47DD-9941-856215B11197}">
      <dgm:prSet/>
      <dgm:spPr/>
      <dgm:t>
        <a:bodyPr/>
        <a:lstStyle/>
        <a:p>
          <a:endParaRPr lang="en-US"/>
        </a:p>
      </dgm:t>
    </dgm:pt>
    <dgm:pt modelId="{D3DCA403-6AEC-485C-865E-121C1FEE5E19}">
      <dgm:prSet/>
      <dgm:spPr/>
      <dgm:t>
        <a:bodyPr/>
        <a:lstStyle/>
        <a:p>
          <a:r>
            <a:rPr lang="en-US"/>
            <a:t>Keep it running without user login</a:t>
          </a:r>
        </a:p>
      </dgm:t>
    </dgm:pt>
    <dgm:pt modelId="{AA95F891-6D7D-490E-A4AE-D88FA82BB843}" type="parTrans" cxnId="{A1C0BECB-310B-43EC-AA54-B9B16DC2C60A}">
      <dgm:prSet/>
      <dgm:spPr/>
      <dgm:t>
        <a:bodyPr/>
        <a:lstStyle/>
        <a:p>
          <a:endParaRPr lang="en-US"/>
        </a:p>
      </dgm:t>
    </dgm:pt>
    <dgm:pt modelId="{89825861-0E8A-4E5F-9EC4-78CD6C5248C0}" type="sibTrans" cxnId="{A1C0BECB-310B-43EC-AA54-B9B16DC2C60A}">
      <dgm:prSet/>
      <dgm:spPr/>
      <dgm:t>
        <a:bodyPr/>
        <a:lstStyle/>
        <a:p>
          <a:endParaRPr lang="en-US"/>
        </a:p>
      </dgm:t>
    </dgm:pt>
    <dgm:pt modelId="{6E705E30-EE05-4AA0-B952-F3FC5EE33F77}">
      <dgm:prSet/>
      <dgm:spPr/>
      <dgm:t>
        <a:bodyPr/>
        <a:lstStyle/>
        <a:p>
          <a:r>
            <a:rPr lang="en-US"/>
            <a:t>Restart it automatically if it fails</a:t>
          </a:r>
        </a:p>
      </dgm:t>
    </dgm:pt>
    <dgm:pt modelId="{4B1BBFCD-1AF1-419D-B58E-C034F9AB9E8B}" type="parTrans" cxnId="{FB38BE4F-2DC6-4D09-8AE7-E17257D94B63}">
      <dgm:prSet/>
      <dgm:spPr/>
      <dgm:t>
        <a:bodyPr/>
        <a:lstStyle/>
        <a:p>
          <a:endParaRPr lang="en-US"/>
        </a:p>
      </dgm:t>
    </dgm:pt>
    <dgm:pt modelId="{5192F35D-90B2-443D-AAC7-F15494B33C26}" type="sibTrans" cxnId="{FB38BE4F-2DC6-4D09-8AE7-E17257D94B63}">
      <dgm:prSet/>
      <dgm:spPr/>
      <dgm:t>
        <a:bodyPr/>
        <a:lstStyle/>
        <a:p>
          <a:endParaRPr lang="en-US"/>
        </a:p>
      </dgm:t>
    </dgm:pt>
    <dgm:pt modelId="{1D36B475-A826-4DD2-85CD-C568311B6A94}">
      <dgm:prSet/>
      <dgm:spPr/>
      <dgm:t>
        <a:bodyPr/>
        <a:lstStyle/>
        <a:p>
          <a:r>
            <a:rPr lang="en-US"/>
            <a:t>Your .service file defines how the system runs your app.</a:t>
          </a:r>
        </a:p>
      </dgm:t>
    </dgm:pt>
    <dgm:pt modelId="{5E22E56C-514E-42B7-BDF3-B92C8F3FB18E}" type="parTrans" cxnId="{F5A28280-DDF5-4F1F-90DD-12C8959575D3}">
      <dgm:prSet/>
      <dgm:spPr/>
      <dgm:t>
        <a:bodyPr/>
        <a:lstStyle/>
        <a:p>
          <a:endParaRPr lang="en-US"/>
        </a:p>
      </dgm:t>
    </dgm:pt>
    <dgm:pt modelId="{1CA04C8E-EE46-49E9-9F3C-0D9679678DF4}" type="sibTrans" cxnId="{F5A28280-DDF5-4F1F-90DD-12C8959575D3}">
      <dgm:prSet/>
      <dgm:spPr/>
      <dgm:t>
        <a:bodyPr/>
        <a:lstStyle/>
        <a:p>
          <a:endParaRPr lang="en-US"/>
        </a:p>
      </dgm:t>
    </dgm:pt>
    <dgm:pt modelId="{4DBEFC04-2A85-4B6E-AE49-55F7AA17ED47}" type="pres">
      <dgm:prSet presAssocID="{9C11DD17-8E43-4DD1-BB59-090CA691276D}" presName="linear" presStyleCnt="0">
        <dgm:presLayoutVars>
          <dgm:animLvl val="lvl"/>
          <dgm:resizeHandles val="exact"/>
        </dgm:presLayoutVars>
      </dgm:prSet>
      <dgm:spPr/>
    </dgm:pt>
    <dgm:pt modelId="{D66A69AB-E1AB-418B-ABF6-D538E1E0DC4F}" type="pres">
      <dgm:prSet presAssocID="{D8FBF06B-1C9B-460B-9BDC-ACA9214B270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6333E99-658F-407C-81BF-0F59417164A6}" type="pres">
      <dgm:prSet presAssocID="{D8FBF06B-1C9B-460B-9BDC-ACA9214B270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F1C0601-EC06-40A6-B422-C1AA4A9FF198}" type="presOf" srcId="{D3DCA403-6AEC-485C-865E-121C1FEE5E19}" destId="{16333E99-658F-407C-81BF-0F59417164A6}" srcOrd="0" destOrd="1" presId="urn:microsoft.com/office/officeart/2005/8/layout/vList2"/>
    <dgm:cxn modelId="{582F1E16-3957-4F4B-AABA-A72A221D07D5}" srcId="{9C11DD17-8E43-4DD1-BB59-090CA691276D}" destId="{D8FBF06B-1C9B-460B-9BDC-ACA9214B2706}" srcOrd="0" destOrd="0" parTransId="{5E166077-D8E6-4920-8793-5BC87FB9A8EF}" sibTransId="{5BBCA71A-6FC1-430A-8D21-62D7E06C367A}"/>
    <dgm:cxn modelId="{D72B951A-5D55-4726-8D40-51A05EC26173}" type="presOf" srcId="{D8FBF06B-1C9B-460B-9BDC-ACA9214B2706}" destId="{D66A69AB-E1AB-418B-ABF6-D538E1E0DC4F}" srcOrd="0" destOrd="0" presId="urn:microsoft.com/office/officeart/2005/8/layout/vList2"/>
    <dgm:cxn modelId="{82881827-87ED-463A-BD67-18DD5E3E4D23}" type="presOf" srcId="{9C11DD17-8E43-4DD1-BB59-090CA691276D}" destId="{4DBEFC04-2A85-4B6E-AE49-55F7AA17ED47}" srcOrd="0" destOrd="0" presId="urn:microsoft.com/office/officeart/2005/8/layout/vList2"/>
    <dgm:cxn modelId="{11D9293B-CEDE-47DD-9941-856215B11197}" srcId="{D8FBF06B-1C9B-460B-9BDC-ACA9214B2706}" destId="{DE0AC3C0-E3B7-4C4D-B13D-BFEB097B0553}" srcOrd="0" destOrd="0" parTransId="{2643DD00-AA45-4CCD-9C7C-73D391F5B417}" sibTransId="{9C0BCDFE-40E6-4B17-B715-1A42A05216B8}"/>
    <dgm:cxn modelId="{FB38BE4F-2DC6-4D09-8AE7-E17257D94B63}" srcId="{D8FBF06B-1C9B-460B-9BDC-ACA9214B2706}" destId="{6E705E30-EE05-4AA0-B952-F3FC5EE33F77}" srcOrd="2" destOrd="0" parTransId="{4B1BBFCD-1AF1-419D-B58E-C034F9AB9E8B}" sibTransId="{5192F35D-90B2-443D-AAC7-F15494B33C26}"/>
    <dgm:cxn modelId="{F5A28280-DDF5-4F1F-90DD-12C8959575D3}" srcId="{D8FBF06B-1C9B-460B-9BDC-ACA9214B2706}" destId="{1D36B475-A826-4DD2-85CD-C568311B6A94}" srcOrd="3" destOrd="0" parTransId="{5E22E56C-514E-42B7-BDF3-B92C8F3FB18E}" sibTransId="{1CA04C8E-EE46-49E9-9F3C-0D9679678DF4}"/>
    <dgm:cxn modelId="{A1C0BECB-310B-43EC-AA54-B9B16DC2C60A}" srcId="{D8FBF06B-1C9B-460B-9BDC-ACA9214B2706}" destId="{D3DCA403-6AEC-485C-865E-121C1FEE5E19}" srcOrd="1" destOrd="0" parTransId="{AA95F891-6D7D-490E-A4AE-D88FA82BB843}" sibTransId="{89825861-0E8A-4E5F-9EC4-78CD6C5248C0}"/>
    <dgm:cxn modelId="{051624D4-35F5-45E0-AE17-702BD74ABFED}" type="presOf" srcId="{DE0AC3C0-E3B7-4C4D-B13D-BFEB097B0553}" destId="{16333E99-658F-407C-81BF-0F59417164A6}" srcOrd="0" destOrd="0" presId="urn:microsoft.com/office/officeart/2005/8/layout/vList2"/>
    <dgm:cxn modelId="{F0DB25E0-9C84-4C3F-8CB0-EB174A523CF5}" type="presOf" srcId="{1D36B475-A826-4DD2-85CD-C568311B6A94}" destId="{16333E99-658F-407C-81BF-0F59417164A6}" srcOrd="0" destOrd="3" presId="urn:microsoft.com/office/officeart/2005/8/layout/vList2"/>
    <dgm:cxn modelId="{45C8FBFC-17E1-419B-B5DE-E6EB109A9617}" type="presOf" srcId="{6E705E30-EE05-4AA0-B952-F3FC5EE33F77}" destId="{16333E99-658F-407C-81BF-0F59417164A6}" srcOrd="0" destOrd="2" presId="urn:microsoft.com/office/officeart/2005/8/layout/vList2"/>
    <dgm:cxn modelId="{FF83D86C-A51F-4727-AAC0-A48995116872}" type="presParOf" srcId="{4DBEFC04-2A85-4B6E-AE49-55F7AA17ED47}" destId="{D66A69AB-E1AB-418B-ABF6-D538E1E0DC4F}" srcOrd="0" destOrd="0" presId="urn:microsoft.com/office/officeart/2005/8/layout/vList2"/>
    <dgm:cxn modelId="{C769FD14-87CA-4095-9DB5-FA34421CB839}" type="presParOf" srcId="{4DBEFC04-2A85-4B6E-AE49-55F7AA17ED47}" destId="{16333E99-658F-407C-81BF-0F59417164A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67507-5BCF-44BF-8E22-F6B52A98E6D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453DF8-3BDE-4C2D-B1CC-C004F50731E1}">
      <dgm:prSet/>
      <dgm:spPr/>
      <dgm:t>
        <a:bodyPr/>
        <a:lstStyle/>
        <a:p>
          <a:r>
            <a:rPr lang="en-IE" b="0" i="1" dirty="0" err="1"/>
            <a:t>sudo</a:t>
          </a:r>
          <a:r>
            <a:rPr lang="en-IE" b="0" i="0" dirty="0"/>
            <a:t> </a:t>
          </a:r>
          <a:r>
            <a:rPr lang="en-IE" b="0" i="0" dirty="0" err="1"/>
            <a:t>systemctl</a:t>
          </a:r>
          <a:r>
            <a:rPr lang="en-IE" b="0" i="0" dirty="0"/>
            <a:t> daemon-reload </a:t>
          </a:r>
          <a:r>
            <a:rPr lang="en-US" dirty="0"/>
            <a:t>— reload </a:t>
          </a:r>
          <a:r>
            <a:rPr lang="en-US" dirty="0" err="1"/>
            <a:t>systemd</a:t>
          </a:r>
          <a:r>
            <a:rPr lang="en-US" dirty="0"/>
            <a:t> (pick up new services)</a:t>
          </a:r>
        </a:p>
      </dgm:t>
    </dgm:pt>
    <dgm:pt modelId="{F9253135-378F-49A9-8F23-3CA0313C6800}" type="parTrans" cxnId="{F928F094-6D43-4FF0-BAF9-B7F8B1136C50}">
      <dgm:prSet/>
      <dgm:spPr/>
      <dgm:t>
        <a:bodyPr/>
        <a:lstStyle/>
        <a:p>
          <a:endParaRPr lang="en-US"/>
        </a:p>
      </dgm:t>
    </dgm:pt>
    <dgm:pt modelId="{0827690F-76CA-46FB-9D26-7B3270B8CDF2}" type="sibTrans" cxnId="{F928F094-6D43-4FF0-BAF9-B7F8B1136C50}">
      <dgm:prSet/>
      <dgm:spPr/>
      <dgm:t>
        <a:bodyPr/>
        <a:lstStyle/>
        <a:p>
          <a:endParaRPr lang="en-US"/>
        </a:p>
      </dgm:t>
    </dgm:pt>
    <dgm:pt modelId="{7FFC042C-FE12-4E78-8392-917847AEA92E}">
      <dgm:prSet/>
      <dgm:spPr/>
      <dgm:t>
        <a:bodyPr/>
        <a:lstStyle/>
        <a:p>
          <a:r>
            <a:rPr lang="en-US" dirty="0" err="1"/>
            <a:t>sudo</a:t>
          </a:r>
          <a:r>
            <a:rPr lang="en-US" dirty="0"/>
            <a:t> </a:t>
          </a:r>
          <a:r>
            <a:rPr lang="en-US" dirty="0" err="1"/>
            <a:t>systemctl</a:t>
          </a:r>
          <a:r>
            <a:rPr lang="en-US" dirty="0"/>
            <a:t> stop </a:t>
          </a:r>
          <a:r>
            <a:rPr lang="en-US" dirty="0" err="1"/>
            <a:t>myapp.service</a:t>
          </a:r>
          <a:r>
            <a:rPr lang="en-US" dirty="0"/>
            <a:t> — Stop</a:t>
          </a:r>
        </a:p>
      </dgm:t>
    </dgm:pt>
    <dgm:pt modelId="{4B3E8F66-0483-4E52-877D-5A2A5BF9CE9F}" type="parTrans" cxnId="{FEA93A11-A522-4941-8B08-4066E3BDE180}">
      <dgm:prSet/>
      <dgm:spPr/>
      <dgm:t>
        <a:bodyPr/>
        <a:lstStyle/>
        <a:p>
          <a:endParaRPr lang="en-US"/>
        </a:p>
      </dgm:t>
    </dgm:pt>
    <dgm:pt modelId="{35F179CC-314A-49C6-ACDF-61EA9B41E829}" type="sibTrans" cxnId="{FEA93A11-A522-4941-8B08-4066E3BDE180}">
      <dgm:prSet/>
      <dgm:spPr/>
      <dgm:t>
        <a:bodyPr/>
        <a:lstStyle/>
        <a:p>
          <a:endParaRPr lang="en-US"/>
        </a:p>
      </dgm:t>
    </dgm:pt>
    <dgm:pt modelId="{C3ECF96E-0136-4B8E-B4BB-851B8F28D4F7}">
      <dgm:prSet/>
      <dgm:spPr/>
      <dgm:t>
        <a:bodyPr/>
        <a:lstStyle/>
        <a:p>
          <a:r>
            <a:rPr lang="en-US" dirty="0" err="1"/>
            <a:t>sudo</a:t>
          </a:r>
          <a:r>
            <a:rPr lang="en-US" dirty="0"/>
            <a:t> </a:t>
          </a:r>
          <a:r>
            <a:rPr lang="en-US" dirty="0" err="1"/>
            <a:t>systemctl</a:t>
          </a:r>
          <a:r>
            <a:rPr lang="en-US" dirty="0"/>
            <a:t> status </a:t>
          </a:r>
          <a:r>
            <a:rPr lang="en-US" dirty="0" err="1"/>
            <a:t>myapp.service</a:t>
          </a:r>
          <a:r>
            <a:rPr lang="en-US" dirty="0"/>
            <a:t> — Check status and logs</a:t>
          </a:r>
        </a:p>
      </dgm:t>
    </dgm:pt>
    <dgm:pt modelId="{46C258ED-BE63-4FC4-B5AB-7DB77F4109AD}" type="parTrans" cxnId="{513B83A3-9DCB-43C4-BFCD-A57F96084DF4}">
      <dgm:prSet/>
      <dgm:spPr/>
      <dgm:t>
        <a:bodyPr/>
        <a:lstStyle/>
        <a:p>
          <a:endParaRPr lang="en-US"/>
        </a:p>
      </dgm:t>
    </dgm:pt>
    <dgm:pt modelId="{95902355-32A5-4084-9E98-E05030E8A270}" type="sibTrans" cxnId="{513B83A3-9DCB-43C4-BFCD-A57F96084DF4}">
      <dgm:prSet/>
      <dgm:spPr/>
      <dgm:t>
        <a:bodyPr/>
        <a:lstStyle/>
        <a:p>
          <a:endParaRPr lang="en-US"/>
        </a:p>
      </dgm:t>
    </dgm:pt>
    <dgm:pt modelId="{3F759235-0354-45EC-907C-38D67CE5B63D}">
      <dgm:prSet/>
      <dgm:spPr/>
      <dgm:t>
        <a:bodyPr/>
        <a:lstStyle/>
        <a:p>
          <a:r>
            <a:rPr lang="en-US" dirty="0" err="1"/>
            <a:t>sudo</a:t>
          </a:r>
          <a:r>
            <a:rPr lang="en-US" dirty="0"/>
            <a:t> </a:t>
          </a:r>
          <a:r>
            <a:rPr lang="en-US" dirty="0" err="1"/>
            <a:t>systemctl</a:t>
          </a:r>
          <a:r>
            <a:rPr lang="en-US" dirty="0"/>
            <a:t> enable </a:t>
          </a:r>
          <a:r>
            <a:rPr lang="en-US" dirty="0" err="1"/>
            <a:t>myapp.service</a:t>
          </a:r>
          <a:r>
            <a:rPr lang="en-US" dirty="0"/>
            <a:t> — Start at boot</a:t>
          </a:r>
        </a:p>
      </dgm:t>
    </dgm:pt>
    <dgm:pt modelId="{73D3187B-F743-4ACA-8A26-9EDA4F9566CF}" type="parTrans" cxnId="{C7BB6929-AF12-4715-A2FB-5A040D2A4296}">
      <dgm:prSet/>
      <dgm:spPr/>
      <dgm:t>
        <a:bodyPr/>
        <a:lstStyle/>
        <a:p>
          <a:endParaRPr lang="en-US"/>
        </a:p>
      </dgm:t>
    </dgm:pt>
    <dgm:pt modelId="{84DC2896-9978-4055-8F64-A7563D16CD8D}" type="sibTrans" cxnId="{C7BB6929-AF12-4715-A2FB-5A040D2A4296}">
      <dgm:prSet/>
      <dgm:spPr/>
      <dgm:t>
        <a:bodyPr/>
        <a:lstStyle/>
        <a:p>
          <a:endParaRPr lang="en-US"/>
        </a:p>
      </dgm:t>
    </dgm:pt>
    <dgm:pt modelId="{7A4F7BED-421D-4F50-9E99-CDDFA5FBFE5C}">
      <dgm:prSet/>
      <dgm:spPr/>
      <dgm:t>
        <a:bodyPr/>
        <a:lstStyle/>
        <a:p>
          <a:r>
            <a:rPr lang="en-US"/>
            <a:t>sudo systemctl disable myapp.service — Don’t start at boot</a:t>
          </a:r>
        </a:p>
      </dgm:t>
    </dgm:pt>
    <dgm:pt modelId="{DD0777AE-B15A-4609-92AE-A61F06FB5ED1}" type="parTrans" cxnId="{001EA8C1-3E4E-42DD-9A2B-00E95E0C524B}">
      <dgm:prSet/>
      <dgm:spPr/>
      <dgm:t>
        <a:bodyPr/>
        <a:lstStyle/>
        <a:p>
          <a:endParaRPr lang="en-US"/>
        </a:p>
      </dgm:t>
    </dgm:pt>
    <dgm:pt modelId="{1C8728D5-1DE9-4093-AF70-6557045FF9B7}" type="sibTrans" cxnId="{001EA8C1-3E4E-42DD-9A2B-00E95E0C524B}">
      <dgm:prSet/>
      <dgm:spPr/>
      <dgm:t>
        <a:bodyPr/>
        <a:lstStyle/>
        <a:p>
          <a:endParaRPr lang="en-US"/>
        </a:p>
      </dgm:t>
    </dgm:pt>
    <dgm:pt modelId="{904E9206-5D3A-4CC7-AB6F-2E2DB42640AC}">
      <dgm:prSet/>
      <dgm:spPr/>
      <dgm:t>
        <a:bodyPr/>
        <a:lstStyle/>
        <a:p>
          <a:r>
            <a:rPr lang="en-US"/>
            <a:t>journalctl -u myapp.service — View logs</a:t>
          </a:r>
        </a:p>
      </dgm:t>
    </dgm:pt>
    <dgm:pt modelId="{EA555D0C-50EA-4C71-A1BF-A762BC848D9B}" type="parTrans" cxnId="{47FCD07A-83CC-43A7-99BE-358147B4454C}">
      <dgm:prSet/>
      <dgm:spPr/>
      <dgm:t>
        <a:bodyPr/>
        <a:lstStyle/>
        <a:p>
          <a:endParaRPr lang="en-US"/>
        </a:p>
      </dgm:t>
    </dgm:pt>
    <dgm:pt modelId="{63C02F27-FC34-492C-949A-1CA12DFECB40}" type="sibTrans" cxnId="{47FCD07A-83CC-43A7-99BE-358147B4454C}">
      <dgm:prSet/>
      <dgm:spPr/>
      <dgm:t>
        <a:bodyPr/>
        <a:lstStyle/>
        <a:p>
          <a:endParaRPr lang="en-US"/>
        </a:p>
      </dgm:t>
    </dgm:pt>
    <dgm:pt modelId="{B147641A-78E7-4FFA-89F4-156C4A2B6F8C}">
      <dgm:prSet/>
      <dgm:spPr/>
      <dgm:t>
        <a:bodyPr/>
        <a:lstStyle/>
        <a:p>
          <a:r>
            <a:rPr lang="en-US" dirty="0" err="1"/>
            <a:t>sudo</a:t>
          </a:r>
          <a:r>
            <a:rPr lang="en-US" dirty="0"/>
            <a:t> </a:t>
          </a:r>
          <a:r>
            <a:rPr lang="en-US" dirty="0" err="1"/>
            <a:t>systemctl</a:t>
          </a:r>
          <a:r>
            <a:rPr lang="en-US" dirty="0"/>
            <a:t> start </a:t>
          </a:r>
          <a:r>
            <a:rPr lang="en-US" dirty="0" err="1"/>
            <a:t>myapp.service</a:t>
          </a:r>
          <a:r>
            <a:rPr lang="en-US" dirty="0"/>
            <a:t> — Start now</a:t>
          </a:r>
        </a:p>
      </dgm:t>
    </dgm:pt>
    <dgm:pt modelId="{41F8B5E8-2A84-41B4-B789-DCC24E6ADDD7}" type="parTrans" cxnId="{E6356FF9-7B15-481E-82CB-76ED95F8F89F}">
      <dgm:prSet/>
      <dgm:spPr/>
      <dgm:t>
        <a:bodyPr/>
        <a:lstStyle/>
        <a:p>
          <a:endParaRPr lang="en-IE"/>
        </a:p>
      </dgm:t>
    </dgm:pt>
    <dgm:pt modelId="{CA7CE83B-DCFF-494D-BC0E-DC643276E474}" type="sibTrans" cxnId="{E6356FF9-7B15-481E-82CB-76ED95F8F89F}">
      <dgm:prSet/>
      <dgm:spPr/>
      <dgm:t>
        <a:bodyPr/>
        <a:lstStyle/>
        <a:p>
          <a:endParaRPr lang="en-IE"/>
        </a:p>
      </dgm:t>
    </dgm:pt>
    <dgm:pt modelId="{82B8BE7A-BF0E-4B4E-93B7-8AD465849C68}" type="pres">
      <dgm:prSet presAssocID="{2BA67507-5BCF-44BF-8E22-F6B52A98E6D4}" presName="linear" presStyleCnt="0">
        <dgm:presLayoutVars>
          <dgm:animLvl val="lvl"/>
          <dgm:resizeHandles val="exact"/>
        </dgm:presLayoutVars>
      </dgm:prSet>
      <dgm:spPr/>
    </dgm:pt>
    <dgm:pt modelId="{425D7944-2FD8-4D57-BBE6-59B8C7B37C2B}" type="pres">
      <dgm:prSet presAssocID="{0C453DF8-3BDE-4C2D-B1CC-C004F50731E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4968F99-C1E5-44E2-B7C9-8F325FFD1805}" type="pres">
      <dgm:prSet presAssocID="{0827690F-76CA-46FB-9D26-7B3270B8CDF2}" presName="spacer" presStyleCnt="0"/>
      <dgm:spPr/>
    </dgm:pt>
    <dgm:pt modelId="{0DBE3952-7208-4EF2-ACD1-44BCB80315CD}" type="pres">
      <dgm:prSet presAssocID="{B147641A-78E7-4FFA-89F4-156C4A2B6F8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2156AD6C-BE47-44F4-B56B-93B3C4C79F90}" type="pres">
      <dgm:prSet presAssocID="{CA7CE83B-DCFF-494D-BC0E-DC643276E474}" presName="spacer" presStyleCnt="0"/>
      <dgm:spPr/>
    </dgm:pt>
    <dgm:pt modelId="{DC6BC345-3EAB-4C01-A020-CD08AE9105B1}" type="pres">
      <dgm:prSet presAssocID="{7FFC042C-FE12-4E78-8392-917847AEA92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DECE1DC-CE5D-43AA-9890-1E860616D507}" type="pres">
      <dgm:prSet presAssocID="{35F179CC-314A-49C6-ACDF-61EA9B41E829}" presName="spacer" presStyleCnt="0"/>
      <dgm:spPr/>
    </dgm:pt>
    <dgm:pt modelId="{1DB91AF5-035E-4B15-BAC3-A9F1E83ABCA1}" type="pres">
      <dgm:prSet presAssocID="{C3ECF96E-0136-4B8E-B4BB-851B8F28D4F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DECDC7F-404A-4EA1-9C1A-2C82F6BBBA18}" type="pres">
      <dgm:prSet presAssocID="{95902355-32A5-4084-9E98-E05030E8A270}" presName="spacer" presStyleCnt="0"/>
      <dgm:spPr/>
    </dgm:pt>
    <dgm:pt modelId="{E0287B0C-57D0-4070-B472-A13817E3EB2A}" type="pres">
      <dgm:prSet presAssocID="{3F759235-0354-45EC-907C-38D67CE5B63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0BF85E0-070A-479C-A4C4-4737BB36A380}" type="pres">
      <dgm:prSet presAssocID="{84DC2896-9978-4055-8F64-A7563D16CD8D}" presName="spacer" presStyleCnt="0"/>
      <dgm:spPr/>
    </dgm:pt>
    <dgm:pt modelId="{8959CBB8-B0AA-48BA-A239-9CEA76E1C268}" type="pres">
      <dgm:prSet presAssocID="{7A4F7BED-421D-4F50-9E99-CDDFA5FBFE5C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2ABDF73-F819-45F0-869E-CBC1494FC2EA}" type="pres">
      <dgm:prSet presAssocID="{1C8728D5-1DE9-4093-AF70-6557045FF9B7}" presName="spacer" presStyleCnt="0"/>
      <dgm:spPr/>
    </dgm:pt>
    <dgm:pt modelId="{D5F89406-CD79-4973-A12A-83D471AA5F80}" type="pres">
      <dgm:prSet presAssocID="{904E9206-5D3A-4CC7-AB6F-2E2DB42640A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FEA93A11-A522-4941-8B08-4066E3BDE180}" srcId="{2BA67507-5BCF-44BF-8E22-F6B52A98E6D4}" destId="{7FFC042C-FE12-4E78-8392-917847AEA92E}" srcOrd="2" destOrd="0" parTransId="{4B3E8F66-0483-4E52-877D-5A2A5BF9CE9F}" sibTransId="{35F179CC-314A-49C6-ACDF-61EA9B41E829}"/>
    <dgm:cxn modelId="{E8087823-0BA3-451A-9AAA-CF0FE7AB49F9}" type="presOf" srcId="{7A4F7BED-421D-4F50-9E99-CDDFA5FBFE5C}" destId="{8959CBB8-B0AA-48BA-A239-9CEA76E1C268}" srcOrd="0" destOrd="0" presId="urn:microsoft.com/office/officeart/2005/8/layout/vList2"/>
    <dgm:cxn modelId="{C7BB6929-AF12-4715-A2FB-5A040D2A4296}" srcId="{2BA67507-5BCF-44BF-8E22-F6B52A98E6D4}" destId="{3F759235-0354-45EC-907C-38D67CE5B63D}" srcOrd="4" destOrd="0" parTransId="{73D3187B-F743-4ACA-8A26-9EDA4F9566CF}" sibTransId="{84DC2896-9978-4055-8F64-A7563D16CD8D}"/>
    <dgm:cxn modelId="{19BCC664-513D-4484-81E5-09AFDEE37902}" type="presOf" srcId="{2BA67507-5BCF-44BF-8E22-F6B52A98E6D4}" destId="{82B8BE7A-BF0E-4B4E-93B7-8AD465849C68}" srcOrd="0" destOrd="0" presId="urn:microsoft.com/office/officeart/2005/8/layout/vList2"/>
    <dgm:cxn modelId="{3294E556-A59D-43FA-84F4-116D6EA2354E}" type="presOf" srcId="{0C453DF8-3BDE-4C2D-B1CC-C004F50731E1}" destId="{425D7944-2FD8-4D57-BBE6-59B8C7B37C2B}" srcOrd="0" destOrd="0" presId="urn:microsoft.com/office/officeart/2005/8/layout/vList2"/>
    <dgm:cxn modelId="{47FCD07A-83CC-43A7-99BE-358147B4454C}" srcId="{2BA67507-5BCF-44BF-8E22-F6B52A98E6D4}" destId="{904E9206-5D3A-4CC7-AB6F-2E2DB42640AC}" srcOrd="6" destOrd="0" parTransId="{EA555D0C-50EA-4C71-A1BF-A762BC848D9B}" sibTransId="{63C02F27-FC34-492C-949A-1CA12DFECB40}"/>
    <dgm:cxn modelId="{F928F094-6D43-4FF0-BAF9-B7F8B1136C50}" srcId="{2BA67507-5BCF-44BF-8E22-F6B52A98E6D4}" destId="{0C453DF8-3BDE-4C2D-B1CC-C004F50731E1}" srcOrd="0" destOrd="0" parTransId="{F9253135-378F-49A9-8F23-3CA0313C6800}" sibTransId="{0827690F-76CA-46FB-9D26-7B3270B8CDF2}"/>
    <dgm:cxn modelId="{295F0B9F-9DCB-4E12-A73B-CB4EBDBF4E35}" type="presOf" srcId="{C3ECF96E-0136-4B8E-B4BB-851B8F28D4F7}" destId="{1DB91AF5-035E-4B15-BAC3-A9F1E83ABCA1}" srcOrd="0" destOrd="0" presId="urn:microsoft.com/office/officeart/2005/8/layout/vList2"/>
    <dgm:cxn modelId="{513B83A3-9DCB-43C4-BFCD-A57F96084DF4}" srcId="{2BA67507-5BCF-44BF-8E22-F6B52A98E6D4}" destId="{C3ECF96E-0136-4B8E-B4BB-851B8F28D4F7}" srcOrd="3" destOrd="0" parTransId="{46C258ED-BE63-4FC4-B5AB-7DB77F4109AD}" sibTransId="{95902355-32A5-4084-9E98-E05030E8A270}"/>
    <dgm:cxn modelId="{6FBDEFB4-75CB-477B-B625-1F73202F839C}" type="presOf" srcId="{3F759235-0354-45EC-907C-38D67CE5B63D}" destId="{E0287B0C-57D0-4070-B472-A13817E3EB2A}" srcOrd="0" destOrd="0" presId="urn:microsoft.com/office/officeart/2005/8/layout/vList2"/>
    <dgm:cxn modelId="{001EA8C1-3E4E-42DD-9A2B-00E95E0C524B}" srcId="{2BA67507-5BCF-44BF-8E22-F6B52A98E6D4}" destId="{7A4F7BED-421D-4F50-9E99-CDDFA5FBFE5C}" srcOrd="5" destOrd="0" parTransId="{DD0777AE-B15A-4609-92AE-A61F06FB5ED1}" sibTransId="{1C8728D5-1DE9-4093-AF70-6557045FF9B7}"/>
    <dgm:cxn modelId="{BD84D7DE-D016-423B-8F0B-5B0BBAC8EDB5}" type="presOf" srcId="{7FFC042C-FE12-4E78-8392-917847AEA92E}" destId="{DC6BC345-3EAB-4C01-A020-CD08AE9105B1}" srcOrd="0" destOrd="0" presId="urn:microsoft.com/office/officeart/2005/8/layout/vList2"/>
    <dgm:cxn modelId="{DCE031EA-1BDC-4181-B069-FEBBE0E61C5F}" type="presOf" srcId="{B147641A-78E7-4FFA-89F4-156C4A2B6F8C}" destId="{0DBE3952-7208-4EF2-ACD1-44BCB80315CD}" srcOrd="0" destOrd="0" presId="urn:microsoft.com/office/officeart/2005/8/layout/vList2"/>
    <dgm:cxn modelId="{A05E3EED-4D40-4264-9CA6-C7CB1040F657}" type="presOf" srcId="{904E9206-5D3A-4CC7-AB6F-2E2DB42640AC}" destId="{D5F89406-CD79-4973-A12A-83D471AA5F80}" srcOrd="0" destOrd="0" presId="urn:microsoft.com/office/officeart/2005/8/layout/vList2"/>
    <dgm:cxn modelId="{E6356FF9-7B15-481E-82CB-76ED95F8F89F}" srcId="{2BA67507-5BCF-44BF-8E22-F6B52A98E6D4}" destId="{B147641A-78E7-4FFA-89F4-156C4A2B6F8C}" srcOrd="1" destOrd="0" parTransId="{41F8B5E8-2A84-41B4-B789-DCC24E6ADDD7}" sibTransId="{CA7CE83B-DCFF-494D-BC0E-DC643276E474}"/>
    <dgm:cxn modelId="{856C47D8-0B35-438A-AAF1-7985FF9A975F}" type="presParOf" srcId="{82B8BE7A-BF0E-4B4E-93B7-8AD465849C68}" destId="{425D7944-2FD8-4D57-BBE6-59B8C7B37C2B}" srcOrd="0" destOrd="0" presId="urn:microsoft.com/office/officeart/2005/8/layout/vList2"/>
    <dgm:cxn modelId="{3D231A97-AE3E-41BE-8851-DED1E2363E01}" type="presParOf" srcId="{82B8BE7A-BF0E-4B4E-93B7-8AD465849C68}" destId="{C4968F99-C1E5-44E2-B7C9-8F325FFD1805}" srcOrd="1" destOrd="0" presId="urn:microsoft.com/office/officeart/2005/8/layout/vList2"/>
    <dgm:cxn modelId="{13C19A1C-E03A-441E-B8AF-43DD42E82688}" type="presParOf" srcId="{82B8BE7A-BF0E-4B4E-93B7-8AD465849C68}" destId="{0DBE3952-7208-4EF2-ACD1-44BCB80315CD}" srcOrd="2" destOrd="0" presId="urn:microsoft.com/office/officeart/2005/8/layout/vList2"/>
    <dgm:cxn modelId="{3C0D1E75-A7A8-4B95-8EBB-0FA9F62E339B}" type="presParOf" srcId="{82B8BE7A-BF0E-4B4E-93B7-8AD465849C68}" destId="{2156AD6C-BE47-44F4-B56B-93B3C4C79F90}" srcOrd="3" destOrd="0" presId="urn:microsoft.com/office/officeart/2005/8/layout/vList2"/>
    <dgm:cxn modelId="{80F17CF8-7496-40FC-82C8-D37AE0D68440}" type="presParOf" srcId="{82B8BE7A-BF0E-4B4E-93B7-8AD465849C68}" destId="{DC6BC345-3EAB-4C01-A020-CD08AE9105B1}" srcOrd="4" destOrd="0" presId="urn:microsoft.com/office/officeart/2005/8/layout/vList2"/>
    <dgm:cxn modelId="{813CEB51-7E8A-45D5-962D-CF6B2E6EA6B7}" type="presParOf" srcId="{82B8BE7A-BF0E-4B4E-93B7-8AD465849C68}" destId="{DDECE1DC-CE5D-43AA-9890-1E860616D507}" srcOrd="5" destOrd="0" presId="urn:microsoft.com/office/officeart/2005/8/layout/vList2"/>
    <dgm:cxn modelId="{F2BCCA49-6B47-416F-8DDB-68DFACCEE3F1}" type="presParOf" srcId="{82B8BE7A-BF0E-4B4E-93B7-8AD465849C68}" destId="{1DB91AF5-035E-4B15-BAC3-A9F1E83ABCA1}" srcOrd="6" destOrd="0" presId="urn:microsoft.com/office/officeart/2005/8/layout/vList2"/>
    <dgm:cxn modelId="{45595704-8F5A-44A7-BF9B-2D28F085723F}" type="presParOf" srcId="{82B8BE7A-BF0E-4B4E-93B7-8AD465849C68}" destId="{FDECDC7F-404A-4EA1-9C1A-2C82F6BBBA18}" srcOrd="7" destOrd="0" presId="urn:microsoft.com/office/officeart/2005/8/layout/vList2"/>
    <dgm:cxn modelId="{4358DAAB-5B41-487D-8DD5-85A9770E312E}" type="presParOf" srcId="{82B8BE7A-BF0E-4B4E-93B7-8AD465849C68}" destId="{E0287B0C-57D0-4070-B472-A13817E3EB2A}" srcOrd="8" destOrd="0" presId="urn:microsoft.com/office/officeart/2005/8/layout/vList2"/>
    <dgm:cxn modelId="{394B4099-21E3-48AD-A063-7A5E176B3BBC}" type="presParOf" srcId="{82B8BE7A-BF0E-4B4E-93B7-8AD465849C68}" destId="{10BF85E0-070A-479C-A4C4-4737BB36A380}" srcOrd="9" destOrd="0" presId="urn:microsoft.com/office/officeart/2005/8/layout/vList2"/>
    <dgm:cxn modelId="{49276901-4595-4311-946B-54DDEE785768}" type="presParOf" srcId="{82B8BE7A-BF0E-4B4E-93B7-8AD465849C68}" destId="{8959CBB8-B0AA-48BA-A239-9CEA76E1C268}" srcOrd="10" destOrd="0" presId="urn:microsoft.com/office/officeart/2005/8/layout/vList2"/>
    <dgm:cxn modelId="{E48EB9A4-EF64-4F30-80DE-BEFC297B3626}" type="presParOf" srcId="{82B8BE7A-BF0E-4B4E-93B7-8AD465849C68}" destId="{E2ABDF73-F819-45F0-869E-CBC1494FC2EA}" srcOrd="11" destOrd="0" presId="urn:microsoft.com/office/officeart/2005/8/layout/vList2"/>
    <dgm:cxn modelId="{B9B1B869-663F-42FE-9B43-400E38D7B14C}" type="presParOf" srcId="{82B8BE7A-BF0E-4B4E-93B7-8AD465849C68}" destId="{D5F89406-CD79-4973-A12A-83D471AA5F8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16D8C-7143-4E9E-AF05-B78E149196A2}">
      <dsp:nvSpPr>
        <dsp:cNvPr id="0" name=""/>
        <dsp:cNvSpPr/>
      </dsp:nvSpPr>
      <dsp:spPr>
        <a:xfrm>
          <a:off x="1283" y="50795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B12E8-DB92-419F-9D6A-62CB17B0AD8B}">
      <dsp:nvSpPr>
        <dsp:cNvPr id="0" name=""/>
        <dsp:cNvSpPr/>
      </dsp:nvSpPr>
      <dsp:spPr>
        <a:xfrm>
          <a:off x="501904" y="983543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When your Raspberry Pi boots up, systemd manages the startup process.</a:t>
          </a:r>
        </a:p>
      </dsp:txBody>
      <dsp:txXfrm>
        <a:off x="585701" y="1067340"/>
        <a:ext cx="4337991" cy="2693452"/>
      </dsp:txXfrm>
    </dsp:sp>
    <dsp:sp modelId="{12B2699F-6287-40BE-9F13-58FE291433FA}">
      <dsp:nvSpPr>
        <dsp:cNvPr id="0" name=""/>
        <dsp:cNvSpPr/>
      </dsp:nvSpPr>
      <dsp:spPr>
        <a:xfrm>
          <a:off x="5508110" y="50795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1EEA1-A448-4D6D-8C5F-E45889C4CC67}">
      <dsp:nvSpPr>
        <dsp:cNvPr id="0" name=""/>
        <dsp:cNvSpPr/>
      </dsp:nvSpPr>
      <dsp:spPr>
        <a:xfrm>
          <a:off x="6008730" y="983543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systemd is the init system used by Raspberry Pi OS. It starts, stops, and manages services that run automatically in the background.</a:t>
          </a:r>
        </a:p>
      </dsp:txBody>
      <dsp:txXfrm>
        <a:off x="6092527" y="1067340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FDF8B-7ACD-4258-BC73-E5BA0FFAB209}">
      <dsp:nvSpPr>
        <dsp:cNvPr id="0" name=""/>
        <dsp:cNvSpPr/>
      </dsp:nvSpPr>
      <dsp:spPr>
        <a:xfrm>
          <a:off x="2390462" y="631"/>
          <a:ext cx="6146903" cy="3688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Think of </a:t>
          </a:r>
          <a:r>
            <a:rPr lang="en-US" sz="3500" kern="1200" dirty="0" err="1"/>
            <a:t>systemd</a:t>
          </a:r>
          <a:r>
            <a:rPr lang="en-US" sz="3500" kern="1200" dirty="0"/>
            <a:t> as the conductor of the Linux orchestra: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Starts services at boot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Ensures they start in the right order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Restarts services if they crash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Allows manual control using commands</a:t>
          </a:r>
        </a:p>
      </dsp:txBody>
      <dsp:txXfrm>
        <a:off x="2390462" y="631"/>
        <a:ext cx="6146903" cy="36881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A69AB-E1AB-418B-ABF6-D538E1E0DC4F}">
      <dsp:nvSpPr>
        <dsp:cNvPr id="0" name=""/>
        <dsp:cNvSpPr/>
      </dsp:nvSpPr>
      <dsp:spPr>
        <a:xfrm>
          <a:off x="0" y="16159"/>
          <a:ext cx="6666833" cy="2854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If you’ve written a Python app (like a web API or sensor collector), you can use systemd to:</a:t>
          </a:r>
        </a:p>
      </dsp:txBody>
      <dsp:txXfrm>
        <a:off x="139360" y="155519"/>
        <a:ext cx="6388113" cy="2576080"/>
      </dsp:txXfrm>
    </dsp:sp>
    <dsp:sp modelId="{16333E99-658F-407C-81BF-0F59417164A6}">
      <dsp:nvSpPr>
        <dsp:cNvPr id="0" name=""/>
        <dsp:cNvSpPr/>
      </dsp:nvSpPr>
      <dsp:spPr>
        <a:xfrm>
          <a:off x="0" y="2870960"/>
          <a:ext cx="6666833" cy="256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Start it automatically at boot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Keep it running without user login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Restart it automatically if it fails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Your .service file defines how the system runs your app.</a:t>
          </a:r>
        </a:p>
      </dsp:txBody>
      <dsp:txXfrm>
        <a:off x="0" y="2870960"/>
        <a:ext cx="6666833" cy="2566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D7944-2FD8-4D57-BBE6-59B8C7B37C2B}">
      <dsp:nvSpPr>
        <dsp:cNvPr id="0" name=""/>
        <dsp:cNvSpPr/>
      </dsp:nvSpPr>
      <dsp:spPr>
        <a:xfrm>
          <a:off x="0" y="85540"/>
          <a:ext cx="10927829" cy="4557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900" b="0" i="1" kern="1200" dirty="0" err="1"/>
            <a:t>sudo</a:t>
          </a:r>
          <a:r>
            <a:rPr lang="en-IE" sz="1900" b="0" i="0" kern="1200" dirty="0"/>
            <a:t> </a:t>
          </a:r>
          <a:r>
            <a:rPr lang="en-IE" sz="1900" b="0" i="0" kern="1200" dirty="0" err="1"/>
            <a:t>systemctl</a:t>
          </a:r>
          <a:r>
            <a:rPr lang="en-IE" sz="1900" b="0" i="0" kern="1200" dirty="0"/>
            <a:t> daemon-reload </a:t>
          </a:r>
          <a:r>
            <a:rPr lang="en-US" sz="1900" kern="1200" dirty="0"/>
            <a:t>— reload </a:t>
          </a:r>
          <a:r>
            <a:rPr lang="en-US" sz="1900" kern="1200" dirty="0" err="1"/>
            <a:t>systemd</a:t>
          </a:r>
          <a:r>
            <a:rPr lang="en-US" sz="1900" kern="1200" dirty="0"/>
            <a:t> (pick up new services)</a:t>
          </a:r>
        </a:p>
      </dsp:txBody>
      <dsp:txXfrm>
        <a:off x="22246" y="107786"/>
        <a:ext cx="10883337" cy="411223"/>
      </dsp:txXfrm>
    </dsp:sp>
    <dsp:sp modelId="{0DBE3952-7208-4EF2-ACD1-44BCB80315CD}">
      <dsp:nvSpPr>
        <dsp:cNvPr id="0" name=""/>
        <dsp:cNvSpPr/>
      </dsp:nvSpPr>
      <dsp:spPr>
        <a:xfrm>
          <a:off x="0" y="595975"/>
          <a:ext cx="10927829" cy="455715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sudo</a:t>
          </a:r>
          <a:r>
            <a:rPr lang="en-US" sz="1900" kern="1200" dirty="0"/>
            <a:t> </a:t>
          </a:r>
          <a:r>
            <a:rPr lang="en-US" sz="1900" kern="1200" dirty="0" err="1"/>
            <a:t>systemctl</a:t>
          </a:r>
          <a:r>
            <a:rPr lang="en-US" sz="1900" kern="1200" dirty="0"/>
            <a:t> start </a:t>
          </a:r>
          <a:r>
            <a:rPr lang="en-US" sz="1900" kern="1200" dirty="0" err="1"/>
            <a:t>myapp.service</a:t>
          </a:r>
          <a:r>
            <a:rPr lang="en-US" sz="1900" kern="1200" dirty="0"/>
            <a:t> — Start now</a:t>
          </a:r>
        </a:p>
      </dsp:txBody>
      <dsp:txXfrm>
        <a:off x="22246" y="618221"/>
        <a:ext cx="10883337" cy="411223"/>
      </dsp:txXfrm>
    </dsp:sp>
    <dsp:sp modelId="{DC6BC345-3EAB-4C01-A020-CD08AE9105B1}">
      <dsp:nvSpPr>
        <dsp:cNvPr id="0" name=""/>
        <dsp:cNvSpPr/>
      </dsp:nvSpPr>
      <dsp:spPr>
        <a:xfrm>
          <a:off x="0" y="1106410"/>
          <a:ext cx="10927829" cy="45571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sudo</a:t>
          </a:r>
          <a:r>
            <a:rPr lang="en-US" sz="1900" kern="1200" dirty="0"/>
            <a:t> </a:t>
          </a:r>
          <a:r>
            <a:rPr lang="en-US" sz="1900" kern="1200" dirty="0" err="1"/>
            <a:t>systemctl</a:t>
          </a:r>
          <a:r>
            <a:rPr lang="en-US" sz="1900" kern="1200" dirty="0"/>
            <a:t> stop </a:t>
          </a:r>
          <a:r>
            <a:rPr lang="en-US" sz="1900" kern="1200" dirty="0" err="1"/>
            <a:t>myapp.service</a:t>
          </a:r>
          <a:r>
            <a:rPr lang="en-US" sz="1900" kern="1200" dirty="0"/>
            <a:t> — Stop</a:t>
          </a:r>
        </a:p>
      </dsp:txBody>
      <dsp:txXfrm>
        <a:off x="22246" y="1128656"/>
        <a:ext cx="10883337" cy="411223"/>
      </dsp:txXfrm>
    </dsp:sp>
    <dsp:sp modelId="{1DB91AF5-035E-4B15-BAC3-A9F1E83ABCA1}">
      <dsp:nvSpPr>
        <dsp:cNvPr id="0" name=""/>
        <dsp:cNvSpPr/>
      </dsp:nvSpPr>
      <dsp:spPr>
        <a:xfrm>
          <a:off x="0" y="1616845"/>
          <a:ext cx="10927829" cy="45571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sudo</a:t>
          </a:r>
          <a:r>
            <a:rPr lang="en-US" sz="1900" kern="1200" dirty="0"/>
            <a:t> </a:t>
          </a:r>
          <a:r>
            <a:rPr lang="en-US" sz="1900" kern="1200" dirty="0" err="1"/>
            <a:t>systemctl</a:t>
          </a:r>
          <a:r>
            <a:rPr lang="en-US" sz="1900" kern="1200" dirty="0"/>
            <a:t> status </a:t>
          </a:r>
          <a:r>
            <a:rPr lang="en-US" sz="1900" kern="1200" dirty="0" err="1"/>
            <a:t>myapp.service</a:t>
          </a:r>
          <a:r>
            <a:rPr lang="en-US" sz="1900" kern="1200" dirty="0"/>
            <a:t> — Check status and logs</a:t>
          </a:r>
        </a:p>
      </dsp:txBody>
      <dsp:txXfrm>
        <a:off x="22246" y="1639091"/>
        <a:ext cx="10883337" cy="411223"/>
      </dsp:txXfrm>
    </dsp:sp>
    <dsp:sp modelId="{E0287B0C-57D0-4070-B472-A13817E3EB2A}">
      <dsp:nvSpPr>
        <dsp:cNvPr id="0" name=""/>
        <dsp:cNvSpPr/>
      </dsp:nvSpPr>
      <dsp:spPr>
        <a:xfrm>
          <a:off x="0" y="2127280"/>
          <a:ext cx="10927829" cy="45571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sudo</a:t>
          </a:r>
          <a:r>
            <a:rPr lang="en-US" sz="1900" kern="1200" dirty="0"/>
            <a:t> </a:t>
          </a:r>
          <a:r>
            <a:rPr lang="en-US" sz="1900" kern="1200" dirty="0" err="1"/>
            <a:t>systemctl</a:t>
          </a:r>
          <a:r>
            <a:rPr lang="en-US" sz="1900" kern="1200" dirty="0"/>
            <a:t> enable </a:t>
          </a:r>
          <a:r>
            <a:rPr lang="en-US" sz="1900" kern="1200" dirty="0" err="1"/>
            <a:t>myapp.service</a:t>
          </a:r>
          <a:r>
            <a:rPr lang="en-US" sz="1900" kern="1200" dirty="0"/>
            <a:t> — Start at boot</a:t>
          </a:r>
        </a:p>
      </dsp:txBody>
      <dsp:txXfrm>
        <a:off x="22246" y="2149526"/>
        <a:ext cx="10883337" cy="411223"/>
      </dsp:txXfrm>
    </dsp:sp>
    <dsp:sp modelId="{8959CBB8-B0AA-48BA-A239-9CEA76E1C268}">
      <dsp:nvSpPr>
        <dsp:cNvPr id="0" name=""/>
        <dsp:cNvSpPr/>
      </dsp:nvSpPr>
      <dsp:spPr>
        <a:xfrm>
          <a:off x="0" y="2637715"/>
          <a:ext cx="10927829" cy="455715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sudo systemctl disable myapp.service — Don’t start at boot</a:t>
          </a:r>
        </a:p>
      </dsp:txBody>
      <dsp:txXfrm>
        <a:off x="22246" y="2659961"/>
        <a:ext cx="10883337" cy="411223"/>
      </dsp:txXfrm>
    </dsp:sp>
    <dsp:sp modelId="{D5F89406-CD79-4973-A12A-83D471AA5F80}">
      <dsp:nvSpPr>
        <dsp:cNvPr id="0" name=""/>
        <dsp:cNvSpPr/>
      </dsp:nvSpPr>
      <dsp:spPr>
        <a:xfrm>
          <a:off x="0" y="3148149"/>
          <a:ext cx="10927829" cy="45571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journalctl -u myapp.service — View logs</a:t>
          </a:r>
        </a:p>
      </dsp:txBody>
      <dsp:txXfrm>
        <a:off x="22246" y="3170395"/>
        <a:ext cx="10883337" cy="4112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1E41C-97AF-406F-856C-AF09782A7569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95BF-46AC-4ED0-A41E-44E8037E79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7414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795BF-46AC-4ED0-A41E-44E8037E796B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1510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12 factor </a:t>
            </a:r>
            <a:r>
              <a:rPr lang="en-GB" dirty="0" err="1"/>
              <a:t>stylr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795BF-46AC-4ED0-A41E-44E8037E796B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4364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CD9A-7C32-4E44-4B8E-212289D38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Python for Embedded/Linux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2F3FC-7563-D67B-15F9-2367DA7E9B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Service Management (</a:t>
            </a:r>
            <a:r>
              <a:rPr lang="en-IE" dirty="0" err="1"/>
              <a:t>systemd</a:t>
            </a:r>
            <a:r>
              <a:rPr lang="en-IE" dirty="0"/>
              <a:t>), Process Insight (</a:t>
            </a:r>
            <a:r>
              <a:rPr lang="en-IE" dirty="0" err="1"/>
              <a:t>ps</a:t>
            </a:r>
            <a:r>
              <a:rPr lang="en-IE" dirty="0"/>
              <a:t>), Config (Env Vars)</a:t>
            </a:r>
          </a:p>
        </p:txBody>
      </p:sp>
    </p:spTree>
    <p:extLst>
      <p:ext uri="{BB962C8B-B14F-4D97-AF65-F5344CB8AC3E}">
        <p14:creationId xmlns:p14="http://schemas.microsoft.com/office/powerpoint/2010/main" val="2781320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b="1" dirty="0" err="1"/>
              <a:t>systemd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750936-15BE-A0C4-E923-3C527EABE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06986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What does systemd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9F84FA-BC10-A99E-7B0C-AB4BE6335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517531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4000" dirty="0">
                <a:solidFill>
                  <a:srgbClr val="FFFFFF"/>
                </a:solidFill>
              </a:rPr>
              <a:t>Why it’s useful for your Python app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C7AAE95-B7EA-3096-0F41-186B6704D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15550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B65F-13A5-2C3B-32CC-2678F7D7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Understanding a .service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A7312-33D5-3B7B-CA1F-7A8A28C1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62" y="1478228"/>
            <a:ext cx="5674599" cy="4525963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Example: /etc/</a:t>
            </a:r>
            <a:r>
              <a:rPr lang="en-GB" b="1" dirty="0" err="1"/>
              <a:t>systemd</a:t>
            </a:r>
            <a:r>
              <a:rPr lang="en-GB" b="1" dirty="0"/>
              <a:t>/system/</a:t>
            </a:r>
            <a:r>
              <a:rPr lang="en-GB" b="1" dirty="0" err="1"/>
              <a:t>myapp.service</a:t>
            </a:r>
            <a:endParaRPr lang="en-GB" b="1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[Unit]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Description</a:t>
            </a:r>
            <a:r>
              <a:rPr lang="en-IE" dirty="0"/>
              <a:t>=My Python App Service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After</a:t>
            </a:r>
            <a:r>
              <a:rPr lang="en-IE" dirty="0"/>
              <a:t>=</a:t>
            </a:r>
            <a:r>
              <a:rPr lang="en-IE" dirty="0" err="1"/>
              <a:t>network.target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[Service]</a:t>
            </a:r>
          </a:p>
          <a:p>
            <a:pPr marL="0" indent="0">
              <a:buNone/>
            </a:pPr>
            <a:r>
              <a:rPr lang="en-IE" dirty="0" err="1">
                <a:solidFill>
                  <a:schemeClr val="bg2">
                    <a:lumMod val="50000"/>
                  </a:schemeClr>
                </a:solidFill>
              </a:rPr>
              <a:t>ExecStart</a:t>
            </a:r>
            <a:r>
              <a:rPr lang="en-IE" dirty="0"/>
              <a:t>=/</a:t>
            </a:r>
            <a:r>
              <a:rPr lang="en-IE" dirty="0" err="1"/>
              <a:t>usr</a:t>
            </a:r>
            <a:r>
              <a:rPr lang="en-IE" dirty="0"/>
              <a:t>/bin/python3 /home/pi/myapp/app.py</a:t>
            </a:r>
          </a:p>
          <a:p>
            <a:pPr marL="0" indent="0">
              <a:buNone/>
            </a:pPr>
            <a:r>
              <a:rPr lang="en-IE" dirty="0" err="1">
                <a:solidFill>
                  <a:schemeClr val="bg2">
                    <a:lumMod val="50000"/>
                  </a:schemeClr>
                </a:solidFill>
              </a:rPr>
              <a:t>WorkingDirectory</a:t>
            </a:r>
            <a:r>
              <a:rPr lang="en-IE" dirty="0"/>
              <a:t>=/home/pi/</a:t>
            </a:r>
            <a:r>
              <a:rPr lang="en-IE" dirty="0" err="1"/>
              <a:t>myapp</a:t>
            </a:r>
            <a:endParaRPr lang="en-IE" dirty="0"/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Restart</a:t>
            </a:r>
            <a:r>
              <a:rPr lang="en-IE" dirty="0"/>
              <a:t>=always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User</a:t>
            </a:r>
            <a:r>
              <a:rPr lang="en-IE" dirty="0"/>
              <a:t>=pi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Environment</a:t>
            </a:r>
            <a:r>
              <a:rPr lang="en-IE" dirty="0"/>
              <a:t>="PATH=/</a:t>
            </a:r>
            <a:r>
              <a:rPr lang="en-IE" dirty="0" err="1"/>
              <a:t>usr</a:t>
            </a:r>
            <a:r>
              <a:rPr lang="en-IE" dirty="0"/>
              <a:t>/bin:/</a:t>
            </a:r>
            <a:r>
              <a:rPr lang="en-IE" dirty="0" err="1"/>
              <a:t>usr</a:t>
            </a:r>
            <a:r>
              <a:rPr lang="en-IE" dirty="0"/>
              <a:t>/local/bin"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Environment</a:t>
            </a:r>
            <a:r>
              <a:rPr lang="en-IE" dirty="0"/>
              <a:t>="FLASK_ENV=production"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[Install]</a:t>
            </a:r>
          </a:p>
          <a:p>
            <a:pPr marL="0" indent="0">
              <a:buNone/>
            </a:pPr>
            <a:r>
              <a:rPr lang="en-IE" dirty="0" err="1">
                <a:solidFill>
                  <a:schemeClr val="bg2">
                    <a:lumMod val="50000"/>
                  </a:schemeClr>
                </a:solidFill>
              </a:rPr>
              <a:t>WantedBy</a:t>
            </a:r>
            <a:r>
              <a:rPr lang="en-IE" dirty="0"/>
              <a:t>=multi-</a:t>
            </a:r>
            <a:r>
              <a:rPr lang="en-IE" dirty="0" err="1"/>
              <a:t>user.target</a:t>
            </a:r>
            <a:endParaRPr lang="en-IE" dirty="0"/>
          </a:p>
        </p:txBody>
      </p:sp>
      <p:sp>
        <p:nvSpPr>
          <p:cNvPr id="4" name="Call-out: Line 3">
            <a:extLst>
              <a:ext uri="{FF2B5EF4-FFF2-40B4-BE49-F238E27FC236}">
                <a16:creationId xmlns:a16="http://schemas.microsoft.com/office/drawing/2014/main" id="{6B3EBE01-166A-D0A6-FCCE-BA05B3AF762A}"/>
              </a:ext>
            </a:extLst>
          </p:cNvPr>
          <p:cNvSpPr/>
          <p:nvPr/>
        </p:nvSpPr>
        <p:spPr>
          <a:xfrm>
            <a:off x="6814018" y="1811912"/>
            <a:ext cx="4768382" cy="1710654"/>
          </a:xfrm>
          <a:prstGeom prst="borderCallout1">
            <a:avLst>
              <a:gd name="adj1" fmla="val 18750"/>
              <a:gd name="adj2" fmla="val -8333"/>
              <a:gd name="adj3" fmla="val 69451"/>
              <a:gd name="adj4" fmla="val -6510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[Unit]</a:t>
            </a:r>
          </a:p>
          <a:p>
            <a:r>
              <a:rPr lang="en-GB" sz="1600" dirty="0"/>
              <a:t>Defines metadata and dependencies.</a:t>
            </a:r>
          </a:p>
          <a:p>
            <a:r>
              <a:rPr lang="en-GB" sz="1600" b="1" dirty="0"/>
              <a:t>Description </a:t>
            </a:r>
            <a:r>
              <a:rPr lang="en-GB" sz="1600" dirty="0"/>
              <a:t>– a short explanation of what the service does (shows up in </a:t>
            </a:r>
            <a:r>
              <a:rPr lang="en-GB" sz="1600" dirty="0" err="1"/>
              <a:t>systemctl</a:t>
            </a:r>
            <a:r>
              <a:rPr lang="en-GB" sz="1600" dirty="0"/>
              <a:t> status).</a:t>
            </a:r>
          </a:p>
          <a:p>
            <a:r>
              <a:rPr lang="en-GB" sz="1600" b="1" dirty="0"/>
              <a:t>After=</a:t>
            </a:r>
            <a:r>
              <a:rPr lang="en-GB" sz="1600" b="1" dirty="0" err="1"/>
              <a:t>network.target</a:t>
            </a:r>
            <a:r>
              <a:rPr lang="en-GB" sz="1600" b="1" dirty="0"/>
              <a:t> </a:t>
            </a:r>
            <a:r>
              <a:rPr lang="en-GB" sz="1600" dirty="0"/>
              <a:t>– ensures the service starts after the network is ready.</a:t>
            </a:r>
          </a:p>
        </p:txBody>
      </p:sp>
      <p:sp>
        <p:nvSpPr>
          <p:cNvPr id="5" name="Call-out: Line 4">
            <a:extLst>
              <a:ext uri="{FF2B5EF4-FFF2-40B4-BE49-F238E27FC236}">
                <a16:creationId xmlns:a16="http://schemas.microsoft.com/office/drawing/2014/main" id="{1B664D70-53E1-96F4-7287-397BDFDEC835}"/>
              </a:ext>
            </a:extLst>
          </p:cNvPr>
          <p:cNvSpPr/>
          <p:nvPr/>
        </p:nvSpPr>
        <p:spPr>
          <a:xfrm>
            <a:off x="6814018" y="3642320"/>
            <a:ext cx="5449578" cy="2111118"/>
          </a:xfrm>
          <a:prstGeom prst="borderCallout1">
            <a:avLst>
              <a:gd name="adj1" fmla="val 18750"/>
              <a:gd name="adj2" fmla="val -8333"/>
              <a:gd name="adj3" fmla="val 21379"/>
              <a:gd name="adj4" fmla="val -3640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/>
              <a:t>[Service]</a:t>
            </a:r>
          </a:p>
          <a:p>
            <a:r>
              <a:rPr lang="en-GB" sz="1600" dirty="0"/>
              <a:t>Defines </a:t>
            </a:r>
            <a:r>
              <a:rPr lang="en-GB" sz="1600" i="1" dirty="0"/>
              <a:t>how the program actually runs</a:t>
            </a:r>
            <a:r>
              <a:rPr lang="en-GB" sz="1600" dirty="0"/>
              <a:t>.</a:t>
            </a:r>
          </a:p>
          <a:p>
            <a:r>
              <a:rPr lang="en-GB" sz="1600" b="1" dirty="0" err="1"/>
              <a:t>ExecStart</a:t>
            </a:r>
            <a:r>
              <a:rPr lang="en-GB" sz="1600" dirty="0"/>
              <a:t> – the full command used to launch your program.</a:t>
            </a:r>
          </a:p>
          <a:p>
            <a:r>
              <a:rPr lang="en-GB" sz="1600" b="1" dirty="0" err="1"/>
              <a:t>WorkingDirectory</a:t>
            </a:r>
            <a:r>
              <a:rPr lang="en-GB" sz="1600" dirty="0"/>
              <a:t> – the folder the service runs in (important for file paths or virtual environments).</a:t>
            </a:r>
          </a:p>
          <a:p>
            <a:r>
              <a:rPr lang="en-GB" sz="1600" b="1" dirty="0"/>
              <a:t>Restart=always </a:t>
            </a:r>
            <a:r>
              <a:rPr lang="en-GB" sz="1600" dirty="0"/>
              <a:t>– restarts the service automatically if it crashes.</a:t>
            </a:r>
          </a:p>
          <a:p>
            <a:r>
              <a:rPr lang="en-GB" sz="1600" b="1" dirty="0"/>
              <a:t>User=pi </a:t>
            </a:r>
            <a:r>
              <a:rPr lang="en-GB" sz="1600" dirty="0"/>
              <a:t>– the user account that runs the service.</a:t>
            </a:r>
          </a:p>
          <a:p>
            <a:r>
              <a:rPr lang="en-GB" sz="1600" b="1" dirty="0"/>
              <a:t>Environment=</a:t>
            </a:r>
            <a:r>
              <a:rPr lang="en-GB" sz="1600" dirty="0"/>
              <a:t> – optional environment variables </a:t>
            </a:r>
          </a:p>
        </p:txBody>
      </p:sp>
      <p:sp>
        <p:nvSpPr>
          <p:cNvPr id="6" name="Call-out: Line 5">
            <a:extLst>
              <a:ext uri="{FF2B5EF4-FFF2-40B4-BE49-F238E27FC236}">
                <a16:creationId xmlns:a16="http://schemas.microsoft.com/office/drawing/2014/main" id="{EDB0E665-0CD4-28EE-38EF-2FD887803635}"/>
              </a:ext>
            </a:extLst>
          </p:cNvPr>
          <p:cNvSpPr/>
          <p:nvPr/>
        </p:nvSpPr>
        <p:spPr>
          <a:xfrm>
            <a:off x="3375302" y="5141207"/>
            <a:ext cx="2970266" cy="1722929"/>
          </a:xfrm>
          <a:prstGeom prst="borderCallout1">
            <a:avLst>
              <a:gd name="adj1" fmla="val 18750"/>
              <a:gd name="adj2" fmla="val -8333"/>
              <a:gd name="adj3" fmla="val 27234"/>
              <a:gd name="adj4" fmla="val -6243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/>
              <a:t>[Install]</a:t>
            </a:r>
            <a:endParaRPr lang="en-GB" sz="1600" dirty="0"/>
          </a:p>
          <a:p>
            <a:r>
              <a:rPr lang="en-GB" sz="1600" dirty="0"/>
              <a:t>Defines when the service should start.</a:t>
            </a:r>
          </a:p>
          <a:p>
            <a:r>
              <a:rPr lang="en-GB" sz="1600" b="1" dirty="0" err="1"/>
              <a:t>WantedBy</a:t>
            </a:r>
            <a:r>
              <a:rPr lang="en-GB" sz="1600" b="1" dirty="0"/>
              <a:t>=multi-</a:t>
            </a:r>
            <a:r>
              <a:rPr lang="en-GB" sz="1600" b="1" dirty="0" err="1"/>
              <a:t>user.target</a:t>
            </a:r>
            <a:r>
              <a:rPr lang="en-GB" sz="1600" b="1" dirty="0"/>
              <a:t> </a:t>
            </a:r>
            <a:r>
              <a:rPr lang="en-GB" sz="1600" dirty="0"/>
              <a:t>– means it will start automatically during a normal boot (without a desktop GUI).</a:t>
            </a:r>
          </a:p>
        </p:txBody>
      </p:sp>
    </p:spTree>
    <p:extLst>
      <p:ext uri="{BB962C8B-B14F-4D97-AF65-F5344CB8AC3E}">
        <p14:creationId xmlns:p14="http://schemas.microsoft.com/office/powerpoint/2010/main" val="324777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E" sz="4000" dirty="0">
                <a:solidFill>
                  <a:srgbClr val="FFFFFF"/>
                </a:solidFill>
              </a:rPr>
              <a:t>Common </a:t>
            </a:r>
            <a:r>
              <a:rPr lang="en-IE" sz="4000" b="1" dirty="0" err="1">
                <a:solidFill>
                  <a:srgbClr val="FFFFFF"/>
                </a:solidFill>
              </a:rPr>
              <a:t>systemd</a:t>
            </a:r>
            <a:r>
              <a:rPr lang="en-IE" sz="4000" dirty="0">
                <a:solidFill>
                  <a:srgbClr val="FFFFFF"/>
                </a:solidFill>
              </a:rPr>
              <a:t> commands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B1289C-B2BE-4EA2-E21C-8EF3FFB60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4303365"/>
              </p:ext>
            </p:extLst>
          </p:nvPr>
        </p:nvGraphicFramePr>
        <p:xfrm>
          <a:off x="545866" y="3094658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2015A6-91D8-0F87-A92E-CDAECB180C98}"/>
              </a:ext>
            </a:extLst>
          </p:cNvPr>
          <p:cNvSpPr txBox="1"/>
          <p:nvPr/>
        </p:nvSpPr>
        <p:spPr>
          <a:xfrm>
            <a:off x="632102" y="2503860"/>
            <a:ext cx="604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Services are managed by </a:t>
            </a:r>
            <a:r>
              <a:rPr lang="en-GB" dirty="0" err="1"/>
              <a:t>systemd’s</a:t>
            </a:r>
            <a:r>
              <a:rPr lang="en-GB" dirty="0"/>
              <a:t> </a:t>
            </a:r>
            <a:r>
              <a:rPr lang="en-GB" b="1" dirty="0" err="1"/>
              <a:t>systemctl</a:t>
            </a:r>
            <a:r>
              <a:rPr lang="en-GB" b="1" dirty="0"/>
              <a:t> </a:t>
            </a:r>
            <a:r>
              <a:rPr lang="en-GB" dirty="0"/>
              <a:t>process manager</a:t>
            </a:r>
            <a:endParaRPr lang="en-I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4DB33-B532-C172-1939-191273C2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ps</a:t>
            </a:r>
            <a:r>
              <a:rPr lang="en-GB" dirty="0"/>
              <a:t> (Process Status)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F059A-36C0-BCAC-6A54-DDE9DB329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ps</a:t>
            </a:r>
            <a:r>
              <a:rPr lang="en-GB" dirty="0"/>
              <a:t> shows snapshots of running processes—who they are, what they’re doing.</a:t>
            </a:r>
            <a:endParaRPr lang="en-IE" dirty="0"/>
          </a:p>
          <a:p>
            <a:r>
              <a:rPr lang="en-IE" dirty="0"/>
              <a:t>Common invocations(classic BSD style):</a:t>
            </a:r>
            <a:br>
              <a:rPr lang="en-IE" dirty="0"/>
            </a:b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a               			# your shell’s processes</a:t>
            </a:r>
            <a:b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aux                     # list all process including background</a:t>
            </a:r>
            <a:b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 1234  				   # a specific PID(process ID)</a:t>
            </a:r>
            <a:b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aux| grep myservice.py  #show processes that contain myservice.py 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10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864E-5647-1EB5-F90D-D26222DAA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Environment variables: what &amp;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7A2C8-CA03-104E-3E5F-30391608A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Key–value strings provided by the OS to configure apps</a:t>
            </a:r>
          </a:p>
          <a:p>
            <a:r>
              <a:rPr lang="en-GB" dirty="0"/>
              <a:t>Keep </a:t>
            </a:r>
            <a:r>
              <a:rPr lang="en-GB" b="1" dirty="0"/>
              <a:t>secrets</a:t>
            </a:r>
            <a:r>
              <a:rPr lang="en-GB" dirty="0"/>
              <a:t> &amp; </a:t>
            </a:r>
            <a:r>
              <a:rPr lang="en-GB" b="1" dirty="0"/>
              <a:t>configs</a:t>
            </a:r>
            <a:r>
              <a:rPr lang="en-GB" dirty="0"/>
              <a:t> out of code</a:t>
            </a:r>
          </a:p>
          <a:p>
            <a:r>
              <a:rPr lang="en-GB" dirty="0"/>
              <a:t>Example use: Change </a:t>
            </a:r>
            <a:r>
              <a:rPr lang="en-GB" dirty="0" err="1"/>
              <a:t>behavior</a:t>
            </a:r>
            <a:r>
              <a:rPr lang="en-GB" dirty="0"/>
              <a:t> per environment (dev/staging/prod) without code edits</a:t>
            </a:r>
          </a:p>
          <a:p>
            <a:r>
              <a:rPr lang="en-GB" dirty="0"/>
              <a:t>Common examples: </a:t>
            </a:r>
            <a:r>
              <a:rPr lang="en-GB" b="1" dirty="0"/>
              <a:t>PATH, HOME, DATABASE_URL, API_KEY</a:t>
            </a:r>
            <a:endParaRPr lang="en-IE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9C60F-D2E2-9C82-4B7F-8297A8F2B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21" y="4603714"/>
            <a:ext cx="9881309" cy="135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9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A851-F069-C09E-FDF9-8BFD7A94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os</a:t>
            </a:r>
            <a:r>
              <a:rPr lang="en-GB" dirty="0"/>
              <a:t> module (Python 3) at a glance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9625-D70A-78B4-8EB3-546E7A13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/>
              <a:t>os</a:t>
            </a:r>
            <a:r>
              <a:rPr lang="en-GB" dirty="0"/>
              <a:t> module is Python’s cross-platform doorway to the operating system. It abstracts differences between Windows, macOS, and Linux so </a:t>
            </a:r>
            <a:r>
              <a:rPr lang="en-GB" b="1" dirty="0"/>
              <a:t>your code stays portable</a:t>
            </a:r>
            <a:r>
              <a:rPr lang="en-GB" dirty="0"/>
              <a:t>.</a:t>
            </a:r>
            <a:endParaRPr lang="en-IE" b="1" dirty="0"/>
          </a:p>
          <a:p>
            <a:r>
              <a:rPr lang="en-IE" b="1" dirty="0"/>
              <a:t>Filesystem </a:t>
            </a:r>
            <a:r>
              <a:rPr lang="en-GB" b="1" dirty="0"/>
              <a:t>helpers </a:t>
            </a:r>
            <a:r>
              <a:rPr lang="en-GB" dirty="0"/>
              <a:t>create, list, move, and delete files/dirs.</a:t>
            </a:r>
          </a:p>
          <a:p>
            <a:pPr lvl="1"/>
            <a:r>
              <a:rPr lang="en-IE" dirty="0" err="1"/>
              <a:t>os.listdir</a:t>
            </a:r>
            <a:r>
              <a:rPr lang="en-IE" dirty="0"/>
              <a:t>, </a:t>
            </a:r>
            <a:r>
              <a:rPr lang="en-IE" dirty="0" err="1"/>
              <a:t>os.makedirs</a:t>
            </a:r>
            <a:r>
              <a:rPr lang="en-IE" dirty="0"/>
              <a:t>, </a:t>
            </a:r>
            <a:r>
              <a:rPr lang="en-IE" dirty="0" err="1"/>
              <a:t>os.remove</a:t>
            </a:r>
            <a:r>
              <a:rPr lang="en-IE" dirty="0"/>
              <a:t>, </a:t>
            </a:r>
            <a:r>
              <a:rPr lang="en-IE" dirty="0" err="1"/>
              <a:t>os.chdir</a:t>
            </a:r>
            <a:r>
              <a:rPr lang="en-IE" dirty="0"/>
              <a:t>, </a:t>
            </a:r>
            <a:r>
              <a:rPr lang="en-IE" dirty="0" err="1"/>
              <a:t>os.getcwd</a:t>
            </a:r>
            <a:r>
              <a:rPr lang="en-IE" dirty="0"/>
              <a:t>.</a:t>
            </a:r>
          </a:p>
          <a:p>
            <a:r>
              <a:rPr lang="en-GB" b="1" dirty="0"/>
              <a:t>Environment access:</a:t>
            </a:r>
            <a:r>
              <a:rPr lang="en-GB" dirty="0"/>
              <a:t> read and set process environment via </a:t>
            </a:r>
            <a:r>
              <a:rPr lang="en-GB" dirty="0" err="1"/>
              <a:t>os.environ</a:t>
            </a:r>
            <a:r>
              <a:rPr lang="en-GB" dirty="0"/>
              <a:t> and </a:t>
            </a:r>
            <a:r>
              <a:rPr lang="en-GB" dirty="0" err="1"/>
              <a:t>os.getenv</a:t>
            </a:r>
            <a:r>
              <a:rPr lang="en-GB" dirty="0"/>
              <a:t>—handy for config and secrets.</a:t>
            </a:r>
          </a:p>
          <a:p>
            <a:r>
              <a:rPr lang="en-IE" b="1" dirty="0"/>
              <a:t>Paths</a:t>
            </a:r>
            <a:r>
              <a:rPr lang="en-IE" dirty="0"/>
              <a:t> (cross-platform): </a:t>
            </a:r>
            <a:r>
              <a:rPr lang="en-IE" dirty="0" err="1"/>
              <a:t>os.path.join</a:t>
            </a:r>
            <a:r>
              <a:rPr lang="en-IE" dirty="0"/>
              <a:t>, </a:t>
            </a:r>
            <a:r>
              <a:rPr lang="en-IE" dirty="0" err="1"/>
              <a:t>os.path.expanduser</a:t>
            </a:r>
            <a:r>
              <a:rPr lang="en-IE" dirty="0"/>
              <a:t>, </a:t>
            </a:r>
            <a:r>
              <a:rPr lang="en-IE" dirty="0" err="1"/>
              <a:t>os.path.abspath</a:t>
            </a:r>
            <a:r>
              <a:rPr lang="en-IE" dirty="0"/>
              <a:t>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89742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6755-A982-9A2F-9566-A167F331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 &amp; setting env vars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20195-657A-13A8-77BC-F6A546ED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Read with defaults</a:t>
            </a:r>
            <a:r>
              <a:rPr lang="en-GB" dirty="0"/>
              <a:t>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os.getenv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(“USER_ID", “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fxwalsh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GB" b="1" dirty="0"/>
              <a:t>Required values</a:t>
            </a:r>
            <a:r>
              <a:rPr lang="en-GB" dirty="0"/>
              <a:t>: access with </a:t>
            </a:r>
            <a:r>
              <a:rPr lang="en-GB" dirty="0" err="1"/>
              <a:t>os.environ</a:t>
            </a:r>
            <a:r>
              <a:rPr lang="en-GB" dirty="0"/>
              <a:t>["NAME"] and fail fast.</a:t>
            </a:r>
          </a:p>
          <a:p>
            <a:r>
              <a:rPr lang="en-GB" b="1" dirty="0"/>
              <a:t>Set an env var for current process:</a:t>
            </a:r>
            <a:endParaRPr lang="en-GB" dirty="0"/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D3000D-66B3-092D-84A5-91A2667C3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95"/>
          <a:stretch>
            <a:fillRect/>
          </a:stretch>
        </p:blipFill>
        <p:spPr>
          <a:xfrm>
            <a:off x="939752" y="4102525"/>
            <a:ext cx="9967951" cy="75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3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Widescreen</PresentationFormat>
  <Paragraphs>79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Courier New</vt:lpstr>
      <vt:lpstr>Office Theme</vt:lpstr>
      <vt:lpstr>Python for Embedded/Linux Devices</vt:lpstr>
      <vt:lpstr>systemd</vt:lpstr>
      <vt:lpstr>What does systemd do?</vt:lpstr>
      <vt:lpstr>Why it’s useful for your Python app</vt:lpstr>
      <vt:lpstr>Understanding a .service File</vt:lpstr>
      <vt:lpstr>Common systemd commands</vt:lpstr>
      <vt:lpstr>ps (Process Status)</vt:lpstr>
      <vt:lpstr>Environment variables: what &amp; why</vt:lpstr>
      <vt:lpstr>The os module (Python 3) at a glance</vt:lpstr>
      <vt:lpstr>Reading &amp; setting env vars in Python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 Walsh</dc:creator>
  <cp:keywords/>
  <dc:description>generated using python-pptx</dc:description>
  <cp:lastModifiedBy>Frank X Walsh</cp:lastModifiedBy>
  <cp:revision>4</cp:revision>
  <dcterms:created xsi:type="dcterms:W3CDTF">2013-01-27T09:14:16Z</dcterms:created>
  <dcterms:modified xsi:type="dcterms:W3CDTF">2025-11-12T10:58:47Z</dcterms:modified>
  <cp:category/>
</cp:coreProperties>
</file>