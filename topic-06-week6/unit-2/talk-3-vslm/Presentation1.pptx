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1.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925" r:id="rId3"/>
    <p:sldId id="277" r:id="rId4"/>
    <p:sldId id="1122" r:id="rId5"/>
    <p:sldId id="268" r:id="rId6"/>
    <p:sldId id="1121" r:id="rId7"/>
    <p:sldId id="1142" r:id="rId8"/>
    <p:sldId id="1149" r:id="rId9"/>
    <p:sldId id="1150" r:id="rId10"/>
    <p:sldId id="1151" r:id="rId11"/>
    <p:sldId id="279" r:id="rId12"/>
    <p:sldId id="269" r:id="rId13"/>
    <p:sldId id="271" r:id="rId14"/>
    <p:sldId id="270" r:id="rId15"/>
    <p:sldId id="257" r:id="rId16"/>
    <p:sldId id="259" r:id="rId17"/>
    <p:sldId id="261" r:id="rId18"/>
    <p:sldId id="273" r:id="rId19"/>
    <p:sldId id="262" r:id="rId20"/>
    <p:sldId id="258" r:id="rId21"/>
    <p:sldId id="264" r:id="rId22"/>
    <p:sldId id="266" r:id="rId23"/>
    <p:sldId id="265" r:id="rId24"/>
    <p:sldId id="267" r:id="rId25"/>
    <p:sldId id="272" r:id="rId26"/>
    <p:sldId id="274" r:id="rId27"/>
    <p:sldId id="1124" r:id="rId28"/>
    <p:sldId id="1148" r:id="rId29"/>
    <p:sldId id="275" r:id="rId30"/>
    <p:sldId id="278" r:id="rId31"/>
    <p:sldId id="276" r:id="rId32"/>
    <p:sldId id="1152"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41" autoAdjust="0"/>
    <p:restoredTop sz="70107" autoAdjust="0"/>
  </p:normalViewPr>
  <p:slideViewPr>
    <p:cSldViewPr snapToGrid="0">
      <p:cViewPr varScale="1">
        <p:scale>
          <a:sx n="77" d="100"/>
          <a:sy n="77" d="100"/>
        </p:scale>
        <p:origin x="102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1:05:14.244"/>
    </inkml:context>
    <inkml:brush xml:id="br0">
      <inkml:brushProperty name="width" value="0.05" units="cm"/>
      <inkml:brushProperty name="height" value="0.05" units="cm"/>
      <inkml:brushProperty name="color" value="#FFC114"/>
    </inkml:brush>
  </inkml:definitions>
  <inkml:trace contextRef="#ctx0" brushRef="#br0">1758 352 1840 0 0,'-10'5'160'0'0,"0"-2"-34"0"0,1-2 1 0 0,-1 1-1 0 0,0-1 1 0 0,0-1-1 0 0,0 0 0 0 0,-15-1 1 0 0,-3 0 249 0 0,-101-7-197 0 0,92 6-171 0 0,-116-2 2977 0 0,109 4-2378 0 0,42 0 111 0 0,-13-3-132 0 0,18 2-520 0 0,-1 0 1 0 0,1 0-1 0 0,-1 0 0 0 0,0 0 1 0 0,0 0-1 0 0,1 0 1 0 0,-1 0-1 0 0,0-1 1 0 0,0 1-1 0 0,0-1 0 0 0,2-2 1 0 0,18-11 204 0 0,31-17-63 0 0,-27 17-78 0 0,26-12 0 0 0,-9 5 144 0 0,-29 14-35 0 0,0 1 0 0 0,0 1 0 0 0,29-9 0 0 0,-36 13-112 0 0,8-1 346 0 0,-14 5-274 0 0,-10 5-116 0 0,4-3-82 0 0,1-1 6 0 0,-1 1 0 0 0,0-1 0 0 0,0 0 0 0 0,0-1 0 0 0,0 1 0 0 0,-1-1 0 0 0,1 0 0 0 0,-11 3 0 0 0,13-5-6 0 0,3-1 2 0 0,-1 1 1 0 0,0 0-1 0 0,1 0 0 0 0,-1 0 0 0 0,0 0 0 0 0,0 0 0 0 0,1 0 0 0 0,-1 0 1 0 0,0 0-1 0 0,1 0 0 0 0,-1 1 0 0 0,0-1 0 0 0,1 0 0 0 0,-1 0 0 0 0,0 1 0 0 0,1-1 1 0 0,-1 0-1 0 0,0 1 0 0 0,1-1 0 0 0,-1 0 0 0 0,1 1 0 0 0,-1-1 0 0 0,1 1 1 0 0,-2 0-1 0 0,2 0 421 0 0,12-6-186 0 0,152-35 53 0 0,-96 21-228 0 0,-57 16-63 0 0,44-11 32 0 0,90-36 0 0 0,-109 40 11 0 0,-31 9-6 0 0,0 0 1 0 0,1 0-1 0 0,-1 0 1 0 0,0-1-1 0 0,0 0 1 0 0,0 0-1 0 0,0 0 1 0 0,-1 0 0 0 0,1-1-1 0 0,4-3 1 0 0,10-5 108 0 0,-8 6-199 0 0,-11 5 50 0 0,1 0 0 0 0,-1 0 0 0 0,0 0 0 0 0,0 0 0 0 0,0-1 0 0 0,0 1 0 0 0,0 0 0 0 0,0 0 0 0 0,1 0 0 0 0,-1 0 0 0 0,0 0 0 0 0,0 0 1 0 0,0 0-1 0 0,0 0 0 0 0,0 0 0 0 0,0 0 0 0 0,0-1 0 0 0,1 1 0 0 0,-1 0 0 0 0,0 0 0 0 0,0 0 0 0 0,0 0 0 0 0,0 0 0 0 0,0 0 0 0 0,0-1 1 0 0,0 1-1 0 0,0 0 0 0 0,0 0 0 0 0,0 0 0 0 0,0 0 0 0 0,0 0 0 0 0,0-1 0 0 0,0 1 0 0 0,0 0 0 0 0,0 0 0 0 0,0 0 0 0 0,0 0 0 0 0,0 0 0 0 0,0-1 1 0 0,0 1-1 0 0,0 0 0 0 0,0 0 0 0 0,0 0 0 0 0,0 0 0 0 0,-1-1 156 0 0,-21-4 644 0 0,20 4-778 0 0,0 1-1 0 0,0-1 1 0 0,0 0-1 0 0,0 1 1 0 0,0 0 0 0 0,0-1-1 0 0,-1 1 1 0 0,1 0-1 0 0,-4 0 1 0 0,-27 7 38 0 0,-46 16 1 0 0,28-8-38 0 0,19-7-20 0 0,14-3 0 0 0,0 0 0 0 0,0 0 0 0 0,-25 13 0 0 0,-1 0 0 0 0,44-18 0 0 0,0 0 0 0 0,0 0 0 0 0,0 0 0 0 0,0 0 0 0 0,0 0 0 0 0,0 0 0 0 0,0 0 0 0 0,0 0 0 0 0,0 1 0 0 0,0-1 0 0 0,1 0 0 0 0,-1 0 0 0 0,0 0 0 0 0,0 0 0 0 0,0 0 0 0 0,0 0 0 0 0,0 0 0 0 0,0 0 0 0 0,0 0 0 0 0,0 0 0 0 0,0 0 0 0 0,0 0 0 0 0,0 0 0 0 0,0 0 0 0 0,0 0 0 0 0,0 0 0 0 0,0 0 0 0 0,0 0 0 0 0,0 0 0 0 0,0 0 0 0 0,0 0 0 0 0,0 0 0 0 0,0 0 0 0 0,0 1 0 0 0,0-1 0 0 0,0 0 0 0 0,0 0 0 0 0,0 0 0 0 0,0 0 0 0 0,0 0 0 0 0,0 0 0 0 0,0 0 0 0 0,0 0 0 0 0,0 0 0 0 0,0 0 0 0 0,0 0 0 0 0,0 0 0 0 0,0 0 0 0 0,0 0 0 0 0,0 0 0 0 0,0 0 0 0 0,0 0 0 0 0,0 0 0 0 0,0 1 0 0 0,0-1 0 0 0,11 1 0 0 0,13-1 0 0 0,-4-2 0 0 0,36-10 0 0 0,2 0 0 0 0,26-9 34 0 0,-8 1-4 0 0,-62 17-27 0 0,-2 1 32 0 0,0 0-1 0 0,23-1 0 0 0,-30 2 193 0 0,-10 1-184 0 0,4 0-31 0 0,-1 0 0 0 0,0 0 0 0 0,1 0 0 0 0,-1 1 0 0 0,1-1-1 0 0,-1 1 1 0 0,1-1 0 0 0,-1 1 0 0 0,1 0 0 0 0,-1 0 0 0 0,1-1 0 0 0,0 1-1 0 0,-3 2 1 0 0,-1 1 23 0 0,0-1-1 0 0,-1 0 0 0 0,1 0 1 0 0,-1-1-1 0 0,1 1 1 0 0,-1-1-1 0 0,-9 2 0 0 0,-15 6 55 0 0,-45 15-152 0 0,54-18 30 0 0,0 0 0 0 0,-25 12 0 0 0,37-15 48 0 0,1-1 0 0 0,-1 0 0 0 0,0 0 0 0 0,-9 1 1 0 0,10-2-6 0 0,0 0 0 0 0,1 0 0 0 0,-1 0 0 0 0,1 1 0 0 0,-11 6 0 0 0,29-13 32 0 0,15-6 76 0 0,-8 1-57 0 0,-1 0 0 0 0,1 2 1 0 0,30-9-1 0 0,20 4 12 0 0,-37 7-59 0 0,-14 1 49 0 0,20 2-13 0 0,-118 21 158 0 0,-17 1-134 0 0,91-18-74 0 0,-10 6 0 0 0,11-3 0 0 0,5-5 0 0 0,1 0 0 0 0,0 0 0 0 0,0 0-1 0 0,0 0 1 0 0,-1 0 0 0 0,1 0-1 0 0,0 0 1 0 0,0 0 0 0 0,0 0-1 0 0,-1 0 1 0 0,1 1 0 0 0,0-1-1 0 0,0 0 1 0 0,0 0 0 0 0,0 0-1 0 0,-1 0 1 0 0,1 0 0 0 0,0 1-1 0 0,0-1 1 0 0,0 0 0 0 0,0 0-1 0 0,0 0 1 0 0,0 1 0 0 0,0-1-1 0 0,-1 0 1 0 0,1 0 0 0 0,0 0-1 0 0,0 1 1 0 0,0-1 0 0 0,0 0-1 0 0,0 0 1 0 0,0 0 0 0 0,0 1-1 0 0,0-1 1 0 0,0 0 0 0 0,0 0-1 0 0,0 1 1 0 0,9 2-28 0 0,12-3-12 0 0,-3-2 40 0 0,1-2 0 0 0,19-5 0 0 0,3-2 0 0 0,-11 3 3 0 0,34-13 0 0 0,-55 18 2 0 0,12-5 48 0 0,-15 8-47 0 0,-7 3 7 0 0,-6 2 22 0 0,-30 21-31 0 0,-34 31 1 0 0,23-18 50 0 0,30-24-45 0 0,1-1-10 0 0,-32 20 0 0 0,41-26 10 0 0,7-7-6 0 0,1 0-1 0 0,-1 0 1 0 0,0 0-1 0 0,0 0 0 0 0,0 0 1 0 0,0 0-1 0 0,0 0 0 0 0,0 0 1 0 0,-1 0-1 0 0,1 0 1 0 0,0-1-1 0 0,0 1 0 0 0,0-1 1 0 0,-1 1-1 0 0,-1 0 0 0 0,12-4 11 0 0,-1-1 0 0 0,-1 0-1 0 0,1-1 1 0 0,-1 1-1 0 0,1-1 1 0 0,-2-1 0 0 0,1 1-1 0 0,0-1 1 0 0,8-10-1 0 0,46-38 41 0 0,-50 45-34 0 0,1 0 1 0 0,0 1 0 0 0,0 0-1 0 0,1 1 1 0 0,0 0-1 0 0,24-8 1 0 0,-5 2-10 0 0,53-24 4 0 0,-83 37 443 0 0,-4 0-293 0 0,-2 2-158 0 0,-1-1 0 0 0,1 1 0 0 0,0-1 0 0 0,-1 0 0 0 0,-6 0 0 0 0,7-1-8 0 0,-1 1 0 0 0,1-1 0 0 0,-1 1 0 0 0,1 0-1 0 0,0 1 1 0 0,-1-1 0 0 0,-5 4 0 0 0,-29 14-21 0 0,30-16 5 0 0,1 0 1 0 0,0 1-1 0 0,0 0 1 0 0,-9 8-1 0 0,-12 4-40 0 0,25-14 55 0 0,0 0-1 0 0,-1 0 0 0 0,2 0 0 0 0,-1 1 1 0 0,0-1-1 0 0,0 1 0 0 0,-4 5 0 0 0,-4 1 3 0 0,3-1-4 0 0,10-4-9 0 0,9-2-20 0 0,-10-2 30 0 0,6 1-10 0 0,1 0-1 0 0,-1-1 1 0 0,1 0 0 0 0,-1 0-1 0 0,1-1 1 0 0,-1 1 0 0 0,1-1-1 0 0,-1-1 1 0 0,1 1 0 0 0,-1-1-1 0 0,7-4 1 0 0,4 1 2 0 0,84-34 11 0 0,-81 31 0 0 0,16-10 11 0 0,-11 5 56 0 0,-23 12 69 0 0,-2 2-131 0 0,-1 0 1 0 0,1 0-1 0 0,-1 1 1 0 0,1-1-1 0 0,-1 0 0 0 0,0 0 1 0 0,0 0-1 0 0,1 1 1 0 0,-1-1-1 0 0,0 0 1 0 0,0 0-1 0 0,0 0 0 0 0,-2 1 1 0 0,-6 8 8 0 0,-1 4 6 0 0,-1-2-1 0 0,-15 16 1 0 0,-14 16 39 0 0,7-12-49 0 0,19-15 0 0 0,13-12 13 0 0,1-1 0 0 0,-10 5-3 0 0,8-7 184 0 0,2-3-198 0 0,-1 1-1 0 0,1 0 1 0 0,-1 0 0 0 0,1-1-1 0 0,-1 1 1 0 0,1 0-1 0 0,-1-1 1 0 0,1 1-1 0 0,-1 0 1 0 0,1-1-1 0 0,-1 1 1 0 0,1-1-1 0 0,0 1 1 0 0,-1-1-1 0 0,1 1 1 0 0,0-1-1 0 0,-1 1 1 0 0,1-1-1 0 0,0 1 1 0 0,0-1-1 0 0,0 1 1 0 0,-1-1-1 0 0,1 0 1 0 0,0 1-1 0 0,0-1 1 0 0,0 1-1 0 0,0-1 1 0 0,0 0-1 0 0,14-30 107 0 0,-13 28-112 0 0,1 1 0 0 0,-1 0 0 0 0,1 0 0 0 0,0 0 0 0 0,-1 0 0 0 0,1 1 0 0 0,0-1 0 0 0,0 0 0 0 0,0 1 0 0 0,0-1 0 0 0,1 1 0 0 0,2-1 0 0 0,31-15 0 0 0,-21 13-14 0 0,-1 0-1 0 0,2 1 0 0 0,-1 0 1 0 0,0 1-1 0 0,20 0 0 0 0,4 2 5 0 0,-15 0-98 0 0,-50-2 166 0 0,1-2 1 0 0,0-1-1 0 0,0 0 1 0 0,0-2-1 0 0,-34-14 0 0 0,57 20-47 0 0,1 1-3 0 0,0-1 0 0 0,0 1 0 0 0,0 0-1 0 0,0-1 1 0 0,0 1 0 0 0,0 0 0 0 0,0-1 0 0 0,0 1 0 0 0,0-1 0 0 0,0 1 0 0 0,1-1-1 0 0,-1 0 1 0 0,0 1 0 0 0,0-1 0 0 0,1 0 0 0 0,-1 0 0 0 0,0 1 0 0 0,0-3-1 0 0,0 2 77 0 0,1 0-75 0 0,-1 1 0 0 0,0 0-1 0 0,0 0 1 0 0,1 0 0 0 0,-1 0-1 0 0,1-1 1 0 0,-1 1 0 0 0,0 0-1 0 0,1-1 1 0 0,-1 1-1 0 0,0 0 1 0 0,1-1 0 0 0,-1 1-1 0 0,1-1 1 0 0,-1 1 0 0 0,1-1-1 0 0,-1 1 1 0 0,1-1 0 0 0,0 1-1 0 0,-1-1 1 0 0,1 0-1 0 0,0 1 1 0 0,-1-1 0 0 0,1 1-1 0 0,0-1 1 0 0,0 0 0 0 0,-1 1-1 0 0,1-1 1 0 0,0 0 0 0 0,0 0-1 0 0,0 1 1 0 0,0-1-1 0 0,0 0 1 0 0,0 0 0 0 0,2-23 284 0 0,-2 13-134 0 0,1 0 66 0 0,19-7-113 0 0,-10 12-110 0 0,1 0-1 0 0,0 1 1 0 0,0 1-1 0 0,1-1 1 0 0,-1 2-1 0 0,1-1 1 0 0,0 2-1 0 0,0 0 0 0 0,0 0 1 0 0,16 0-1 0 0,-25 2-51 0 0,1 0 0 0 0,0 0-1 0 0,-1 0 1 0 0,1-1 0 0 0,-1 1-1 0 0,1-1 1 0 0,4-2 0 0 0,-1 0 39 0 0,-6 2 314 0 0,-8 6-169 0 0,-45 4-134 0 0,7-2 0 0 0,-99 14 0 0 0,-91 18-368 0 0,159-29 352 0 0,66-6 3 0 0,45-9-120 0 0,2-1 118 0 0,-17 3-20 0 0,36-10-1 0 0,-10 3 37 0 0,-39 9-3 0 0,1 0 1 0 0,-1-1 0 0 0,0 0 0 0 0,1 0 0 0 0,-1 0-1 0 0,0-1 1 0 0,-1 0 0 0 0,8-4 0 0 0,-5 2-48 0 0,0 0 0 0 0,19-6 0 0 0,6-2-122 0 0,-17 2 139 0 0,5-1 224 0 0,-19 11 59 0 0,-7 0-174 0 0,-8 0-49 0 0,0 0 0 0 0,0 0-1 0 0,0 1 1 0 0,0 0 0 0 0,-18 4-1 0 0,-63 16 197 0 0,24-4-150 0 0,-17 3-74 0 0,-41 8 0 0 0,-92 19-387 0 0,204-42 382 0 0,3-1 5 0 0,8-1 0 0 0,0-1 0 0 0,0 0 0 0 0,0 0 0 0 0,0 0 0 0 0,0-1 0 0 0,-1 0 0 0 0,-6 0 0 0 0,23-6-55 0 0,12-2-20 0 0,165-15-143 0 0,-21-12 142 0 0,-160 34 88 0 0,-39 14 48 0 0,-222 58-91 0 0,-66 21-158 0 0,190-53 291 0 0,74-23-80 0 0,9-5-22 0 0,28-7 0 0 0,15-4 0 0 0,7-2 0 0 0,95-43-186 0 0,124-44-20 0 0,-37 19 206 0 0,-98 38 0 0 0,-53 15 68 0 0,-33 16 112 0 0,-5 1-155 0 0,0-1 0 0 0,1 0 0 0 0,-1 0 0 0 0,0 1 0 0 0,0 0 0 0 0,0-1 0 0 0,0 1 0 0 0,-4 1-1 0 0,-52 1-29 0 0,-96 15-1 0 0,-60 26-53 0 0,124-24 49 0 0,-138 21 85 0 0,201-38-21 0 0,20-2-55 0 0,19-2-13 0 0,33-5-55 0 0,59-16 0 0 0,10-7 50 0 0,77-27-26 0 0,-168 48 45 0 0,-11 5 0 0 0,0 0 0 0 0,0-1 0 0 0,14-9 0 0 0,-4 5 39 0 0,-20 9-35 0 0,0 0 1 0 0,0 0 0 0 0,0 0 0 0 0,0 0-1 0 0,0-1 1 0 0,0 1 0 0 0,0-1 0 0 0,0 1-1 0 0,0-1 1 0 0,0 1 0 0 0,0-1 0 0 0,0 1-1 0 0,0-1 1 0 0,0 0 0 0 0,0 1 0 0 0,0-1-1 0 0,-1 0 1 0 0,1 0 0 0 0,0 0 0 0 0,0 0 0 0 0,-1 0-1 0 0,1 1 1 0 0,-1-1 0 0 0,1 0 0 0 0,-1 0-1 0 0,1-2 1 0 0,-3 2 36 0 0,0 0 0 0 0,0 1 0 0 0,-1-1 0 0 0,1 0 0 0 0,0 1 0 0 0,0-1 0 0 0,-1 1 0 0 0,-2 0 0 0 0,-35 6 219 0 0,21-2-200 0 0,-151 37-257 0 0,71-16 42 0 0,-289 57 3 0 0,326-66 152 0 0,55-14-16 0 0,11-3-11 0 0,0 0 0 0 0,0 1 0 0 0,0-1 0 0 0,1 1 0 0 0,6 0 0 0 0,12-1 17 0 0,34-9-56 0 0,73-21 0 0 0,-24-9 77 0 0,-104 39 262 0 0,-29-11 47 0 0,0 10-266 0 0,1 1 0 0 0,-1 1 0 0 0,1 1 0 0 0,-39 7 0 0 0,17-2-24 0 0,-31 7-161 0 0,-92 26-1 0 0,66-13 59 0 0,89-21 73 0 0,15-6 2 0 0,6-3-1 0 0,12-6-16 0 0,196-62 241 0 0,-169 58-177 0 0,-21 7-37 0 0,0 0 1 0 0,-1-2-1 0 0,37-20 0 0 0,-58 29-8 0 0,-1 0-1 0 0,0 0 0 0 0,0-1 0 0 0,0 1 0 0 0,0 0 1 0 0,0 0-1 0 0,0-1 0 0 0,1 1 0 0 0,-1 0 0 0 0,0 0 1 0 0,0 0-1 0 0,0-1 0 0 0,0 1 0 0 0,0 0 0 0 0,0 0 0 0 0,0-1 1 0 0,0 1-1 0 0,0 0 0 0 0,0 0 0 0 0,0-1 0 0 0,0 1 1 0 0,0 0-1 0 0,0 0 0 0 0,0-1 0 0 0,-1 1 0 0 0,1 0 1 0 0,0 0-1 0 0,0 0 0 0 0,0-1 0 0 0,0 1 0 0 0,0 0 1 0 0,0 0-1 0 0,-1 0 0 0 0,1-1 0 0 0,0 1 0 0 0,0 0 1 0 0,0 0-1 0 0,0 0 0 0 0,-1 0 0 0 0,1 0 0 0 0,0-1 1 0 0,0 1-1 0 0,0 0 0 0 0,-1 0 0 0 0,1 0 0 0 0,0 0 0 0 0,0 0 1 0 0,-1 0-1 0 0,1 0 0 0 0,-10-6 53 0 0,5 4-48 0 0,0 1 0 0 0,0-1 0 0 0,0 1 0 0 0,-1 0-1 0 0,1 1 1 0 0,0-1 0 0 0,0 1 0 0 0,-6 0 0 0 0,-45 6-20 0 0,42-4 17 0 0,-132 26-5 0 0,-14 12 0 0 0,138-35 6 0 0,-37 14-1 0 0,38-11-72 0 0,-40 8 1 0 0,58-16 30 0 0,2 0 28 0 0,1 0 0 0 0,-1 0 1 0 0,0 0-1 0 0,1 0 0 0 0,-1 0 0 0 0,0 0 1 0 0,1 0-1 0 0,-1 0 0 0 0,0 0 1 0 0,0 0-1 0 0,1 1 0 0 0,-1-1 0 0 0,0 0 1 0 0,1 0-1 0 0,-1 1 0 0 0,1-1 1 0 0,-1 1-1 0 0,0-1 0 0 0,1 0 1 0 0,-1 1-1 0 0,1-1 0 0 0,-1 2 0 0 0,-1-1-109 0 0,3 1-142 0 0,12 22-1053 0 0,-6-14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0-08T13:00:31.140"/>
    </inkml:context>
    <inkml:brush xml:id="br0">
      <inkml:brushProperty name="width" value="0.05" units="cm"/>
      <inkml:brushProperty name="height" value="0.05" units="cm"/>
      <inkml:brushProperty name="color" value="#E71224"/>
    </inkml:brush>
  </inkml:definitions>
  <inkml:trace contextRef="#ctx0" brushRef="#br0">1 2675 6304 0 0,'0'0'2286'0'0,"1"1"-2164"0"0,7 5-10 0 0,1-2-34 0 0,-4-2-81 0 0,-1-1-1 0 0,1 0 0 0 0,-1 0 1 0 0,1 0-1 0 0,0 0 0 0 0,-1-1 1 0 0,1 0-1 0 0,0 0 0 0 0,-1 0 1 0 0,1-1-1 0 0,0 1 1 0 0,-1-1-1 0 0,1 0 0 0 0,0 0 1 0 0,-1-1-1 0 0,1 1 0 0 0,6-5 1 0 0,15-3-18 0 0,8-2 224 0 0,-1-1 0 0 0,38-20 0 0 0,22-10 140 0 0,90-43-278 0 0,-158 72-56 0 0,256-151 109 0 0,-253 148-80 0 0,49-19 0 0 0,6-4 35 0 0,17-12 92 0 0,20-12-50 0 0,-25 16-105 0 0,-56 29-9 0 0,202-82-1 0 0,-59 27 0 0 0,79-38 152 0 0,102-50 120 0 0,-258 112-154 0 0,165-66-180 0 0,1 15 382 0 0,-173 63-248 0 0,89-30 410 0 0,87-21-366 0 0,-203 65 107 0 0,110-53 0 0 0,130-41-11 0 0,-171 70-156 0 0,-44 8-56 0 0,-52 20 0 0 0,54-16 0 0 0,16 3 16 0 0,119-31 32 0 0,85-17 24 0 0,-73 22 17 0 0,-118 31-40 0 0,-10-2 39 0 0,87-18-50 0 0,-110 21-100 0 0,-9 1 316 0 0,-32 14-152 0 0,200-49 41 0 0,-136 36-130 0 0,-18 5-15 0 0,57-11 87 0 0,-1 0 35 0 0,65-19-67 0 0,228-19 1 0 0,-327 52-126 0 0,93-7 232 0 0,-97 12-31 0 0,112-11 64 0 0,54-2 37 0 0,31 13-166 0 0,-214 11-56 0 0,193 4 58 0 0,-180 3-15 0 0,330 36 378 0 0,-138 6 113 0 0,-252-40-460 0 0,16 2 13 0 0,77 24 0 0 0,241 69 323 0 0,-320-91-378 0 0,7 0-1 0 0,124 41 0 0 0,-72-17-23 0 0,24 10 85 0 0,-61-4-8 0 0,62 26 544 0 0,-57-24-261 0 0,-73-36-297 0 0,27 15 146 0 0,27 15-60 0 0,0 0-42 0 0,-29-13-109 0 0,-43-25-3 0 0,-2 0 1 0 0,1 0 0 0 0,0 1-1 0 0,0-1 1 0 0,0 0 0 0 0,-1 1-1 0 0,1 0 1 0 0,2 2-1 0 0,10 9 31 0 0,21 12 49 0 0,-26-17-60 0 0,1-1 1 0 0,1 0-1 0 0,12 7 0 0 0,107 55 105 0 0,-125-66-136 0 0,123 55 0 0 0,-41-17 54 0 0,-36-17-44 0 0,-2 3-10 0 0,-8-7 24 0 0,-32-15-16 0 0,0 0 0 0 0,0-1 0 0 0,1 0 0 0 0,14 4 0 0 0,-9-4 2 0 0,-1 0 0 0 0,0 1-1 0 0,20 11 1 0 0,24 8 15 0 0,-41-18-15 0 0,2 0 30 0 0,0 0-1 0 0,32 18 0 0 0,14 0 93 0 0,-15 0-91 0 0,-29-13 41 0 0,29 11-1 0 0,-14-1-32 0 0,-29-17-32 0 0,-1 0 0 0 0,0 0 1 0 0,13 5-1 0 0,53 29 121 0 0,-47-26-19 0 0,7 3 114 0 0,-21-10-257 0 0,1 1-1 0 0,-1 0 0 0 0,16 12 1 0 0,3 4 98 0 0,-22-18-74 0 0,1 3 0 0 0,1-1 16 0 0,-8-7 20 0 0,18 19 51 0 0,-18-17-34 0 0,-2 1 1 0 0,5 6-53 0 0,-2-4-212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0-08T13:00:32.339"/>
    </inkml:context>
    <inkml:brush xml:id="br0">
      <inkml:brushProperty name="width" value="0.05" units="cm"/>
      <inkml:brushProperty name="height" value="0.05" units="cm"/>
      <inkml:brushProperty name="color" value="#E71224"/>
    </inkml:brush>
  </inkml:definitions>
  <inkml:trace contextRef="#ctx0" brushRef="#br0">599 0 3224 0 0,'0'0'6814'0'0,"3"13"-6322"0"0,-1-6-344 0 0,0-1-1 0 0,0 0 1 0 0,1 0-1 0 0,0 1 1 0 0,1-2-1 0 0,-1 1 0 0 0,1 0 1 0 0,9 9-1 0 0,-8-8-18 0 0,0 0 0 0 0,0-1 0 0 0,-1 1 1 0 0,1 1-1 0 0,5 14 0 0 0,-7-13-76 0 0,1-1 0 0 0,-1 0 1 0 0,1 0-1 0 0,1 0 0 0 0,0-1 1 0 0,0 1-1 0 0,0-1 0 0 0,1 0 1 0 0,0-1-1 0 0,0 1 0 0 0,1-1 1 0 0,0 0-1 0 0,0-1 0 0 0,11 7 1 0 0,46 31 26 0 0,-45-32-70 0 0,1 1 1 0 0,20 16 0 0 0,-35-24-9 0 0,0 0 1 0 0,0 1-1 0 0,-1-1 0 0 0,1 1 1 0 0,-1 0-1 0 0,0 0 1 0 0,0 0-1 0 0,-1 1 1 0 0,1-1-1 0 0,-1 1 1 0 0,-1 0-1 0 0,4 8 1 0 0,-5-11 7 0 0,-1 1 0 0 0,1 0 0 0 0,-1 0 1 0 0,0-1-1 0 0,0 1 0 0 0,0 0 0 0 0,0 0 1 0 0,-1-1-1 0 0,1 1 0 0 0,-1 0 1 0 0,0 0-1 0 0,0-1 0 0 0,-3 7 0 0 0,1-4 37 0 0,-1 0-1 0 0,0 0 0 0 0,0 0 1 0 0,0 0-1 0 0,0-1 0 0 0,-10 9 1 0 0,-4 1 90 0 0,0-2 0 0 0,0 0 0 0 0,-31 16 0 0 0,22-15 191 0 0,-2-1 0 0 0,0-1 0 0 0,-47 12 0 0 0,-93 12 855 0 0,77-18-535 0 0,30-7-360 0 0,-1-4 0 0 0,-109 0 0 0 0,94-12-1433 0 0,61 5-5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0-08T13:00:42.759"/>
    </inkml:context>
    <inkml:brush xml:id="br0">
      <inkml:brushProperty name="width" value="0.05" units="cm"/>
      <inkml:brushProperty name="height" value="0.05" units="cm"/>
      <inkml:brushProperty name="color" value="#E71224"/>
    </inkml:brush>
  </inkml:definitions>
  <inkml:trace contextRef="#ctx0" brushRef="#br0">30 1172 5784 0 0,'-4'-4'526'0'0,"2"3"-472"0"0,1 0-1 0 0,-1 0 1 0 0,1-1-1 0 0,0 1 1 0 0,0 0-1 0 0,-1-1 0 0 0,1 1 1 0 0,0-1-1 0 0,0 1 1 0 0,1-1-1 0 0,-1 0 1 0 0,0 1-1 0 0,0-1 0 0 0,1 0 1 0 0,-2-3-1 0 0,2 4 15 0 0,0 1-1 0 0,0-1 0 0 0,0 0 1 0 0,0 1-1 0 0,0-1 0 0 0,-1 0 1 0 0,1 1-1 0 0,0-1 0 0 0,-1 0 0 0 0,1 1 1 0 0,0-1-1 0 0,-1 0 0 0 0,1 1 1 0 0,-1-1-1 0 0,1 1 0 0 0,-1-1 1 0 0,1 1-1 0 0,-1-1 0 0 0,-1 0 1 0 0,3 1-28 0 0,-1 0 0 0 0,0 0 0 0 0,0 1 0 0 0,0-1 1 0 0,1 0-1 0 0,-1 0 0 0 0,0 0 0 0 0,0 0 0 0 0,1 0 0 0 0,-1 0 1 0 0,0 0-1 0 0,0 0 0 0 0,1 0 0 0 0,-1 0 0 0 0,0 0 1 0 0,0 0-1 0 0,1 0 0 0 0,-1 0 0 0 0,0 0 0 0 0,0 0 0 0 0,1 0 1 0 0,-1 0-1 0 0,0 0 0 0 0,0 0 0 0 0,1 0 0 0 0,-1-1 0 0 0,0 1 1 0 0,0 0-1 0 0,0 0 0 0 0,1 0 0 0 0,-1 0 0 0 0,0 0 0 0 0,0-1 1 0 0,0 1-1 0 0,0 0 0 0 0,1 0 0 0 0,-1 0 0 0 0,0-1 1 0 0,0 1-1 0 0,0 0 0 0 0,0 0 0 0 0,0-1 0 0 0,0 1 0 0 0,0 0 1 0 0,1 0-1 0 0,-1-1 0 0 0,0 1 0 0 0,0 0 0 0 0,0 0 0 0 0,0-1 1 0 0,0 1-1 0 0,0 0 0 0 0,0 0 0 0 0,0-1 0 0 0,0 1 0 0 0,-1 0 1 0 0,1 0-1 0 0,0-1 0 0 0,0 1 0 0 0,0 0 0 0 0,121 126 475 0 0,-82-81-335 0 0,80 69 0 0 0,-62-68-230 0 0,141 107 8 0 0,-149-119 49 0 0,1-3-1 0 0,68 32 1 0 0,164 71 156 0 0,-32 0-97 0 0,-28-20-10 0 0,-60-33-34 0 0,42 15-22 0 0,-51-29 0 0 0,-87-40 0 0 0,61 26 13 0 0,172 78 38 0 0,96 46-51 0 0,-283-125 0 0 0,37 14 0 0 0,78 12 0 0 0,49 18 0 0 0,146 27 0 0 0,-392-116 0 0 0,263 80 49 0 0,72 17 40 0 0,-210-71-68 0 0,764 148 172 0 0,-602-127-171 0 0,154 22 20 0 0,-256-47-31 0 0,355 42 42 0 0,627-24 235 0 0,-606-94-94 0 0,-487 34-155 0 0,135-20 144 0 0,-2-16 193 0 0,299-102 0 0 0,-403 106-200 0 0,168-63 260 0 0,229-95 352 0 0,40-64-692 0 0,-434 195-60 0 0,64-36 69 0 0,-82 37-27 0 0,233-127 60 0 0,-33 19-127 0 0,58-67 1 0 0,485-389 639 0 0,-581 423-412 0 0,12-10-6 0 0,-88 31-168 0 0,-6 4-2 0 0,134-112 681 0 0,-292 255-774 0 0,35-53-1 0 0,-5 5 20 0 0,-57 71 45 0 0,-12 18-29 0 0,1 0 1 0 0,-1 0 0 0 0,1 0 0 0 0,0 0 0 0 0,0 0 0 0 0,0 1 0 0 0,3-3-1 0 0,12-16 201 0 0,-9 7-197 0 0,-7 13-218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0-08T13:00:44.037"/>
    </inkml:context>
    <inkml:brush xml:id="br0">
      <inkml:brushProperty name="width" value="0.05" units="cm"/>
      <inkml:brushProperty name="height" value="0.05" units="cm"/>
      <inkml:brushProperty name="color" value="#E71224"/>
    </inkml:brush>
  </inkml:definitions>
  <inkml:trace contextRef="#ctx0" brushRef="#br0">1 356 6592 0 0,'0'0'1368'0'0,"15"-11"-504"0"0,-8 6-770 0 0,0 0 0 0 0,1 0 0 0 0,0 1 0 0 0,0 0 0 0 0,1 1 0 0 0,9-4 0 0 0,23-10 181 0 0,16-11-459 0 0,63-37 71 0 0,61-39 901 0 0,-167 96-713 0 0,13-10 231 0 0,43-20 1 0 0,-56 32-252 0 0,0 0-1 0 0,0 2 1 0 0,0-1 0 0 0,1 2 0 0 0,0 0 0 0 0,0 0 0 0 0,24 0 0 0 0,-35 3-47 0 0,1 0 0 0 0,-1 0-1 0 0,1 1 1 0 0,-1 0 0 0 0,1-1 0 0 0,-1 2 0 0 0,1-1 0 0 0,-1 0-1 0 0,0 1 1 0 0,1 0 0 0 0,-1 0 0 0 0,0 0 0 0 0,0 1 0 0 0,-1-1 0 0 0,1 1-1 0 0,0 0 1 0 0,-1 0 0 0 0,0 0 0 0 0,1 0 0 0 0,-1 1 0 0 0,0-1-1 0 0,-1 1 1 0 0,1 0 0 0 0,-1 0 0 0 0,0 0 0 0 0,0 0 0 0 0,0 0-1 0 0,2 7 1 0 0,-1 1 36 0 0,0 0 1 0 0,-1 0-1 0 0,-1 0 0 0 0,0 0 0 0 0,0 0 0 0 0,-1 0 0 0 0,-1 0 0 0 0,0 0 0 0 0,-5 22 1 0 0,-4 4 269 0 0,-22 61 0 0 0,-45 80 99 0 0,-21 75-266 0 0,79-201-379 0 0,3-1 1 0 0,-18 106 0 0 0,29-127-4275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0-08T13:11:33.573"/>
    </inkml:context>
    <inkml:brush xml:id="br0">
      <inkml:brushProperty name="width" value="0.5" units="cm"/>
      <inkml:brushProperty name="height" value="1" units="cm"/>
      <inkml:brushProperty name="color" value="#FFFC00"/>
      <inkml:brushProperty name="tip" value="rectangle"/>
      <inkml:brushProperty name="rasterOp" value="maskPen"/>
      <inkml:brushProperty name="ignorePressure" value="1"/>
    </inkml:brush>
  </inkml:definitions>
  <inkml:trace contextRef="#ctx0" brushRef="#br0">1342 1,'-1'10,"0"0,-1 0,0 0,0 0,-1 0,0-1,-1 1,-7 13,-46 70,42-71,-19 24,25-37,1 1,0 0,1 1,0 0,1 0,0 1,-8 21,14-32,0-1,0 1,0-1,0 1,0-1,0 1,0 0,1-1,-1 1,0-1,0 1,0-1,1 0,-1 1,0-1,1 1,-1-1,0 1,1-1,-1 0,0 1,1-1,-1 0,1 1,-1-1,1 0,-1 0,1 1,-1-1,1 0,-1 0,1 0,-1 0,1 0,-1 0,1 0,-1 0,1 0,-1 0,1 0,-1 0,1 0,-1 0,1 0,-1 0,1-1,-1 1,1 0,0-1,0 1,0 0,0 0,0-1,-1 1,1 0,0 0,0 0,0 0,0 0,-1 0,1 1,0-1,0 0,0 0,-1 0,1 1,0-1,0 1,-1-1,1 0,0 1,-1-1,1 1,0-1,-1 1,1 0,-1-1,1 1,-1 0,1-1,-1 1,1 0,-1 0,0-1,1 2,-2 5,1 0,-2 0,1-1,-1 1,0-1,0 1,-1-1,0 0,0 1,-5 5,3-3,-311 507,306-502,6-7,-1 1,0-1,0 0,-1 0,0 0,0-1,-12 10,17-16,1 1,-1-1,1 0,-1 0,1 1,-1-1,1 0,-1 0,1 1,-1-1,1 0,-1 0,0 0,1 0,-1 0,1 0,-1 0,1 0,-1 0,0 0,1 0,-1 0,1 0,-1-1,1 1,-1 0,0 0,1-1,-1 1,0-1,-6-18,7-26,14-40,5 0,48-138,-37 129,-28 83,0 0,-1 0,0 0,-1 0,0 0,-1 0,0 0,-1 0,0 0,-1 1,-4-13,-5-26,-11-134,17 129,6 51,0 0,0-1,-1 1,1 0,-1 0,0 0,0 0,0 0,0 0,0 1,-1-1,1 0,-1 0,0 1,0-1,0 1,-3-3,3 4,0 0,0 1,0-1,0 1,0-1,-1 1,1 0,0 0,0 0,0 0,0 0,-1 0,1 1,0-1,0 1,0-1,0 1,0 0,0 0,0 0,0 0,0 0,1 0,-4 3,-40 28,2 1,2 2,1 2,-47 56,-125 181,132-165,29-38,-52 100,92-153,-21 39,31-56,1 0,-1 0,1 1,-1-1,1 0,-1 1,1-1,0 0,-1 1,1-1,0 1,0-1,0 0,0 1,0-1,1 1,-1-1,0 0,1 1,-1-1,1 0,-1 1,1-1,0 0,-1 0,1 0,0 1,0-1,0 0,0 0,0 0,0 0,0 0,0-1,2 2,13 4,-1-1,2 0,31 4,29 8,-27 2,0 3,-1 2,60 40,-105-62,4 2,1 0,0 0,0-1,0 0,0-1,1 0,-1-1,1 1,-1-2,1 1,-1-2,1 1,-1-1,17-4,14-4,-2-3,47-19,-24 8,9 0,0 3,2 4,0 2,0 4,101-2,582 12,-312 3,1009-3,-1430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0-11T10:22:44.676"/>
    </inkml:context>
    <inkml:brush xml:id="br0">
      <inkml:brushProperty name="width" value="0.05" units="cm"/>
      <inkml:brushProperty name="height" value="0.05" units="cm"/>
      <inkml:brushProperty name="color" value="#E71224"/>
    </inkml:brush>
  </inkml:definitions>
  <inkml:trace contextRef="#ctx0" brushRef="#br0">3210 182 1376 0 0,'-13'-5'55'0'0,"-1"2"1"0"0,1 0-1 0 0,-15-1 1 0 0,-20-5 3139 0 0,-16-3 1511 0 0,5 1-3731 0 0,-99-24-329 0 0,67 21-646 0 0,13 8 0 0 0,49 5 0 0 0,-19 0 39 0 0,-57 7 1 0 0,34 0-2 0 0,-78 11 128 0 0,5-1-25 0 0,-75 2 152 0 0,-76 9-317 0 0,180-15 259 0 0,37-7-84 0 0,45-4-65 0 0,0 2-1 0 0,-41 8 1 0 0,-22 12-103 0 0,-150 37-54 0 0,243-59 73 0 0,-52 13 397 0 0,-98 41 1 0 0,7 9 184 0 0,76-33-777 0 0,-19 11 249 0 0,58-29-18 0 0,-31 17 1 0 0,20-7 74 0 0,23-13-90 0 0,1 0 0 0 0,-19 14 0 0 0,31-19-34 0 0,0 0 0 0 0,0 0 0 0 0,1 1 1 0 0,-1 0-1 0 0,1 0 0 0 0,1 0 0 0 0,-1 1 0 0 0,1-1 0 0 0,-5 10 0 0 0,-50 86-523 0 0,47-76 534 0 0,-14 52 0 0 0,13-36 0 0 0,8-26 0 0 0,1 0 0 0 0,1 1 0 0 0,0 0 0 0 0,2 0 0 0 0,-1 19 0 0 0,3-31-3 0 0,-1 0 0 0 0,1 0-1 0 0,1 0 1 0 0,-1-1 0 0 0,1 1 0 0 0,0 0 0 0 0,0-1 0 0 0,0 1 0 0 0,0-1 0 0 0,1 1 0 0 0,0-1 0 0 0,0 0 0 0 0,0 0 0 0 0,0-1 0 0 0,1 1 0 0 0,0 0 0 0 0,-1-1 0 0 0,1 0 0 0 0,0 0 0 0 0,7 3 0 0 0,3 3-10 0 0,1-1 0 0 0,0 0 0 0 0,1-1 0 0 0,29 9 1 0 0,-17-10 12 0 0,43 6 0 0 0,-12-4 0 0 0,31 4-21 0 0,1-4 0 0 0,118-4 0 0 0,-169-4 20 0 0,236 15 1 0 0,18 27 0 0 0,-203-34-13 0 0,135 18-38 0 0,-150-15 51 0 0,48 9 0 0 0,-12-1 0 0 0,146 6 0 0 0,-176-19 0 0 0,94 2 0 0 0,56 6 0 0 0,-191-11 0 0 0,62-4 0 0 0,-31-1 0 0 0,493 9 0 0 0,-310-7 0 0 0,-101-2 0 0 0,148-3 0 0 0,-52 8 0 0 0,237-5 0 0 0,-173-7 0 0 0,-93 3 0 0 0,19 18-47 0 0,-114-1 30 0 0,7-4 17 0 0,163 12 0 0 0,-80 0 0 0 0,-129-12 0 0 0,38 5 0 0 0,125 6 0 0 0,-134-13 0 0 0,146-1 0 0 0,-42-3 0 0 0,-123 6 0 0 0,32 1 0 0 0,-50-7 0 0 0,150-6 0 0 0,-127-1 0 0 0,129 9 0 0 0,161-8 0 0 0,-186-3 0 0 0,191-9 0 0 0,-364 15-1 0 0,184 2 12 0 0,-156 2 10 0 0,62-6-1 0 0,-1-1-7 0 0,179 0-3 0 0,88-13 36 0 0,-227 7-38 0 0,125 8 28 0 0,-48 2-8 0 0,10-7-28 0 0,-23 7 0 0 0,290-17 0 0 0,-258 13 0 0 0,-7-12 0 0 0,-140 8 0 0 0,-11-6 12 0 0,3 1 58 0 0,177-46 0 0 0,-226 46-70 0 0,-1-2 0 0 0,64-29 0 0 0,-94 32 13 0 0,0-1 0 0 0,33-27 0 0 0,-38 27 94 0 0,-14 11-93 0 0,0 0-1 0 0,-1 0 0 0 0,1 0 1 0 0,-1-1-1 0 0,0 1 0 0 0,0-1 1 0 0,0 0-1 0 0,0 0 0 0 0,-1 0 1 0 0,1-1-1 0 0,-1 1 1 0 0,0-1-1 0 0,-1 1 0 0 0,1-1 1 0 0,-1 1-1 0 0,0-1 0 0 0,0 0 1 0 0,0 0-1 0 0,-1 0 0 0 0,1 1 1 0 0,-1-1-1 0 0,0 0 0 0 0,-1 0 1 0 0,-1-8-1 0 0,-2-6 58 0 0,-2 0-1 0 0,0 0 0 0 0,-1 0 1 0 0,-16-29-1 0 0,9 18-46 0 0,8 19-13 0 0,-1-1 0 0 0,0 1 1 0 0,-1 1-1 0 0,0-1 0 0 0,-17-16 1 0 0,2 5 22 0 0,-31-22 0 0 0,24 23 49 0 0,-2 2 1 0 0,0 2 0 0 0,-52-21-1 0 0,25 12 111 0 0,-113-36 6 0 0,64 26-128 0 0,-26-8-3 0 0,-179-34 0 0 0,216 60 82 0 0,-39-10 232 0 0,37 7-358 0 0,-113-10 1 0 0,53 10 124 0 0,-923-90 1895 0 0,494 96-1737 0 0,477 13-281 0 0,-58-3-16 0 0,-130 0-12 0 0,-240 6-71 0 0,259-2 72 0 0,-638 9 344 0 0,434 1 90 0 0,-105 0 100 0 0,-433-58-246 0 0,619 25-288 0 0,83 6 0 0 0,-251-10 70 0 0,191 11-4 0 0,-188-1 262 0 0,468 16-272 0 0,-393 14 227 0 0,237-1-78 0 0,-410 15 169 0 0,297-10-308 0 0,182-8-70 0 0,-321 7-86 0 0,221-28-1478 0 0,225 2 94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10-11T13:51:28.117"/>
    </inkml:context>
    <inkml:brush xml:id="br0">
      <inkml:brushProperty name="width" value="0.05" units="cm"/>
      <inkml:brushProperty name="height" value="0.05" units="cm"/>
    </inkml:brush>
  </inkml:definitions>
  <inkml:trace contextRef="#ctx0" brushRef="#br0">0 7 1840 0 0,'0'0'9042'0'0,"3"-7"-8477"0"0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0-08T13:15:52.721"/>
    </inkml:context>
    <inkml:brush xml:id="br0">
      <inkml:brushProperty name="width" value="0.5" units="cm"/>
      <inkml:brushProperty name="height" value="1" units="cm"/>
      <inkml:brushProperty name="color" value="#FFFC00"/>
      <inkml:brushProperty name="tip" value="rectangle"/>
      <inkml:brushProperty name="rasterOp" value="maskPen"/>
      <inkml:brushProperty name="ignorePressure" value="1"/>
    </inkml:brush>
  </inkml:definitions>
  <inkml:trace contextRef="#ctx0" brushRef="#br0">1 1,'564'0,"-543"0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0-08T13:15:53.781"/>
    </inkml:context>
    <inkml:brush xml:id="br0">
      <inkml:brushProperty name="width" value="0.5" units="cm"/>
      <inkml:brushProperty name="height" value="1" units="cm"/>
      <inkml:brushProperty name="color" value="#FFFC00"/>
      <inkml:brushProperty name="tip" value="rectangle"/>
      <inkml:brushProperty name="rasterOp" value="maskPen"/>
      <inkml:brushProperty name="ignorePressure" value="1"/>
    </inkml:brush>
  </inkml:definitions>
  <inkml:trace contextRef="#ctx0" brushRef="#br0">0 0,'5'0,"4"0,6 0,0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0-08T13:15:54.483"/>
    </inkml:context>
    <inkml:brush xml:id="br0">
      <inkml:brushProperty name="width" value="0.5" units="cm"/>
      <inkml:brushProperty name="height" value="1" units="cm"/>
      <inkml:brushProperty name="color" value="#FFFC00"/>
      <inkml:brushProperty name="tip" value="rectangle"/>
      <inkml:brushProperty name="rasterOp" value="maskPen"/>
      <inkml:brushProperty name="ignorePressure" value="1"/>
    </inkml:brush>
  </inkml:definitions>
  <inkml:trace contextRef="#ctx0" brushRef="#br0">0 0,'8'0,"16"0,15 0,6 0,-1 0,-3 0,-1 0,-3 0,-4 0,-7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0-08T13:15:55.762"/>
    </inkml:context>
    <inkml:brush xml:id="br0">
      <inkml:brushProperty name="width" value="0.5" units="cm"/>
      <inkml:brushProperty name="height" value="1" units="cm"/>
      <inkml:brushProperty name="color" value="#FFFC00"/>
      <inkml:brushProperty name="tip" value="rectangle"/>
      <inkml:brushProperty name="rasterOp" value="maskPen"/>
      <inkml:brushProperty name="ignorePressure" value="1"/>
    </inkml:brush>
  </inkml:definitions>
  <inkml:trace contextRef="#ctx0" brushRef="#br0">1 0,'8'0,"11"0,7 0,3 0,-4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0-08T13:15:57.229"/>
    </inkml:context>
    <inkml:brush xml:id="br0">
      <inkml:brushProperty name="width" value="0.5" units="cm"/>
      <inkml:brushProperty name="height" value="1" units="cm"/>
      <inkml:brushProperty name="color" value="#FFFC00"/>
      <inkml:brushProperty name="tip" value="rectangle"/>
      <inkml:brushProperty name="rasterOp" value="maskPen"/>
      <inkml:brushProperty name="ignorePressure" value="1"/>
    </inkml:brush>
  </inkml:definitions>
  <inkml:trace contextRef="#ctx0" brushRef="#br0">0 0,'9'0,"14"0,21 0,19 0,3 0,3 0,-2 0,-5 0,-7 0,-15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0-08T13:15:57.984"/>
    </inkml:context>
    <inkml:brush xml:id="br0">
      <inkml:brushProperty name="width" value="0.5" units="cm"/>
      <inkml:brushProperty name="height" value="1" units="cm"/>
      <inkml:brushProperty name="color" value="#FFFC00"/>
      <inkml:brushProperty name="tip" value="rectangle"/>
      <inkml:brushProperty name="rasterOp" value="maskPen"/>
      <inkml:brushProperty name="ignorePressure" value="1"/>
    </inkml:brush>
  </inkml:definitions>
  <inkml:trace contextRef="#ctx0" brushRef="#br0">0 0,'4'0,"14"0,8 0,4 0,0 0,1 0,-3 0,0 0,-2 0,-1 0,-4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0-08T13:15:59.963"/>
    </inkml:context>
    <inkml:brush xml:id="br0">
      <inkml:brushProperty name="width" value="0.5" units="cm"/>
      <inkml:brushProperty name="height" value="1" units="cm"/>
      <inkml:brushProperty name="color" value="#FFFC00"/>
      <inkml:brushProperty name="tip" value="rectangle"/>
      <inkml:brushProperty name="rasterOp" value="maskPen"/>
      <inkml:brushProperty name="ignorePressure" value="1"/>
    </inkml:brush>
  </inkml:definitions>
  <inkml:trace contextRef="#ctx0" brushRef="#br0">1 51,'27'0,"-7"1,0-1,1 0,-1-2,0 0,0-1,0-1,0-1,31-12,-39 13,1 0,0 1,-1 0,1 1,0 0,0 1,25 2,-17-1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0-08T13:21:19.597"/>
    </inkml:context>
    <inkml:brush xml:id="br0">
      <inkml:brushProperty name="width" value="0.5" units="cm"/>
      <inkml:brushProperty name="height" value="1" units="cm"/>
      <inkml:brushProperty name="color" value="#FFFC00"/>
      <inkml:brushProperty name="tip" value="rectangle"/>
      <inkml:brushProperty name="rasterOp" value="maskPen"/>
      <inkml:brushProperty name="ignorePressure" value="1"/>
    </inkml:brush>
  </inkml:definitions>
  <inkml:trace contextRef="#ctx0" brushRef="#br0">1 0,'0'0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0-08T13:21:20.786"/>
    </inkml:context>
    <inkml:brush xml:id="br0">
      <inkml:brushProperty name="width" value="0.5" units="cm"/>
      <inkml:brushProperty name="height" value="1" units="cm"/>
      <inkml:brushProperty name="color" value="#FFFC00"/>
      <inkml:brushProperty name="tip" value="rectangle"/>
      <inkml:brushProperty name="rasterOp" value="maskPen"/>
      <inkml:brushProperty name="ignorePressure" value="1"/>
    </inkml:brush>
  </inkml:definitions>
  <inkml:trace contextRef="#ctx0" brushRef="#br0">0 0,'0'0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0-08T13:21:22.697"/>
    </inkml:context>
    <inkml:brush xml:id="br0">
      <inkml:brushProperty name="width" value="0.5" units="cm"/>
      <inkml:brushProperty name="height" value="1" units="cm"/>
      <inkml:brushProperty name="color" value="#FFFC00"/>
      <inkml:brushProperty name="tip" value="rectangle"/>
      <inkml:brushProperty name="rasterOp" value="maskPen"/>
      <inkml:brushProperty name="ignorePressure" value="1"/>
    </inkml:brush>
  </inkml:definitions>
  <inkml:trace contextRef="#ctx0" brushRef="#br0">0 1,'0'0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0-08T13:21:24.119"/>
    </inkml:context>
    <inkml:brush xml:id="br0">
      <inkml:brushProperty name="width" value="0.5" units="cm"/>
      <inkml:brushProperty name="height" value="1" units="cm"/>
      <inkml:brushProperty name="color" value="#FFFC00"/>
      <inkml:brushProperty name="tip" value="rectangle"/>
      <inkml:brushProperty name="rasterOp" value="maskPen"/>
      <inkml:brushProperty name="ignorePressure" value="1"/>
    </inkml:brush>
  </inkml:definitions>
  <inkml:trace contextRef="#ctx0" brushRef="#br0">0 0,'0'0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0-08T13:21:24.948"/>
    </inkml:context>
    <inkml:brush xml:id="br0">
      <inkml:brushProperty name="width" value="0.5" units="cm"/>
      <inkml:brushProperty name="height" value="1" units="cm"/>
      <inkml:brushProperty name="color" value="#FFFC00"/>
      <inkml:brushProperty name="tip" value="rectangle"/>
      <inkml:brushProperty name="rasterOp" value="maskPen"/>
      <inkml:brushProperty name="ignorePressure" value="1"/>
    </inkml:brush>
  </inkml:definitions>
  <inkml:trace contextRef="#ctx0" brushRef="#br0">1 1,'0'0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0-08T13:21:26.398"/>
    </inkml:context>
    <inkml:brush xml:id="br0">
      <inkml:brushProperty name="width" value="0.5" units="cm"/>
      <inkml:brushProperty name="height" value="1" units="cm"/>
      <inkml:brushProperty name="color" value="#FFFC00"/>
      <inkml:brushProperty name="tip" value="rectangle"/>
      <inkml:brushProperty name="rasterOp" value="maskPen"/>
      <inkml:brushProperty name="ignorePressure" value="1"/>
    </inkml:brush>
  </inkml:definitions>
  <inkml:trace contextRef="#ctx0" brushRef="#br0">0 1,'0'0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0-08T13:21:27.192"/>
    </inkml:context>
    <inkml:brush xml:id="br0">
      <inkml:brushProperty name="width" value="0.5" units="cm"/>
      <inkml:brushProperty name="height" value="1" units="cm"/>
      <inkml:brushProperty name="color" value="#FFFC00"/>
      <inkml:brushProperty name="tip" value="rectangle"/>
      <inkml:brushProperty name="rasterOp" value="maskPen"/>
      <inkml:brushProperty name="ignorePressure" value="1"/>
    </inkml:brush>
  </inkml:definitions>
  <inkml:trace contextRef="#ctx0" brushRef="#br0">0 1,'0'0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0-08T13:21:28.364"/>
    </inkml:context>
    <inkml:brush xml:id="br0">
      <inkml:brushProperty name="width" value="0.5" units="cm"/>
      <inkml:brushProperty name="height" value="1" units="cm"/>
      <inkml:brushProperty name="color" value="#FFFC00"/>
      <inkml:brushProperty name="tip" value="rectangle"/>
      <inkml:brushProperty name="rasterOp" value="maskPen"/>
      <inkml:brushProperty name="ignorePressure" value="1"/>
    </inkml:brush>
  </inkml:definitions>
  <inkml:trace contextRef="#ctx0" brushRef="#br0">0 1,'0'0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0-08T13:21:33.859"/>
    </inkml:context>
    <inkml:brush xml:id="br0">
      <inkml:brushProperty name="width" value="0.5" units="cm"/>
      <inkml:brushProperty name="height" value="1" units="cm"/>
      <inkml:brushProperty name="color" value="#FFFC00"/>
      <inkml:brushProperty name="tip" value="rectangle"/>
      <inkml:brushProperty name="rasterOp" value="maskPen"/>
      <inkml:brushProperty name="ignorePressure" value="1"/>
    </inkml:brush>
  </inkml:definitions>
  <inkml:trace contextRef="#ctx0" brushRef="#br0">1 1,'0'0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9:18:50.537"/>
    </inkml:context>
    <inkml:brush xml:id="br0">
      <inkml:brushProperty name="width" value="0.05" units="cm"/>
      <inkml:brushProperty name="height" value="0.05" units="cm"/>
      <inkml:brushProperty name="ignorePressure" value="1"/>
    </inkml:brush>
  </inkml:definitions>
  <inkml:trace contextRef="#ctx0" brushRef="#br0">1 1,'0'0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9:18:50.865"/>
    </inkml:context>
    <inkml:brush xml:id="br0">
      <inkml:brushProperty name="width" value="0.05" units="cm"/>
      <inkml:brushProperty name="height" value="0.05" units="cm"/>
      <inkml:brushProperty name="ignorePressure" value="1"/>
    </inkml:brush>
  </inkml:definitions>
  <inkml:trace contextRef="#ctx0" brushRef="#br0">1 1,'0'0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9:18:51.303"/>
    </inkml:context>
    <inkml:brush xml:id="br0">
      <inkml:brushProperty name="width" value="0.05" units="cm"/>
      <inkml:brushProperty name="height" value="0.05" units="cm"/>
      <inkml:brushProperty name="ignorePressure" value="1"/>
    </inkml:brush>
  </inkml:definitions>
  <inkml:trace contextRef="#ctx0" brushRef="#br0">50 1,'-3'0,"-4"0,-4 0,-4 3,1 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9:18:51.673"/>
    </inkml:context>
    <inkml:brush xml:id="br0">
      <inkml:brushProperty name="width" value="0.05" units="cm"/>
      <inkml:brushProperty name="height" value="0.05" units="cm"/>
      <inkml:brushProperty name="ignorePressure" value="1"/>
    </inkml:brush>
  </inkml:definitions>
  <inkml:trace contextRef="#ctx0" brushRef="#br0">0 1,'0'0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9:18:52.030"/>
    </inkml:context>
    <inkml:brush xml:id="br0">
      <inkml:brushProperty name="width" value="0.05" units="cm"/>
      <inkml:brushProperty name="height" value="0.05" units="cm"/>
      <inkml:brushProperty name="ignorePressure" value="1"/>
    </inkml:brush>
  </inkml:definitions>
  <inkml:trace contextRef="#ctx0" brushRef="#br0">0 1,'0'0</inkml:trace>
  <inkml:trace contextRef="#ctx0" brushRef="#br0" timeOffset="1">0 1,'0'0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9:18:52.404"/>
    </inkml:context>
    <inkml:brush xml:id="br0">
      <inkml:brushProperty name="width" value="0.05" units="cm"/>
      <inkml:brushProperty name="height" value="0.05" units="cm"/>
      <inkml:brushProperty name="ignorePressure" value="1"/>
    </inkml:brush>
  </inkml:definitions>
  <inkml:trace contextRef="#ctx0" brushRef="#br0">0 1,'0'0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0-12T09:19:17.909"/>
    </inkml:context>
    <inkml:brush xml:id="br0">
      <inkml:brushProperty name="width" value="0.05" units="cm"/>
      <inkml:brushProperty name="height" value="0.05" units="cm"/>
      <inkml:brushProperty name="ignorePressure" value="1"/>
    </inkml:brush>
  </inkml:definitions>
  <inkml:trace contextRef="#ctx0" brushRef="#br0">110 110,'0'0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0-08T14:41:46.329"/>
    </inkml:context>
    <inkml:brush xml:id="br0">
      <inkml:brushProperty name="width" value="0.05" units="cm"/>
      <inkml:brushProperty name="height" value="0.05" units="cm"/>
      <inkml:brushProperty name="color" value="#E71224"/>
    </inkml:brush>
  </inkml:definitions>
  <inkml:trace contextRef="#ctx0" brushRef="#br0">4 293 3224 0 0,'0'0'12296'0'0,"-1"0"-11978"0"0,1-1 1 0 0,0 1 0 0 0,-1-1 0 0 0,1 1 0 0 0,0-1 0 0 0,-1 0 0 0 0,1 1 0 0 0,0-1 0 0 0,0 1 0 0 0,0-1 0 0 0,0 0 0 0 0,0 1 0 0 0,0-1-1 0 0,0 1 1 0 0,0-1 0 0 0,0 0 0 0 0,0 1 0 0 0,0-1 0 0 0,0 0 0 0 0,7 0-46 0 0,-1 0 0 0 0,1 0-1 0 0,0-1 1 0 0,-1 0 0 0 0,0 0 0 0 0,7-3-1 0 0,-11 4-14 0 0,3 0-29 0 0,-1 0 0 0 0,1-1 0 0 0,0 0 1 0 0,0 0-1 0 0,-1 0 0 0 0,8-6 0 0 0,0 2-239 0 0,-1 1 146 0 0,1 1-1 0 0,0 0 1 0 0,-1 1-1 0 0,14-2 0 0 0,-12 2-36 0 0,-1 1-1 0 0,0-2 0 0 0,18-7 1 0 0,10-6 221 0 0,-21 10-67 0 0,26-15 0 0 0,-15 5-127 0 0,1 1-1 0 0,1 2 0 0 0,0 1 1 0 0,45-12-1 0 0,-46 18-57 0 0,48-20 0 0 0,-64 20-33 0 0,1 1-1 0 0,-1 1 1 0 0,1 0 0 0 0,0 1-1 0 0,24-3 1 0 0,6 6 8 0 0,0 2-1 0 0,74 10 1 0 0,-68-11 149 0 0,-6 0-192 0 0,27 0 0 0 0,-16 3 0 0 0,-10 6 0 0 0,-19-4 0 0 0,-24-5 0 0 0,-1 1 0 0 0,1 0 0 0 0,0 0 0 0 0,0 0 0 0 0,-1 0 0 0 0,7 4 0 0 0,0 0 0 0 0,-5-3 0 0 0,0 1 0 0 0,0-1 0 0 0,0 0 0 0 0,0 0 0 0 0,1 0 0 0 0,-1-1 0 0 0,1 0 0 0 0,-1 0 0 0 0,1 0 0 0 0,9-1 0 0 0,19-11 0 0 0,-26 9 11 0 0,-6 1 18 0 0,-19 15-5791 0 0,11-9 3820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0-08T14:41:47.393"/>
    </inkml:context>
    <inkml:brush xml:id="br0">
      <inkml:brushProperty name="width" value="0.05" units="cm"/>
      <inkml:brushProperty name="height" value="0.05" units="cm"/>
      <inkml:brushProperty name="color" value="#E71224"/>
    </inkml:brush>
  </inkml:definitions>
  <inkml:trace contextRef="#ctx0" brushRef="#br0">212 177 2304 0 0,'0'0'15491'0'0,"-19"3"-12784"0"0,17-3-2601 0 0,-1 0 0 0 0,1 0 0 0 0,0-1 0 0 0,-1 1 0 0 0,1-1 0 0 0,0 0 0 0 0,0 1 0 0 0,0-1 0 0 0,-1 0 0 0 0,1 0 0 0 0,0-1 1 0 0,0 1-1 0 0,0 0 0 0 0,-2-3 0 0 0,-23-25 1110 0 0,23 23-1195 0 0,-10-25 723 0 0,-1-2-412 0 0,13 27-281 0 0,0 1 0 0 0,-1-1 0 0 0,1 1-1 0 0,-1-1 1 0 0,-5-5 0 0 0,-3-13 88 0 0,10 21-111 0 0,19 10-91 0 0,-14-5 63 0 0,0-1 0 0 0,0 1 0 0 0,0 1 0 0 0,0-1 0 0 0,0 0 0 0 0,-1 1 0 0 0,1 0 0 0 0,-1 0 0 0 0,0 0 0 0 0,0 0 0 0 0,0 1 0 0 0,0-1 0 0 0,2 5 0 0 0,2 3 0 0 0,-1 0 0 0 0,9 24 0 0 0,-9-20 0 0 0,15 17-64 0 0,-18-27 40 0 0,0 0 0 0 0,0-1 0 0 0,0 1 0 0 0,1-1 0 0 0,-1 0 0 0 0,1 0 0 0 0,8 6 0 0 0,-12-9 55 0 0,1 0-1 0 0,0-1 1 0 0,-1 1-1 0 0,1 0 1 0 0,0 0 0 0 0,-1 0-1 0 0,1-1 1 0 0,-1 1-1 0 0,0 0 1 0 0,1 0-1 0 0,-1 0 1 0 0,0 0-1 0 0,1 0 1 0 0,-1 0-1 0 0,0 0 1 0 0,0 0 0 0 0,0 0-1 0 0,0 0 1 0 0,0 0-1 0 0,0 0 1 0 0,0 0-1 0 0,0 0 1 0 0,0 0-1 0 0,0 0 1 0 0,-1 1 0 0 0,0 1 17 0 0,1 2 24 0 0,8 16 21 0 0,-8-19-121 0 0,0-1-1 0 0,1 1 1 0 0,-1 0-1 0 0,0-1 1 0 0,0 1-1 0 0,0 0 1 0 0,0-1-1 0 0,0 1 1 0 0,0 0-1 0 0,-1-1 1 0 0,1 1-1 0 0,0 0 1 0 0,-1-1-1 0 0,1 1 1 0 0,-1-1-1 0 0,0 1 1 0 0,0-1-1 0 0,1 1 1 0 0,-1-1-1 0 0,0 1 1 0 0,0-1-1 0 0,-3 2 1 0 0,-31 31 76 0 0,20-22 162 0 0,0 3 32 0 0,4-5 32 0 0,0 1 1 0 0,-24 16-1 0 0,-21 19-59 0 0,8-14-307 0 0,47-31-35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0-08T14:41:48.604"/>
    </inkml:context>
    <inkml:brush xml:id="br0">
      <inkml:brushProperty name="width" value="0.05" units="cm"/>
      <inkml:brushProperty name="height" value="0.05" units="cm"/>
      <inkml:brushProperty name="color" value="#E71224"/>
    </inkml:brush>
  </inkml:definitions>
  <inkml:trace contextRef="#ctx0" brushRef="#br0">34 317 5408 0 0,'0'0'1309'0'0,"-10"3"3342"0"0,-8 2-1514 0 0,13-2-638 0 0,13-3 1754 0 0,-1-2-4035 0 0,0 1 1 0 0,0-1-1 0 0,0 0 1 0 0,0 0-1 0 0,-1-1 1 0 0,1 0-1 0 0,12-8 1 0 0,13-10 1183 0 0,-8 7-1314 0 0,0 1 44 0 0,-10 5 10 0 0,28-14 0 0 0,9-4 42 0 0,116-78 880 0 0,-155 97-1033 0 0,0 1 0 0 0,0 0 1 0 0,1 1-1 0 0,-1 0 0 0 0,19-4 0 0 0,0 5-162 0 0,-25 4 157 0 0,0-1-1 0 0,0 1 0 0 0,0-1 0 0 0,0 0 0 0 0,8-4 0 0 0,-2 0-9 0 0,0 1 0 0 0,0 0-1 0 0,0 0 1 0 0,1 1 0 0 0,-1 1 0 0 0,1 0 0 0 0,15 0 0 0 0,12-5 72 0 0,-7 0-27 0 0,-23 5-35 0 0,1 1 0 0 0,-1 1 0 0 0,0 0 0 0 0,1 0 0 0 0,-1 1 0 0 0,1 0 0 0 0,-1 0 0 0 0,19 7 1 0 0,17 1-14 0 0,-15-4-16 0 0,62 10 3 0 0,-61-12 134 0 0,20 2 52 0 0,-17-1-186 0 0,-10 3 0 0 0,-8-3 0 0 0,-5-1 0 0 0,0 0 0 0 0,0-1 0 0 0,21 1 0 0 0,-21 0-1432 0 0,-9-1 981 0 0,0-1 0 0 0,0 0 0 0 0,0 0 0 0 0,0-1 0 0 0,0 1 0 0 0,0-1 0 0 0,0 1-1 0 0,0-1 1 0 0,0 0 0 0 0,0 0 0 0 0,0 0 0 0 0,0-1 0 0 0,0 1 0 0 0,6-2 0 0 0,4-4-1736 0 0,-10 5-11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0-08T14:41:49.395"/>
    </inkml:context>
    <inkml:brush xml:id="br0">
      <inkml:brushProperty name="width" value="0.05" units="cm"/>
      <inkml:brushProperty name="height" value="0.05" units="cm"/>
      <inkml:brushProperty name="color" value="#E71224"/>
    </inkml:brush>
  </inkml:definitions>
  <inkml:trace contextRef="#ctx0" brushRef="#br0">24 8 2304 0 0,'0'0'16311'0'0,"2"0"-16191"0"0,117-8 388 0 0,-114 8-493 0 0,1 1-1 0 0,-1-1 1 0 0,0 1-1 0 0,1-1 1 0 0,-1 2-1 0 0,0-1 1 0 0,1 1-1 0 0,-1-1 0 0 0,0 1 1 0 0,0 1-1 0 0,-1-1 1 0 0,1 1-1 0 0,0 0 1 0 0,-1 0-1 0 0,1 0 1 0 0,-1 0-1 0 0,4 5 0 0 0,-3-1 18 0 0,-4-5 46 0 0,0 0 0 0 0,-1 1-1 0 0,1-1 1 0 0,0 1 0 0 0,-1-1 0 0 0,1 1-1 0 0,-1-1 1 0 0,0 1 0 0 0,0-1-1 0 0,0 1 1 0 0,0-1 0 0 0,0 1-1 0 0,-1-1 1 0 0,1 1 0 0 0,-1-1-1 0 0,-1 5 1 0 0,-18 39 637 0 0,14-34-407 0 0,1-4-153 0 0,-1 0 0 0 0,0 0 0 0 0,-1 0 0 0 0,1 0-1 0 0,-2-1 1 0 0,1-1 0 0 0,-1 1 0 0 0,0-1 0 0 0,-13 7-1 0 0,-5 6 258 0 0,-44 25 588 0 0,61-40-964 0 0,7-3-36 0 0,1-1 0 0 0,-1 1-1 0 0,1-1 1 0 0,0 1 0 0 0,-1 0 0 0 0,1-1 0 0 0,0 1-1 0 0,-1 0 1 0 0,1 0 0 0 0,0 0 0 0 0,0 0 0 0 0,0 0 0 0 0,0 0-1 0 0,0 1 1 0 0,0-1 0 0 0,0 0 0 0 0,0 0 0 0 0,0 1-1 0 0,-1 2 1 0 0,0 2-18 0 0,1-3-43 0 0,0-1 1 0 0,1 0-1 0 0,0 0 1 0 0,-1 0-1 0 0,1 1 1 0 0,0-1-1 0 0,0 0 1 0 0,0 0-1 0 0,1 4 1 0 0,0 4-2967 0 0,0-9 2516 0 0,1 10-1416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0-08T14:41:50.356"/>
    </inkml:context>
    <inkml:brush xml:id="br0">
      <inkml:brushProperty name="width" value="0.05" units="cm"/>
      <inkml:brushProperty name="height" value="0.05" units="cm"/>
      <inkml:brushProperty name="color" value="#E71224"/>
    </inkml:brush>
  </inkml:definitions>
  <inkml:trace contextRef="#ctx0" brushRef="#br0">45 175 11376 0 0,'0'0'1133'0'0,"-17"-4"-914"0"0,-3 3 1642 0 0,12 1 3539 0 0,22-8-3192 0 0,-5 3-2046 0 0,-1 1 1 0 0,1 0 0 0 0,0 0-1 0 0,0 1 1 0 0,1 0 0 0 0,-1 1-1 0 0,0 0 1 0 0,1 1 0 0 0,16-1-1 0 0,-15 1-44 0 0,0-1 0 0 0,0 1 0 0 0,0-2-1 0 0,0 0 1 0 0,16-6 0 0 0,1 0-1 0 0,10-4 111 0 0,39-19 0 0 0,-53 20-138 0 0,1 2 0 0 0,0 0 0 0 0,1 2 1 0 0,46-9-1 0 0,-58 16-27 0 0,1 1-1 0 0,-1 0 1 0 0,1 1 0 0 0,-1 1-1 0 0,19 4 1 0 0,-15-2 19 0 0,1-1 0 0 0,25 0-1 0 0,-3 0-59 0 0,0 1 0 0 0,0 2 0 0 0,42 13 0 0 0,-51-11-32 0 0,-1 3 0 0 0,0 0 0 0 0,56 30 0 0 0,-70-33 59 0 0,0-1-1 0 0,0-1 1 0 0,1-1-1 0 0,0 0 0 0 0,20 2 1 0 0,-30-6 4 0 0,12 6-9 0 0,-7-7-572 0 0,-2-6-3396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0-08T14:41:50.984"/>
    </inkml:context>
    <inkml:brush xml:id="br0">
      <inkml:brushProperty name="width" value="0.05" units="cm"/>
      <inkml:brushProperty name="height" value="0.05" units="cm"/>
      <inkml:brushProperty name="color" value="#E71224"/>
    </inkml:brush>
  </inkml:definitions>
  <inkml:trace contextRef="#ctx0" brushRef="#br0">92 1 2304 0 0,'0'0'14526'0'0,"17"13"-13493"0"0,-1-4-925 0 0,0 0-1 0 0,0-1 0 0 0,27 9 0 0 0,-20-8-17 0 0,27 14-1 0 0,-2 4-89 0 0,-41-19 0 0 0,1 7-6 0 0,-9-9 13 0 0,0-4 20 0 0,0 5 111 0 0,0 1-1 0 0,-1-1 0 0 0,1 1 1 0 0,-1-1-1 0 0,-1 0 0 0 0,1 0 1 0 0,-1 0-1 0 0,-1 0 0 0 0,1 0 0 0 0,-1-1 1 0 0,0 0-1 0 0,-1 0 0 0 0,-8 10 1 0 0,2-4 191 0 0,0 0 0 0 0,-1-1 1 0 0,-1-1-1 0 0,0 1 1 0 0,-18 10-1 0 0,-8 0 250 0 0,-80 31-1 0 0,106-48-772 0 0,-1 0-6316 0 0,5-1-733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0-08T14:41:51.798"/>
    </inkml:context>
    <inkml:brush xml:id="br0">
      <inkml:brushProperty name="width" value="0.05" units="cm"/>
      <inkml:brushProperty name="height" value="0.05" units="cm"/>
      <inkml:brushProperty name="color" value="#E71224"/>
    </inkml:brush>
  </inkml:definitions>
  <inkml:trace contextRef="#ctx0" brushRef="#br0">7 263 5984 0 0,'-6'4'9454'0'0,"23"-11"-1565"0"0,45-20-7505 0 0,-37 15 105 0 0,37-15 1 0 0,8-2-125 0 0,-12 6-158 0 0,-44 19-164 0 0,0-1 0 0 0,0-1 1 0 0,18-10-1 0 0,-22 10-27 0 0,1 1-1 0 0,0 0 1 0 0,0 0-1 0 0,15-3 0 0 0,26-11-16 0 0,-36 13-7 0 0,0 0 0 0 0,1 1-1 0 0,-1 0 1 0 0,27-3-1 0 0,-26 5-58 0 0,109-10-151 0 0,-3-1 311 0 0,-114 13-93 0 0,0 0 0 0 0,1 0 1 0 0,-1 1-1 0 0,1 1 0 0 0,-1-1 1 0 0,1 2-1 0 0,-1-1 0 0 0,0 1 1 0 0,0 1-1 0 0,0-1 0 0 0,0 1 1 0 0,0 1-1 0 0,0 0 1 0 0,13 8-1 0 0,34 34-43 0 0,-43-36 43 0 0,-9-6 0 0 0,0-1 0 0 0,0 0 0 0 0,0 0 0 0 0,0-1 0 0 0,7 4 0 0 0,66 32 311 0 0,-22-23-68 0 0,-50-14-238 0 0,0 0-1 0 0,0 0 1 0 0,0-1 0 0 0,0 1 0 0 0,0-1 0 0 0,0 0 0 0 0,0-1 0 0 0,0 1 0 0 0,6-2 0 0 0,-10 1-128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0-08T14:41:52.343"/>
    </inkml:context>
    <inkml:brush xml:id="br0">
      <inkml:brushProperty name="width" value="0.05" units="cm"/>
      <inkml:brushProperty name="height" value="0.05" units="cm"/>
      <inkml:brushProperty name="color" value="#E71224"/>
    </inkml:brush>
  </inkml:definitions>
  <inkml:trace contextRef="#ctx0" brushRef="#br0">61 1 4144 0 0,'0'0'11558'0'0,"1"11"-10642"0"0,2-7-822 0 0,-1 1-1 0 0,1 0 0 0 0,0-1 1 0 0,0 1-1 0 0,1-1 1 0 0,-1 0-1 0 0,1 0 0 0 0,0 0 1 0 0,0-1-1 0 0,8 6 1 0 0,5 2 484 0 0,29 14 1 0 0,-30-16-503 0 0,-7-5-5 0 0,0 1-1 0 0,0 0 0 0 0,-1 1 1 0 0,0 0-1 0 0,0 0 0 0 0,12 13 1 0 0,-18-16-44 0 0,1 0 1 0 0,-1 0 0 0 0,0 0 0 0 0,0 1-1 0 0,-1-1 1 0 0,1 1 0 0 0,-1-1 0 0 0,1 1-1 0 0,-1-1 1 0 0,0 1 0 0 0,0 0 0 0 0,-1-1-1 0 0,1 1 1 0 0,-1 0 0 0 0,0 0 0 0 0,0-1-1 0 0,0 1 1 0 0,0 0 0 0 0,-1 0 0 0 0,1-1-1 0 0,-2 6 1 0 0,-1-2 145 0 0,0 1-1 0 0,-1 0 1 0 0,0-1-1 0 0,0 0 1 0 0,0 0 0 0 0,-1 0-1 0 0,0 0 1 0 0,0-1-1 0 0,-1 0 1 0 0,-8 8 0 0 0,-1 1 441 0 0,9-10-375 0 0,0 0-1 0 0,0 0 0 0 0,0-1 1 0 0,-13 7-1 0 0,-7 6 418 0 0,15-10-454 0 0,-1-1 0 0 0,1 0 0 0 0,-1 0-1 0 0,-1-1 1 0 0,1-1 0 0 0,-1 0 0 0 0,0-1-1 0 0,-15 3 1 0 0,20-4-2138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0-08T14:46:07.757"/>
    </inkml:context>
    <inkml:brush xml:id="br0">
      <inkml:brushProperty name="width" value="0.5" units="cm"/>
      <inkml:brushProperty name="height" value="1" units="cm"/>
      <inkml:brushProperty name="color" value="#FFFC00"/>
      <inkml:brushProperty name="tip" value="rectangle"/>
      <inkml:brushProperty name="rasterOp" value="maskPen"/>
      <inkml:brushProperty name="ignorePressure" value="1"/>
    </inkml:brush>
  </inkml:definitions>
  <inkml:trace contextRef="#ctx0" brushRef="#br0">0 0,'0'0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0-08T14:46:11.109"/>
    </inkml:context>
    <inkml:brush xml:id="br0">
      <inkml:brushProperty name="width" value="0.5" units="cm"/>
      <inkml:brushProperty name="height" value="1" units="cm"/>
      <inkml:brushProperty name="color" value="#FFFC00"/>
      <inkml:brushProperty name="tip" value="rectangle"/>
      <inkml:brushProperty name="rasterOp" value="maskPen"/>
      <inkml:brushProperty name="ignorePressure" value="1"/>
    </inkml:brush>
  </inkml:definitions>
  <inkml:trace contextRef="#ctx0" brushRef="#br0">1 0,'572'27,"-389"2,35 5,-162-31,71-3,-37-2,249 10,6 0,301 17,-62 42,19 13,242 4,-826-82,807 13,-537-17,-243 1,0-3,0-1,60-16,502-80,-474 82,-83 13,-31 5,0-2,-1 1,0-2,0-1,0 0,0-2,19-9,-30 13,0 0,1 1,-1 0,1 0,0 1,0 0,-1 0,1 1,15 2,3-2,432 1,-434-2,31-5,17-2,-55 8,-4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0-08T14:46:13.891"/>
    </inkml:context>
    <inkml:brush xml:id="br0">
      <inkml:brushProperty name="width" value="0.5" units="cm"/>
      <inkml:brushProperty name="height" value="1" units="cm"/>
      <inkml:brushProperty name="color" value="#FFFC00"/>
      <inkml:brushProperty name="tip" value="rectangle"/>
      <inkml:brushProperty name="rasterOp" value="maskPen"/>
      <inkml:brushProperty name="ignorePressure" value="1"/>
    </inkml:brush>
  </inkml:definitions>
  <inkml:trace contextRef="#ctx0" brushRef="#br0">0 1,'0'0,"0"1,1-1,-1 1,0 0,0-1,1 1,-1-1,0 1,1-1,-1 0,0 1,1-1,-1 1,1-1,-1 0,1 1,-1-1,1 0,-1 1,1-1,-1 0,1 0,-1 0,1 1,0-1,22 6,-21-6,229 39,1-11,280-1,-315-22,70 1,5725-6,-5969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0-08T14:46:16.777"/>
    </inkml:context>
    <inkml:brush xml:id="br0">
      <inkml:brushProperty name="width" value="0.5" units="cm"/>
      <inkml:brushProperty name="height" value="1" units="cm"/>
      <inkml:brushProperty name="color" value="#FFFC00"/>
      <inkml:brushProperty name="tip" value="rectangle"/>
      <inkml:brushProperty name="rasterOp" value="maskPen"/>
      <inkml:brushProperty name="ignorePressure" value="1"/>
    </inkml:brush>
  </inkml:definitions>
  <inkml:trace contextRef="#ctx0" brushRef="#br0">0 92,'173'2,"184"-4,-48-21,-107 6,611-19,3507 37,-4068-9,3 0,497 8,-736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0-08T14:46:29.467"/>
    </inkml:context>
    <inkml:brush xml:id="br0">
      <inkml:brushProperty name="width" value="0.5" units="cm"/>
      <inkml:brushProperty name="height" value="1" units="cm"/>
      <inkml:brushProperty name="color" value="#FFFC00"/>
      <inkml:brushProperty name="tip" value="rectangle"/>
      <inkml:brushProperty name="rasterOp" value="maskPen"/>
      <inkml:brushProperty name="ignorePressure" value="1"/>
    </inkml:brush>
  </inkml:definitions>
  <inkml:trace contextRef="#ctx0" brushRef="#br0">4005 1,'-524'0,"518"0,1 0,-1 0,1 0,-1 1,1 0,-1 0,1 1,0 0,0-1,0 2,0-1,0 0,0 1,1 0,-1 0,1 1,0-1,0 1,-5 5,2-2,-1-1,0 1,-1-1,1-1,-1 0,0 0,-10 4,-2-2,1 0,-30 6,8-6,-43 1,49-6,0 2,-43 11,51-10,-1 0,-39 1,42-5,0 2,0 0,-34 10,37-7,0-1,-1-1,-40 2,-76-7,54-1,-126 1,-238 3,409 1,-53 12,43-7,-6 1,-110 22,145-27,0-1,1 0,-1-2,-30-1,23-1,-55 6,-234 53,114-23,-80 15,273-47,0 1,0 0,0 0,-19 12,22-11,0 0,-1-1,1 0,-1-1,0 0,1 0,-1-1,-14 2,10-4</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0-08T14:46:41.054"/>
    </inkml:context>
    <inkml:brush xml:id="br0">
      <inkml:brushProperty name="width" value="0.5" units="cm"/>
      <inkml:brushProperty name="height" value="1" units="cm"/>
      <inkml:brushProperty name="color" value="#FFFC00"/>
      <inkml:brushProperty name="tip" value="rectangle"/>
      <inkml:brushProperty name="rasterOp" value="maskPen"/>
      <inkml:brushProperty name="ignorePressure" value="1"/>
    </inkml:brush>
  </inkml:definitions>
  <inkml:trace contextRef="#ctx0" brushRef="#br0">4367 0,'-32'35,"-52"73,79-100,0 1,0-1,-4 14,-6 13,-6 15,19-41,-1-1,0 0,-1 0,0 0,0 0,-1 0,-8 10,5-8,0-1,0 0,0 0,-1 0,0-1,-1-1,-18 13,9-13,1 1,-1-2,-1-1,1 0,-31 3,4 0,-55 11,53-15,-12 3,43-4,-32 2,32-5,1 2,-21 3,17-1,-1-1,1-2,-25 0,22-1,0 1,-27 5,25-1,-132 31,132-30,-47 6,41-8,16-3,-1 0,-16-2,22 0,-1 1,1 0,-1 0,1 1,0 0,0 1,-12 3,6 3,0 1,0 0,-24 19,0 0,25-18,-2-2,1 0,-2 0,-23 6,-73 13,90-22,-77 23,91-25,0 0,0 1,0 0,-14 8,-18 8,-51 21,47-18,-172 68,211-88,0-1,-1 0,1 0,-1 0,-9 0,10-1,0 0,0 0,0 1,1-1,-1 2,1-1,-7 4,-8 6,5-2,-1-1,1 0,-1-1,-1-1,-31 8,22-9,-168 40,63-14,45-13,67-15,-1-1,-30 0,-4 1,26-1,8-1,0 1,-35 9,50-10,0 0,0 0,0 1,1 0,-1 0,1 0,0 1,0 0,0 0,0 0,1 0,0 1,-7 8,-7 10,14-20,1 0,0 1,0 0,1-1,-1 1,1 0,-1 1,1-1,-2 7,2-3,0 0,-1 0,1-1,-2 1,1-1,-1 1,-1-1,1-1,-1 1,0 0,0-1,-1 0,0 0,0-1,-1 0,1 0,-1 0,0-1,0 0,-1 0,1-1,-12 4,11-5,0 1,0 0,1 0,-1 1,0 0,1 0,0 1,-7 5,8-6,1 0,-1 0,0-1,0 0,0 0,-1-1,1 1,-1-1,1-1,-1 1,-10 0,-8-1,-46-2,20-1,24 2,0 1,0 2,-34 8,14-4,32-5,0 1,-22 6,32-8,0 1,0 0,1 0,0 1,-1-1,1 1,0 0,0 0,0 1,1-1,-6 7,4-3,1-2,0 0,0 0,0 0,0-1,-1 1,0-1,0 0,-9 5,3-4</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0:03.478"/>
    </inkml:context>
    <inkml:brush xml:id="br0">
      <inkml:brushProperty name="width" value="0.05" units="cm"/>
      <inkml:brushProperty name="height" value="0.05" units="cm"/>
    </inkml:brush>
  </inkml:definitions>
  <inkml:trace contextRef="#ctx0" brushRef="#br0">776 62 2304 0 0,'-2'0'3020'0'0,"-13"4"6392"0"0,14-3-9215 0 0,1-1 1 0 0,-1 1 0 0 0,0-1-1 0 0,0 1 1 0 0,0-1 0 0 0,1 0-1 0 0,-1 1 1 0 0,0-1 0 0 0,0 0-1 0 0,0 0 1 0 0,0 1 0 0 0,0-1-1 0 0,0 0 1 0 0,0 0 0 0 0,-1 0-1 0 0,-1 1 240 0 0,10 4-325 0 0,-35-11 400 0 0,27 5-490 0 0,0 1-1 0 0,1 0 0 0 0,-1-1 0 0 0,0 1 0 0 0,0 0 0 0 0,0 0 0 0 0,0 0 0 0 0,0 0 0 0 0,0 0 0 0 0,0 0 1 0 0,0 0-1 0 0,1 0 0 0 0,-1 0 0 0 0,0 1 0 0 0,0-1 0 0 0,0 0 0 0 0,0 0 0 0 0,-1 1 0 0 0,2 0-8 0 0,0-1 0 0 0,-1 0 0 0 0,1 0 0 0 0,0 1 0 0 0,-1-1 0 0 0,1 0 0 0 0,0 0 0 0 0,0 1 0 0 0,-1-1 0 0 0,1 0 0 0 0,0 1 0 0 0,0-1 0 0 0,0 0 0 0 0,0 1 0 0 0,-1-1 0 0 0,1 0 0 0 0,0 1 0 0 0,0-1 0 0 0,0 0 0 0 0,0 1 0 0 0,0-1 0 0 0,0 1 0 0 0,0-1 0 0 0,0 0 0 0 0,0 1 0 0 0,0-1 0 0 0,0 0 0 0 0,0 1-1 0 0,0-1 1 0 0,0 1 0 0 0,1-1 0 0 0,-1 2 2 0 0,0-1-1 0 0,0 0 1 0 0,1 0-1 0 0,-1 0 0 0 0,0 0 1 0 0,0 0-1 0 0,0 0 1 0 0,0 1-1 0 0,0-1 0 0 0,-1 0 1 0 0,1 0-1 0 0,0 0 0 0 0,0 0 1 0 0,-1 0-1 0 0,1 0 1 0 0,-1 0-1 0 0,1 0 0 0 0,-1 0 1 0 0,1 0-1 0 0,-1 0 1 0 0,0 1-1 0 0,-18 19 385 0 0,12-14-339 0 0,2-3-1 0 0,0 1 0 0 0,-1-1 0 0 0,0 0 0 0 0,-9 4 0 0 0,-13 9 190 0 0,-23 18 37 0 0,39-26-240 0 0,0 1 0 0 0,1 0 0 0 0,0 0 0 0 0,1 2 0 0 0,0-1 0 0 0,-10 18 0 0 0,17-25-28 0 0,0-1-1 0 0,0 1 1 0 0,0 0-1 0 0,0-1 0 0 0,-1 0 1 0 0,1 0-1 0 0,-5 3 1 0 0,-14 14 98 0 0,-80 76 148 0 0,98-92-264 0 0,1 0 0 0 0,-1 1 0 0 0,0 0 0 0 0,1-1 0 0 0,0 1 0 0 0,-3 7 0 0 0,-12 17 0 0 0,8-17-6 0 0,3-4-6 0 0,1 0 1 0 0,-1 0-1 0 0,2 1 1 0 0,-7 12-1 0 0,6-11 32 0 0,0-1-1 0 0,0 0 0 0 0,0-1 1 0 0,-16 16-1 0 0,14-16 0 0 0,1 0 1 0 0,0 1-1 0 0,0 0 1 0 0,0 1-1 0 0,-4 9 1 0 0,-2 15 19 0 0,1 0 1 0 0,2 0 0 0 0,1 1 0 0 0,-4 39 0 0 0,-1 1-5 0 0,6-31 41 0 0,4-16 42 0 0,-10 28 0 0 0,-5 28 146 0 0,17-77-219 0 0,0 1-1 0 0,1 0 1 0 0,0 0 0 0 0,0 11-1 0 0,-2 14 293 0 0,3-28-291 0 0,0 1-1 0 0,0-1 0 0 0,0 0 1 0 0,0 0-1 0 0,3 9 0 0 0,0 12 51 0 0,-4 35-96 0 0,0-49 0 0 0,1 0 0 0 0,0 0 0 0 0,4 20 0 0 0,0 1 0 0 0,6 98 0 0 0,-10-120 0 0 0,1 1 0 0 0,5 21 0 0 0,0 4 0 0 0,-3-15 9 0 0,0 0 0 0 0,2-1 0 0 0,0 0 0 0 0,2 0 0 0 0,17 40 0 0 0,-12-34 99 0 0,13 43 0 0 0,-17-44 48 0 0,24 51 0 0 0,-26-64-116 0 0,-1 1 0 0 0,-1 0 1 0 0,5 23-1 0 0,2 6 20 0 0,37 80 217 0 0,-42-108-225 0 0,1-1 0 0 0,1 0-1 0 0,17 23 1 0 0,-20-29-35 0 0,3 3 31 0 0,0-2 0 0 0,1 1 0 0 0,0-1 0 0 0,0 0 0 0 0,1-1 0 0 0,13 9 0 0 0,-2-3 54 0 0,0-2-1 0 0,28 12 0 0 0,-1 7-186 0 0,4 7-262 0 0,8 2 1371 0 0,-43-29-966 0 0,0 0-1 0 0,1-1 1 0 0,0-1-1 0 0,0-1 1 0 0,1 0-1 0 0,0-2 1 0 0,0 0-1 0 0,1-1 1 0 0,0-1 0 0 0,-1 0-1 0 0,2-2 1 0 0,39 0-1 0 0,4-6 23 0 0,0-3 0 0 0,-1-3-1 0 0,1-2 1 0 0,-2-3 0 0 0,94-36 0 0 0,-49 2 28 0 0,-57 26-26 0 0,37-16 32 0 0,39-18 51 0 0,-106 45-167 0 0,-1-1 0 0 0,0 0 0 0 0,-1-1 0 0 0,0-2 0 0 0,-1 1 0 0 0,-1-2 0 0 0,25-33 0 0 0,-27 28 68 0 0,-1 0 0 0 0,16-38 0 0 0,7-12 44 0 0,78-140 102 0 0,-87 154-178 0 0,34-109-1 0 0,38-130 20 0 0,-88 266-48 0 0,33-99 86 0 0,-39 108-74 0 0,0 0 0 0 0,-1-1 0 0 0,-2 1 0 0 0,1-25 0 0 0,-4-6 22 0 0,-14-103 0 0 0,11 132-30 0 0,-1 0-1 0 0,-2 0 1 0 0,0 1 0 0 0,-2 0 0 0 0,0 0-1 0 0,-20-33 1 0 0,4 5-54 0 0,-3-4 18 0 0,-26-43 255 0 0,22 35-224 0 0,-10-22-5 0 0,31 58 17 0 0,-2 1 0 0 0,0 0 1 0 0,-24-32-1 0 0,21 37-3 0 0,-1 0 0 0 0,-1 1 0 0 0,-1 1-1 0 0,-36-29 1 0 0,40 38-13 0 0,1 0 0 0 0,-2 0 0 0 0,1 2 0 0 0,-1 0 0 0 0,-24-9 0 0 0,2 6 1 0 0,0 1 0 0 0,-1 1 1 0 0,0 3-1 0 0,0 1 0 0 0,-1 2 0 0 0,1 1 0 0 0,-1 3 1 0 0,-52 6-1 0 0,-1 1 57 0 0,-23 4-63 0 0,53-3 4 0 0,-94 17 4 0 0,128-20-8 0 0,0 2 1 0 0,1 1-1 0 0,-36 16 1 0 0,39-9-1034 0 0,13-9-2925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0:06.556"/>
    </inkml:context>
    <inkml:brush xml:id="br0">
      <inkml:brushProperty name="width" value="0.05" units="cm"/>
      <inkml:brushProperty name="height" value="0.05" units="cm"/>
    </inkml:brush>
  </inkml:definitions>
  <inkml:trace contextRef="#ctx0" brushRef="#br0">1089 88 2760 0 0,'0'0'125'0'0,"22"-19"12737"0"0,-21 15-10034 0 0,-26 0-2269 0 0,13 5-501 0 0,0 1-1 0 0,0-1 1 0 0,0 2 0 0 0,0 0 0 0 0,1 0-1 0 0,0 1 1 0 0,-13 6 0 0 0,-7 4 148 0 0,-37 25-1 0 0,30-16-179 0 0,21-14 8 0 0,1 1-1 0 0,0 0 0 0 0,1 1 0 0 0,-23 21 0 0 0,-40 45 26 0 0,-21 24 209 0 0,-43 83-15 0 0,86-102-105 0 0,20-31-14 0 0,-57 110-1 0 0,84-144-85 0 0,0 1-1 0 0,-1-1 1 0 0,-22 27 0 0 0,24-32 5 0 0,1 0-1 0 0,0 0 1 0 0,0 1 0 0 0,-4 15 0 0 0,-10 17 131 0 0,3-10-102 0 0,1 1 1 0 0,2 1-1 0 0,1 1 0 0 0,2-1 1 0 0,-8 45-1 0 0,7 55-82 0 0,9-85 71 0 0,1-1-1 0 0,6 79 0 0 0,1-89-7 0 0,0 0-1 0 0,3 0 1 0 0,21 70 0 0 0,6-3 267 0 0,-22-70-191 0 0,-8-23-18 0 0,0-1 0 0 0,1 0 0 0 0,1-1 0 0 0,11 20 0 0 0,58 98 126 0 0,-29-49-360 0 0,83 137 131 0 0,-117-196 60 0 0,-9-15-35 0 0,0-1-1 0 0,1 1 1 0 0,9 11-1 0 0,-2-4 40 0 0,-1 1-1 0 0,9 19 1 0 0,-12-22-12 0 0,-1-1 0 0 0,2 0-1 0 0,0 0 1 0 0,0-1 0 0 0,18 20 0 0 0,-12-20-12 0 0,-1-1 0 0 0,1 0 0 0 0,1-1-1 0 0,0 0 1 0 0,0-1 0 0 0,25 9 0 0 0,104 27 559 0 0,-56-20-455 0 0,-49-12-53 0 0,77 14 0 0 0,-69-22-25 0 0,0-2 1 0 0,56-5 0 0 0,-4-6 139 0 0,103-24 0 0 0,-183 30-186 0 0,-1-1-1 0 0,0-1 0 0 0,0-1 1 0 0,-1 0-1 0 0,1-2 0 0 0,-1 0 1 0 0,19-12-1 0 0,-27 13-68 0 0,0 1 0 0 0,0-2 0 0 0,-1 1 0 0 0,0-1 0 0 0,0 0 0 0 0,-1-1 0 0 0,8-10 0 0 0,17-24 270 0 0,2 1-1 0 0,2 2 1 0 0,81-69 0 0 0,-104 96-184 0 0,-7 8-41 0 0,0-1 0 0 0,-1 1 0 0 0,0-1-1 0 0,5-9 1 0 0,0-3 24 0 0,-4 5-22 0 0,-1 4 12 0 0,-2 2-12 0 0,2-4 9 0 0,1 0-7 0 0,-2 3-9 0 0,22-39 76 0 0,21-38 67 0 0,16-47-41 0 0,14-60 2 0 0,-51 112-84 0 0,-3-1-1 0 0,11-84 1 0 0,-20 8 24 0 0,10-48 0 0 0,-10 77-42 0 0,-11 109 4 0 0,-1-1-1 0 0,-1 1 1 0 0,0-1 0 0 0,-1 0-1 0 0,-2 1 1 0 0,0-1 0 0 0,-5-23-1 0 0,-6-30 57 0 0,6 44-58 0 0,-4-17 24 0 0,-19-47 0 0 0,11 31-6 0 0,14 40-20 0 0,-15-34 0 0 0,10 35-11 0 0,0-5 0 0 0,-2 1 0 0 0,-1 0 0 0 0,-1 1 0 0 0,-33-43 0 0 0,-36-23 64 0 0,72 77-64 0 0,-1 2 0 0 0,-1-1 0 0 0,-24-16 0 0 0,-7-6 0 0 0,20 14 0 0 0,-1 2 0 0 0,-1 0 0 0 0,-45-23 0 0 0,-105-62 0 0 0,137 81 0 0 0,-1 2 0 0 0,-44-14 0 0 0,56 22-15 0 0,23 9 9 0 0,-1 0 0 0 0,0 1 0 0 0,0 0 0 0 0,0 0 0 0 0,0 0-1 0 0,0 1 1 0 0,-1 0 0 0 0,1 0 0 0 0,0 0 0 0 0,-9 1-1 0 0,-21 2-96 0 0,-49 8-1 0 0,45-4 13 0 0,-87 21 33 0 0,96-19 0 0 0,0 1-171 0 0,25-6-12 0 0,0-1 0 0 0,-1 0 0 0 0,1-1 1 0 0,-1 0-1 0 0,1 0 0 0 0,-1 0 0 0 0,0 0 1 0 0,1-1-1 0 0,-1 0 0 0 0,-12-2 1 0 0,0-2-2483 0 0,5-4-5835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0:09.073"/>
    </inkml:context>
    <inkml:brush xml:id="br0">
      <inkml:brushProperty name="width" value="0.05" units="cm"/>
      <inkml:brushProperty name="height" value="0.05" units="cm"/>
    </inkml:brush>
  </inkml:definitions>
  <inkml:trace contextRef="#ctx0" brushRef="#br0">28 0 2304 0 0,'0'0'101'0'0,"-6"9"1526"0"0,6-7-1467 0 0,0-1-138 0 0,0 0 0 0 0,0-1 0 0 0,0 1 0 0 0,0-1 0 0 0,0 1 0 0 0,-1 0 0 0 0,1-1 0 0 0,0 1 0 0 0,0-1 0 0 0,-1 1 0 0 0,1 0 0 0 0,0-1 0 0 0,-1 1 0 0 0,1-1 0 0 0,-1 1 0 0 0,1-1 0 0 0,0 1-1 0 0,-1-1 1 0 0,1 0 0 0 0,-1 1 0 0 0,1-1 0 0 0,-1 0 0 0 0,1 1 0 0 0,-2 0 0 0 0,-2 2-11 0 0,-4 4 2262 0 0,16-11-4279 0 0,-4 0-165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0:09.839"/>
    </inkml:context>
    <inkml:brush xml:id="br0">
      <inkml:brushProperty name="width" value="0.05" units="cm"/>
      <inkml:brushProperty name="height" value="0.05" units="cm"/>
    </inkml:brush>
  </inkml:definitions>
  <inkml:trace contextRef="#ctx0" brushRef="#br0">23 0 2304 0 0,'0'0'665'0'0,"0"10"809"0"0,0 7 809 0 0,4-4-1043 0 0,-8-8-1152 0 0,-2 1 782 0 0,4-5-658 0 0,1 0 0 0 0,0 0-1 0 0,0 0 1 0 0,0 0 0 0 0,0 0-1 0 0,0 0 1 0 0,0 0 0 0 0,0 0-1 0 0,0 0 1 0 0,0 0-1 0 0,0 1 1 0 0,1-1 0 0 0,-1 0-1 0 0,1 0 1 0 0,-1 1 0 0 0,0 1-1 0 0,0-2 91 0 0,18 7-84 0 0,0 3 59 0 0,-16-10-192 0 0,0 0 1 0 0,1 0-1 0 0,-1 0 0 0 0,0 0 1 0 0,1 0-1 0 0,-1 0 1 0 0,1 0-1 0 0,-1 0 0 0 0,1-1 1 0 0,-1 1-1 0 0,1-1 0 0 0,-1 1 1 0 0,1-1-1 0 0,2 1 1 0 0,-3-2-167 0 0,0 1 1 0 0,1 0 0 0 0,-1-1 0 0 0,0 1-1 0 0,0-1 1 0 0,0 0 0 0 0,1 1 0 0 0,-1-1 0 0 0,0 0-1 0 0,0 0 1 0 0,0 0 0 0 0,0 0 0 0 0,0 0-1 0 0,-1 0 1 0 0,1 0 0 0 0,0 0 0 0 0,1-1 0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0:10.683"/>
    </inkml:context>
    <inkml:brush xml:id="br0">
      <inkml:brushProperty name="width" value="0.05" units="cm"/>
      <inkml:brushProperty name="height" value="0.05" units="cm"/>
    </inkml:brush>
  </inkml:definitions>
  <inkml:trace contextRef="#ctx0" brushRef="#br0">1 1739 3224 0 0,'0'0'1257'0'0,"13"19"5211"0"0,-11-17-6319 0 0,0-1-1 0 0,1 1 1 0 0,0-1 0 0 0,-1 1 0 0 0,1-1-1 0 0,0 0 1 0 0,-1 0 0 0 0,6 1 0 0 0,-7-1-13 0 0,10 2 252 0 0,-10-3-319 0 0,1 0 0 0 0,-1 1 0 0 0,1-1 0 0 0,-1 1 0 0 0,1-1 1 0 0,-1 1-1 0 0,0-1 0 0 0,1 1 0 0 0,5 5 6439 0 0,1-9-5769 0 0,-7 3-693 0 0,0 0 0 0 0,0 0 0 0 0,0 0 0 0 0,-1 0 0 0 0,1 0 0 0 0,0 0 0 0 0,0-1 1 0 0,-1 1-1 0 0,1 0 0 0 0,0-1 0 0 0,-1 1 0 0 0,1 0 0 0 0,0-1 0 0 0,-1 1 0 0 0,1-1 0 0 0,0 1 0 0 0,-1-1 1 0 0,1 0-1 0 0,13-18 600 0 0,-2-1 0 0 0,0 0 0 0 0,-2 0 1 0 0,12-32-1 0 0,-19 45-579 0 0,31-73 784 0 0,127-284 530 0 0,-138 314-1289 0 0,30-57 376 0 0,155-291 372 0 0,11-61-992 0 0,-208 434 241 0 0,5-8-25 0 0,25-42-1 0 0,-27 40 12 0 0,-14 30-33 0 0,-3-1-50 0 0,2 5-78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0:15.934"/>
    </inkml:context>
    <inkml:brush xml:id="br0">
      <inkml:brushProperty name="width" value="0.05" units="cm"/>
      <inkml:brushProperty name="height" value="0.05" units="cm"/>
    </inkml:brush>
  </inkml:definitions>
  <inkml:trace contextRef="#ctx0" brushRef="#br0">96 8 1376 0 0,'0'0'24778'0'0,"-5"-1"-24783"0"0,-45-2 34 0 0,49 3 230 0 0,-4 0-58 0 0,2 0-136 0 0,2 0 70 0 0,0 0-80 0 0,-6-4-45 0 0,2 4-10 0 0,1 4 14 0 0,3-4 24 0 0,1 0-83 0 0,-2 0 41 0 0,0 1 47 0 0,-1 1-43 0 0,2-1 10 0 0,1-1 44 0 0,-4 0-54 0 0,4 0-12 0 0,2 1-26 0 0,6 4 42 0 0,-6-3 76 0 0,0-1 0 0 0,5 8-64 0 0,-7-9-16 0 0,1 1 0 0 0,0 0 0 0 0,-1-1 0 0 0,1 1 0 0 0,0 0 0 0 0,-1 0 0 0 0,1-1 0 0 0,0 1 0 0 0,-1 0 0 0 0,1 0 0 0 0,-1 0 0 0 0,0 0 0 0 0,1 0 0 0 0,-1 0 0 0 0,0 0 0 0 0,1 0 0 0 0,-1 0 0 0 0,0 0 0 0 0,0 0 0 0 0,0 0 0 0 0,0 2 0 0 0,0 4 0 0 0,2-5 19 0 0,-26 1 15 0 0,21-3-23 0 0,2 4-11 0 0,2 5 0 0 0,2 0 0 0 0,2 28 0 0 0,35 91 0 0 0,-15-51 0 0 0,-21-67 0 0 0,-1-1 0 0 0,2 0 0 0 0,5 10 0 0 0,11 25 0 0 0,-15-29 0 0 0,0 0 0 0 0,1-1 0 0 0,1 0 0 0 0,19 25 0 0 0,46 49 0 0 0,-49-61 0 0 0,122 152-80 0 0,-132-159 53 0 0,-1 1-1 0 0,13 25 1 0 0,-6-10 13 0 0,21 43 14 0 0,-24-44 0 0 0,24 37 0 0 0,-11-25 0 0 0,36 48 0 0 0,9 4 11 0 0,-35-46 10 0 0,60 64 0 0 0,-78-92-17 0 0,0 2-1 0 0,29 46 1 0 0,9 12 7 0 0,13 18 32 0 0,-34-45-33 0 0,-17-25-10 0 0,-1 1 0 0 0,17 40 0 0 0,-21-37 161 0 0,1-1 0 0 0,42 62 0 0 0,-59-97 108 0 0,1 5-25 0 0,11 12-197 0 0,-3-4-131 0 0,-10-13-459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0:17.529"/>
    </inkml:context>
    <inkml:brush xml:id="br0">
      <inkml:brushProperty name="width" value="0.05" units="cm"/>
      <inkml:brushProperty name="height" value="0.05" units="cm"/>
    </inkml:brush>
  </inkml:definitions>
  <inkml:trace contextRef="#ctx0" brushRef="#br0">0 0 2304 0 0,'0'0'9936'0'0,"2"3"-9542"0"0,3 4-152 0 0,-3-4-102 0 0,1 0 0 0 0,-1 1 0 0 0,1-1 0 0 0,-1 0 0 0 0,9 6 8515 0 0,-12-10-8489 0 0,0 0 0 0 0,0 1-1 0 0,-1-1 1 0 0,1 0 0 0 0,-1 0-1 0 0,1 1 1 0 0,0-1 0 0 0,-1 1-1 0 0,1 0 1 0 0,-1-1 0 0 0,-2 1-1 0 0,-5-3 2061 0 0,19 2-1544 0 0,35 3-492 0 0,52 9 0 0 0,17 1-85 0 0,-3-4-64 0 0,-46-3 8 0 0,119-5 0 0 0,102-6 3 0 0,-179 7-40 0 0,177-12 127 0 0,-137 8-22 0 0,-61-2 8 0 0,-44 2-93 0 0,-34 1-27 0 0,-1 1 1 0 0,1 1-1 0 0,0-1 1 0 0,-1 1-1 0 0,1 0 0 0 0,0 1 1 0 0,13 3-1 0 0,-19-4-5 0 0,5 2 7 0 0,0 0-1 0 0,0 0 0 0 0,0-1 1 0 0,0 0-1 0 0,0 0 1 0 0,0-1-1 0 0,1 1 0 0 0,-1-2 1 0 0,9 0-1 0 0,-6 1 9 0 0,-4 0-4 0 0,0 0 0 0 0,1 0 1 0 0,-1 0-1 0 0,1-1 0 0 0,-1 0 0 0 0,0 0 1 0 0,1 0-1 0 0,-1-1 0 0 0,0 0 1 0 0,6-3-1 0 0,-11 4 42 0 0,0 1 11 0 0,5 0 0 0 0,-4 1-11 0 0,1 2-31 0 0,15 9-50 0 0,-18-12-394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0:29.564"/>
    </inkml:context>
    <inkml:brush xml:id="br0">
      <inkml:brushProperty name="width" value="0.05" units="cm"/>
      <inkml:brushProperty name="height" value="0.05" units="cm"/>
    </inkml:brush>
  </inkml:definitions>
  <inkml:trace contextRef="#ctx0" brushRef="#br0">52 22 2760 0 0,'0'0'12734'0'0,"-1"0"-12084"0"0,-8-3-64 0 0,2 0-360 0 0,-3 0 1 0 0,-14-2 492 0 0,23 5-514 0 0,3 0-78 0 0,9 1 149 0 0,17 0 141 0 0,11-2 940 0 0,-1 0 958 0 0,15-7-269 0 0,-49 8-1974 0 0,0 0 1 0 0,0 1-1 0 0,0-1 1 0 0,0 1-1 0 0,0 0 1 0 0,6 2-1 0 0,7 2 223 0 0,-15-5-191 0 0,26 13 552 0 0,42 20 110 0 0,-55-25-745 0 0,58 14 96 0 0,-70-20-117 0 0,0-1 0 0 0,1 0 0 0 0,-1 0 0 0 0,0 0 0 0 0,1-1 0 0 0,-1 1 0 0 0,1-1 0 0 0,4 0 0 0 0,13 2 0 0 0,36 0 25 0 0,-32-1-6 0 0,29 3 1 0 0,43 4-20 0 0,-81-7 0 0 0,100-1 54 0 0,-101 0-44 0 0,0 4-10 0 0,3 2 0 0 0,-1-2 0 0 0,1 0 0 0 0,7 4 28 0 0,-19-7 0 0 0,14-1-20 0 0,-3 0 3 0 0,1 0 32 0 0,-13 0-36 0 0,-1 0 1 0 0,1 0 0 0 0,0-1 0 0 0,0 1-1 0 0,0-1 1 0 0,-1 0 0 0 0,1-1 0 0 0,-1 1-1 0 0,1-1 1 0 0,5-2 0 0 0,23-5 45 0 0,15 5-53 0 0,-42 3 0 0 0,22 0 0 0 0,54 3 64 0 0,-35-4 0 0 0,-41 2-61 0 0,10-1-9 0 0,-12-1 10 0 0,27-3 48 0 0,-18 5-41 0 0,-1 0-11 0 0,0 0 11 0 0,-3 2 31 0 0,6-1 3 0 0,-14-2-43 0 0,0 1-1 0 0,0-1 1 0 0,0 1-1 0 0,-1-1 1 0 0,1 1-1 0 0,0 0 1 0 0,0 0-1 0 0,0-1 1 0 0,0 1-1 0 0,0 0 1 0 0,0 0-1 0 0,0 0 1 0 0,0 0-1 0 0,0 0 1 0 0,0 0-1 0 0,0 0 1 0 0,0 0-1 0 0,-1 0 1 0 0,2 1-1 0 0,27-1 203 0 0,-24 0-145 0 0,4 0-5 0 0,6-2-12 0 0,-11 0-19 0 0,17 1-13 0 0,-12 2-10 0 0,3 2 0 0 0,-3-2 11 0 0,0 2 31 0 0,-1 2-20 0 0,1 1 20 0 0,0-2-31 0 0,3-3-11 0 0,-3 1 3 0 0,-5-2 15 0 0,-3 2 11 0 0,33 9-15 0 0,-32-10-14 0 0,27-1 0 0 0,-17 0 0 0 0,1 0 0 0 0,0 0 0 0 0,-1 0 0 0 0,1 0 0 0 0,-3 0 0 0 0,2 0 0 0 0,36 3 0 0 0,46 0 0 0 0,-81-2 0 0 0,0 2 0 0 0,0-2 11 0 0,-4 0 31 0 0,0 4-31 0 0,3-3-11 0 0,-3 1 0 0 0,3 4 0 0 0,18 1 0 0 0,-21-7 0 0 0,44 11 0 0 0,36 17 0 0 0,-79-24 5 0 0,-4-2 4 0 0,-1 0-1 0 0,1-1 1 0 0,0 1-1 0 0,0-1 0 0 0,0-1 1 0 0,6 2-1 0 0,-1-1-3 0 0,-5-1-14 0 0,37-3 66 0 0,-4 2-46 0 0,-36-2-10 0 0,15 4 62 0 0,-7 0-61 0 0,-1 0 0 0 0,1-1-1 0 0,-1 0 1 0 0,1-1 0 0 0,11-1 0 0 0,-10-1 11 0 0,1 1 0 0 0,0 0 0 0 0,24 3 0 0 0,-5-1-1 0 0,66-1 105 0 0,-84 0-104 0 0,0 1 1 0 0,0 0-1 0 0,22 4 0 0 0,-18-2-9 0 0,0 0 0 0 0,36-1-1 0 0,-29-3-3 0 0,-7 1 0 0 0,0 0 0 0 0,30 5 0 0 0,-35-4 20 0 0,0 0-1 0 0,0-1 1 0 0,0 0-1 0 0,20-3 1 0 0,19 0 26 0 0,45-4-46 0 0,-65 4 0 0 0,0 1 0 0 0,40 2 0 0 0,-19 4 14 0 0,69 8 36 0 0,-83-6-29 0 0,1-1 1 0 0,55 0-1 0 0,-39-10 54 0 0,-44 3-50 0 0,-1 1 0 0 0,1 0 0 0 0,-1 0 0 0 0,21 3 0 0 0,75 6-25 0 0,18 11 48 0 0,-77-14-48 0 0,-39-5 0 0 0,0 0 0 0 0,-1 1 0 0 0,1 0 0 0 0,-1 1 0 0 0,14 4 0 0 0,-15-4-3 0 0,0 0-1 0 0,0-1 1 0 0,0 0 0 0 0,0 0-1 0 0,1-1 1 0 0,7 0 0 0 0,29 3-47 0 0,-29 0 121 0 0,-1-1 0 0 0,1-1 0 0 0,25-1 0 0 0,-2 0-18 0 0,114 0 256 0 0,-143 0-286 0 0,-7 0 101 0 0,31 0 79 0 0,-32 0-86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0:31.173"/>
    </inkml:context>
    <inkml:brush xml:id="br0">
      <inkml:brushProperty name="width" value="0.05" units="cm"/>
      <inkml:brushProperty name="height" value="0.05" units="cm"/>
    </inkml:brush>
  </inkml:definitions>
  <inkml:trace contextRef="#ctx0" brushRef="#br0">1 1 9040 0 0,'0'0'816'0'0,"4"11"-639"0"0,-1-4-104 0 0,-2 0 1 0 0,1 0-1 0 0,-1 1 0 0 0,0-1 0 0 0,-1 0 1 0 0,0 0-1 0 0,0 1 0 0 0,-2 8 0 0 0,1 10 637 0 0,-7 80 2688 0 0,7-96-3129 0 0,1 0 0 0 0,0-1 0 0 0,1 1 0 0 0,0 0 0 0 0,0-1 1 0 0,1 1-1 0 0,0-1 0 0 0,5 11 0 0 0,6 6-123 0 0,2 0 0 0 0,0-1-1 0 0,2-1 1 0 0,1-1 0 0 0,36 37-1 0 0,-24-27-105 0 0,40 57-1 0 0,51 96 21 0 0,-78-128 24 0 0,3-2 0 0 0,62 58-1 0 0,-39-43 166 0 0,-44-42 149 0 0,31 49-1 0 0,-21-28 22 0 0,34 46 407 0 0,-52-73-415 0 0,24 41 0 0 0,1 2 39 0 0,13 29-308 0 0,-54-93-85 0 0,2 3-104 0 0,-2-4 1087 0 0,3-3-976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0:32.236"/>
    </inkml:context>
    <inkml:brush xml:id="br0">
      <inkml:brushProperty name="width" value="0.05" units="cm"/>
      <inkml:brushProperty name="height" value="0.05" units="cm"/>
    </inkml:brush>
  </inkml:definitions>
  <inkml:trace contextRef="#ctx0" brushRef="#br0">11 1172 3224 0 0,'-11'22'16663'0'0,"17"-25"-16504"0"0,0 0 0 0 0,-1 0 0 0 0,1-1 0 0 0,-1 0 0 0 0,9-8 0 0 0,7-5 242 0 0,23-17 321 0 0,-22 17-505 0 0,32-19-1 0 0,87-41 731 0 0,115-72 268 0 0,-115 41-675 0 0,-85 63-325 0 0,2 2-1 0 0,75-41 1 0 0,44-19 145 0 0,-129 72-287 0 0,-26 19-33 0 0,-2-2 0 0 0,31-25-1 0 0,70-80 409 0 0,-82 78-400 0 0,2 0 0 0 0,57-42 0 0 0,-88 76-35 0 0,-1-1 36 0 0,1 1-1 0 0,0 1 1 0 0,1-1 0 0 0,18-7-1 0 0,2 3 368 0 0,-12 6-1522 0 0,-7-1-428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1:07.815"/>
    </inkml:context>
    <inkml:brush xml:id="br0">
      <inkml:brushProperty name="width" value="0.05" units="cm"/>
      <inkml:brushProperty name="height" value="0.05" units="cm"/>
    </inkml:brush>
  </inkml:definitions>
  <inkml:trace contextRef="#ctx0" brushRef="#br0">31 1 13824 0 0,'0'0'1246'0'0,"5"8"-996"0"0,5 10 8142 0 0,-11-10-4368 0 0,0-5-3748 0 0,0-1 0 0 0,-1 0 0 0 0,1 0 0 0 0,0 0 0 0 0,-1 0 0 0 0,1 0 0 0 0,-1 0 0 0 0,-2 2 0 0 0,2-2 232 0 0,1-2-348 0 0,-20-3-1794 0 0,15-2-1174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1:09.566"/>
    </inkml:context>
    <inkml:brush xml:id="br0">
      <inkml:brushProperty name="width" value="0.05" units="cm"/>
      <inkml:brushProperty name="height" value="0.05" units="cm"/>
    </inkml:brush>
  </inkml:definitions>
  <inkml:trace contextRef="#ctx0" brushRef="#br0">1 0 2304 0 0,'0'0'21527'0'0,"12"1"-20269"0"0,-7 1-1025 0 0,3 0 1771 0 0,-3-2-155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1:44.778"/>
    </inkml:context>
    <inkml:brush xml:id="br0">
      <inkml:brushProperty name="width" value="0.05" units="cm"/>
      <inkml:brushProperty name="height" value="0.05" units="cm"/>
    </inkml:brush>
  </inkml:definitions>
  <inkml:trace contextRef="#ctx0" brushRef="#br0">273 13 4608 0 0,'0'0'10798'0'0,"-2"0"-10108"0"0,-2-2-338 0 0,-2-1 13 0 0,-7-2 95 0 0,12 5-425 0 0,1 0-1 0 0,-1-1 1 0 0,1 1 0 0 0,-1 0-1 0 0,0-1 1 0 0,1 1 0 0 0,-1 0 0 0 0,1 0-1 0 0,-1 0 1 0 0,0 0 0 0 0,1 0 0 0 0,-1 0-1 0 0,0 0 1 0 0,1 0 0 0 0,-1 0 0 0 0,0 0-1 0 0,1 0 1 0 0,-1 0 0 0 0,0 0 0 0 0,1 0-1 0 0,-1 1 1 0 0,0-1 0 0 0,1 0-1 0 0,-1 0 1 0 0,1 1 0 0 0,-2 0 0 0 0,6 13 886 0 0,-3-13-868 0 0,-1 1 0 0 0,1-1 0 0 0,0 1 0 0 0,-1-1 0 0 0,1 1 0 0 0,-1-1 0 0 0,1 1 0 0 0,-1-1 0 0 0,0 1 0 0 0,0-1 0 0 0,0 1 0 0 0,0 0 0 0 0,0-1 0 0 0,0 1 0 0 0,0-1 0 0 0,0 1-1 0 0,-1 0 1 0 0,1-1 0 0 0,-1 3 0 0 0,-14 14 502 0 0,13-16-490 0 0,1-1 1 0 0,-1 1-1 0 0,0 1 1 0 0,0-1-1 0 0,1 0 1 0 0,-1 0-1 0 0,1 1 1 0 0,0-1-1 0 0,0 1 1 0 0,-1-1-1 0 0,2 1 1 0 0,-1-1-1 0 0,0 1 1 0 0,0 0-1 0 0,1-1 1 0 0,0 1-1 0 0,-1 2 1 0 0,6 57 674 0 0,-3-42-253 0 0,-1 37-1 0 0,-1-50-401 0 0,-1 0 0 0 0,0 0-1 0 0,-1 0 1 0 0,1 0-1 0 0,-1 0 1 0 0,-1 0 0 0 0,1-1-1 0 0,-1 1 1 0 0,-4 6 0 0 0,-12 16 143 0 0,9-13-56 0 0,-14 30 1 0 0,-14 30 424 0 0,-5 13-141 0 0,8-24-290 0 0,27-48-59 0 0,7-15-375 0 0,0 1-1 0 0,-1-1 1 0 0,1 0 0 0 0,0 1 0 0 0,0-1 0 0 0,1 1-1 0 0,-1-1 1 0 0,1 1 0 0 0,-1 4 0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1:45.481"/>
    </inkml:context>
    <inkml:brush xml:id="br0">
      <inkml:brushProperty name="width" value="0.05" units="cm"/>
      <inkml:brushProperty name="height" value="0.05" units="cm"/>
    </inkml:brush>
  </inkml:definitions>
  <inkml:trace contextRef="#ctx0" brushRef="#br0">263 45 9760 0 0,'0'0'882'0'0,"0"-1"-677"0"0,0 0-1 0 0,0-1 1 0 0,0 1-1 0 0,0 0 1 0 0,0 0-1 0 0,-1 0 1 0 0,1 0-1 0 0,0 0 1 0 0,-1 0-1 0 0,1 0 1 0 0,-1 0-1 0 0,0-1 1 0 0,-5-4 1928 0 0,3 3-1628 0 0,0 0 0 0 0,0 0 0 0 0,-1 1 0 0 0,1-1 0 0 0,-1 1 0 0 0,1 0-1 0 0,-6-2 1 0 0,8 3-449 0 0,-1 1 0 0 0,0 0 0 0 0,1-1 0 0 0,-1 1 0 0 0,1 0 0 0 0,-1 0 0 0 0,0 0 0 0 0,1 0 0 0 0,-1 0 0 0 0,0 1 0 0 0,1-1-1 0 0,-1 0 1 0 0,1 1 0 0 0,-1-1 0 0 0,1 1 0 0 0,-1 0 0 0 0,1-1 0 0 0,-1 1 0 0 0,1 0 0 0 0,0 0 0 0 0,-1 0 0 0 0,1 0 0 0 0,0 0 0 0 0,0 0-1 0 0,-2 2 1 0 0,-13 15 179 0 0,1 0 0 0 0,1 1-1 0 0,1 1 1 0 0,1 0 0 0 0,1 1-1 0 0,0 0 1 0 0,2 0 0 0 0,-9 27-1 0 0,16-42-234 0 0,-2 3 0 0 0,1 0 0 0 0,1 0 0 0 0,-1 0 0 0 0,1 1 0 0 0,1-1 0 0 0,0 1 0 0 0,0-1 0 0 0,1 19 0 0 0,0-26 0 0 0,0-1 0 0 0,1 1 0 0 0,-1 0 0 0 0,0-1 0 0 0,1 1 0 0 0,-1 0 0 0 0,1-1 0 0 0,-1 1 0 0 0,1-1 0 0 0,0 1 0 0 0,0-1 0 0 0,0 1 0 0 0,0-1 0 0 0,0 0 0 0 0,0 1 0 0 0,0-1 0 0 0,0 0 0 0 0,1 0 0 0 0,-1 0 0 0 0,0 0 0 0 0,1 0 0 0 0,1 1 0 0 0,3 3-10 0 0,-5-5 7 0 0,0 1 1 0 0,0 0-1 0 0,1-1 1 0 0,-1 1-1 0 0,0-1 1 0 0,0 0-1 0 0,1 1 1 0 0,-1-1 0 0 0,0 0-1 0 0,0 0 1 0 0,1 0-1 0 0,-1 0 1 0 0,0 0-1 0 0,1 0 1 0 0,-1 0-1 0 0,0 0 1 0 0,1 0-1 0 0,-1-1 1 0 0,0 1-1 0 0,0 0 1 0 0,1-1 0 0 0,-1 1-1 0 0,2-2 1 0 0,26-14 18 0 0,-22 10-3 0 0,0-1 1 0 0,0 0 0 0 0,0 0-1 0 0,-1-1 1 0 0,0 1-1 0 0,-1-1 1 0 0,0-1-1 0 0,8-17 1 0 0,-7 14 3 0 0,1 0-1 0 0,0 0 1 0 0,17-20 0 0 0,-21 29-10 0 0,-1 1-1 0 0,0-1 0 0 0,0 0 1 0 0,0-1-1 0 0,0 1 1 0 0,0 0-1 0 0,-1 0 0 0 0,0-1 1 0 0,3-6-1 0 0,-7 1 6 0 0,2 7 47 0 0,0 5-55 0 0,0-1-1 0 0,0 0 1 0 0,0 0 0 0 0,0 1 0 0 0,-1-1-1 0 0,1 0 1 0 0,-1 0 0 0 0,1 0-1 0 0,-4 3 1 0 0,-1 1-29 0 0,-2 5 17 0 0,1 2-1 0 0,0-1 1 0 0,1 1 0 0 0,0 0-1 0 0,1 1 1 0 0,-5 16 0 0 0,5-11 98 0 0,-2 0 0 0 0,-14 28 0 0 0,-51 94 871 0 0,53-102-529 0 0,-22 66 0 0 0,27-69-325 0 0,13-33-126 0 0,0 0 0 0 0,1 0 0 0 0,-1 0-1 0 0,0 0 1 0 0,1 0 0 0 0,0 1 0 0 0,-1-1 0 0 0,1 0 0 0 0,1 4 0 0 0,-1-6-93 0 0,0 0 1 0 0,0-1-1 0 0,0 1 0 0 0,0 0 1 0 0,1 0-1 0 0,-1 0 0 0 0,0 0 1 0 0,1-1-1 0 0,-1 1 1 0 0,0 0-1 0 0,1 0 0 0 0,-1 0 1 0 0,1-1-1 0 0,-1 1 0 0 0,1 0 1 0 0,0-1-1 0 0,-1 1 1 0 0,1-1-1 0 0,-1 1 0 0 0,1 0 1 0 0,0-1-1 0 0,0 0 0 0 0,-1 1 1 0 0,1-1-1 0 0,0 1 0 0 0,0-1 1 0 0,0 0-1 0 0,-1 1 1 0 0,1-1-1 0 0,0 0 0 0 0,0 0 1 0 0,0 0-1 0 0,1 0 0 0 0,0 0-1200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1:46.090"/>
    </inkml:context>
    <inkml:brush xml:id="br0">
      <inkml:brushProperty name="width" value="0.05" units="cm"/>
      <inkml:brushProperty name="height" value="0.05" units="cm"/>
    </inkml:brush>
  </inkml:definitions>
  <inkml:trace contextRef="#ctx0" brushRef="#br0">177 108 12496 0 0,'0'0'572'0'0,"0"-1"-11"0"0,-1 0-484 0 0,0-1 0 0 0,1 1 0 0 0,0-1 1 0 0,-1 1-1 0 0,1-1 0 0 0,0 1 0 0 0,0-1 0 0 0,0 1 0 0 0,0-1 1 0 0,0 1-1 0 0,0-1 0 0 0,0 1 0 0 0,1-1 0 0 0,-1 1 0 0 0,0-1 1 0 0,1 1-1 0 0,-1-1 0 0 0,1 1 0 0 0,0 0 0 0 0,-1-1 0 0 0,1 1 0 0 0,0 0 1 0 0,0-1-1 0 0,0 1 0 0 0,1-1 0 0 0,4-7 945 0 0,-4 4-794 0 0,1 1 1 0 0,-1 0-1 0 0,1 0 1 0 0,0 0 0 0 0,0 0-1 0 0,1 1 1 0 0,-1-1-1 0 0,1 1 1 0 0,4-3-1 0 0,-6 4-165 0 0,0 0 0 0 0,1 0 0 0 0,0 0 0 0 0,-1 1 0 0 0,1-1 0 0 0,0 1 0 0 0,0 0 0 0 0,0 0 0 0 0,0 0 0 0 0,0 0 0 0 0,0 0 0 0 0,0 1 0 0 0,0-1 0 0 0,0 1 0 0 0,4 0 0 0 0,0 1 11 0 0,1 1 1 0 0,-1-1-1 0 0,0 2 1 0 0,0-1-1 0 0,0 1 0 0 0,0 0 1 0 0,0 0-1 0 0,8 6 0 0 0,-15-9-50 0 0,1 1 1 0 0,0-1-1 0 0,-1 1 0 0 0,1 0 0 0 0,-1-1 0 0 0,1 1 0 0 0,-1-1 0 0 0,1 1 0 0 0,-1 0 0 0 0,1-1 0 0 0,-1 1 0 0 0,0 0 0 0 0,1-1 0 0 0,-1 1 1 0 0,0 0-1 0 0,1 0 0 0 0,-1 0 0 0 0,0-1 0 0 0,0 1 0 0 0,0 0 0 0 0,0 0 0 0 0,0 0 0 0 0,0-1 0 0 0,0 1 0 0 0,0 0 0 0 0,0 0 0 0 0,0 0 1 0 0,-10 25 571 0 0,3-7-159 0 0,-8 33 675 0 0,-30 72 0 0 0,34-98-1068 0 0,0-1-1 0 0,-2 0 1 0 0,-1-1-1 0 0,-1 0 0 0 0,-1-2 1 0 0,-20 24-1 0 0,9-14-43 0 0,16-18 0 0 0,-1 0 0 0 0,-20 18 0 0 0,-28 28 144 0 0,42-33-144 0 0,17-23 11 0 0,2-3 9 0 0,-1 0 0 0 0,1 0 0 0 0,-1 0-1 0 0,1 0 1 0 0,-1 0 0 0 0,1 0 0 0 0,-1 0 0 0 0,1 0 0 0 0,0-1 0 0 0,-1 1 0 0 0,1 0 0 0 0,0 0-1 0 0,0-1 1 0 0,0 1 0 0 0,0 0 0 0 0,-1-1 0 0 0,1 1 0 0 0,0-1 0 0 0,2 1 0 0 0,19 9 256 0 0,-21-10-271 0 0,44 15 522 0 0,-21-7-294 0 0,28 12 1 0 0,-41-15-548 0 0,0-2 0 0 0,0 1 1 0 0,1-2-1 0 0,17 3 0 0 0,-13-4-1481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1:46.449"/>
    </inkml:context>
    <inkml:brush xml:id="br0">
      <inkml:brushProperty name="width" value="0.05" units="cm"/>
      <inkml:brushProperty name="height" value="0.05" units="cm"/>
    </inkml:brush>
  </inkml:definitions>
  <inkml:trace contextRef="#ctx0" brushRef="#br0">18 1 16583 0 0,'0'0'1832'0'0,"-8"4"840"0"0,-1-1 2872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1:46.809"/>
    </inkml:context>
    <inkml:brush xml:id="br0">
      <inkml:brushProperty name="width" value="0.05" units="cm"/>
      <inkml:brushProperty name="height" value="0.05" units="cm"/>
    </inkml:brush>
  </inkml:definitions>
  <inkml:trace contextRef="#ctx0" brushRef="#br0">180 1 13824 0 0,'1'4'7473'0'0,"-2"6"-5072"0"0,0 21-2065 0 0,4-22-171 0 0,-2-7-124 0 0,0-1 1 0 0,-1 1-1 0 0,1 0 1 0 0,0-1-1 0 0,-1 1 1 0 0,1 0-1 0 0,-1 0 0 0 0,0-1 1 0 0,0 1-1 0 0,0 0 1 0 0,0 0-1 0 0,0 0 1 0 0,0 0-1 0 0,0-1 1 0 0,0 1-1 0 0,-1 0 1 0 0,1 0-1 0 0,0-1 1 0 0,-1 1-1 0 0,0 0 1 0 0,1 0-1 0 0,-1-1 1 0 0,0 1-1 0 0,0-1 1 0 0,0 1-1 0 0,0-1 1 0 0,0 1-1 0 0,-1-1 1 0 0,1 0-1 0 0,-2 2 1 0 0,-10 12 270 0 0,1 1 1 0 0,0 1 0 0 0,1 0 0 0 0,-9 19-1 0 0,4-7-209 0 0,-28 66-4 0 0,39-85-112 0 0,0 1 0 0 0,1 0 0 0 0,0 0 0 0 0,-2 12 0 0 0,0-1 22 0 0,2-6-1174 0 0,0 0 1 0 0,-1 32 0 0 0,4-32-7441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1:47.262"/>
    </inkml:context>
    <inkml:brush xml:id="br0">
      <inkml:brushProperty name="width" value="0.05" units="cm"/>
      <inkml:brushProperty name="height" value="0.05" units="cm"/>
    </inkml:brush>
  </inkml:definitions>
  <inkml:trace contextRef="#ctx0" brushRef="#br0">209 0 7368 0 0,'0'0'666'0'0,"-1"3"-232"0"0,-21 56 7698 0 0,-6 2-4269 0 0,13-27-3025 0 0,12-27-718 0 0,-69 164 2048 0 0,60-137-1958 0 0,2 0 0 0 0,1 0 0 0 0,-5 43 0 0 0,9-48-187 0 0,-2 33 18 0 0,7-57-29 0 0,0 0 0 0 0,1 0 0 0 0,-1 0 0 0 0,1 0 0 0 0,0 1 0 0 0,0-1 0 0 0,1-1 0 0 0,-1 1 0 0 0,5 8 0 0 0,0-3 57 0 0,-5-9-60 0 0,0 0 0 0 0,0-1 0 0 0,0 1 1 0 0,0 0-1 0 0,0-1 0 0 0,0 1 0 0 0,0-1 0 0 0,0 1 0 0 0,0-1 0 0 0,0 1 1 0 0,0-1-1 0 0,0 0 0 0 0,0 0 0 0 0,1 0 0 0 0,-1 1 0 0 0,0-1 1 0 0,0 0-1 0 0,0 0 0 0 0,0 0 0 0 0,0-1 0 0 0,1 1 0 0 0,-1 0 1 0 0,0 0-1 0 0,1-1 0 0 0,0 1 7 0 0,1-1 0 0 0,-1 0 0 0 0,0 0 0 0 0,0 1 0 0 0,0-1 0 0 0,0-1 0 0 0,0 1 0 0 0,0 0 0 0 0,0 0 0 0 0,3-3 0 0 0,-2 0 7 0 0,63-79 284 0 0,-60 74-278 0 0,0 0 0 0 0,0-1 0 0 0,-1 0 0 0 0,-1 0 1 0 0,0 0-1 0 0,0-1 0 0 0,3-16 0 0 0,-7 25-7 0 0,0 0 1 0 0,0 1-1 0 0,0-1 0 0 0,0 0 1 0 0,-1 0-1 0 0,1 0 0 0 0,-1 0 1 0 0,1 0-1 0 0,-1 1 0 0 0,0-1 1 0 0,0 0-1 0 0,1 1 1 0 0,-1-1-1 0 0,0 0 0 0 0,-1 1 1 0 0,1-1-1 0 0,0 1 0 0 0,0-1 1 0 0,-1 1-1 0 0,1 0 0 0 0,-1 0 1 0 0,1 0-1 0 0,-1 0 0 0 0,1 0 1 0 0,-1 0-1 0 0,0 0 1 0 0,1 0-1 0 0,-3 0 0 0 0,-2-2 56 0 0,1 1 0 0 0,-1 0 1 0 0,0 0-1 0 0,0 0 0 0 0,0 1 0 0 0,0 0 0 0 0,-9-1 0 0 0,8 2-162 0 0,0 0 0 0 0,-1 1 0 0 0,1-1 1 0 0,0 1-1 0 0,0 1 0 0 0,0 0 0 0 0,0 0 0 0 0,0 0 0 0 0,0 1 0 0 0,1-1 0 0 0,-1 2 0 0 0,1-1 0 0 0,-7 5 1 0 0,12-7-38 0 0,1 0 1 0 0,-1-1 0 0 0,1 1-1 0 0,-1 0 1 0 0,1 0 0 0 0,0 0-1 0 0,-1 0 1 0 0,1 0 0 0 0,0 0-1 0 0,-1 0 1 0 0,1-1 0 0 0,0 1-1 0 0,0 0 1 0 0,0 0 0 0 0,0 0 0 0 0,0 0-1 0 0,0 0 1 0 0,0 0 0 0 0,1 2-1 0 0,-1 1-754 0 0,0 7-1105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1:47.856"/>
    </inkml:context>
    <inkml:brush xml:id="br0">
      <inkml:brushProperty name="width" value="0.05" units="cm"/>
      <inkml:brushProperty name="height" value="0.05" units="cm"/>
    </inkml:brush>
  </inkml:definitions>
  <inkml:trace contextRef="#ctx0" brushRef="#br0">246 4 10592 0 0,'0'0'964'0'0,"-6"-3"609"0"0,2 2 1462 0 0,-23 2-1211 0 0,1 0 0 0 0,-35 6 0 0 0,50-5-1350 0 0,0 1-1 0 0,1 0 0 0 0,-1 0 0 0 0,1 1 0 0 0,0 0 1 0 0,0 1-1 0 0,1 0 0 0 0,-16 11 0 0 0,23-15-483 0 0,1 1 0 0 0,0 0 0 0 0,-1-1 0 0 0,1 1-1 0 0,0 0 1 0 0,0 0 0 0 0,0 0 0 0 0,0 0 0 0 0,1 0 0 0 0,-1 0-1 0 0,0 0 1 0 0,1 0 0 0 0,-1 0 0 0 0,1 0 0 0 0,0 0 0 0 0,0 0-1 0 0,0 4 1 0 0,4 37-235 0 0,-1-34 218 0 0,0 1 0 0 0,0-1-1 0 0,1 0 1 0 0,1 0 0 0 0,-1 0-1 0 0,9 11 1 0 0,-6-10 5 0 0,-1 1 1 0 0,0 0-1 0 0,-1 0 0 0 0,5 16 0 0 0,25 79 22 0 0,-32-96 3 0 0,1 3 28 0 0,0 1 1 0 0,-1 0-1 0 0,-1-1 1 0 0,0 1-1 0 0,-1 0 1 0 0,0 0-1 0 0,-2 19 1 0 0,-1-24 94 0 0,0 0 0 0 0,0 0-1 0 0,0 0 1 0 0,-1-1 0 0 0,-1 1 0 0 0,1-1 0 0 0,-8 11 0 0 0,-1 1 126 0 0,12-19-199 0 0,-1 0-1 0 0,0 0 0 0 0,0 0 0 0 0,1 0 1 0 0,-1 0-1 0 0,0 0 0 0 0,0 0 1 0 0,0 0-1 0 0,0-1 0 0 0,0 1 0 0 0,0 0 1 0 0,0-1-1 0 0,0 1 0 0 0,0-1 0 0 0,0 1 1 0 0,-2 0-1 0 0,-2-12 329 0 0,2 7-364 0 0,0 1 0 0 0,1-1 0 0 0,-1 0 0 0 0,1 0 0 0 0,0 0 1 0 0,0 0-1 0 0,0 0 0 0 0,1 0 0 0 0,0 0 0 0 0,-1-1 0 0 0,1 1 0 0 0,1 0 0 0 0,-1-1 0 0 0,0-6 0 0 0,4-32-17 0 0,2 1 0 0 0,2-1 0 0 0,19-63 0 0 0,-15 71-79 0 0,2 1-1 0 0,1 1 0 0 0,28-46 1 0 0,-24 44 40 0 0,-13 27 122 0 0,0-1-1 0 0,0 1 1 0 0,1 0 0 0 0,1 0 0 0 0,10-11-1 0 0,-14 16-210 0 0,0 0-1 0 0,1 1 1 0 0,0-1-1 0 0,-1 1 0 0 0,1-1 1 0 0,6-1-1 0 0,-7 3-237 0 0,-1 0 0 0 0,1 0 0 0 0,-1 1 0 0 0,1-1 0 0 0,-1 1-1 0 0,1-1 1 0 0,0 1 0 0 0,-1 0 0 0 0,1 0 0 0 0,0 0 0 0 0,4 2 0 0 0,5 2-1288 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1:48.231"/>
    </inkml:context>
    <inkml:brush xml:id="br0">
      <inkml:brushProperty name="width" value="0.05" units="cm"/>
      <inkml:brushProperty name="height" value="0.05" units="cm"/>
    </inkml:brush>
  </inkml:definitions>
  <inkml:trace contextRef="#ctx0" brushRef="#br0">78 1 15200 0 0,'0'0'1351'0'0,"-8"4"-1079"0"0,-1-4-272 0 0,1 4 0 0 0,-2-1 2048 0 0,7 1 360 0 0,-6-4 72 0 0,-4 4 16 0 0,5 0-1440 0 0,-2-4 1344 0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1:51.764"/>
    </inkml:context>
    <inkml:brush xml:id="br0">
      <inkml:brushProperty name="width" value="0.05" units="cm"/>
      <inkml:brushProperty name="height" value="0.05" units="cm"/>
    </inkml:brush>
  </inkml:definitions>
  <inkml:trace contextRef="#ctx0" brushRef="#br0">0 644 7832 0 0,'0'0'602'0'0,"9"-16"878"0"0,-8 12-862 0 0,-1 0-1 0 0,0 0 1 0 0,0-1-1 0 0,0 1 1 0 0,0 0-1 0 0,-2-8 1 0 0,0-20 845 0 0,11-18-201 0 0,-5 36-969 0 0,-2-1-1 0 0,3-27 0 0 0,-3 14-12 0 0,1 1 0 0 0,1 0 0 0 0,2 0 0 0 0,0 1 0 0 0,12-31 0 0 0,-17 55-251 0 0,9-27 300 0 0,0 1 0 0 0,2 1 0 0 0,28-48-1 0 0,-26 53-171 0 0,-12 17-141 0 0,0 0 1 0 0,1 1 0 0 0,0 0-1 0 0,0-1 1 0 0,0 1 0 0 0,0 0 0 0 0,1 1-1 0 0,6-6 1 0 0,-5 3 10 0 0,-5 5-25 0 0,1 0 1 0 0,0 0-1 0 0,0 0 1 0 0,-1 0-1 0 0,1 0 1 0 0,0 1-1 0 0,0-1 1 0 0,0 0-1 0 0,0 0 1 0 0,0 1-1 0 0,0-1 1 0 0,0 0-1 0 0,1 1 1 0 0,1-1-1 0 0,-2 0 5 0 0,0 1 0 0 0,0 0 0 0 0,0 0 0 0 0,0 0 0 0 0,0 0 0 0 0,0 0 0 0 0,0 0 0 0 0,0 0 0 0 0,0 0 0 0 0,0 0 0 0 0,0 0 0 0 0,0 1 1 0 0,0-1-1 0 0,0 0 0 0 0,0 1 0 0 0,0-1 0 0 0,-1 1 0 0 0,1-1 0 0 0,0 1 0 0 0,0-1 0 0 0,0 1 0 0 0,0 0 0 0 0,-1-1 0 0 0,1 1 0 0 0,0 0 0 0 0,-1 0 0 0 0,1-1 0 0 0,-1 1 0 0 0,1 1 0 0 0,14 25 173 0 0,-9-10-123 0 0,0 0 1 0 0,-1 1 0 0 0,-1 0 0 0 0,-1 0 0 0 0,1 19-1 0 0,-1 9-93 0 0,1 9 50 0 0,-3-1 1 0 0,-8 90-1 0 0,3-121 25 0 0,2-18 14 0 0,1 1 0 0 0,0-1 0 0 0,0 0 1 0 0,1 1-1 0 0,0-1 0 0 0,0 0 0 0 0,0 1 0 0 0,1 8 0 0 0,3 0 96 0 0,5 28 274 0 0,-9-41-377 0 0,1 1 0 0 0,-1 0 0 0 0,0 0 0 0 0,0 0-1 0 0,0 0 1 0 0,-1-1 0 0 0,1 1 0 0 0,0 0 0 0 0,-1 0-1 0 0,1-1 1 0 0,-1 1 0 0 0,1 0 0 0 0,-1-1-1 0 0,0 1 1 0 0,0 0 0 0 0,0-1 0 0 0,0 1 0 0 0,0-1-1 0 0,-2 2 1 0 0,-67 47 1721 0 0,62-43-1540 0 0,0-1 1 0 0,0-1-1 0 0,-1 1 0 0 0,-11 5 0 0 0,16-9-193 0 0,1-1 0 0 0,-1 1-1 0 0,0-1 1 0 0,0 0-1 0 0,0 0 1 0 0,0-1-1 0 0,0 1 1 0 0,0-1 0 0 0,0 1-1 0 0,0-1 1 0 0,-1-1-1 0 0,1 1 1 0 0,-4-1 0 0 0,7 0-227 0 0,-1 0 1 0 0,1 0 0 0 0,0 0 0 0 0,-1 1-1 0 0,1-1 1 0 0,0-1 0 0 0,0 1 0 0 0,0 0-1 0 0,-1 0 1 0 0,1 0 0 0 0,1-1 0 0 0,-1 1 0 0 0,0 0-1 0 0,0-1 1 0 0,0 1 0 0 0,1-1 0 0 0,-1 1-1 0 0,1-1 1 0 0,-1 1 0 0 0,1-1 0 0 0,0 0 0 0 0,-1-1-1 0 0,1-8-8214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1:52.108"/>
    </inkml:context>
    <inkml:brush xml:id="br0">
      <inkml:brushProperty name="width" value="0.05" units="cm"/>
      <inkml:brushProperty name="height" value="0.05" units="cm"/>
    </inkml:brush>
  </inkml:definitions>
  <inkml:trace contextRef="#ctx0" brushRef="#br0">0 1 22199 0 0,'0'0'3528'0'0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1:52.577"/>
    </inkml:context>
    <inkml:brush xml:id="br0">
      <inkml:brushProperty name="width" value="0.05" units="cm"/>
      <inkml:brushProperty name="height" value="0.05" units="cm"/>
    </inkml:brush>
  </inkml:definitions>
  <inkml:trace contextRef="#ctx0" brushRef="#br0">1 564 5528 0 0,'0'0'422'0'0,"0"-16"1604"0"0,2-22 4624 0 0,7-18-3466 0 0,1-6-2228 0 0,5-11-504 0 0,-8 43-359 0 0,1 2 0 0 0,22-51 0 0 0,-22 59-44 0 0,32-59 190 0 0,-22 47-81 0 0,-13 24-87 0 0,0 0-1 0 0,1 1 1 0 0,0 0-1 0 0,11-10 0 0 0,-15 14-56 0 0,-1 2 52 0 0,15 2 94 0 0,-13 0-130 0 0,0 0-1 0 0,0 0 0 0 0,0 0 0 0 0,0 0 1 0 0,0 1-1 0 0,0-1 0 0 0,-1 1 1 0 0,1 0-1 0 0,-1 0 0 0 0,1 0 0 0 0,-1 0 1 0 0,0 0-1 0 0,1 0 0 0 0,-1 0 1 0 0,0 1-1 0 0,-1-1 0 0 0,4 6 0 0 0,-1 1 122 0 0,0-1 0 0 0,0 0 0 0 0,-1 1 0 0 0,4 17 0 0 0,-2-3 218 0 0,0-1 0 0 0,-2 1-1 0 0,-1 0 1 0 0,-1 0 0 0 0,-1 0 0 0 0,-4 38 0 0 0,-2-39 157 0 0,5-19-464 0 0,0-1 0 0 0,0 1 0 0 0,1 0-1 0 0,-1 0 1 0 0,1 0 0 0 0,-1 0 0 0 0,1 0 0 0 0,0 0-1 0 0,0 2 1 0 0,1 2 59 0 0,0-1 0 0 0,-1 1 0 0 0,0 0 1 0 0,0-1-1 0 0,0 1 0 0 0,-1-1 0 0 0,0 1 0 0 0,0-1 0 0 0,-1 1 0 0 0,0-1 0 0 0,0 0 0 0 0,0 1 0 0 0,-1-1 1 0 0,0 0-1 0 0,0-1 0 0 0,-5 9 0 0 0,-7 4 97 0 0,12-12-180 0 0,-1 0-1 0 0,0-1 1 0 0,0 0-1 0 0,0 0 1 0 0,-1 0 0 0 0,1-1-1 0 0,-1 1 1 0 0,0-1-1 0 0,-1 0 1 0 0,1-1-1 0 0,-1 1 1 0 0,1-1-1 0 0,-10 3 1 0 0,-6 0-577 0 0,-43 10 1125 0 0,22-12-9078 0 0,29-6-65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1:55.328"/>
    </inkml:context>
    <inkml:brush xml:id="br0">
      <inkml:brushProperty name="width" value="0.05" units="cm"/>
      <inkml:brushProperty name="height" value="0.05" units="cm"/>
    </inkml:brush>
  </inkml:definitions>
  <inkml:trace contextRef="#ctx0" brushRef="#br0">0 1003 2760 0 0,'18'-7'248'0'0,"-10"0"1534"0"0,1-1-1 0 0,-2 1 1 0 0,1-1-1 0 0,-1-1 1 0 0,7-10 0 0 0,21-23 1574 0 0,127-119 2469 0 0,-13-8-2920 0 0,30-33-1369 0 0,-93 105-1388 0 0,21-21-686 0 0,-49 54-803 0 0,-9 11-5793 0 0,-18 21-817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1:55.922"/>
    </inkml:context>
    <inkml:brush xml:id="br0">
      <inkml:brushProperty name="width" value="0.05" units="cm"/>
      <inkml:brushProperty name="height" value="0.05" units="cm"/>
    </inkml:brush>
  </inkml:definitions>
  <inkml:trace contextRef="#ctx0" brushRef="#br0">1 66 8752 0 0,'0'0'673'0'0,"12"-9"1222"0"0,26-14 4823 0 0,1 4-3695 0 0,-32 16-2834 0 0,1 0 0 0 0,-1 1 0 0 0,0 0 0 0 0,0 0 0 0 0,1 1 0 0 0,-1 0 0 0 0,1 1 0 0 0,-1-1 0 0 0,14 2 0 0 0,-15 1-94 0 0,0 1-1 0 0,0-1 0 0 0,0 1 1 0 0,-1 0-1 0 0,1 0 0 0 0,-1 1 1 0 0,0-1-1 0 0,0 1 0 0 0,0 1 1 0 0,-1-1-1 0 0,5 6 0 0 0,-6-7-31 0 0,-1-1-1 0 0,0 1 1 0 0,0 1-1 0 0,-1-1 1 0 0,1 0 0 0 0,-1 0-1 0 0,1 1 1 0 0,-1-1-1 0 0,0 1 1 0 0,0-1-1 0 0,0 1 1 0 0,-1-1-1 0 0,0 1 1 0 0,1-1-1 0 0,-1 1 1 0 0,0 0-1 0 0,-1-1 1 0 0,1 1 0 0 0,0-1-1 0 0,-1 1 1 0 0,0 0-1 0 0,0-1 1 0 0,0 0-1 0 0,-1 1 1 0 0,-1 4-1 0 0,-6 8 219 0 0,1-1 0 0 0,-2 0 0 0 0,0-1 0 0 0,-12 14-1 0 0,11-15-182 0 0,-6 6 343 0 0,-33 29-1 0 0,-6 7-372 0 0,17-2 419 0 0,38-51-67 0 0,27 17 648 0 0,-6-14-940 0 0,0-1 0 0 0,0 0 0 0 0,0-1 0 0 0,0-2 0 0 0,30 0 0 0 0,-44-2-183 0 0,0-1 0 0 0,-1 0 0 0 0,0 0 0 0 0,1 0 0 0 0,-1 0 0 0 0,0-1 0 0 0,0 0 0 0 0,0 0 0 0 0,0 0 0 0 0,-1-1 0 0 0,6-4 0 0 0,6-5-142 0 0,-9 9-442 0 0,0-1 0 0 0,1 2 0 0 0,-1-1 0 0 0,10-3 1 0 0,-4 2-2068 0 0,1-2-6200 0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1:56.281"/>
    </inkml:context>
    <inkml:brush xml:id="br0">
      <inkml:brushProperty name="width" value="0.05" units="cm"/>
      <inkml:brushProperty name="height" value="0.05" units="cm"/>
    </inkml:brush>
  </inkml:definitions>
  <inkml:trace contextRef="#ctx0" brushRef="#br0">142 0 8752 0 0,'0'0'673'0'0,"-12"16"-48"0"0,-6 2 4767 0 0,15-16-4865 0 0,1 1 0 0 0,-1-1 0 0 0,1 1 0 0 0,-1-1 1 0 0,1 1-1 0 0,0 0 0 0 0,0 0 0 0 0,0 0 1 0 0,0 0-1 0 0,0 0 0 0 0,1 0 0 0 0,-3 7 0 0 0,4-5-317 0 0,0-3-59 0 0,-1 1 1 0 0,1 0-1 0 0,0-1 0 0 0,-1 1 0 0 0,0 0 1 0 0,0-1-1 0 0,0 1 0 0 0,0-1 1 0 0,0 1-1 0 0,0-1 0 0 0,0 1 1 0 0,-1-1-1 0 0,1 0 0 0 0,-1 0 1 0 0,-2 3-1 0 0,1-1-26 0 0,0 1 1 0 0,1 0 0 0 0,-1 0-1 0 0,1 1 1 0 0,0-1-1 0 0,0 0 1 0 0,1 1-1 0 0,0-1 1 0 0,-2 10-1 0 0,-4 18 204 0 0,-1-11-54 0 0,1 0 1 0 0,2 0-1 0 0,0 0 1 0 0,1 1-1 0 0,1 0 1 0 0,1-1-1 0 0,2 34 1 0 0,1-52-229 0 0,0 1 0 0 0,0-1 0 0 0,0 0 1 0 0,1 0-1 0 0,-1 1 0 0 0,1-1 0 0 0,0 0 1 0 0,0-1-1 0 0,1 1 0 0 0,-1 0 0 0 0,1-1 0 0 0,0 1 1 0 0,0-1-1 0 0,0 0 0 0 0,0 0 0 0 0,1 0 1 0 0,-1 0-1 0 0,1 0 0 0 0,0-1 0 0 0,-1 0 0 0 0,1 0 1 0 0,0 0-1 0 0,5 2 0 0 0,-7-4-47 0 0,0 0 0 0 0,0 0 0 0 0,0-1 0 0 0,0 1 0 0 0,0 0 0 0 0,-1-1 0 0 0,1 1 0 0 0,0-1 0 0 0,0 0 0 0 0,0 1 0 0 0,0-1 0 0 0,-1 0 0 0 0,1 0 0 0 0,3-3 0 0 0,8-2 0 0 0,38-7-1521 0 0,-41 12 921 0 0,0-1 1 0 0,-1-1-1 0 0,1 1 1 0 0,-1-1-1 0 0,16-8 1 0 0,-8 0-1339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1:56.625"/>
    </inkml:context>
    <inkml:brush xml:id="br0">
      <inkml:brushProperty name="width" value="0.05" units="cm"/>
      <inkml:brushProperty name="height" value="0.05" units="cm"/>
    </inkml:brush>
  </inkml:definitions>
  <inkml:trace contextRef="#ctx0" brushRef="#br0">163 1 16128 0 0,'-7'24'863'0'0,"6"-19"-687"0"0,-1 0 0 0 0,1 0 0 0 0,0 0 0 0 0,-2 10 0 0 0,3-3 420 0 0,0-1-1 0 0,-2 1 1 0 0,1 0-1 0 0,-2-1 0 0 0,1 1 1 0 0,-1-1-1 0 0,-1 0 0 0 0,0 0 1 0 0,-1 0-1 0 0,-7 12 1 0 0,-45 106 2739 0 0,49-109-3213 0 0,6-17-104 0 0,0 0-1 0 0,0 0 1 0 0,1 0 0 0 0,-2 0 0 0 0,1-1 0 0 0,0 1-1 0 0,0-1 1 0 0,-4 3 0 0 0,4-4-41 0 0,0 1 1 0 0,1 0-1 0 0,-1-1 0 0 0,0 1 1 0 0,1 0-1 0 0,-1 0 0 0 0,1 0 1 0 0,-1 0-1 0 0,1 0 0 0 0,0 0 1 0 0,0 1-1 0 0,0-1 0 0 0,0 0 1 0 0,0 4-1 0 0,-2 6-1202 0 0,3-4-393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1:57.876"/>
    </inkml:context>
    <inkml:brush xml:id="br0">
      <inkml:brushProperty name="width" value="0.05" units="cm"/>
      <inkml:brushProperty name="height" value="0.05" units="cm"/>
    </inkml:brush>
  </inkml:definitions>
  <inkml:trace contextRef="#ctx0" brushRef="#br0">134 1 5152 0 0,'0'0'13618'0'0,"2"2"-13118"0"0,3 6-254 0 0,3 4 132 0 0,0 0 1 0 0,-1 1-1 0 0,0 0 1 0 0,6 16-1 0 0,-12-25-284 0 0,1 0-1 0 0,-1 0 1 0 0,-1 0 0 0 0,1 0-1 0 0,0 0 1 0 0,-1 1-1 0 0,0-1 1 0 0,0 0 0 0 0,0 0-1 0 0,-1 0 1 0 0,1 0 0 0 0,-1 1-1 0 0,0-1 1 0 0,0 0 0 0 0,0 0-1 0 0,-1 0 1 0 0,1 0-1 0 0,-1-1 1 0 0,-4 8 0 0 0,0-3-10 0 0,1 0 0 0 0,0 1 0 0 0,0 0 0 0 0,1 0 0 0 0,0 1 1 0 0,1-1-1 0 0,0 1 0 0 0,0 0 0 0 0,1 0 0 0 0,0 0 0 0 0,1 0 0 0 0,0 0 1 0 0,1 0-1 0 0,0 0 0 0 0,1 0 0 0 0,1 13 0 0 0,0-4-6 0 0,-2 0 1 0 0,0 0-1 0 0,-1 0 0 0 0,-1 0 0 0 0,-1-1 0 0 0,-8 32 1 0 0,10-45-61 0 0,-1 0-5 0 0,1 0 0 0 0,-1-1 1 0 0,0 1-1 0 0,-1 0 0 0 0,1-1 1 0 0,-1 1-1 0 0,0-1 0 0 0,0 0 1 0 0,0 0-1 0 0,-1 0 1 0 0,1-1-1 0 0,-1 1 0 0 0,0-1 1 0 0,0 0-1 0 0,0 0 0 0 0,-10 5 1 0 0,8-4-1 0 0,0 0 0 0 0,1 0 0 0 0,-1 1-1 0 0,0-1 1 0 0,1 1 0 0 0,0 1 0 0 0,-6 7 0 0 0,11-12-393 0 0,-1 0 0 0 0,0 1 0 0 0,0-1 0 0 0,1 0 0 0 0,-1 0 0 0 0,1 1 0 0 0,-1-1 0 0 0,1 0 0 0 0,0 1 0 0 0,0-1 0 0 0,-1 0 0 0 0,1 1 0 0 0,0 0 0 0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1:58.532"/>
    </inkml:context>
    <inkml:brush xml:id="br0">
      <inkml:brushProperty name="width" value="0.05" units="cm"/>
      <inkml:brushProperty name="height" value="0.05" units="cm"/>
    </inkml:brush>
  </inkml:definitions>
  <inkml:trace contextRef="#ctx0" brushRef="#br0">182 70 5064 0 0,'0'0'389'0'0,"7"-15"44"0"0,-4 9 3825 0 0,-3 4-3784 0 0,1 1 0 0 0,0-1-1 0 0,-1 0 1 0 0,0 0 0 0 0,1 0 0 0 0,-1 0 0 0 0,0 0 0 0 0,0 1 0 0 0,0-1 0 0 0,0 0 0 0 0,0 0 0 0 0,-1 0-1 0 0,1 0 1 0 0,0 0 0 0 0,-1 0 0 0 0,1 1 0 0 0,-1-1 0 0 0,0 0 0 0 0,0 0 0 0 0,0 1 0 0 0,0-1 0 0 0,0 0 0 0 0,0 1-1 0 0,-3-4 1497 0 0,-22 5-258 0 0,24 0-1665 0 0,-1 0 0 0 0,0 0-1 0 0,0 0 1 0 0,1 0 0 0 0,-1 0-1 0 0,0 1 1 0 0,0-1 0 0 0,1 1-1 0 0,-1-1 1 0 0,1 1 0 0 0,-1 0-1 0 0,0 0 1 0 0,1 1 0 0 0,0-1-1 0 0,-1 0 1 0 0,1 1 0 0 0,0-1-1 0 0,0 1 1 0 0,-3 2 0 0 0,2-1-46 0 0,1 0 0 0 0,-1-1 1 0 0,1 1-1 0 0,0 0 1 0 0,0 1-1 0 0,0-1 1 0 0,0 0-1 0 0,0 0 1 0 0,1 1-1 0 0,-1-1 1 0 0,1 1-1 0 0,0 0 1 0 0,0-1-1 0 0,0 1 1 0 0,1 0-1 0 0,-1-1 1 0 0,1 1-1 0 0,0 6 1 0 0,-1 4-4 0 0,0-10-7 0 0,0-1 0 0 0,0 1 0 0 0,0 0 0 0 0,0-1-1 0 0,-1 1 1 0 0,0-1 0 0 0,0 0 0 0 0,0 0 0 0 0,0 1-1 0 0,0-1 1 0 0,-5 5 0 0 0,-12 19-29 0 0,10-11 56 0 0,6-12-12 0 0,0 1 1 0 0,1 0 0 0 0,-1 0-1 0 0,1 0 1 0 0,0 0 0 0 0,1 1-1 0 0,-1-1 1 0 0,1 1 0 0 0,0-1-1 0 0,0 0 1 0 0,1 1 0 0 0,-1 0-1 0 0,1-1 1 0 0,1 1 0 0 0,0 8-1 0 0,-1-13-6 0 0,1-1 0 0 0,-1 1 0 0 0,0 0 0 0 0,0-1 0 0 0,1 1 0 0 0,-1 0 0 0 0,1-1 0 0 0,-1 1 0 0 0,0-1 0 0 0,1 1 0 0 0,-1-1 0 0 0,1 1 0 0 0,-1-1 0 0 0,1 1 0 0 0,-1-1 0 0 0,1 1 0 0 0,-1-1 0 0 0,1 0 0 0 0,0 1 0 0 0,-1-1 0 0 0,1 0 0 0 0,0 0 0 0 0,-1 1 0 0 0,1-1 0 0 0,-1 0 0 0 0,1 0 0 0 0,0 0 0 0 0,0 0 0 0 0,-1 0 0 0 0,1 0 0 0 0,0 0 0 0 0,-1 0 0 0 0,1 0 0 0 0,0 0 0 0 0,-1 0 0 0 0,1 0 0 0 0,0-1 0 0 0,-1 1 0 0 0,1 0 0 0 0,0 0 0 0 0,-1-1 0 0 0,1 0 0 0 0,6-1-10 0 0,-1-1 0 0 0,0-1-1 0 0,0 1 1 0 0,-1-1 0 0 0,1 0-1 0 0,-1-1 1 0 0,1 1 0 0 0,-2-1 0 0 0,9-10-1 0 0,2-5-94 0 0,18-31-1 0 0,2-3-44 0 0,-32 49 69 0 0,13-19-299 0 0,-22 52 523 0 0,0-16-94 0 0,1-2 62 0 0,0 0-1 0 0,1 0 0 0 0,0 0 0 0 0,0 1 1 0 0,1-1-1 0 0,1 1 0 0 0,0 0 0 0 0,0 0 1 0 0,1 0-1 0 0,0 19 0 0 0,1-8 51 0 0,-1 0 0 0 0,-2-1-1 0 0,0 1 1 0 0,-1-1 0 0 0,-1 0 0 0 0,-9 24-1 0 0,-1 5-5 0 0,14-47-180 0 0,0 0 0 0 0,0-1 0 0 0,-1 1 0 0 0,0-1 0 0 0,1 1 0 0 0,-1-1 1 0 0,0 1-1 0 0,0-1 0 0 0,-4 3 0 0 0,4-4-11 0 0,1 1 0 0 0,-1-1 1 0 0,0 0-1 0 0,1 1 0 0 0,0-1 1 0 0,-1 1-1 0 0,1 0 0 0 0,0-1 1 0 0,0 1-1 0 0,0 0 0 0 0,0 0 1 0 0,0-1-1 0 0,0 1 0 0 0,0 0 1 0 0,0 0-1 0 0,1 0 0 0 0,-1 0 1 0 0,1 0-1 0 0,0 0 0 0 0,0 0 1 0 0,-1 0-1 0 0,1 1 1 0 0,1 1-1 0 0,8 1-2611 0 0,-1-2 1095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1:59.111"/>
    </inkml:context>
    <inkml:brush xml:id="br0">
      <inkml:brushProperty name="width" value="0.05" units="cm"/>
      <inkml:brushProperty name="height" value="0.05" units="cm"/>
    </inkml:brush>
  </inkml:definitions>
  <inkml:trace contextRef="#ctx0" brushRef="#br0">30 105 2304 0 0,'5'-21'6153'0'0,"24"-14"2862"0"0,-22 28-8555 0 0,0 1 1 0 0,0 0 0 0 0,1 0 0 0 0,0 0 0 0 0,16-7 0 0 0,-21 12-349 0 0,-1 0 1 0 0,1 0 0 0 0,0 1 0 0 0,0-1-1 0 0,0 1 1 0 0,0 0 0 0 0,1 0 0 0 0,-1 0-1 0 0,0 0 1 0 0,0 0 0 0 0,0 1 0 0 0,0-1 0 0 0,0 1-1 0 0,-1 0 1 0 0,1 0 0 0 0,0 0 0 0 0,0 0-1 0 0,0 1 1 0 0,-1-1 0 0 0,1 1 0 0 0,-1 0-1 0 0,1-1 1 0 0,-1 1 0 0 0,0 0 0 0 0,1 1-1 0 0,-1-1 1 0 0,2 3 0 0 0,2 1 18 0 0,-1 1-1 0 0,0-1 1 0 0,0 1 0 0 0,-1 0 0 0 0,0 0 0 0 0,0 1 0 0 0,0-1-1 0 0,4 16 1 0 0,-8-22-103 0 0,0 1-1 0 0,0 0 1 0 0,0-1-1 0 0,0 1 1 0 0,-1-1-1 0 0,1 1 1 0 0,0-1-1 0 0,-1 1 1 0 0,1-1-1 0 0,-1 1 1 0 0,1-1-1 0 0,-1 1 1 0 0,0-1-1 0 0,1 0 1 0 0,-1 1-1 0 0,0-1 1 0 0,0 0-1 0 0,0 1 1 0 0,0-1-1 0 0,-3 2 1 0 0,3-1 2 0 0,-1-1 1 0 0,1 1-1 0 0,-1 0 1 0 0,1 0-1 0 0,-1 0 1 0 0,1 0-1 0 0,0 1 1 0 0,0-1-1 0 0,-1 3 1 0 0,1 29 269 0 0,2-32-282 0 0,-1 1 0 0 0,0-1 0 0 0,0 1 0 0 0,0-1 1 0 0,0 0-1 0 0,0 1 0 0 0,0-1 0 0 0,-1 1 0 0 0,1-1 0 0 0,-1 0 1 0 0,1 0-1 0 0,-1 1 0 0 0,0-1 0 0 0,0 0 0 0 0,0 0 0 0 0,0 0 1 0 0,0 0-1 0 0,-1 0 0 0 0,1 0 0 0 0,-1 0 0 0 0,1 0 1 0 0,-1 0-1 0 0,-1 1 0 0 0,-16 16 129 0 0,0 1 0 0 0,-25 36 1 0 0,27-33-146 0 0,-30 22 51 0 0,31-31-27 0 0,14-13-23 0 0,0 0 1 0 0,1 0-1 0 0,-1 0 1 0 0,0 1-1 0 0,1-1 1 0 0,-1 0-1 0 0,1 1 1 0 0,0 0-1 0 0,-1-1 1 0 0,-1 4-1 0 0,-17 22 12 0 0,19-27 292 0 0,3 1-147 0 0,18 8 173 0 0,1-2 0 0 0,-1-1 0 0 0,24 5 1 0 0,-30-8-317 0 0,0-1-274 0 0,0 0 0 0 0,0-1 0 0 0,1-1 1 0 0,-1-1-1 0 0,18-2 0 0 0,23-9-3412 0 0,-28 6 1759 0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1:59.720"/>
    </inkml:context>
    <inkml:brush xml:id="br0">
      <inkml:brushProperty name="width" value="0.05" units="cm"/>
      <inkml:brushProperty name="height" value="0.05" units="cm"/>
    </inkml:brush>
  </inkml:definitions>
  <inkml:trace contextRef="#ctx0" brushRef="#br0">1 26 20095 0 0,'0'0'10285'0'0,"8"-6"-10311"0"0,27-10-3807 0 0,-23 13-5793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2:00.111"/>
    </inkml:context>
    <inkml:brush xml:id="br0">
      <inkml:brushProperty name="width" value="0.05" units="cm"/>
      <inkml:brushProperty name="height" value="0.05" units="cm"/>
    </inkml:brush>
  </inkml:definitions>
  <inkml:trace contextRef="#ctx0" brushRef="#br0">73 1 7368 0 0,'0'0'11627'0'0,"1"3"-10193"0"0,22 45 996 0 0,-23-47-2379 0 0,0 0-1 0 0,0-1 1 0 0,0 1-1 0 0,0-1 1 0 0,0 1-1 0 0,0 0 1 0 0,0-1-1 0 0,0 1 1 0 0,0-1-1 0 0,-1 1 0 0 0,1-1 1 0 0,0 1-1 0 0,0 0 1 0 0,-1-1-1 0 0,1 1 1 0 0,0-1-1 0 0,-1 1 1 0 0,1-1-1 0 0,-1 0 1 0 0,1 1-1 0 0,-1 0 1 0 0,-1 1 137 0 0,1 0-105 0 0,0 1 1 0 0,0 0-1 0 0,0-1 0 0 0,0 1 1 0 0,0 0-1 0 0,1 0 1 0 0,-1-1-1 0 0,1 1 0 0 0,0 0 1 0 0,0 0-1 0 0,0 0 1 0 0,0-1-1 0 0,0 1 0 0 0,1 0 1 0 0,-1 0-1 0 0,1-1 1 0 0,0 1-1 0 0,0 0 0 0 0,0-1 1 0 0,0 1-1 0 0,2 3 0 0 0,-1-1 57 0 0,0 0-1 0 0,0 0 0 0 0,-1 0 0 0 0,0 0 1 0 0,0 0-1 0 0,1 8 0 0 0,-10 79 878 0 0,4-50-794 0 0,3-40-227 0 0,1 0 0 0 0,0-1-1 0 0,-1 1 1 0 0,1 0 0 0 0,-1-1-1 0 0,1 1 1 0 0,-1-1 0 0 0,0 1-1 0 0,1-1 1 0 0,-1 1 0 0 0,0-1-1 0 0,0 0 1 0 0,0 1 0 0 0,0-1-1 0 0,-1 0 1 0 0,-1 2 0 0 0,-25 14-227 0 0,25-16 168 0 0,-1 1 1 0 0,0 0-1 0 0,0 0 0 0 0,1 0 1 0 0,0 1-1 0 0,-1-1 0 0 0,1 1 1 0 0,0-1-1 0 0,0 1 0 0 0,0 0 1 0 0,-3 6-1 0 0,5-8-355 0 0,-3 5 208 0 0,4-1-3062 0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2:00.643"/>
    </inkml:context>
    <inkml:brush xml:id="br0">
      <inkml:brushProperty name="width" value="0.05" units="cm"/>
      <inkml:brushProperty name="height" value="0.05" units="cm"/>
    </inkml:brush>
  </inkml:definitions>
  <inkml:trace contextRef="#ctx0" brushRef="#br0">137 0 9672 0 0,'-2'3'3325'0'0,"-17"33"4223"0"0,2 6-4560 0 0,-1 5-1551 0 0,11-28-1153 0 0,1 0 0 0 0,-6 24 0 0 0,2-2-108 0 0,7-31-137 0 0,1 0 0 0 0,0 0 0 0 0,0 0 0 0 0,1 0 0 0 0,1 1 0 0 0,0 16 0 0 0,0-18-18 0 0,-1 0-1 0 0,0 1 1 0 0,-1-1-1 0 0,0 0 1 0 0,0 0-1 0 0,-6 14 0 0 0,4-12 33 0 0,0 1-1 0 0,1-1 0 0 0,-2 14 0 0 0,5-19-23 0 0,-2 5 5 0 0,1 0 1 0 0,0 1-1 0 0,1-1 0 0 0,1 1 0 0 0,1 11 0 0 0,-1-20-33 0 0,0 0 1 0 0,-1 0-1 0 0,1 0 0 0 0,0 0 1 0 0,1 0-1 0 0,-1 0 0 0 0,1-1 1 0 0,-1 1-1 0 0,1-1 0 0 0,0 1 1 0 0,-1-1-1 0 0,1 1 0 0 0,1-1 0 0 0,-1 0 1 0 0,0 0-1 0 0,0 0 0 0 0,1 0 1 0 0,-1-1-1 0 0,1 1 0 0 0,0-1 1 0 0,-1 1-1 0 0,1-1 0 0 0,0 0 1 0 0,3 1-1 0 0,-3-2 3 0 0,-1 1 1 0 0,1-1 0 0 0,0 0-1 0 0,-1 0 1 0 0,1 0-1 0 0,-1 0 1 0 0,1-1-1 0 0,-1 1 1 0 0,1-1 0 0 0,0 1-1 0 0,-1-1 1 0 0,0 0-1 0 0,5-2 1 0 0,32-20 46 0 0,-32 19-30 0 0,4-4-17 0 0,0 0 0 0 0,0 0 0 0 0,-1-1 0 0 0,0-1 0 0 0,0 0 0 0 0,-1 0 0 0 0,-1 0 0 0 0,0-1 0 0 0,7-13 0 0 0,-14 23-3 0 0,0 0 0 0 0,-1-1 0 0 0,1 1 0 0 0,-1-1 0 0 0,1 1 0 0 0,-1 0 0 0 0,0-1 0 0 0,1 1 0 0 0,-1-1 0 0 0,0 1 0 0 0,0-1 0 0 0,0 1 0 0 0,0-1 0 0 0,0 1 0 0 0,-1-1 0 0 0,1 1 0 0 0,0-1-1 0 0,-1 1 1 0 0,1-1 0 0 0,-1 1 0 0 0,1 0 0 0 0,-1-1 0 0 0,0 1 0 0 0,1 0 0 0 0,-1-1 0 0 0,0 1 0 0 0,0 0 0 0 0,0 0 0 0 0,0 0 0 0 0,0 0 0 0 0,0 0 0 0 0,0 0 0 0 0,-1 0 0 0 0,1 0 0 0 0,0 0 0 0 0,0 0 0 0 0,-1 1 0 0 0,1-1 0 0 0,-1 1 0 0 0,-2-2 0 0 0,-3 0 22 0 0,0-1-1 0 0,0 1 0 0 0,0 0 1 0 0,-1 0-1 0 0,1 1 1 0 0,-1 0-1 0 0,-8 0 1 0 0,10 1 39 0 0,-29 2 77 0 0,33-2-181 0 0,0 0 0 0 0,0 0 0 0 0,1 0 0 0 0,-1 1 0 0 0,0-1-1 0 0,1 1 1 0 0,-1 0 0 0 0,0-1 0 0 0,1 1 0 0 0,-1 0 0 0 0,1 0 0 0 0,-1 0 0 0 0,1 0 0 0 0,-1 0 0 0 0,-1 2 0 0 0,-9 10-4561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2:01.362"/>
    </inkml:context>
    <inkml:brush xml:id="br0">
      <inkml:brushProperty name="width" value="0.05" units="cm"/>
      <inkml:brushProperty name="height" value="0.05" units="cm"/>
    </inkml:brush>
  </inkml:definitions>
  <inkml:trace contextRef="#ctx0" brushRef="#br0">294 53 3224 0 0,'0'0'143'0'0,"-5"-14"3251"0"0,3 11-1893 0 0,-1 1 0 0 0,0-1 0 0 0,0 1-1 0 0,0-1 1 0 0,0 1 0 0 0,0 0 0 0 0,-1 0 0 0 0,-3-2 0 0 0,0 2-419 0 0,1-1 0 0 0,-1 1 1 0 0,-13-2-1 0 0,-2 1-1592 0 0,-42 2 0 0 0,46 1 1323 0 0,16 0-818 0 0,-1 0 0 0 0,0 1 0 0 0,1 0-1 0 0,-1-1 1 0 0,0 1 0 0 0,1 0 0 0 0,-1 0-1 0 0,1 0 1 0 0,-1 1 0 0 0,1-1 0 0 0,0 0-1 0 0,0 1 1 0 0,-1 0 0 0 0,1-1 0 0 0,0 1 0 0 0,-3 4-1 0 0,2-2-74 0 0,0 0 1 0 0,0-1-1 0 0,0 2 0 0 0,1-1 0 0 0,0 0 0 0 0,-1 0 0 0 0,1 1 0 0 0,-2 8 0 0 0,4-9 29 0 0,1 0 0 0 0,-1 1 0 0 0,1-1-1 0 0,0 0 1 0 0,0 0 0 0 0,0 0 0 0 0,0 0 0 0 0,1 0-1 0 0,0 0 1 0 0,0 0 0 0 0,4 6 0 0 0,1 4-53 0 0,42 88-236 0 0,-37-73 328 0 0,-7-18 12 0 0,0-1 0 0 0,-1 1-1 0 0,0 0 1 0 0,-1 0 0 0 0,0 0 0 0 0,-1 1 0 0 0,1 19-1 0 0,-3-21 101 0 0,0-1 1 0 0,-1 0-1 0 0,0 0 0 0 0,-1 0 0 0 0,0 0 0 0 0,0-1 0 0 0,-1 1 0 0 0,0-1 1 0 0,-1 1-1 0 0,0-1 0 0 0,0 0 0 0 0,-1 0 0 0 0,0 0 0 0 0,0-1 0 0 0,-1 0 1 0 0,0 0-1 0 0,-13 12 0 0 0,9-7-60 0 0,8-9-30 0 0,0-1 0 0 0,0 0 1 0 0,0 0-1 0 0,0-1 0 0 0,0 1 1 0 0,-1 0-1 0 0,1-1 0 0 0,0 1 1 0 0,-1-1-1 0 0,1 0 0 0 0,-1 0 1 0 0,1 0-1 0 0,-1 0 0 0 0,-3 1 1 0 0,5-2-15 0 0,0 0 1 0 0,-1 0 0 0 0,1 0 0 0 0,0 1 0 0 0,0-1 0 0 0,0-1-1 0 0,0 1 1 0 0,-1 0 0 0 0,1 0 0 0 0,0 0 0 0 0,0-1-1 0 0,0 1 1 0 0,0 0 0 0 0,0-1 0 0 0,0 1 0 0 0,-1-1 0 0 0,1 0-1 0 0,0 1 1 0 0,1-1 0 0 0,-1 0 0 0 0,0 1 0 0 0,0-1 0 0 0,0 0-1 0 0,0 0 1 0 0,0 0 0 0 0,1 0 0 0 0,-1 0 0 0 0,0 0-1 0 0,1 0 1 0 0,-1 0 0 0 0,1 0 0 0 0,-1 0 0 0 0,1 0 0 0 0,-1-2-1 0 0,0 0-27 0 0,0 0-1 0 0,0 0 1 0 0,0 0-1 0 0,0 0 1 0 0,1 0-1 0 0,-1 0 1 0 0,1 0 0 0 0,0 0-1 0 0,0 0 1 0 0,0-1-1 0 0,0 1 1 0 0,0 0-1 0 0,1-3 1 0 0,21-63-702 0 0,-16 46 772 0 0,1 0 1 0 0,1 1 0 0 0,1 0-1 0 0,1 1 1 0 0,13-23 0 0 0,5 4 312 0 0,39-61-92 0 0,-58 86-541 0 0,-4 5 2 0 0,0 0 1 0 0,1 0 0 0 0,1 1-1 0 0,-1-1 1 0 0,2 1-1 0 0,-1 1 1 0 0,1 0 0 0 0,0 0-1 0 0,11-8 1 0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2:02.065"/>
    </inkml:context>
    <inkml:brush xml:id="br0">
      <inkml:brushProperty name="width" value="0.05" units="cm"/>
      <inkml:brushProperty name="height" value="0.05" units="cm"/>
    </inkml:brush>
  </inkml:definitions>
  <inkml:trace contextRef="#ctx0" brushRef="#br0">11 0 20039 0 0,'0'0'1818'0'0,"-1"1"-1975"0"0,-9 1 6126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2:04.081"/>
    </inkml:context>
    <inkml:brush xml:id="br0">
      <inkml:brushProperty name="width" value="0.05" units="cm"/>
      <inkml:brushProperty name="height" value="0.05" units="cm"/>
    </inkml:brush>
  </inkml:definitions>
  <inkml:trace contextRef="#ctx0" brushRef="#br0">78 0 7368 0 0,'11'1'6481'0'0,"-7"0"-6048"0"0,0 0 1 0 0,0 0-1 0 0,0 0 1 0 0,1 0-1 0 0,-1 1 1 0 0,-1 0-1 0 0,1 0 1 0 0,0 0-1 0 0,0 1 1 0 0,-1-1-1 0 0,1 1 0 0 0,-1 0 1 0 0,0 0-1 0 0,0 0 1 0 0,0 0-1 0 0,0 0 1 0 0,0 1-1 0 0,3 5 1 0 0,-5-6-218 0 0,0 0 0 0 0,0 0 0 0 0,0 0 0 0 0,0 0 0 0 0,-1 0 0 0 0,1 0 0 0 0,-1 0 0 0 0,0 0 0 0 0,0 0 0 0 0,0 0 0 0 0,0 1 0 0 0,0-1 0 0 0,-2 5 0 0 0,0-1 55 0 0,-1 1 0 0 0,-1-1 0 0 0,1 0-1 0 0,-6 8 1 0 0,3-3 38 0 0,1 0-1 0 0,1 1 1 0 0,0-1-1 0 0,-4 18 0 0 0,1-2 129 0 0,-20 92-72 0 0,20-88-446 0 0,-5 18-201 0 0,11-46 261 0 0,-1-1 0 0 0,1 0 0 0 0,-1 1 0 0 0,0-1 0 0 0,0 0 0 0 0,0 0 0 0 0,0 0-1 0 0,0 0 1 0 0,-1 0 0 0 0,1-1 0 0 0,-5 4 0 0 0,3-2-411 0 0,1-1 0 0 0,-1 1-1 0 0,1 0 1 0 0,-1 0 0 0 0,-4 9-1 0 0,5-8-309 0 0,-3 2-978 0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2:04.472"/>
    </inkml:context>
    <inkml:brush xml:id="br0">
      <inkml:brushProperty name="width" value="0.05" units="cm"/>
      <inkml:brushProperty name="height" value="0.05" units="cm"/>
    </inkml:brush>
  </inkml:definitions>
  <inkml:trace contextRef="#ctx0" brushRef="#br0">2 0 11056 0 0,'0'0'852'0'0,"-1"1"-560"0"0,1 3 146 0 0,8 11 10218 0 0,-6-14-10274 0 0,0 0 0 0 0,1 0-1 0 0,-1 0 1 0 0,0 0 0 0 0,1 0 0 0 0,-1 1 0 0 0,0-1-1 0 0,0 1 1 0 0,0-1 0 0 0,0 1 0 0 0,0 0 0 0 0,-1 0-1 0 0,3 3 1 0 0,-4-5 227 0 0,5 2-14 0 0,-2-1-519 0 0,-5-2 324 0 0,-24-9-288 0 0,26 9-123 0 0,0 1 0 0 0,-1 0-1 0 0,1 0 1 0 0,-1-1 0 0 0,1 1-1 0 0,0 0 1 0 0,-1-1 0 0 0,1 1 0 0 0,-1 0-1 0 0,1-1 1 0 0,0 1 0 0 0,0 0-1 0 0,-1-1 1 0 0,1 1 0 0 0,0-1 0 0 0,0 1-1 0 0,-1 0 1 0 0,1-1 0 0 0,0 1-1 0 0,0-1 1 0 0,0 1 0 0 0,0-1 0 0 0,0 1-1 0 0,-1-1 1 0 0,1 1 0 0 0,0-2-1 0 0,3-2-976 0 0,4-4-463 0 0,2-3-69 0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2:05.035"/>
    </inkml:context>
    <inkml:brush xml:id="br0">
      <inkml:brushProperty name="width" value="0.05" units="cm"/>
      <inkml:brushProperty name="height" value="0.05" units="cm"/>
    </inkml:brush>
  </inkml:definitions>
  <inkml:trace contextRef="#ctx0" brushRef="#br0">57 515 2760 0 0,'0'0'8698'0'0,"-19"16"3945"0"0,18-16-12604 0 0,0-1 1 0 0,0 1-1 0 0,0 0 1 0 0,0 0-1 0 0,-1 0 0 0 0,1-1 1 0 0,0 1-1 0 0,0-1 1 0 0,0 1-1 0 0,0-1 1 0 0,0 1-1 0 0,0-1 1 0 0,0 1-1 0 0,0-1 1 0 0,0 0-1 0 0,0 0 1 0 0,0 1-1 0 0,0-1 1 0 0,1 0-1 0 0,-1 0 1 0 0,-1-1-1 0 0,1-1 134 0 0,-1 0-1 0 0,0-1 1 0 0,1 1 0 0 0,0 0-1 0 0,0 0 1 0 0,0-1-1 0 0,-1-4 1 0 0,0-3 195 0 0,1 0 0 0 0,1-1 1 0 0,0 1-1 0 0,1-12 0 0 0,5-45-365 0 0,10-66-19 0 0,-5 92-330 0 0,29-77 1 0 0,-36 112 296 0 0,0-1-1 0 0,0 1 0 0 0,1 0 1 0 0,8-10-1 0 0,-12 16 45 0 0,0 0-1 0 0,0 0 1 0 0,1 1-1 0 0,-1-1 0 0 0,0 0 1 0 0,0 0-1 0 0,1 1 1 0 0,-1-1-1 0 0,0 1 1 0 0,1-1-1 0 0,-1 1 1 0 0,0-1-1 0 0,1 1 1 0 0,-1 0-1 0 0,1 0 0 0 0,-1 0 1 0 0,1 0-1 0 0,-1 0 1 0 0,0 0-1 0 0,1 0 1 0 0,-1 0-1 0 0,1 0 1 0 0,-1 1-1 0 0,1-1 1 0 0,-1 1-1 0 0,0-1 0 0 0,1 1 1 0 0,-1-1-1 0 0,0 1 1 0 0,0 0-1 0 0,1 0 1 0 0,-1-1-1 0 0,2 3 1 0 0,1-1-19 0 0,-1 1 6 0 0,1-1 1 0 0,-1 1-1 0 0,1 0 0 0 0,-1 0 1 0 0,0 0-1 0 0,0 0 0 0 0,0 1 1 0 0,-1-1-1 0 0,1 1 0 0 0,-1 0 1 0 0,0 0-1 0 0,4 8 0 0 0,15 23-76 0 0,-13-25 122 0 0,0 1-1 0 0,-1-1 1 0 0,0 1-1 0 0,-1 1 1 0 0,0-1 0 0 0,-1 1-1 0 0,0 0 1 0 0,5 23-1 0 0,-9-33-10 0 0,-1 0 0 0 0,0 0 0 0 0,0 0 0 0 0,0 0-1 0 0,0 1 1 0 0,-1-1 0 0 0,1 0 0 0 0,0 0 0 0 0,-1 0 0 0 0,0 0-1 0 0,0 2 1 0 0,0-2 2 0 0,0-1-1 0 0,1 1 0 0 0,-1-1 1 0 0,1 1-1 0 0,0-1 0 0 0,-1 1 0 0 0,1-1 1 0 0,0 1-1 0 0,0 0 0 0 0,0-1 1 0 0,0 1-1 0 0,0-1 0 0 0,0 1 1 0 0,1 0-1 0 0,-1-1 0 0 0,1 3 0 0 0,16 30 254 0 0,-14-29-193 0 0,1 1-1 0 0,-1 0 0 0 0,0-1 1 0 0,-1 1-1 0 0,0 1 1 0 0,0-1-1 0 0,0 0 1 0 0,0 0-1 0 0,-1 1 0 0 0,0-1 1 0 0,-1 1-1 0 0,1-1 1 0 0,-1 1-1 0 0,-1 10 0 0 0,-1-6 39 0 0,-1 0 0 0 0,0-1 0 0 0,0 0 0 0 0,-1 1 0 0 0,0-1 0 0 0,-1 0 0 0 0,0-1 0 0 0,-1 1 0 0 0,0-1 0 0 0,-14 16 0 0 0,13-20-75 0 0,0 0 0 0 0,-1 0 0 0 0,0-1 0 0 0,0 0 0 0 0,0-1 0 0 0,-1 1 0 0 0,1-1 0 0 0,-1-1 0 0 0,-9 2 0 0 0,13-3-187 0 0,1 0 1 0 0,-1-1-1 0 0,1 1 0 0 0,-1-1 1 0 0,1 0-1 0 0,-1 0 0 0 0,1 0 0 0 0,-1-1 1 0 0,1 0-1 0 0,0 0 0 0 0,-1 0 1 0 0,1 0-1 0 0,0-1 0 0 0,-7-3 0 0 0,1-2-1072 0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2:05.644"/>
    </inkml:context>
    <inkml:brush xml:id="br0">
      <inkml:brushProperty name="width" value="0.05" units="cm"/>
      <inkml:brushProperty name="height" value="0.05" units="cm"/>
    </inkml:brush>
  </inkml:definitions>
  <inkml:trace contextRef="#ctx0" brushRef="#br0">0 813 5528 0 0,'0'0'16333'0'0,"13"-9"-14419"0"0,-1-1-1461 0 0,-1 0 0 0 0,0 0 0 0 0,0-1 0 0 0,-1-1-1 0 0,0 0 1 0 0,-1 0 0 0 0,13-25 0 0 0,11-13 161 0 0,138-199 484 0 0,-148 215-1081 0 0,35-50 73 0 0,39-62-387 0 0,-47 78-930 0 0,-20 29-905 0 0,-15 20 234 0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2:06.144"/>
    </inkml:context>
    <inkml:brush xml:id="br0">
      <inkml:brushProperty name="width" value="0.05" units="cm"/>
      <inkml:brushProperty name="height" value="0.05" units="cm"/>
    </inkml:brush>
  </inkml:definitions>
  <inkml:trace contextRef="#ctx0" brushRef="#br0">127 88 10592 0 0,'2'-2'5586'0'0,"9"-8"-2065"0"0,-9 8-2858 0 0,1 0 0 0 0,-1-1-1 0 0,0 1 1 0 0,0-1 0 0 0,0 1 0 0 0,3-7-1 0 0,13-14 891 0 0,-18 23-1524 0 0,2-4 35 0 0,1 1-1 0 0,-1 0 0 0 0,1 0 0 0 0,0 1 1 0 0,0-1-1 0 0,0 0 0 0 0,0 1 1 0 0,6-4-1 0 0,-8 21 68 0 0,-4-5-101 0 0,0 0 0 0 0,0 0 0 0 0,-1 0 0 0 0,0-1 0 0 0,-7 11 0 0 0,6-10-3 0 0,0 0 0 0 0,0 0 0 0 0,1 0-1 0 0,-4 16 1 0 0,6-11-27 0 0,-2-1 0 0 0,0 0 0 0 0,0 0 0 0 0,-1-1 0 0 0,-1 0 0 0 0,0 1 0 0 0,-1-2 0 0 0,-15 23 0 0 0,13-22 77 0 0,0 0 1 0 0,-6 15-1 0 0,8-15 57 0 0,-1 0 0 0 0,-13 18-1 0 0,18-28-25 0 0,0 1-1 0 0,0 0 1 0 0,0 0-1 0 0,1 0 1 0 0,-1 1-1 0 0,-2 5 1 0 0,5-9-86 0 0,0 1 0 0 0,-1-1 0 0 0,1 0 0 0 0,0 1 0 0 0,0-1 0 0 0,0 1 0 0 0,0-1 0 0 0,0 1 0 0 0,0-1 0 0 0,0 1 0 0 0,0-1 0 0 0,1 0 0 0 0,-1 1 0 0 0,0-1 0 0 0,1 1 0 0 0,0-1 0 0 0,-1 0 0 0 0,1 1 0 0 0,0-1 0 0 0,-1 0 0 0 0,1 0 0 0 0,0 0 0 0 0,0 1 0 0 0,2 0 0 0 0,17 22 426 0 0,-6-24-921 0 0,1 0 0 0 0,0 0 0 0 0,-1-1-1 0 0,1-1 1 0 0,-1-1 0 0 0,0 0 0 0 0,0-1 0 0 0,27-10 0 0 0,-25 6-749 0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2:06.504"/>
    </inkml:context>
    <inkml:brush xml:id="br0">
      <inkml:brushProperty name="width" value="0.05" units="cm"/>
      <inkml:brushProperty name="height" value="0.05" units="cm"/>
    </inkml:brush>
  </inkml:definitions>
  <inkml:trace contextRef="#ctx0" brushRef="#br0">186 0 7832 0 0,'-2'0'216'0'0,"0"1"1"0"0,0-1 0 0 0,0 1-1 0 0,0-1 1 0 0,0 1-1 0 0,0 0 1 0 0,0 0 0 0 0,0-1-1 0 0,0 1 1 0 0,0 1 0 0 0,1-1-1 0 0,-1 0 1 0 0,0 0-1 0 0,-1 3 1 0 0,-10 5 4768 0 0,-9 9-249 0 0,-9 14-2338 0 0,26-28-2160 0 0,0 1 1 0 0,0-1 0 0 0,0 1-1 0 0,1 0 1 0 0,-1 0 0 0 0,1 1-1 0 0,0-1 1 0 0,1 1-1 0 0,-1 0 1 0 0,1 0 0 0 0,1 0-1 0 0,-4 9 1 0 0,1 13 150 0 0,4-20-266 0 0,-1 0 0 0 0,0 0 1 0 0,0-1-1 0 0,0 1 1 0 0,-6 9-1 0 0,6-13-47 0 0,1 0 0 0 0,-1 0 1 0 0,0 0-1 0 0,1 0 0 0 0,0 0 0 0 0,0 0 0 0 0,0 0 0 0 0,1 0 1 0 0,-1 0-1 0 0,1 1 0 0 0,0-1 0 0 0,0 0 0 0 0,0 0 0 0 0,1 0 0 0 0,0 1 1 0 0,-1-1-1 0 0,1 0 0 0 0,1 0 0 0 0,-1 0 0 0 0,1 0 0 0 0,-1 0 1 0 0,1-1-1 0 0,0 1 0 0 0,0 0 0 0 0,4 3 0 0 0,-4-4-52 0 0,1 0 1 0 0,0 0-1 0 0,0-1 0 0 0,0 1 0 0 0,0-1 1 0 0,0 0-1 0 0,1 1 0 0 0,-1-2 0 0 0,1 1 0 0 0,-1 0 1 0 0,1-1-1 0 0,5 2 0 0 0,3 0-68 0 0,1 0 0 0 0,19 0 0 0 0,-14-1-80 0 0,-13-3-292 0 0,0 1-1 0 0,0-1 1 0 0,0 0 0 0 0,-1 0 0 0 0,1 0 0 0 0,0-1-1 0 0,0 0 1 0 0,-1 0 0 0 0,1 0 0 0 0,-1 0 0 0 0,0-1-1 0 0,8-5 1 0 0,0-4-1420 0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2:06.879"/>
    </inkml:context>
    <inkml:brush xml:id="br0">
      <inkml:brushProperty name="width" value="0.05" units="cm"/>
      <inkml:brushProperty name="height" value="0.05" units="cm"/>
    </inkml:brush>
  </inkml:definitions>
  <inkml:trace contextRef="#ctx0" brushRef="#br0">151 1 19807 0 0,'1'3'158'0'0,"0"0"0"0"0,-1 1 0 0 0,1-1 0 0 0,-1 0 0 0 0,0 1 0 0 0,0-1 1 0 0,0 0-1 0 0,-1 1 0 0 0,1-1 0 0 0,-1 0 0 0 0,0 1 0 0 0,0-1 0 0 0,0 0 0 0 0,-2 4 0 0 0,-26 46 1048 0 0,12-25 571 0 0,-3 15-190 0 0,-24 76 1 0 0,26-67-1460 0 0,13-38-428 0 0,1 0 0 0 0,-4 27-1 0 0,7-22-239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2:09.958"/>
    </inkml:context>
    <inkml:brush xml:id="br0">
      <inkml:brushProperty name="width" value="0.05" units="cm"/>
      <inkml:brushProperty name="height" value="0.05" units="cm"/>
    </inkml:brush>
  </inkml:definitions>
  <inkml:trace contextRef="#ctx0" brushRef="#br0">117 1 7832 0 0,'0'0'14089'0'0,"0"11"-12804"0"0,-10 93 1912 0 0,9-89-2869 0 0,-1 0 1 0 0,-1 0-1 0 0,0 0 0 0 0,-9 25 0 0 0,2-7 75 0 0,-58 197-170 0 0,61-200-1764 0 0,7-11-2381 0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2:10.505"/>
    </inkml:context>
    <inkml:brush xml:id="br0">
      <inkml:brushProperty name="width" value="0.05" units="cm"/>
      <inkml:brushProperty name="height" value="0.05" units="cm"/>
    </inkml:brush>
  </inkml:definitions>
  <inkml:trace contextRef="#ctx0" brushRef="#br0">297 15 16008 0 0,'-1'-2'5213'0'0,"-7"-9"-3832"0"0,6 10-1219 0 0,-1 1 1 0 0,1 0-1 0 0,-1-1 1 0 0,1 1-1 0 0,-1 0 0 0 0,1 1 1 0 0,-1-1-1 0 0,0 0 1 0 0,1 1-1 0 0,-1-1 1 0 0,1 1-1 0 0,0 0 0 0 0,-1 0 1 0 0,-2 1-1 0 0,-32 17 707 0 0,3 5-364 0 0,20-15-400 0 0,0 1 1 0 0,0 1-1 0 0,-13 14 1 0 0,-20 24-93 0 0,39-41-10 0 0,6-6-5 0 0,0 0 1 0 0,0 1-1 0 0,0-1 1 0 0,0 1-1 0 0,0 0 1 0 0,0-1 0 0 0,1 1-1 0 0,-1 0 1 0 0,1 0-1 0 0,0 0 1 0 0,-1 5 0 0 0,1-7-74 0 0,31 9-100 0 0,-23-11 180 0 0,0 1-1 0 0,0-2 1 0 0,0 1 0 0 0,0-1-1 0 0,-1 0 1 0 0,1-1-1 0 0,-1 1 1 0 0,1-1 0 0 0,-1 0-1 0 0,0-1 1 0 0,0 0 0 0 0,6-5-1 0 0,3-1 0 0 0,10-14 37 0 0,-10 8-18 0 0,7-8-23 0 0,-15 21 11 0 0,-5 2 42 0 0,-7 8-18 0 0,0-1-1 0 0,0 1 1 0 0,-7 12-1 0 0,-5 8 44 0 0,-20 24 285 0 0,3 1 0 0 0,2 2 0 0 0,-28 64 0 0 0,55-108-386 0 0,1-2-13 0 0,0 0 0 0 0,1 0 0 0 0,0 1 1 0 0,0-1-1 0 0,1 1 0 0 0,0-1 0 0 0,0 1 1 0 0,0 16-1 0 0,2-23-308 0 0,0-1 0 0 0,0 1 0 0 0,1-1 1 0 0,-1 1-1 0 0,0-1 0 0 0,1 0 0 0 0,0 1 0 0 0,-1-1 0 0 0,1 0 1 0 0,0 1-1 0 0,0 0 0 0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2:10.896"/>
    </inkml:context>
    <inkml:brush xml:id="br0">
      <inkml:brushProperty name="width" value="0.05" units="cm"/>
      <inkml:brushProperty name="height" value="0.05" units="cm"/>
    </inkml:brush>
  </inkml:definitions>
  <inkml:trace contextRef="#ctx0" brushRef="#br0">111 1 2304 0 0,'0'0'16161'0'0,"3"0"-15284"0"0,-1 0-725 0 0,0 0 0 0 0,0 0-1 0 0,0 0 1 0 0,1 0 0 0 0,-1 1 0 0 0,0-1 0 0 0,0 1-1 0 0,0-1 1 0 0,0 1 0 0 0,0 0 0 0 0,0 0-1 0 0,0 0 1 0 0,0 0 0 0 0,-1 0 0 0 0,1 0 0 0 0,0 0-1 0 0,0 1 1 0 0,-1-1 0 0 0,3 4 0 0 0,-2-2-16 0 0,0 0 1 0 0,0 0-1 0 0,-1 0 1 0 0,1 1-1 0 0,-1-1 1 0 0,0 0-1 0 0,0 1 1 0 0,0-1 0 0 0,0 1-1 0 0,-1-1 1 0 0,1 5-1 0 0,-1 5 147 0 0,-1 0-1 0 0,0 1 1 0 0,0-1-1 0 0,-2 0 1 0 0,-6 23-1 0 0,-2-6 159 0 0,-28 54 0 0 0,12-30-275 0 0,-5 1-13 0 0,8-18 110 0 0,2-11 1577 0 0,23-24-1768 0 0,1 0-62 0 0,1 0 0 0 0,-1-1 0 0 0,0 1 0 0 0,1 0-1 0 0,-1 0 1 0 0,1-1 0 0 0,-1 0 0 0 0,1 1 0 0 0,0-1 0 0 0,-1 0 0 0 0,1 0 0 0 0,4 0-1 0 0,2 2 7 0 0,-3-1-259 0 0,1-1-1 0 0,-1 0 1 0 0,1 0 0 0 0,-1 0 0 0 0,1-1-1 0 0,6 0 1 0 0,17 1-1230 0 0,-13 0-199 0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2:11.224"/>
    </inkml:context>
    <inkml:brush xml:id="br0">
      <inkml:brushProperty name="width" value="0.05" units="cm"/>
      <inkml:brushProperty name="height" value="0.05" units="cm"/>
    </inkml:brush>
  </inkml:definitions>
  <inkml:trace contextRef="#ctx0" brushRef="#br0">3 0 2304 0 0,'0'1'23208'0'0,"-3"4"-22270"0"0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2:11.568"/>
    </inkml:context>
    <inkml:brush xml:id="br0">
      <inkml:brushProperty name="width" value="0.05" units="cm"/>
      <inkml:brushProperty name="height" value="0.05" units="cm"/>
    </inkml:brush>
  </inkml:definitions>
  <inkml:trace contextRef="#ctx0" brushRef="#br0">177 0 6912 0 0,'-4'20'1173'0'0,"-21"31"9491"0"0,-10 29-4799 0 0,5-9-4297 0 0,-14 43-993 0 0,9-6-2931 0 0,32-93 1130 0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2:11.943"/>
    </inkml:context>
    <inkml:brush xml:id="br0">
      <inkml:brushProperty name="width" value="0.05" units="cm"/>
      <inkml:brushProperty name="height" value="0.05" units="cm"/>
    </inkml:brush>
  </inkml:definitions>
  <inkml:trace contextRef="#ctx0" brushRef="#br0">143 0 16527 0 0,'0'0'1499'0'0,"-4"11"-1078"0"0,-60 123 4979 0 0,47-94-4710 0 0,2 1 1 0 0,-18 73-1 0 0,31-102-681 0 0,0-6-4 0 0,1 1-1 0 0,-1-1 1 0 0,1 1 0 0 0,0-1-1 0 0,1 1 1 0 0,0-1-1 0 0,0 1 1 0 0,0-1-1 0 0,1 1 1 0 0,0-1 0 0 0,0 1-1 0 0,0-1 1 0 0,4 10-1 0 0,-4-14-4 0 0,0-1 0 0 0,1 0 0 0 0,-1 1 0 0 0,0-1 0 0 0,0 0 0 0 0,1 0 0 0 0,-1 0 0 0 0,0 0 0 0 0,1 0 0 0 0,-1 0 0 0 0,1 0 0 0 0,-1 0 0 0 0,1-1 0 0 0,0 1 0 0 0,-1-1 0 0 0,1 1 0 0 0,0-1 0 0 0,-1 1 0 0 0,1-1 0 0 0,0 0 0 0 0,0 0 0 0 0,-1 0 0 0 0,1 0 0 0 0,0 0 0 0 0,0 0 0 0 0,-1-1 0 0 0,1 1 0 0 0,3-2 0 0 0,2 0 31 0 0,1-1 0 0 0,0 0 0 0 0,-1-1-1 0 0,0 0 1 0 0,0 0 0 0 0,0-1 0 0 0,0 0 0 0 0,-1 0 0 0 0,0 0-1 0 0,0-1 1 0 0,0 0 0 0 0,-1 0 0 0 0,0 0 0 0 0,0-1-1 0 0,0 0 1 0 0,-1 0 0 0 0,5-9 0 0 0,-9 15-16 0 0,0 0-1 0 0,0 0 1 0 0,0 1-1 0 0,0-1 1 0 0,0 0 0 0 0,0 0-1 0 0,0 1 1 0 0,0-1 0 0 0,0 0-1 0 0,0 0 1 0 0,0 0 0 0 0,-1 1-1 0 0,1-1 1 0 0,0 0 0 0 0,0 1-1 0 0,-1-1 1 0 0,1 0 0 0 0,-1 0-1 0 0,1 1 1 0 0,-1-1-1 0 0,1 1 1 0 0,-1-1 0 0 0,1 0-1 0 0,-1 1 1 0 0,1-1 0 0 0,-1 1-1 0 0,1-1 1 0 0,-2 0 0 0 0,-20-10 239 0 0,-26 4-566 0 0,16 5-3104 0 0,23 3-2471 0 0,-5 3-1707 0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2:12.443"/>
    </inkml:context>
    <inkml:brush xml:id="br0">
      <inkml:brushProperty name="width" value="0.05" units="cm"/>
      <inkml:brushProperty name="height" value="0.05" units="cm"/>
    </inkml:brush>
  </inkml:definitions>
  <inkml:trace contextRef="#ctx0" brushRef="#br0">287 44 14976 0 0,'2'-2'126'0'0,"0"1"0"0"0,-1 0 0 0 0,1-1 0 0 0,0 1 0 0 0,-1-1 0 0 0,1 1 1 0 0,0-1-1 0 0,-1 0 0 0 0,0 1 0 0 0,1-1 0 0 0,-1 0 0 0 0,1-3 0 0 0,-1-1 24 0 0,-1 5 623 0 0,0 1-602 0 0,-1-1 1 0 0,1 1-1 0 0,-1-1 0 0 0,1 1 0 0 0,-1 0 0 0 0,0-1 1 0 0,1 1-1 0 0,-1 0 0 0 0,1-1 0 0 0,-1 1 0 0 0,0 0 1 0 0,1 0-1 0 0,-1-1 0 0 0,0 1 0 0 0,1 0 1 0 0,-1 0-1 0 0,0 0 0 0 0,0 0 0 0 0,1 0 0 0 0,-1 0 1 0 0,0 0-1 0 0,0 0 0 0 0,-1 0-113 0 0,-11-2 840 0 0,6 0-696 0 0,0 1 1 0 0,0 0-1 0 0,0 0 0 0 0,0 1 1 0 0,0 0-1 0 0,0 0 1 0 0,0 0-1 0 0,0 1 1 0 0,0 0-1 0 0,0 0 0 0 0,0 1 1 0 0,-12 5-1 0 0,-20 12-227 0 0,31-14-59 0 0,7-4 76 0 0,1 0 0 0 0,-1-1 1 0 0,1 1-1 0 0,-1 0 0 0 0,1 0 0 0 0,-1 0 1 0 0,1 0-1 0 0,-1-1 0 0 0,1 1 1 0 0,0 0-1 0 0,0 0 0 0 0,-1 0 0 0 0,1 0 1 0 0,0 0-1 0 0,0 0 0 0 0,0 0 0 0 0,0 1 1 0 0,0 2-11 0 0,-12 37-180 0 0,11-37 178 0 0,0 0-1 0 0,0 0 1 0 0,1 1-1 0 0,-1-1 1 0 0,1 0-1 0 0,0 0 1 0 0,0 1-1 0 0,2 6 1 0 0,-1 8-69 0 0,4 9-19 0 0,-4-25 133 0 0,0 1-1 0 0,0-1 1 0 0,0 0 0 0 0,-1 0 0 0 0,1 0 0 0 0,-1 1 0 0 0,0-1-1 0 0,0 0 1 0 0,0 0 0 0 0,0 1 0 0 0,-1-1 0 0 0,1 0 0 0 0,-1 0 0 0 0,0 0-1 0 0,-1 4 1 0 0,1-5-11 0 0,1 0 0 0 0,0-1-1 0 0,0 1 1 0 0,-1-1 0 0 0,1 1-1 0 0,0 0 1 0 0,1-1 0 0 0,-1 1 0 0 0,0-1-1 0 0,0 1 1 0 0,1 0 0 0 0,-1-1-1 0 0,0 1 1 0 0,1-1 0 0 0,1 3-1 0 0,3 19 120 0 0,-6-15-47 0 0,1 0-1 0 0,-1 0 0 0 0,-4 14 1 0 0,-1 8 420 0 0,4-26-451 0 0,1 0 0 0 0,-1 0-1 0 0,0 0 1 0 0,0 0 0 0 0,0 0-1 0 0,0-1 1 0 0,-1 1 0 0 0,1 0-1 0 0,-6 4 1 0 0,3-2-2 0 0,-1 0 0 0 0,0-1-1 0 0,0 0 1 0 0,-7 6 0 0 0,12-11-44 0 0,0 1 0 0 0,0-1-1 0 0,0 1 1 0 0,1-1 0 0 0,-1 0 0 0 0,0 1 0 0 0,0-1-1 0 0,0 0 1 0 0,0 0 0 0 0,0 1 0 0 0,0-1 0 0 0,0 0 0 0 0,0 0-1 0 0,1 0 1 0 0,-1 0 0 0 0,0 0 0 0 0,0 0 0 0 0,0-1-1 0 0,0 1 1 0 0,0 0 0 0 0,0 0 0 0 0,0-1 0 0 0,0 1 0 0 0,1-1-1 0 0,-1 1 1 0 0,0 0 0 0 0,0-1 0 0 0,0 0 0 0 0,1 1 0 0 0,-1-1-1 0 0,0 1 1 0 0,1-1 0 0 0,-1 0 0 0 0,0 1 0 0 0,1-1-1 0 0,-1 0 1 0 0,1 0 0 0 0,-1 0 0 0 0,1 1 0 0 0,0-1 0 0 0,-1-2-1 0 0,-2-2-51 0 0,2 0 0 0 0,-1 0 0 0 0,0 0 0 0 0,1 0 0 0 0,-1-9 0 0 0,0 2-24 0 0,1 0-1 0 0,1-1 1 0 0,0-14 0 0 0,1 21 64 0 0,0 0 1 0 0,0 0 0 0 0,1 0 0 0 0,0 0 0 0 0,0 1 0 0 0,0-1 0 0 0,1 1-1 0 0,0 0 1 0 0,3-6 0 0 0,-4 8 2 0 0,4-6 0 0 0,0 0 0 0 0,1 0 0 0 0,0 0 0 0 0,0 1 0 0 0,11-10 0 0 0,-8 8-42 0 0,0 0 0 0 0,14-18 1 0 0,-16 17 8 0 0,0 1 1 0 0,1 1-1 0 0,0 0 1 0 0,12-10-1 0 0,-11 12 33 0 0,4-4 0 0 0,29-16 0 0 0,-7 7 0 0 0,7 1-3261 0 0,-35 15 1762 0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2:12.787"/>
    </inkml:context>
    <inkml:brush xml:id="br0">
      <inkml:brushProperty name="width" value="0.05" units="cm"/>
      <inkml:brushProperty name="height" value="0.05" units="cm"/>
    </inkml:brush>
  </inkml:definitions>
  <inkml:trace contextRef="#ctx0" brushRef="#br0">8 0 19807 0 0,'0'0'9088'0'0,"-8"7"-7640"0"0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2:13.178"/>
    </inkml:context>
    <inkml:brush xml:id="br0">
      <inkml:brushProperty name="width" value="0.05" units="cm"/>
      <inkml:brushProperty name="height" value="0.05" units="cm"/>
    </inkml:brush>
  </inkml:definitions>
  <inkml:trace contextRef="#ctx0" brushRef="#br0">52 0 15200 0 0,'0'0'6137'0'0,"23"1"-3509"0"0,-20 0-2557 0 0,1 0 0 0 0,-1 0 0 0 0,0 0 0 0 0,1 1 0 0 0,-1-1 1 0 0,0 1-1 0 0,0 0 0 0 0,0 0 0 0 0,0 0 0 0 0,0 0 1 0 0,0 0-1 0 0,-1 1 0 0 0,1-1 0 0 0,-1 1 0 0 0,0 0 0 0 0,0 0 1 0 0,0-1-1 0 0,0 1 0 0 0,0 1 0 0 0,0-1 0 0 0,-1 0 1 0 0,0 0-1 0 0,1 1 0 0 0,-1-1 0 0 0,1 8 0 0 0,2 10 153 0 0,-2-16-251 0 0,-1 1 0 0 0,0 0 1 0 0,0 0-1 0 0,-1 0 0 0 0,0 0 0 0 0,0 7 0 0 0,-2-2 64 0 0,0 0 0 0 0,-1 0 0 0 0,0-1 0 0 0,-1 1-1 0 0,0-1 1 0 0,-1 0 0 0 0,0 0 0 0 0,0 0 0 0 0,-1-1 0 0 0,-11 14 0 0 0,7-7 78 0 0,-11 11 136 0 0,-3 6-2 0 0,21-28-199 0 0,0-1 0 0 0,-1 1 0 0 0,1 0 1 0 0,-1-1-1 0 0,0 0 0 0 0,-7 7 0 0 0,11-11 17 0 0,0 0-44 0 0,-1 0-1 0 0,1 0 0 0 0,0 1 0 0 0,-1-1 1 0 0,1 0-1 0 0,0 1 0 0 0,-1-1 1 0 0,1 0-1 0 0,0 1 0 0 0,0-1 0 0 0,0 0 1 0 0,-1 1-1 0 0,1-1 0 0 0,0 0 1 0 0,0 1-1 0 0,0-1 0 0 0,0 1 1 0 0,0-1-1 0 0,0 0 0 0 0,0 1 0 0 0,0-1 1 0 0,0 1-1 0 0,0-1 0 0 0,0 0 1 0 0,0 1-1 0 0,0-1 0 0 0,0 1 0 0 0,0-1 1 0 0,0 0-1 0 0,0 1 0 0 0,0-1 1 0 0,0 1-1 0 0,1-1 0 0 0,-1 0 1 0 0,0 1-1 0 0,0-1 0 0 0,0 0 0 0 0,1 1 1 0 0,-1-1-1 0 0,0 0 0 0 0,1 1 1 0 0,-1-1-1 0 0,1 0 0 0 0,1 3-38 0 0,0-1 0 0 0,0 0 0 0 0,1 0-1 0 0,0 0 1 0 0,-1 0 0 0 0,1-1 0 0 0,0 1 0 0 0,0-1-1 0 0,-1 0 1 0 0,1 0 0 0 0,0 0 0 0 0,1 0 0 0 0,-1 0-1 0 0,0 0 1 0 0,0-1 0 0 0,0 1 0 0 0,0-1 0 0 0,0 0-1 0 0,5-1 1 0 0,9 1-1328 0 0,5 0-436 0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2:13.553"/>
    </inkml:context>
    <inkml:brush xml:id="br0">
      <inkml:brushProperty name="width" value="0.05" units="cm"/>
      <inkml:brushProperty name="height" value="0.05" units="cm"/>
    </inkml:brush>
  </inkml:definitions>
  <inkml:trace contextRef="#ctx0" brushRef="#br0">13 5 24415 0 0,'-12'-4'4488'0'0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2:13.928"/>
    </inkml:context>
    <inkml:brush xml:id="br0">
      <inkml:brushProperty name="width" value="0.05" units="cm"/>
      <inkml:brushProperty name="height" value="0.05" units="cm"/>
    </inkml:brush>
  </inkml:definitions>
  <inkml:trace contextRef="#ctx0" brushRef="#br0">0 486 9216 0 0,'1'-2'2945'0'0,"16"-44"4965"0"0,-4 6-6142 0 0,0 2-1425 0 0,7-41-1 0 0,-12 45-64 0 0,23-63-1 0 0,-17 58-303 0 0,-11 30 12 0 0,0-1-1 0 0,1 1 1 0 0,0 0-1 0 0,0 0 1 0 0,1 0 0 0 0,0 0-1 0 0,10-12 1 0 0,-12 17 5 0 0,-1 2-8 0 0,1-1 0 0 0,-1 1 0 0 0,1 0 0 0 0,0 0 0 0 0,-1 0 0 0 0,7-4 0 0 0,-9 6 17 0 0,1 0-1 0 0,-1-1 1 0 0,1 1 0 0 0,-1 0-1 0 0,1-1 1 0 0,0 1 0 0 0,-1 0-1 0 0,1 0 1 0 0,-1 0 0 0 0,1 0-1 0 0,-1-1 1 0 0,1 1 0 0 0,0 0-1 0 0,-1 0 1 0 0,1 0 0 0 0,-1 0 0 0 0,1 0-1 0 0,0 0 1 0 0,-1 0 0 0 0,1 1-1 0 0,-1-1 1 0 0,1 0 0 0 0,-1 0-1 0 0,1 0 1 0 0,0 1 0 0 0,-1-1-1 0 0,1 0 1 0 0,-1 0 0 0 0,1 1-1 0 0,-1-1 1 0 0,0 1 0 0 0,1-1-1 0 0,-1 0 1 0 0,1 1 0 0 0,0 0 0 0 0,3 2 19 0 0,1 0 0 0 0,-1 0 0 0 0,0 0 0 0 0,0 0 1 0 0,-1 0-1 0 0,1 1 0 0 0,-1 0 0 0 0,0 0 0 0 0,0 0 0 0 0,0 0 0 0 0,0 0 0 0 0,-1 1 0 0 0,1-1 0 0 0,-1 1 0 0 0,2 7 0 0 0,2 8 106 0 0,-1-1 1 0 0,4 32-1 0 0,-9-51-124 0 0,2 26 253 0 0,-1 0 0 0 0,-1 0 0 0 0,-1 0 0 0 0,-1-1 0 0 0,-1 1 0 0 0,-7 27 0 0 0,6-41 37 0 0,0 1 0 0 0,-1-1-1 0 0,-12 21 1 0 0,-2 6 334 0 0,17-35-563 0 0,-1 0-1 0 0,0 0 1 0 0,0 0-1 0 0,0 0 1 0 0,0-1-1 0 0,-1 1 0 0 0,0-1 1 0 0,0 0-1 0 0,1 0 1 0 0,-2-1-1 0 0,1 1 1 0 0,0-1-1 0 0,0 0 1 0 0,-1 0-1 0 0,1 0 1 0 0,-1-1-1 0 0,0 1 1 0 0,-7 0-1 0 0,9-2-153 0 0,0 0 0 0 0,-1 0-1 0 0,1-1 1 0 0,0 1 0 0 0,0-1 0 0 0,0 0-1 0 0,1 0 1 0 0,-1 0 0 0 0,0-1 0 0 0,0 1-1 0 0,0 0 1 0 0,1-1 0 0 0,-1 0 0 0 0,1 0-1 0 0,-3-2 1 0 0,-8-7-1560 0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2:14.272"/>
    </inkml:context>
    <inkml:brush xml:id="br0">
      <inkml:brushProperty name="width" value="0.05" units="cm"/>
      <inkml:brushProperty name="height" value="0.05" units="cm"/>
    </inkml:brush>
  </inkml:definitions>
  <inkml:trace contextRef="#ctx0" brushRef="#br0">0 648 21711 0 0,'0'0'1966'0'0,"13"-13"-1076"0"0,-3 0-30 0 0,-1 0 0 0 0,14-29 0 0 0,4-7 153 0 0,-5 19-514 0 0,40-42 0 0 0,-21 27-231 0 0,-12 11-192 0 0,89-100 237 0 0,-28 45-3041 0 0,5 2-4126 0 0,-60 60-1859 0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2:14.726"/>
    </inkml:context>
    <inkml:brush xml:id="br0">
      <inkml:brushProperty name="width" value="0.05" units="cm"/>
      <inkml:brushProperty name="height" value="0.05" units="cm"/>
    </inkml:brush>
  </inkml:definitions>
  <inkml:trace contextRef="#ctx0" brushRef="#br0">104 46 15408 0 0,'0'0'1393'0'0,"18"-13"785"0"0,-8 7-994 0 0,25-15 1731 0 0,-34 20-2806 0 0,1 0-1 0 0,0 1 1 0 0,0-1 0 0 0,0 0 0 0 0,0 1 0 0 0,0 0-1 0 0,0-1 1 0 0,0 1 0 0 0,0 0 0 0 0,0 0-1 0 0,0 0 1 0 0,0 0 0 0 0,0 0 0 0 0,0 0 0 0 0,0 1-1 0 0,2 0 1 0 0,-3-1 174 0 0,2 1-155 0 0,-1 0-1 0 0,1 1 1 0 0,-1-1 0 0 0,0 0-1 0 0,1 1 1 0 0,-1-1 0 0 0,3 4-1 0 0,-4 4-12 0 0,-1-7-81 0 0,1 0-1 0 0,-1 1 0 0 0,0-1 0 0 0,0 0 1 0 0,0 1-1 0 0,0-1 0 0 0,-1 1 1 0 0,1-1-1 0 0,-2 4 0 0 0,-7 17 61 0 0,-1-1 0 0 0,0-1-1 0 0,-2 0 1 0 0,-1 0 0 0 0,-1-1-1 0 0,-24 28 1 0 0,4-9-94 0 0,-11 10 0 0 0,8-4 157 0 0,36-44 910 0 0,27 17-491 0 0,-18-16-549 0 0,0-1 1 0 0,-1 0-1 0 0,1 0 0 0 0,0-1 1 0 0,0 0-1 0 0,0 0 0 0 0,0-1 0 0 0,10-2 1 0 0,1 1-10 0 0,7-1-1290 0 0,1-1-1 0 0,49-15 1 0 0,-51 9-479 0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2:15.335"/>
    </inkml:context>
    <inkml:brush xml:id="br0">
      <inkml:brushProperty name="width" value="0.05" units="cm"/>
      <inkml:brushProperty name="height" value="0.05" units="cm"/>
    </inkml:brush>
  </inkml:definitions>
  <inkml:trace contextRef="#ctx0" brushRef="#br0">157 0 6448 0 0,'-4'4'11364'0'0,"-7"6"-8289"0"0,-2 2-593 0 0,8-7-2133 0 0,0 0-1 0 0,-1 0 1 0 0,2 0-1 0 0,-1 1 1 0 0,1-1-1 0 0,-1 1 1 0 0,2 0-1 0 0,-6 10 1 0 0,6-10-242 0 0,0 1 0 0 0,-1 0 0 0 0,1-1 0 0 0,-2 1-1 0 0,-8 9 1 0 0,-11 18 177 0 0,20-26-178 0 0,0 0 0 0 0,0 0-1 0 0,1 0 1 0 0,0 0 0 0 0,1 1 0 0 0,-1-1 0 0 0,2 1-1 0 0,-2 12 1 0 0,3-20-77 0 0,0 1-1 0 0,1 0 0 0 0,-1-1 1 0 0,1 1-1 0 0,-1-1 1 0 0,1 1-1 0 0,0-1 1 0 0,-1 1-1 0 0,1-1 1 0 0,0 0-1 0 0,0 1 0 0 0,0-1 1 0 0,0 0-1 0 0,0 0 1 0 0,0 0-1 0 0,1 0 1 0 0,-1 0-1 0 0,3 2 1 0 0,8 10 166 0 0,-10-12-188 0 0,1 0 0 0 0,-1-1-1 0 0,0 1 1 0 0,0 0 0 0 0,1-1 0 0 0,-1 0-1 0 0,1 0 1 0 0,-1 1 0 0 0,0-1 0 0 0,1-1-1 0 0,-1 1 1 0 0,3-1 0 0 0,0 1-44 0 0,3 0-292 0 0,-1 0 0 0 0,1-1-1 0 0,0 0 1 0 0,-1 0 0 0 0,1-1 0 0 0,12-5 0 0 0,-3 0-754 0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2:15.695"/>
    </inkml:context>
    <inkml:brush xml:id="br0">
      <inkml:brushProperty name="width" value="0.05" units="cm"/>
      <inkml:brushProperty name="height" value="0.05" units="cm"/>
    </inkml:brush>
  </inkml:definitions>
  <inkml:trace contextRef="#ctx0" brushRef="#br0">186 0 16583 0 0,'-1'9'802'0'0,"-2"-2"-595"0"0,0 1-1 0 0,-1-1 1 0 0,0 0 0 0 0,-7 11 0 0 0,0-1-219 0 0,-73 139 8971 0 0,72-132-8784 0 0,0 1 1 0 0,2 0-1 0 0,1 0 1 0 0,-8 34-1 0 0,16-48-1480 0 0,-2 2-410 0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18T10:02:35.825"/>
    </inkml:context>
    <inkml:brush xml:id="br0">
      <inkml:brushProperty name="width" value="0.05" units="cm"/>
      <inkml:brushProperty name="height" value="0.05" units="cm"/>
    </inkml:brush>
  </inkml:definitions>
  <inkml:trace contextRef="#ctx0" brushRef="#br0">0 1 2304 0 0,'0'0'200'0'0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EDD5DB-8BAC-4B50-8983-7D1E8FC6918D}" type="datetimeFigureOut">
              <a:rPr lang="en-IE" smtClean="0"/>
              <a:t>16/03/2026</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069BF9-EF94-48C3-9509-8AE0DD47CC15}" type="slidenum">
              <a:rPr lang="en-IE" smtClean="0"/>
              <a:t>‹#›</a:t>
            </a:fld>
            <a:endParaRPr lang="en-IE"/>
          </a:p>
        </p:txBody>
      </p:sp>
    </p:spTree>
    <p:extLst>
      <p:ext uri="{BB962C8B-B14F-4D97-AF65-F5344CB8AC3E}">
        <p14:creationId xmlns:p14="http://schemas.microsoft.com/office/powerpoint/2010/main" val="6030249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www.geeksforgeeks.org/introduction-of-gateways/" TargetMode="External"/><Relationship Id="rId2" Type="http://schemas.openxmlformats.org/officeDocument/2006/relationships/slide" Target="../slides/slide29.xml"/><Relationship Id="rId1" Type="http://schemas.openxmlformats.org/officeDocument/2006/relationships/notesMaster" Target="../notesMasters/notesMaster1.xml"/><Relationship Id="rId4" Type="http://schemas.openxmlformats.org/officeDocument/2006/relationships/hyperlink" Target="https://www.geeksforgeeks.org/routing-tables-in-computer-network/"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2</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GB" dirty="0"/>
          </a:p>
        </p:txBody>
      </p:sp>
    </p:spTree>
    <p:extLst>
      <p:ext uri="{BB962C8B-B14F-4D97-AF65-F5344CB8AC3E}">
        <p14:creationId xmlns:p14="http://schemas.microsoft.com/office/powerpoint/2010/main" val="15879240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58585B"/>
                </a:solidFill>
                <a:effectLst/>
                <a:latin typeface="CiscoSans"/>
              </a:rPr>
              <a:t>While it is nice to quickly segment a network into subnets, your organization’s network may use both public and private IPv4 addresses. This affects how you will subnet your network.</a:t>
            </a:r>
          </a:p>
          <a:p>
            <a:pPr algn="l"/>
            <a:r>
              <a:rPr lang="en-US" b="0" i="0" dirty="0">
                <a:solidFill>
                  <a:srgbClr val="58585B"/>
                </a:solidFill>
                <a:effectLst/>
                <a:latin typeface="CiscoSans"/>
              </a:rPr>
              <a:t>The figure shows a typical enterprise network:</a:t>
            </a:r>
          </a:p>
          <a:p>
            <a:pPr algn="l">
              <a:buFont typeface="Arial" panose="020B0604020202020204" pitchFamily="34" charset="0"/>
              <a:buChar char="•"/>
            </a:pPr>
            <a:r>
              <a:rPr lang="en-US" b="1" i="0" dirty="0">
                <a:solidFill>
                  <a:srgbClr val="58585B"/>
                </a:solidFill>
                <a:effectLst/>
                <a:latin typeface="CiscoSans"/>
              </a:rPr>
              <a:t>Intranet -</a:t>
            </a:r>
            <a:r>
              <a:rPr lang="en-US" b="0" i="0" dirty="0">
                <a:solidFill>
                  <a:srgbClr val="58585B"/>
                </a:solidFill>
                <a:effectLst/>
                <a:latin typeface="CiscoSans"/>
              </a:rPr>
              <a:t> This is the internal part of a company’s network, accessible only within the organization. Devices in the intranet use private IPv4 addresses.</a:t>
            </a:r>
          </a:p>
          <a:p>
            <a:pPr algn="l">
              <a:buFont typeface="Arial" panose="020B0604020202020204" pitchFamily="34" charset="0"/>
              <a:buChar char="•"/>
            </a:pPr>
            <a:r>
              <a:rPr lang="en-US" b="1" i="0" dirty="0">
                <a:solidFill>
                  <a:srgbClr val="58585B"/>
                </a:solidFill>
                <a:effectLst/>
                <a:latin typeface="CiscoSans"/>
              </a:rPr>
              <a:t>DMZ -</a:t>
            </a:r>
            <a:r>
              <a:rPr lang="en-US" b="0" i="0" dirty="0">
                <a:solidFill>
                  <a:srgbClr val="58585B"/>
                </a:solidFill>
                <a:effectLst/>
                <a:latin typeface="CiscoSans"/>
              </a:rPr>
              <a:t> This is part of the company’s network containing resources available to the internet such as a web server. Devices in the DMZ use public IPv4 addresses.</a:t>
            </a:r>
          </a:p>
          <a:p>
            <a:pPr algn="l">
              <a:buFont typeface="Arial" panose="020B0604020202020204" pitchFamily="34" charset="0"/>
              <a:buChar char="•"/>
            </a:pPr>
            <a:endParaRPr lang="en-US" b="0" i="0" dirty="0">
              <a:solidFill>
                <a:srgbClr val="58585B"/>
              </a:solidFill>
              <a:effectLst/>
              <a:latin typeface="CiscoSans"/>
            </a:endParaRPr>
          </a:p>
          <a:p>
            <a:pPr algn="l">
              <a:buFont typeface="Arial" panose="020B0604020202020204" pitchFamily="34" charset="0"/>
              <a:buChar char="•"/>
            </a:pPr>
            <a:endParaRPr lang="en-US" b="0" i="0" dirty="0">
              <a:solidFill>
                <a:srgbClr val="58585B"/>
              </a:solidFill>
              <a:effectLst/>
              <a:latin typeface="CiscoSans"/>
            </a:endParaRP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36834504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58585B"/>
                </a:solidFill>
                <a:effectLst/>
                <a:latin typeface="CiscoSans"/>
              </a:rPr>
              <a:t>To minimize the number of unused host IPv4 addresses and maximize the number of available subnets, there are two considerations when planning subnets: the number of host addresses required for each network and the number of individual subnets needed.</a:t>
            </a:r>
          </a:p>
          <a:p>
            <a:pPr marL="0" indent="0" algn="l"/>
            <a:r>
              <a:rPr lang="en-CA" sz="1200" dirty="0">
                <a:solidFill>
                  <a:srgbClr val="000000"/>
                </a:solidFill>
              </a:rPr>
              <a:t>There are two considerations when planning subnets: </a:t>
            </a:r>
          </a:p>
          <a:p>
            <a:pPr marL="457189" indent="-457189" algn="l">
              <a:buFont typeface="Arial" panose="020B0604020202020204" pitchFamily="34" charset="0"/>
              <a:buChar char="•"/>
            </a:pPr>
            <a:r>
              <a:rPr lang="en-CA" sz="1200" dirty="0">
                <a:solidFill>
                  <a:srgbClr val="000000"/>
                </a:solidFill>
              </a:rPr>
              <a:t>The number of host addresses required for each network </a:t>
            </a:r>
          </a:p>
          <a:p>
            <a:pPr marL="457189" indent="-457189" algn="l">
              <a:buFont typeface="Arial" panose="020B0604020202020204" pitchFamily="34" charset="0"/>
              <a:buChar char="•"/>
            </a:pPr>
            <a:r>
              <a:rPr lang="en-CA" sz="1200" dirty="0">
                <a:solidFill>
                  <a:srgbClr val="000000"/>
                </a:solidFill>
              </a:rPr>
              <a:t>The number of individual subnets needed</a:t>
            </a:r>
            <a:endParaRPr lang="en-US" sz="1200" dirty="0">
              <a:solidFill>
                <a:srgbClr val="000000"/>
              </a:solidFill>
            </a:endParaRPr>
          </a:p>
          <a:p>
            <a:pPr marL="457189" indent="-457189" algn="l">
              <a:buFont typeface="Arial" panose="020B0604020202020204" pitchFamily="34" charset="0"/>
              <a:buChar char="•"/>
            </a:pPr>
            <a:endParaRPr lang="en-US" sz="1200" dirty="0">
              <a:solidFill>
                <a:srgbClr val="000000"/>
              </a:solidFill>
            </a:endParaRPr>
          </a:p>
          <a:p>
            <a:pPr algn="l"/>
            <a:endParaRPr lang="en-US" b="0" i="0" dirty="0">
              <a:solidFill>
                <a:srgbClr val="58585B"/>
              </a:solidFill>
              <a:effectLst/>
              <a:latin typeface="CiscoSans"/>
            </a:endParaRPr>
          </a:p>
          <a:p>
            <a:pPr algn="l"/>
            <a:r>
              <a:rPr lang="en-US" b="0" i="0" dirty="0">
                <a:solidFill>
                  <a:srgbClr val="58585B"/>
                </a:solidFill>
                <a:effectLst/>
                <a:latin typeface="CiscoSans"/>
              </a:rPr>
              <a:t>The table displays the specifics for subnetting a /24 network. Notice how there is an inverse relationship between the number of subnets and the number of hosts. The more bits that are borrowed to create subnets, the fewer host bits remain available. If more host addresses are needed, more host bits are required, resulting in fewer subnets.</a:t>
            </a:r>
          </a:p>
          <a:p>
            <a:pPr algn="l"/>
            <a:r>
              <a:rPr lang="en-US" b="0" i="0" dirty="0">
                <a:solidFill>
                  <a:srgbClr val="58585B"/>
                </a:solidFill>
                <a:effectLst/>
                <a:latin typeface="CiscoSans"/>
              </a:rPr>
              <a:t>The number of host addresses required in the largest subnet will determine how many bits must be left in the host portion. Recall that two of the addresses cannot be used, so the usable number of addresses can be calculated as 2n-2.</a:t>
            </a:r>
          </a:p>
          <a:p>
            <a:pPr algn="l"/>
            <a:endParaRPr lang="en-US" b="0" i="0" dirty="0">
              <a:solidFill>
                <a:srgbClr val="58585B"/>
              </a:solidFill>
              <a:effectLst/>
              <a:latin typeface="CiscoSans"/>
            </a:endParaRPr>
          </a:p>
          <a:p>
            <a:pPr algn="l"/>
            <a:r>
              <a:rPr lang="en-US" b="0" i="0" dirty="0">
                <a:solidFill>
                  <a:srgbClr val="58585B"/>
                </a:solidFill>
                <a:effectLst/>
                <a:latin typeface="CiscoSans"/>
              </a:rPr>
              <a:t>Network administrators must devise the network addressing scheme to accommodate the maximum number of hosts for each network and the number of subnets. The addressing scheme should allow for growth in both the number of host addresses per subnet and the total number of subnets</a:t>
            </a:r>
          </a:p>
          <a:p>
            <a:endParaRPr lang="en-GB" dirty="0"/>
          </a:p>
        </p:txBody>
      </p:sp>
      <p:sp>
        <p:nvSpPr>
          <p:cNvPr id="4" name="Slide Number Placeholder 3"/>
          <p:cNvSpPr>
            <a:spLocks noGrp="1"/>
          </p:cNvSpPr>
          <p:nvPr>
            <p:ph type="sldNum" sz="quarter" idx="5"/>
          </p:nvPr>
        </p:nvSpPr>
        <p:spPr/>
        <p:txBody>
          <a:bodyPr/>
          <a:lstStyle/>
          <a:p>
            <a:fld id="{FD069BF9-EF94-48C3-9509-8AE0DD47CC15}" type="slidenum">
              <a:rPr lang="en-IE" smtClean="0"/>
              <a:t>5</a:t>
            </a:fld>
            <a:endParaRPr lang="en-IE"/>
          </a:p>
        </p:txBody>
      </p:sp>
    </p:spTree>
    <p:extLst>
      <p:ext uri="{BB962C8B-B14F-4D97-AF65-F5344CB8AC3E}">
        <p14:creationId xmlns:p14="http://schemas.microsoft.com/office/powerpoint/2010/main" val="19653595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58585B"/>
                </a:solidFill>
                <a:effectLst/>
                <a:latin typeface="CiscoSans"/>
              </a:rPr>
              <a:t>In a situation requiring a larger number of subnets, an IPv4 network is required that has more hosts bits available to borrow. For example, the network address 172.16.0.0 has a default mask of 255.255.0.0, or /16. This address has 16 bits in the network portion and 16 bits in the host portion. The 16 bits in the host portion are available to borrow for creating subnets. The table highlights all the possible scenarios for subnetting a /16 prefix.</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17655035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58585B"/>
                </a:solidFill>
                <a:effectLst/>
                <a:latin typeface="CiscoSans"/>
              </a:rPr>
              <a:t>The 172.16.0.0/22 network address has 10 host bits. </a:t>
            </a:r>
          </a:p>
          <a:p>
            <a:r>
              <a:rPr lang="en-US" b="0" i="0" dirty="0">
                <a:solidFill>
                  <a:srgbClr val="58585B"/>
                </a:solidFill>
                <a:effectLst/>
                <a:latin typeface="CiscoSans"/>
              </a:rPr>
              <a:t>The largest subnet requires 40 hosts, a minimum of 6 host bits are needed to provide addressing for 40 hosts. This is determined by using this formula: 2</a:t>
            </a:r>
            <a:r>
              <a:rPr lang="en-US" b="0" i="0" baseline="30000" dirty="0">
                <a:solidFill>
                  <a:srgbClr val="58585B"/>
                </a:solidFill>
                <a:effectLst/>
                <a:latin typeface="CiscoSans"/>
              </a:rPr>
              <a:t>6</a:t>
            </a:r>
            <a:r>
              <a:rPr lang="en-US" b="0" i="0" dirty="0">
                <a:solidFill>
                  <a:srgbClr val="58585B"/>
                </a:solidFill>
                <a:effectLst/>
                <a:latin typeface="CiscoSans"/>
              </a:rPr>
              <a:t> - 2 = 62 hosts.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34033917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FFE64-5868-1621-4506-3C3A2B8A26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E42847-52A1-0ABC-CA3B-D060E43264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8A147F-266A-D464-B2D8-A7E280F7C6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88150B-F709-0D10-C2A2-B3F9E4A3F927}"/>
              </a:ext>
            </a:extLst>
          </p:cNvPr>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19510331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EEDB3-B890-8A8B-63E5-F1E07DD5D7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B6D563-8910-6B54-83BD-EAE4153C90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029FD0-EEFA-1948-4B19-8628BC831E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3C1426-C4D5-FE11-F148-B14201673320}"/>
              </a:ext>
            </a:extLst>
          </p:cNvPr>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32000202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816C3-D119-B1DE-4428-762144725B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F13B16-E9E3-EA31-C4DF-6E4E872543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76E375-6CF3-00C7-599C-858E15A7A8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CCCE1F-25AD-EA40-96C1-E43B29193CD3}"/>
              </a:ext>
            </a:extLst>
          </p:cNvPr>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31815772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D069BF9-EF94-48C3-9509-8AE0DD47CC15}" type="slidenum">
              <a:rPr lang="en-IE" smtClean="0"/>
              <a:t>11</a:t>
            </a:fld>
            <a:endParaRPr lang="en-IE"/>
          </a:p>
        </p:txBody>
      </p:sp>
    </p:spTree>
    <p:extLst>
      <p:ext uri="{BB962C8B-B14F-4D97-AF65-F5344CB8AC3E}">
        <p14:creationId xmlns:p14="http://schemas.microsoft.com/office/powerpoint/2010/main" val="35070344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58585B"/>
                </a:solidFill>
                <a:effectLst/>
                <a:latin typeface="CiscoSans"/>
              </a:rPr>
              <a:t>Using traditional subnetting with the given address of 192.168.20.0/24, three bits can be borrowed from the host portion in the last octet to meet the subnet requirement of seven subnets.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58585B"/>
                </a:solidFill>
                <a:effectLst/>
                <a:latin typeface="CiscoSans"/>
              </a:rPr>
              <a:t>As shown in the figure, borrowing 3 bits creates 8 subnets and leaves 5 host bits with 30 usable hosts per subnet. This scheme creates the needed subnets and meets the host requirement of the largest LAN.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58585B"/>
              </a:solidFill>
              <a:effectLst/>
              <a:latin typeface="Cisco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dirty="0">
                <a:solidFill>
                  <a:srgbClr val="000000"/>
                </a:solidFill>
              </a:rPr>
              <a:t>However, the point-to-point WAN links only require two addresses and therefore waste 28 addresses each for a total of 84 unused addresses.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58585B"/>
              </a:solidFill>
              <a:effectLst/>
              <a:latin typeface="CiscoSan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58585B"/>
              </a:solidFill>
              <a:effectLst/>
              <a:latin typeface="CiscoSans"/>
            </a:endParaRPr>
          </a:p>
          <a:p>
            <a:pPr algn="l"/>
            <a:r>
              <a:rPr lang="en-US" b="0" i="0" dirty="0">
                <a:solidFill>
                  <a:srgbClr val="58585B"/>
                </a:solidFill>
                <a:effectLst/>
                <a:latin typeface="CiscoSans"/>
              </a:rPr>
              <a:t>These seven subnets could be assigned to the LAN and WAN networks, as shown in the figure.</a:t>
            </a:r>
          </a:p>
          <a:p>
            <a:pPr algn="l"/>
            <a:r>
              <a:rPr lang="en-US" b="0" i="0" dirty="0">
                <a:solidFill>
                  <a:srgbClr val="58585B"/>
                </a:solidFill>
                <a:effectLst/>
                <a:latin typeface="CiscoSans"/>
              </a:rPr>
              <a:t>Although this traditional subnetting meets the needs of the largest LAN and divides the address space into an adequate number of subnets, it results in significant waste of unused addresses.</a:t>
            </a:r>
          </a:p>
          <a:p>
            <a:pPr algn="l"/>
            <a:r>
              <a:rPr lang="en-US" b="0" i="0" dirty="0">
                <a:solidFill>
                  <a:srgbClr val="58585B"/>
                </a:solidFill>
                <a:effectLst/>
                <a:latin typeface="CiscoSans"/>
              </a:rPr>
              <a:t>For example, only two addresses are needed in each subnet for the three WAN links. Because each subnet has 30 usable addresses, there are 28 unused addresses in each of these subnets. As shown in the figure, this results in 84 unused addresses (28x3).</a:t>
            </a:r>
          </a:p>
          <a:p>
            <a:pPr algn="l"/>
            <a:endParaRPr lang="en-US" b="0" i="0" dirty="0">
              <a:solidFill>
                <a:srgbClr val="58585B"/>
              </a:solidFill>
              <a:effectLst/>
              <a:latin typeface="CiscoSans"/>
            </a:endParaRPr>
          </a:p>
          <a:p>
            <a:pPr algn="l"/>
            <a:br>
              <a:rPr lang="en-US" b="0" i="0" dirty="0">
                <a:solidFill>
                  <a:srgbClr val="58585B"/>
                </a:solidFill>
                <a:effectLst/>
                <a:latin typeface="CiscoSans"/>
              </a:rPr>
            </a:br>
            <a:r>
              <a:rPr lang="en-US" b="0" i="0" dirty="0">
                <a:solidFill>
                  <a:srgbClr val="58585B"/>
                </a:solidFill>
                <a:effectLst/>
                <a:latin typeface="CiscoSans"/>
              </a:rPr>
              <a:t>Further, this limits future growth by reducing the total number of subnets available. This inefficient use of addresses is characteristic of traditional subnetting. Applying a traditional subnetting scheme to this scenario is not very efficient and is wasteful.</a:t>
            </a:r>
          </a:p>
          <a:p>
            <a:pPr algn="l"/>
            <a:r>
              <a:rPr lang="en-US" b="0" i="0" dirty="0">
                <a:solidFill>
                  <a:srgbClr val="58585B"/>
                </a:solidFill>
                <a:effectLst/>
                <a:latin typeface="CiscoSans"/>
              </a:rPr>
              <a:t>The variable-length subnet mask (VLSM) was developed to avoid wasting addresses by enabling us to subnet a subnet.</a:t>
            </a:r>
          </a:p>
          <a:p>
            <a:pPr algn="l"/>
            <a:endParaRPr lang="en-US" b="0" i="0" dirty="0">
              <a:solidFill>
                <a:srgbClr val="58585B"/>
              </a:solidFill>
              <a:effectLst/>
              <a:latin typeface="CiscoSans"/>
            </a:endParaRPr>
          </a:p>
          <a:p>
            <a:pPr marL="342900" indent="-342900" algn="l">
              <a:buFont typeface="Arial" panose="020B0604020202020204" pitchFamily="34" charset="0"/>
              <a:buChar char="•"/>
            </a:pPr>
            <a:r>
              <a:rPr lang="en-CA" sz="1200" dirty="0">
                <a:solidFill>
                  <a:srgbClr val="000000"/>
                </a:solidFill>
              </a:rPr>
              <a:t>Applying a traditional subnetting scheme to this scenario is not very efficient and is wasteful.</a:t>
            </a:r>
          </a:p>
          <a:p>
            <a:pPr marL="342900" indent="-342900" algn="l">
              <a:buFont typeface="Arial" panose="020B0604020202020204" pitchFamily="34" charset="0"/>
              <a:buChar char="•"/>
            </a:pPr>
            <a:endParaRPr lang="en-CA" sz="1200" dirty="0">
              <a:solidFill>
                <a:srgbClr val="000000"/>
              </a:solidFill>
            </a:endParaRPr>
          </a:p>
          <a:p>
            <a:pPr marL="342900" indent="-342900" algn="l">
              <a:buFont typeface="Arial" panose="020B0604020202020204" pitchFamily="34" charset="0"/>
              <a:buChar char="•"/>
            </a:pPr>
            <a:r>
              <a:rPr lang="en-CA" sz="1200" dirty="0">
                <a:solidFill>
                  <a:srgbClr val="000000"/>
                </a:solidFill>
              </a:rPr>
              <a:t>VLSM was developed to avoid wasting addresses by enabling us to subnet a subnet.</a:t>
            </a:r>
          </a:p>
          <a:p>
            <a:pPr algn="l"/>
            <a:endParaRPr lang="en-US" b="0" i="0" dirty="0">
              <a:solidFill>
                <a:srgbClr val="58585B"/>
              </a:solidFill>
              <a:effectLst/>
              <a:latin typeface="CiscoSans"/>
            </a:endParaRP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GB" dirty="0"/>
          </a:p>
          <a:p>
            <a:endParaRPr lang="en-GB" dirty="0"/>
          </a:p>
        </p:txBody>
      </p:sp>
      <p:sp>
        <p:nvSpPr>
          <p:cNvPr id="4" name="Slide Number Placeholder 3"/>
          <p:cNvSpPr>
            <a:spLocks noGrp="1"/>
          </p:cNvSpPr>
          <p:nvPr>
            <p:ph type="sldNum" sz="quarter" idx="5"/>
          </p:nvPr>
        </p:nvSpPr>
        <p:spPr/>
        <p:txBody>
          <a:bodyPr/>
          <a:lstStyle/>
          <a:p>
            <a:fld id="{FD069BF9-EF94-48C3-9509-8AE0DD47CC15}" type="slidenum">
              <a:rPr lang="en-IE" smtClean="0"/>
              <a:t>12</a:t>
            </a:fld>
            <a:endParaRPr lang="en-IE"/>
          </a:p>
        </p:txBody>
      </p:sp>
    </p:spTree>
    <p:extLst>
      <p:ext uri="{BB962C8B-B14F-4D97-AF65-F5344CB8AC3E}">
        <p14:creationId xmlns:p14="http://schemas.microsoft.com/office/powerpoint/2010/main" val="11524123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lgn="l">
              <a:buFont typeface="Arial" panose="020B0604020202020204" pitchFamily="34" charset="0"/>
              <a:buChar char="•"/>
            </a:pPr>
            <a:r>
              <a:rPr lang="en-CA" sz="1200" dirty="0">
                <a:solidFill>
                  <a:srgbClr val="000000"/>
                </a:solidFill>
              </a:rPr>
              <a:t>The left side displays the traditional subnetting scheme (i.e., the same subnet mask) while the right side illustrates how VLSM can be used to subnet a subnet and divided the last subnet into eight /30 subnets.</a:t>
            </a:r>
          </a:p>
          <a:p>
            <a:pPr marL="342900" indent="-342900" algn="l">
              <a:buFont typeface="Arial" panose="020B0604020202020204" pitchFamily="34" charset="0"/>
              <a:buChar char="•"/>
            </a:pPr>
            <a:endParaRPr lang="en-CA" sz="1200" dirty="0">
              <a:solidFill>
                <a:srgbClr val="000000"/>
              </a:solidFill>
            </a:endParaRPr>
          </a:p>
          <a:p>
            <a:pPr marL="342900" indent="-342900" algn="l">
              <a:buFont typeface="Arial" panose="020B0604020202020204" pitchFamily="34" charset="0"/>
              <a:buChar char="•"/>
            </a:pPr>
            <a:r>
              <a:rPr lang="en-CA" sz="1200" dirty="0">
                <a:solidFill>
                  <a:srgbClr val="000000"/>
                </a:solidFill>
              </a:rPr>
              <a:t>When using VLSM, always begin by satisfying the host requirements of the largest subnet and continue subnetting until the host requirements of the smallest subnet are satisfied.</a:t>
            </a:r>
          </a:p>
          <a:p>
            <a:pPr marL="342900" indent="-342900" algn="l">
              <a:buFont typeface="Arial" panose="020B0604020202020204" pitchFamily="34" charset="0"/>
              <a:buChar char="•"/>
            </a:pPr>
            <a:endParaRPr lang="en-CA" sz="1200" dirty="0">
              <a:solidFill>
                <a:srgbClr val="000000"/>
              </a:solidFill>
            </a:endParaRPr>
          </a:p>
          <a:p>
            <a:pPr marL="342900" indent="-342900" algn="l">
              <a:buFont typeface="Arial" panose="020B0604020202020204" pitchFamily="34" charset="0"/>
              <a:buChar char="•"/>
            </a:pPr>
            <a:r>
              <a:rPr lang="en-CA" sz="1200" dirty="0">
                <a:solidFill>
                  <a:srgbClr val="000000"/>
                </a:solidFill>
              </a:rPr>
              <a:t>The resulting topology with VLSM applied.</a:t>
            </a:r>
          </a:p>
          <a:p>
            <a:endParaRPr lang="en-US" b="0" i="0" dirty="0">
              <a:solidFill>
                <a:srgbClr val="58585B"/>
              </a:solidFill>
              <a:effectLst/>
              <a:latin typeface="CiscoSans"/>
            </a:endParaRPr>
          </a:p>
          <a:p>
            <a:r>
              <a:rPr lang="en-US" b="0" i="0" dirty="0">
                <a:solidFill>
                  <a:srgbClr val="58585B"/>
                </a:solidFill>
                <a:effectLst/>
                <a:latin typeface="CiscoSans"/>
              </a:rPr>
              <a:t>In all of the previous subnetting examples, the same subnet mask was applied for all the subnets. This means that each subnet has the same number of available host addresses. As illustrated in the left side of the figure, traditional subnetting creates subnets of equal size. Each subnet in a traditional scheme uses the same subnet mask. As shown in the right side of the figure, VLSM allows a network space to be divided into unequal parts. With VLSM, the subnet mask will vary depending on how many bits have been borrowed for a particular subnet, thus the “variable” part of the VLSM.</a:t>
            </a:r>
          </a:p>
          <a:p>
            <a:endParaRPr lang="en-US" b="0" i="0" dirty="0">
              <a:solidFill>
                <a:srgbClr val="58585B"/>
              </a:solidFill>
              <a:effectLst/>
              <a:latin typeface="CiscoSan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58585B"/>
                </a:solidFill>
                <a:effectLst/>
                <a:latin typeface="CiscoSans"/>
              </a:rPr>
              <a:t>VLSM is just subnetting a subnet. Again, we will use the 192.168.20.0/24 network and subnet it for seven subnets, one for each of the four LANs, and one for each of the three connections between the routers.</a:t>
            </a:r>
          </a:p>
          <a:p>
            <a:endParaRPr lang="en-US" b="0" i="0" dirty="0">
              <a:solidFill>
                <a:srgbClr val="58585B"/>
              </a:solidFill>
              <a:effectLst/>
              <a:latin typeface="CiscoSans"/>
            </a:endParaRPr>
          </a:p>
          <a:p>
            <a:pPr algn="l"/>
            <a:r>
              <a:rPr lang="en-US" b="0" i="0" dirty="0">
                <a:solidFill>
                  <a:srgbClr val="58585B"/>
                </a:solidFill>
                <a:effectLst/>
                <a:latin typeface="CiscoSans"/>
              </a:rPr>
              <a:t>The figure shows how network 192.168.20.0/24 </a:t>
            </a:r>
            <a:r>
              <a:rPr lang="en-US" b="0" i="0" dirty="0" err="1">
                <a:solidFill>
                  <a:srgbClr val="58585B"/>
                </a:solidFill>
                <a:effectLst/>
                <a:latin typeface="CiscoSans"/>
              </a:rPr>
              <a:t>subnetted</a:t>
            </a:r>
            <a:r>
              <a:rPr lang="en-US" b="0" i="0" dirty="0">
                <a:solidFill>
                  <a:srgbClr val="58585B"/>
                </a:solidFill>
                <a:effectLst/>
                <a:latin typeface="CiscoSans"/>
              </a:rPr>
              <a:t> into eight equal-sized subnets with 30 usable host addresses per subnet. Four subnets are used for the LANs and three subnets could be used for the connections between the routers.</a:t>
            </a:r>
          </a:p>
          <a:p>
            <a:endParaRPr lang="en-US" b="0" i="0" dirty="0">
              <a:solidFill>
                <a:srgbClr val="58585B"/>
              </a:solidFill>
              <a:effectLst/>
              <a:latin typeface="CiscoSans"/>
            </a:endParaRPr>
          </a:p>
          <a:p>
            <a:pPr algn="l"/>
            <a:r>
              <a:rPr lang="en-US" b="0" i="0" dirty="0">
                <a:solidFill>
                  <a:srgbClr val="58585B"/>
                </a:solidFill>
                <a:effectLst/>
                <a:latin typeface="CiscoSans"/>
              </a:rPr>
              <a:t>However, the connections between the routers require only two host addresses per subnet (one host address for each router interface). Currently all subnets have 30 usable host addresses per subnet. To avoid wasting 28 addresses per subnet, VLSM can be used to create smaller subnets for the inter-router connections.</a:t>
            </a:r>
          </a:p>
          <a:p>
            <a:pPr algn="l"/>
            <a:r>
              <a:rPr lang="en-US" b="0" i="0" dirty="0">
                <a:solidFill>
                  <a:srgbClr val="58585B"/>
                </a:solidFill>
                <a:effectLst/>
                <a:latin typeface="CiscoSans"/>
              </a:rPr>
              <a:t>To create smaller subnets for the inter-router links, one of the subnets will be divided. In this example, the last subnet, 192.168.20.224/27, will be further </a:t>
            </a:r>
            <a:r>
              <a:rPr lang="en-US" b="0" i="0" dirty="0" err="1">
                <a:solidFill>
                  <a:srgbClr val="58585B"/>
                </a:solidFill>
                <a:effectLst/>
                <a:latin typeface="CiscoSans"/>
              </a:rPr>
              <a:t>subnetted</a:t>
            </a:r>
            <a:r>
              <a:rPr lang="en-US" b="0" i="0" dirty="0">
                <a:solidFill>
                  <a:srgbClr val="58585B"/>
                </a:solidFill>
                <a:effectLst/>
                <a:latin typeface="CiscoSans"/>
              </a:rPr>
              <a:t>. The figure shows the last subnet has been </a:t>
            </a:r>
            <a:r>
              <a:rPr lang="en-US" b="0" i="0" dirty="0" err="1">
                <a:solidFill>
                  <a:srgbClr val="58585B"/>
                </a:solidFill>
                <a:effectLst/>
                <a:latin typeface="CiscoSans"/>
              </a:rPr>
              <a:t>subnetted</a:t>
            </a:r>
            <a:r>
              <a:rPr lang="en-US" b="0" i="0" dirty="0">
                <a:solidFill>
                  <a:srgbClr val="58585B"/>
                </a:solidFill>
                <a:effectLst/>
                <a:latin typeface="CiscoSans"/>
              </a:rPr>
              <a:t> further by using the subnet mask 255.255.255.252 or /30.</a:t>
            </a:r>
          </a:p>
          <a:p>
            <a:br>
              <a:rPr lang="en-US" b="0" i="0" dirty="0">
                <a:solidFill>
                  <a:srgbClr val="58585B"/>
                </a:solidFill>
                <a:effectLst/>
                <a:latin typeface="CiscoSans"/>
              </a:rPr>
            </a:br>
            <a:endParaRPr lang="en-US" b="0" i="0" dirty="0">
              <a:solidFill>
                <a:srgbClr val="58585B"/>
              </a:solidFill>
              <a:effectLst/>
              <a:latin typeface="CiscoSans"/>
            </a:endParaRPr>
          </a:p>
          <a:p>
            <a:pPr algn="l"/>
            <a:r>
              <a:rPr lang="en-US" b="0" i="0" dirty="0">
                <a:solidFill>
                  <a:srgbClr val="58585B"/>
                </a:solidFill>
                <a:effectLst/>
                <a:latin typeface="CiscoSans"/>
              </a:rPr>
              <a:t>Using the VLSM subnets, the LAN and inter-router networks can be addressed without unnecessary waste.</a:t>
            </a:r>
          </a:p>
          <a:p>
            <a:pPr algn="l"/>
            <a:r>
              <a:rPr lang="en-US" b="0" i="0" dirty="0">
                <a:solidFill>
                  <a:srgbClr val="58585B"/>
                </a:solidFill>
                <a:effectLst/>
                <a:latin typeface="CiscoSans"/>
              </a:rPr>
              <a:t>The figure shows the network address assignments and the IPv4 addresses assigned to each router </a:t>
            </a:r>
            <a:r>
              <a:rPr lang="en-US" b="0" i="0" dirty="0" err="1">
                <a:solidFill>
                  <a:srgbClr val="58585B"/>
                </a:solidFill>
                <a:effectLst/>
                <a:latin typeface="CiscoSans"/>
              </a:rPr>
              <a:t>interf</a:t>
            </a:r>
            <a:endParaRPr lang="en-US" b="0" i="0" dirty="0">
              <a:solidFill>
                <a:srgbClr val="58585B"/>
              </a:solidFill>
              <a:effectLst/>
              <a:latin typeface="CiscoSans"/>
            </a:endParaRPr>
          </a:p>
          <a:p>
            <a:pPr algn="l"/>
            <a:r>
              <a:rPr lang="en-US" b="0" i="0" dirty="0">
                <a:solidFill>
                  <a:srgbClr val="58585B"/>
                </a:solidFill>
                <a:effectLst/>
                <a:latin typeface="CiscoSans"/>
              </a:rPr>
              <a:t>Using a common addressing scheme, the first host IPv4 address for each subnet is assigned to the LAN interface of the router. Hosts on each subnet will have a host IPv4 address from the range of host addresses for that subnet and an appropriate mask. Hosts will use the address of the attached router LAN interface as the default gateway address.</a:t>
            </a:r>
          </a:p>
          <a:p>
            <a:pPr algn="l"/>
            <a:r>
              <a:rPr lang="en-US" b="0" i="0" dirty="0">
                <a:solidFill>
                  <a:srgbClr val="58585B"/>
                </a:solidFill>
                <a:effectLst/>
                <a:latin typeface="CiscoSans"/>
              </a:rPr>
              <a:t>The table shows the network addresses and range of host addresses for each network. The default gateway address is displayed for the four LANs.</a:t>
            </a:r>
          </a:p>
          <a:p>
            <a:pPr algn="l"/>
            <a:r>
              <a:rPr lang="en-US" b="0" i="0" dirty="0">
                <a:solidFill>
                  <a:srgbClr val="58585B"/>
                </a:solidFill>
                <a:effectLst/>
                <a:latin typeface="CiscoSans"/>
              </a:rPr>
              <a:t>ace.</a:t>
            </a:r>
          </a:p>
          <a:p>
            <a:br>
              <a:rPr lang="en-US" b="0" i="0" dirty="0">
                <a:solidFill>
                  <a:srgbClr val="58585B"/>
                </a:solidFill>
                <a:effectLst/>
                <a:latin typeface="CiscoSans"/>
              </a:rPr>
            </a:br>
            <a:endParaRPr lang="en-US" dirty="0"/>
          </a:p>
          <a:p>
            <a:endParaRPr lang="en-GB" dirty="0"/>
          </a:p>
        </p:txBody>
      </p:sp>
      <p:sp>
        <p:nvSpPr>
          <p:cNvPr id="4" name="Slide Number Placeholder 3"/>
          <p:cNvSpPr>
            <a:spLocks noGrp="1"/>
          </p:cNvSpPr>
          <p:nvPr>
            <p:ph type="sldNum" sz="quarter" idx="5"/>
          </p:nvPr>
        </p:nvSpPr>
        <p:spPr/>
        <p:txBody>
          <a:bodyPr/>
          <a:lstStyle/>
          <a:p>
            <a:fld id="{FD069BF9-EF94-48C3-9509-8AE0DD47CC15}" type="slidenum">
              <a:rPr lang="en-IE" smtClean="0"/>
              <a:t>14</a:t>
            </a:fld>
            <a:endParaRPr lang="en-IE"/>
          </a:p>
        </p:txBody>
      </p:sp>
    </p:spTree>
    <p:extLst>
      <p:ext uri="{BB962C8B-B14F-4D97-AF65-F5344CB8AC3E}">
        <p14:creationId xmlns:p14="http://schemas.microsoft.com/office/powerpoint/2010/main" val="40381287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58585B"/>
                </a:solidFill>
                <a:effectLst/>
                <a:latin typeface="CiscoSans"/>
              </a:rPr>
              <a:t>Before you start subnetting, you should develop an IPv4 addressing scheme for your entire network. You will need to know how many subnets you need, how many hosts a particular subnet requires, what devices are part of the subnet, which parts of your network use private addresses, and which use public, and many other determining factors. A good addressing scheme allows for growth. A good addressing scheme is also the sign of a good network administrator.</a:t>
            </a:r>
          </a:p>
          <a:p>
            <a:pPr algn="l"/>
            <a:r>
              <a:rPr lang="en-US" b="0" i="0" dirty="0">
                <a:solidFill>
                  <a:srgbClr val="58585B"/>
                </a:solidFill>
                <a:effectLst/>
                <a:latin typeface="CiscoSans"/>
              </a:rPr>
              <a:t>Planning IPv4 network subnets requires you to examine both the needs of an organization’s network usage, and how the subnets will be structured. Performing a network requirement study is the starting point. This means looking at the entire network, both the intranet and the DMZ, and determining how each area will be segmented. The address plan includes determining where address conservation is needed (usually within the DMZ), and where there is more flexibility (usually within the intranet).</a:t>
            </a:r>
          </a:p>
          <a:p>
            <a:pPr algn="l"/>
            <a:r>
              <a:rPr lang="en-US" b="0" i="0" dirty="0">
                <a:solidFill>
                  <a:srgbClr val="58585B"/>
                </a:solidFill>
                <a:effectLst/>
                <a:latin typeface="CiscoSans"/>
              </a:rPr>
              <a:t>Where address conservation is required, the plan should determine how many subnets are needed and how many hosts per subnet. As discussed earlier, this is usually required for public IPv4 address space within the DMZ. This will most likely include using VLSM.</a:t>
            </a:r>
          </a:p>
          <a:p>
            <a:pPr algn="l"/>
            <a:r>
              <a:rPr lang="en-US" b="0" i="0" dirty="0">
                <a:solidFill>
                  <a:srgbClr val="58585B"/>
                </a:solidFill>
                <a:effectLst/>
                <a:latin typeface="CiscoSans"/>
              </a:rPr>
              <a:t>Within the corporate intranet, address conservation is usually less of an issue This is largely due to using private IPv4 addressing, including 10.0.0.0/8, with over 16 million host IPv4 addresses.</a:t>
            </a:r>
          </a:p>
          <a:p>
            <a:pPr algn="l"/>
            <a:r>
              <a:rPr lang="en-US" b="0" i="0" dirty="0">
                <a:solidFill>
                  <a:srgbClr val="58585B"/>
                </a:solidFill>
                <a:effectLst/>
                <a:latin typeface="CiscoSans"/>
              </a:rPr>
              <a:t>For most organizations, private IPv4 addresses allow for more than enough internal (intranet) addresses. For many larger organizations and ISPs, even private IPv4 address space is not large enough to accommodate their internal needs. This is another reason why organizations are transitioning to IPv6.</a:t>
            </a:r>
          </a:p>
          <a:p>
            <a:pPr algn="l"/>
            <a:r>
              <a:rPr lang="en-US" b="0" i="0" dirty="0">
                <a:solidFill>
                  <a:srgbClr val="58585B"/>
                </a:solidFill>
                <a:effectLst/>
                <a:latin typeface="CiscoSans"/>
              </a:rPr>
              <a:t>For intranets that use private IPv4 addresses and DMZs that use public IPv4 addresses, address planning and assignment is important.</a:t>
            </a:r>
          </a:p>
          <a:p>
            <a:pPr algn="l"/>
            <a:r>
              <a:rPr lang="en-US" b="0" i="0" dirty="0">
                <a:solidFill>
                  <a:srgbClr val="58585B"/>
                </a:solidFill>
                <a:effectLst/>
                <a:latin typeface="CiscoSans"/>
              </a:rPr>
              <a:t>Where required, the address plan includes determining the needs of each subnet in terms of size. How many hosts there will be per subnet? The address plan also needs to include how host addresses will be assigned, which hosts will require static IPv4 addresses, and which hosts can use DHCP for obtaining their addressing information. This will also help prevent the duplication of addresses, while allowing for monitoring and managing of addresses for performance and security reasons.</a:t>
            </a:r>
          </a:p>
          <a:p>
            <a:pPr algn="l"/>
            <a:r>
              <a:rPr lang="en-US" b="0" i="0" dirty="0">
                <a:solidFill>
                  <a:srgbClr val="58585B"/>
                </a:solidFill>
                <a:effectLst/>
                <a:latin typeface="CiscoSans"/>
              </a:rPr>
              <a:t>Knowing your IPv4 address requirements will determine the range, or ranges, of host addresses that you implement and help ensure that there are enough addresses to cover your network needs.</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26065052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58585B"/>
                </a:solidFill>
                <a:effectLst/>
                <a:latin typeface="CiscoSans"/>
              </a:rPr>
              <a:t>Within a network, there are different types of devices that require addresses:</a:t>
            </a:r>
          </a:p>
          <a:p>
            <a:pPr algn="l">
              <a:buFont typeface="Arial" panose="020B0604020202020204" pitchFamily="34" charset="0"/>
              <a:buChar char="•"/>
            </a:pPr>
            <a:r>
              <a:rPr lang="en-US" b="1" i="0" dirty="0">
                <a:solidFill>
                  <a:srgbClr val="58585B"/>
                </a:solidFill>
                <a:effectLst/>
                <a:latin typeface="CiscoSans"/>
              </a:rPr>
              <a:t>End user clients</a:t>
            </a:r>
            <a:r>
              <a:rPr lang="en-US" b="0" i="0" dirty="0">
                <a:solidFill>
                  <a:srgbClr val="58585B"/>
                </a:solidFill>
                <a:effectLst/>
                <a:latin typeface="CiscoSans"/>
              </a:rPr>
              <a:t> - Most networks allocate IPv4 addresses to client devices dynamically, using Dynamic Host Configuration Protocol (DHCP). This reduces the burden on network support staff and virtually eliminates entry errors. With DHCP, addresses are only leased for a period of time, and can be reused when the lease expires. This is an important feature for networks that support transient users and wireless devices. Changing the subnetting scheme means that the DHCP server needs to be reconfigured, and the clients must renew their IPv4 addresses. IPv6 clients can obtain address information using DHCPv6 or SLAAC.</a:t>
            </a:r>
          </a:p>
          <a:p>
            <a:pPr algn="l">
              <a:buFont typeface="Arial" panose="020B0604020202020204" pitchFamily="34" charset="0"/>
              <a:buChar char="•"/>
            </a:pPr>
            <a:r>
              <a:rPr lang="en-US" b="1" i="0" dirty="0">
                <a:solidFill>
                  <a:srgbClr val="58585B"/>
                </a:solidFill>
                <a:effectLst/>
                <a:latin typeface="CiscoSans"/>
              </a:rPr>
              <a:t>Servers and peripherals</a:t>
            </a:r>
            <a:r>
              <a:rPr lang="en-US" b="0" i="0" dirty="0">
                <a:solidFill>
                  <a:srgbClr val="58585B"/>
                </a:solidFill>
                <a:effectLst/>
                <a:latin typeface="CiscoSans"/>
              </a:rPr>
              <a:t> - These should have a predictable static IP address. Use a consistent numbering system for these devices.</a:t>
            </a:r>
          </a:p>
          <a:p>
            <a:pPr algn="l">
              <a:buFont typeface="Arial" panose="020B0604020202020204" pitchFamily="34" charset="0"/>
              <a:buChar char="•"/>
            </a:pPr>
            <a:r>
              <a:rPr lang="en-US" b="1" i="0" dirty="0">
                <a:solidFill>
                  <a:srgbClr val="58585B"/>
                </a:solidFill>
                <a:effectLst/>
                <a:latin typeface="CiscoSans"/>
              </a:rPr>
              <a:t>Servers that are accessible from the internet</a:t>
            </a:r>
            <a:r>
              <a:rPr lang="en-US" b="0" i="0" dirty="0">
                <a:solidFill>
                  <a:srgbClr val="58585B"/>
                </a:solidFill>
                <a:effectLst/>
                <a:latin typeface="CiscoSans"/>
              </a:rPr>
              <a:t> - Servers that need to be publicly available on the internet must have a public IPv4 address, most often accessed using NAT. In some organizations, internal servers (not publicly available) must be made available to the remote users. In most cases, these servers are assigned private addresses internally, and the user is required to create a virtual private network (VPN) connection to access the server. This has the same effect as if the user is accessing the server from a host within the intranet.</a:t>
            </a:r>
          </a:p>
          <a:p>
            <a:pPr algn="l">
              <a:buFont typeface="Arial" panose="020B0604020202020204" pitchFamily="34" charset="0"/>
              <a:buChar char="•"/>
            </a:pPr>
            <a:r>
              <a:rPr lang="en-US" b="1" i="0" dirty="0">
                <a:solidFill>
                  <a:srgbClr val="58585B"/>
                </a:solidFill>
                <a:effectLst/>
                <a:latin typeface="CiscoSans"/>
              </a:rPr>
              <a:t>Intermediary devices</a:t>
            </a:r>
            <a:r>
              <a:rPr lang="en-US" b="0" i="0" dirty="0">
                <a:solidFill>
                  <a:srgbClr val="58585B"/>
                </a:solidFill>
                <a:effectLst/>
                <a:latin typeface="CiscoSans"/>
              </a:rPr>
              <a:t> - These devices are assigned addresses for network management, monitoring, and security. Because we must know how to communicate with intermediary devices, they should have predictable, statically assigned addresses.</a:t>
            </a:r>
          </a:p>
          <a:p>
            <a:pPr algn="l">
              <a:buFont typeface="Arial" panose="020B0604020202020204" pitchFamily="34" charset="0"/>
              <a:buChar char="•"/>
            </a:pPr>
            <a:r>
              <a:rPr lang="en-US" b="1" i="0" dirty="0">
                <a:solidFill>
                  <a:srgbClr val="58585B"/>
                </a:solidFill>
                <a:effectLst/>
                <a:latin typeface="CiscoSans"/>
              </a:rPr>
              <a:t>Gateway</a:t>
            </a:r>
            <a:r>
              <a:rPr lang="en-US" b="0" i="0" dirty="0">
                <a:solidFill>
                  <a:srgbClr val="58585B"/>
                </a:solidFill>
                <a:effectLst/>
                <a:latin typeface="CiscoSans"/>
              </a:rPr>
              <a:t> - Routers and firewall devices have an IP address assigned to each interface which serves as the gateway for the hosts in that network. Typically, the router interface uses either the lowest or highest address in the network.</a:t>
            </a:r>
          </a:p>
          <a:p>
            <a:pPr algn="l"/>
            <a:r>
              <a:rPr lang="en-US" b="0" i="0" dirty="0">
                <a:solidFill>
                  <a:srgbClr val="58585B"/>
                </a:solidFill>
                <a:effectLst/>
                <a:latin typeface="CiscoSans"/>
              </a:rPr>
              <a:t>When developing an IP addressing scheme, it is generally recommended that you have a set pattern of how addresses are allocated to each type of device. This benefits administrators when adding and removing devices, filtering traffic based on IP, as well as simplifying documentation.</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16340874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err="1">
                <a:solidFill>
                  <a:srgbClr val="1F1F1F"/>
                </a:solidFill>
                <a:effectLst/>
                <a:latin typeface="Google Sans"/>
              </a:rPr>
              <a:t>Supernetting</a:t>
            </a:r>
            <a:r>
              <a:rPr lang="en-GB" b="0" i="0" dirty="0">
                <a:solidFill>
                  <a:srgbClr val="1F1F1F"/>
                </a:solidFill>
                <a:effectLst/>
                <a:latin typeface="Google Sans"/>
              </a:rPr>
              <a:t> is </a:t>
            </a:r>
            <a:r>
              <a:rPr lang="en-GB" b="0" i="0" dirty="0">
                <a:solidFill>
                  <a:srgbClr val="040C28"/>
                </a:solidFill>
                <a:effectLst/>
                <a:latin typeface="Google Sans"/>
              </a:rPr>
              <a:t>a technique in computer networking for combining multiple smaller network addresses into a single larger network address</a:t>
            </a:r>
            <a:r>
              <a:rPr lang="en-GB" b="0" i="0" dirty="0">
                <a:solidFill>
                  <a:srgbClr val="1F1F1F"/>
                </a:solidFill>
                <a:effectLst/>
                <a:latin typeface="Google Sans"/>
              </a:rPr>
              <a:t>. Doing it allows more efficient routing and reduces the size of the routing table. The reason for </a:t>
            </a:r>
            <a:r>
              <a:rPr lang="en-GB" b="0" i="0" dirty="0" err="1">
                <a:solidFill>
                  <a:srgbClr val="1F1F1F"/>
                </a:solidFill>
                <a:effectLst/>
                <a:latin typeface="Google Sans"/>
              </a:rPr>
              <a:t>supernetting</a:t>
            </a:r>
            <a:r>
              <a:rPr lang="en-GB" b="0" i="0" dirty="0">
                <a:solidFill>
                  <a:srgbClr val="1F1F1F"/>
                </a:solidFill>
                <a:effectLst/>
                <a:latin typeface="Google Sans"/>
              </a:rPr>
              <a:t> is to improve the efficiency of routing in large-scale networks.</a:t>
            </a:r>
          </a:p>
          <a:p>
            <a:endParaRPr lang="en-GB" dirty="0"/>
          </a:p>
          <a:p>
            <a:pPr algn="just" rtl="0" fontAlgn="base"/>
            <a:r>
              <a:rPr lang="en-GB" b="0" i="0" dirty="0" err="1">
                <a:solidFill>
                  <a:srgbClr val="273239"/>
                </a:solidFill>
                <a:effectLst/>
                <a:latin typeface="Nunito" pitchFamily="2" charset="0"/>
              </a:rPr>
              <a:t>Supernetting</a:t>
            </a:r>
            <a:r>
              <a:rPr lang="en-GB" b="0" i="0" dirty="0">
                <a:solidFill>
                  <a:srgbClr val="273239"/>
                </a:solidFill>
                <a:effectLst/>
                <a:latin typeface="Nunito" pitchFamily="2" charset="0"/>
              </a:rPr>
              <a:t> is the process of aggregating routes to multiple smaller networks. Thus saving storage space in the routing table, simplifying routing decisions, and reducing route advertisements to </a:t>
            </a:r>
            <a:r>
              <a:rPr lang="en-GB" b="0" i="0" dirty="0" err="1">
                <a:solidFill>
                  <a:srgbClr val="273239"/>
                </a:solidFill>
                <a:effectLst/>
                <a:latin typeface="Nunito" pitchFamily="2" charset="0"/>
              </a:rPr>
              <a:t>neighboring</a:t>
            </a:r>
            <a:r>
              <a:rPr lang="en-GB" b="0" i="0" dirty="0">
                <a:solidFill>
                  <a:srgbClr val="273239"/>
                </a:solidFill>
                <a:effectLst/>
                <a:latin typeface="Nunito" pitchFamily="2" charset="0"/>
              </a:rPr>
              <a:t> </a:t>
            </a:r>
            <a:r>
              <a:rPr lang="en-GB" b="0" i="0" u="sng" dirty="0">
                <a:solidFill>
                  <a:srgbClr val="273239"/>
                </a:solidFill>
                <a:effectLst/>
                <a:latin typeface="Nunito" pitchFamily="2" charset="0"/>
                <a:hlinkClick r:id="rId3"/>
              </a:rPr>
              <a:t>gateways</a:t>
            </a:r>
            <a:r>
              <a:rPr lang="en-GB" b="0" i="0" dirty="0">
                <a:solidFill>
                  <a:srgbClr val="273239"/>
                </a:solidFill>
                <a:effectLst/>
                <a:latin typeface="Nunito" pitchFamily="2" charset="0"/>
              </a:rPr>
              <a:t>. </a:t>
            </a:r>
            <a:r>
              <a:rPr lang="en-GB" b="0" i="0" dirty="0" err="1">
                <a:solidFill>
                  <a:srgbClr val="273239"/>
                </a:solidFill>
                <a:effectLst/>
                <a:latin typeface="Nunito" pitchFamily="2" charset="0"/>
              </a:rPr>
              <a:t>Supernetting</a:t>
            </a:r>
            <a:r>
              <a:rPr lang="en-GB" b="0" i="0" dirty="0">
                <a:solidFill>
                  <a:srgbClr val="273239"/>
                </a:solidFill>
                <a:effectLst/>
                <a:latin typeface="Nunito" pitchFamily="2" charset="0"/>
              </a:rPr>
              <a:t> has helped address the increasing size of </a:t>
            </a:r>
            <a:r>
              <a:rPr lang="en-GB" b="0" i="0" u="sng" dirty="0">
                <a:solidFill>
                  <a:srgbClr val="273239"/>
                </a:solidFill>
                <a:effectLst/>
                <a:latin typeface="Nunito" pitchFamily="2" charset="0"/>
                <a:hlinkClick r:id="rId4"/>
              </a:rPr>
              <a:t>routing tables</a:t>
            </a:r>
            <a:r>
              <a:rPr lang="en-GB" b="0" i="0" dirty="0">
                <a:solidFill>
                  <a:srgbClr val="273239"/>
                </a:solidFill>
                <a:effectLst/>
                <a:latin typeface="Nunito" pitchFamily="2" charset="0"/>
              </a:rPr>
              <a:t> as the Internet has expanded. </a:t>
            </a:r>
            <a:r>
              <a:rPr lang="en-GB" b="0" i="0" dirty="0" err="1">
                <a:solidFill>
                  <a:srgbClr val="273239"/>
                </a:solidFill>
                <a:effectLst/>
                <a:latin typeface="Nunito" pitchFamily="2" charset="0"/>
              </a:rPr>
              <a:t>Supernetting</a:t>
            </a:r>
            <a:r>
              <a:rPr lang="en-GB" b="0" i="0" dirty="0">
                <a:solidFill>
                  <a:srgbClr val="273239"/>
                </a:solidFill>
                <a:effectLst/>
                <a:latin typeface="Nunito" pitchFamily="2" charset="0"/>
              </a:rPr>
              <a:t> is mainly used in Route Summarization, where routes to multiple networks with similar network prefixes are combined into a single routing entry, with the routing entry pointing to a Super network, encompassing all the networks. This in turn significantly reduces the size of routing tables and also the size of routing updates exchanged by routing protocols. </a:t>
            </a:r>
          </a:p>
          <a:p>
            <a:pPr algn="l" fontAlgn="base"/>
            <a:r>
              <a:rPr lang="en-GB" b="0" i="0" dirty="0">
                <a:solidFill>
                  <a:srgbClr val="273239"/>
                </a:solidFill>
                <a:effectLst/>
                <a:latin typeface="Nunito" pitchFamily="2" charset="0"/>
              </a:rPr>
              <a:t>More specifically, </a:t>
            </a:r>
          </a:p>
          <a:p>
            <a:pPr algn="l" fontAlgn="base">
              <a:buFont typeface="Arial" panose="020B0604020202020204" pitchFamily="34" charset="0"/>
              <a:buChar char="•"/>
            </a:pPr>
            <a:r>
              <a:rPr lang="en-GB" b="0" i="0" dirty="0">
                <a:solidFill>
                  <a:srgbClr val="273239"/>
                </a:solidFill>
                <a:effectLst/>
                <a:latin typeface="Nunito" pitchFamily="2" charset="0"/>
              </a:rPr>
              <a:t>When multiple networks are combined to form a bigger network, it is termed super-netting </a:t>
            </a:r>
          </a:p>
          <a:p>
            <a:pPr algn="l" fontAlgn="base">
              <a:buFont typeface="Arial" panose="020B0604020202020204" pitchFamily="34" charset="0"/>
              <a:buChar char="•"/>
            </a:pPr>
            <a:r>
              <a:rPr lang="en-GB" b="0" i="0" dirty="0">
                <a:solidFill>
                  <a:srgbClr val="273239"/>
                </a:solidFill>
                <a:effectLst/>
                <a:latin typeface="Nunito" pitchFamily="2" charset="0"/>
              </a:rPr>
              <a:t>Super netting is used in route aggregation to reduce the size of routing tables and routing table updates </a:t>
            </a:r>
          </a:p>
          <a:p>
            <a:endParaRPr lang="en-GB" dirty="0"/>
          </a:p>
        </p:txBody>
      </p:sp>
      <p:sp>
        <p:nvSpPr>
          <p:cNvPr id="4" name="Slide Number Placeholder 3"/>
          <p:cNvSpPr>
            <a:spLocks noGrp="1"/>
          </p:cNvSpPr>
          <p:nvPr>
            <p:ph type="sldNum" sz="quarter" idx="5"/>
          </p:nvPr>
        </p:nvSpPr>
        <p:spPr/>
        <p:txBody>
          <a:bodyPr/>
          <a:lstStyle/>
          <a:p>
            <a:fld id="{FD069BF9-EF94-48C3-9509-8AE0DD47CC15}" type="slidenum">
              <a:rPr lang="en-IE" smtClean="0"/>
              <a:t>29</a:t>
            </a:fld>
            <a:endParaRPr lang="en-IE"/>
          </a:p>
        </p:txBody>
      </p:sp>
    </p:spTree>
    <p:extLst>
      <p:ext uri="{BB962C8B-B14F-4D97-AF65-F5344CB8AC3E}">
        <p14:creationId xmlns:p14="http://schemas.microsoft.com/office/powerpoint/2010/main" val="27454669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B4888-FC43-48F0-AC90-AFB984E712A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E"/>
          </a:p>
        </p:txBody>
      </p:sp>
      <p:sp>
        <p:nvSpPr>
          <p:cNvPr id="3" name="Subtitle 2">
            <a:extLst>
              <a:ext uri="{FF2B5EF4-FFF2-40B4-BE49-F238E27FC236}">
                <a16:creationId xmlns:a16="http://schemas.microsoft.com/office/drawing/2014/main" id="{72100FF1-A629-46F3-A630-926276F32A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E"/>
          </a:p>
        </p:txBody>
      </p:sp>
      <p:sp>
        <p:nvSpPr>
          <p:cNvPr id="4" name="Date Placeholder 3">
            <a:extLst>
              <a:ext uri="{FF2B5EF4-FFF2-40B4-BE49-F238E27FC236}">
                <a16:creationId xmlns:a16="http://schemas.microsoft.com/office/drawing/2014/main" id="{10EF5057-FBF9-49C9-A532-154C0929BAF0}"/>
              </a:ext>
            </a:extLst>
          </p:cNvPr>
          <p:cNvSpPr>
            <a:spLocks noGrp="1"/>
          </p:cNvSpPr>
          <p:nvPr>
            <p:ph type="dt" sz="half" idx="10"/>
          </p:nvPr>
        </p:nvSpPr>
        <p:spPr/>
        <p:txBody>
          <a:bodyPr/>
          <a:lstStyle/>
          <a:p>
            <a:fld id="{7FBCFF25-6100-4A0E-8F25-7FF7F838343F}" type="datetimeFigureOut">
              <a:rPr lang="en-IE" smtClean="0"/>
              <a:t>16/03/2026</a:t>
            </a:fld>
            <a:endParaRPr lang="en-IE"/>
          </a:p>
        </p:txBody>
      </p:sp>
      <p:sp>
        <p:nvSpPr>
          <p:cNvPr id="5" name="Footer Placeholder 4">
            <a:extLst>
              <a:ext uri="{FF2B5EF4-FFF2-40B4-BE49-F238E27FC236}">
                <a16:creationId xmlns:a16="http://schemas.microsoft.com/office/drawing/2014/main" id="{CFF01BA7-CA22-4CEC-A92B-D07822405824}"/>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E94BE643-491D-4234-8BF9-0813A219CD36}"/>
              </a:ext>
            </a:extLst>
          </p:cNvPr>
          <p:cNvSpPr>
            <a:spLocks noGrp="1"/>
          </p:cNvSpPr>
          <p:nvPr>
            <p:ph type="sldNum" sz="quarter" idx="12"/>
          </p:nvPr>
        </p:nvSpPr>
        <p:spPr/>
        <p:txBody>
          <a:bodyPr/>
          <a:lstStyle/>
          <a:p>
            <a:fld id="{E906B282-0725-46C3-BAA0-C358A013D45D}" type="slidenum">
              <a:rPr lang="en-IE" smtClean="0"/>
              <a:t>‹#›</a:t>
            </a:fld>
            <a:endParaRPr lang="en-IE"/>
          </a:p>
        </p:txBody>
      </p:sp>
    </p:spTree>
    <p:extLst>
      <p:ext uri="{BB962C8B-B14F-4D97-AF65-F5344CB8AC3E}">
        <p14:creationId xmlns:p14="http://schemas.microsoft.com/office/powerpoint/2010/main" val="32445997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EA758-607B-47C0-8725-32F8B51B9640}"/>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DA63A7D5-CB48-4DDF-AA35-C853E1F25CE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66BD4F2B-CBCE-429F-94A5-6ADBBDD97C79}"/>
              </a:ext>
            </a:extLst>
          </p:cNvPr>
          <p:cNvSpPr>
            <a:spLocks noGrp="1"/>
          </p:cNvSpPr>
          <p:nvPr>
            <p:ph type="dt" sz="half" idx="10"/>
          </p:nvPr>
        </p:nvSpPr>
        <p:spPr/>
        <p:txBody>
          <a:bodyPr/>
          <a:lstStyle/>
          <a:p>
            <a:fld id="{7FBCFF25-6100-4A0E-8F25-7FF7F838343F}" type="datetimeFigureOut">
              <a:rPr lang="en-IE" smtClean="0"/>
              <a:t>16/03/2026</a:t>
            </a:fld>
            <a:endParaRPr lang="en-IE"/>
          </a:p>
        </p:txBody>
      </p:sp>
      <p:sp>
        <p:nvSpPr>
          <p:cNvPr id="5" name="Footer Placeholder 4">
            <a:extLst>
              <a:ext uri="{FF2B5EF4-FFF2-40B4-BE49-F238E27FC236}">
                <a16:creationId xmlns:a16="http://schemas.microsoft.com/office/drawing/2014/main" id="{F33AED47-DC8D-4EDD-B5DD-9FD9DBE230BF}"/>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A2EFBECB-6586-4C59-BF53-671D5D4B40C5}"/>
              </a:ext>
            </a:extLst>
          </p:cNvPr>
          <p:cNvSpPr>
            <a:spLocks noGrp="1"/>
          </p:cNvSpPr>
          <p:nvPr>
            <p:ph type="sldNum" sz="quarter" idx="12"/>
          </p:nvPr>
        </p:nvSpPr>
        <p:spPr/>
        <p:txBody>
          <a:bodyPr/>
          <a:lstStyle/>
          <a:p>
            <a:fld id="{E906B282-0725-46C3-BAA0-C358A013D45D}" type="slidenum">
              <a:rPr lang="en-IE" smtClean="0"/>
              <a:t>‹#›</a:t>
            </a:fld>
            <a:endParaRPr lang="en-IE"/>
          </a:p>
        </p:txBody>
      </p:sp>
    </p:spTree>
    <p:extLst>
      <p:ext uri="{BB962C8B-B14F-4D97-AF65-F5344CB8AC3E}">
        <p14:creationId xmlns:p14="http://schemas.microsoft.com/office/powerpoint/2010/main" val="935744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F1222-EBB0-4097-BFD0-FCECF726B5A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E"/>
          </a:p>
        </p:txBody>
      </p:sp>
      <p:sp>
        <p:nvSpPr>
          <p:cNvPr id="3" name="Text Placeholder 2">
            <a:extLst>
              <a:ext uri="{FF2B5EF4-FFF2-40B4-BE49-F238E27FC236}">
                <a16:creationId xmlns:a16="http://schemas.microsoft.com/office/drawing/2014/main" id="{4F6C1BFF-2E7B-4073-8DA6-EBA8218152D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B0B9D37-B756-49FD-B639-526FA5DAC181}"/>
              </a:ext>
            </a:extLst>
          </p:cNvPr>
          <p:cNvSpPr>
            <a:spLocks noGrp="1"/>
          </p:cNvSpPr>
          <p:nvPr>
            <p:ph type="dt" sz="half" idx="10"/>
          </p:nvPr>
        </p:nvSpPr>
        <p:spPr/>
        <p:txBody>
          <a:bodyPr/>
          <a:lstStyle/>
          <a:p>
            <a:fld id="{7FBCFF25-6100-4A0E-8F25-7FF7F838343F}" type="datetimeFigureOut">
              <a:rPr lang="en-IE" smtClean="0"/>
              <a:t>16/03/2026</a:t>
            </a:fld>
            <a:endParaRPr lang="en-IE"/>
          </a:p>
        </p:txBody>
      </p:sp>
      <p:sp>
        <p:nvSpPr>
          <p:cNvPr id="5" name="Footer Placeholder 4">
            <a:extLst>
              <a:ext uri="{FF2B5EF4-FFF2-40B4-BE49-F238E27FC236}">
                <a16:creationId xmlns:a16="http://schemas.microsoft.com/office/drawing/2014/main" id="{AC0D1566-C56E-4122-B00A-0C70A6E61297}"/>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F43FE860-4308-4FB4-A041-EB34DA96D81B}"/>
              </a:ext>
            </a:extLst>
          </p:cNvPr>
          <p:cNvSpPr>
            <a:spLocks noGrp="1"/>
          </p:cNvSpPr>
          <p:nvPr>
            <p:ph type="sldNum" sz="quarter" idx="12"/>
          </p:nvPr>
        </p:nvSpPr>
        <p:spPr/>
        <p:txBody>
          <a:bodyPr/>
          <a:lstStyle/>
          <a:p>
            <a:fld id="{E906B282-0725-46C3-BAA0-C358A013D45D}" type="slidenum">
              <a:rPr lang="en-IE" smtClean="0"/>
              <a:t>‹#›</a:t>
            </a:fld>
            <a:endParaRPr lang="en-IE"/>
          </a:p>
        </p:txBody>
      </p:sp>
    </p:spTree>
    <p:extLst>
      <p:ext uri="{BB962C8B-B14F-4D97-AF65-F5344CB8AC3E}">
        <p14:creationId xmlns:p14="http://schemas.microsoft.com/office/powerpoint/2010/main" val="4176721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60688-28D6-428C-9B0A-E65987FA9240}"/>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76A181A5-A900-46BA-8781-2DAB6889467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a:extLst>
              <a:ext uri="{FF2B5EF4-FFF2-40B4-BE49-F238E27FC236}">
                <a16:creationId xmlns:a16="http://schemas.microsoft.com/office/drawing/2014/main" id="{A2D5E8B4-72B7-46CB-BF7E-94EC7BAA02D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a:extLst>
              <a:ext uri="{FF2B5EF4-FFF2-40B4-BE49-F238E27FC236}">
                <a16:creationId xmlns:a16="http://schemas.microsoft.com/office/drawing/2014/main" id="{AC8FCDFE-07F1-49CA-9DF4-B799C1F611FF}"/>
              </a:ext>
            </a:extLst>
          </p:cNvPr>
          <p:cNvSpPr>
            <a:spLocks noGrp="1"/>
          </p:cNvSpPr>
          <p:nvPr>
            <p:ph type="dt" sz="half" idx="10"/>
          </p:nvPr>
        </p:nvSpPr>
        <p:spPr/>
        <p:txBody>
          <a:bodyPr/>
          <a:lstStyle/>
          <a:p>
            <a:fld id="{7FBCFF25-6100-4A0E-8F25-7FF7F838343F}" type="datetimeFigureOut">
              <a:rPr lang="en-IE" smtClean="0"/>
              <a:t>16/03/2026</a:t>
            </a:fld>
            <a:endParaRPr lang="en-IE"/>
          </a:p>
        </p:txBody>
      </p:sp>
      <p:sp>
        <p:nvSpPr>
          <p:cNvPr id="6" name="Footer Placeholder 5">
            <a:extLst>
              <a:ext uri="{FF2B5EF4-FFF2-40B4-BE49-F238E27FC236}">
                <a16:creationId xmlns:a16="http://schemas.microsoft.com/office/drawing/2014/main" id="{B1A9F840-E412-409C-A6F4-D43005138FE8}"/>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79004B98-790E-4890-8E40-EEAF4FE0FDCE}"/>
              </a:ext>
            </a:extLst>
          </p:cNvPr>
          <p:cNvSpPr>
            <a:spLocks noGrp="1"/>
          </p:cNvSpPr>
          <p:nvPr>
            <p:ph type="sldNum" sz="quarter" idx="12"/>
          </p:nvPr>
        </p:nvSpPr>
        <p:spPr/>
        <p:txBody>
          <a:bodyPr/>
          <a:lstStyle/>
          <a:p>
            <a:fld id="{E906B282-0725-46C3-BAA0-C358A013D45D}" type="slidenum">
              <a:rPr lang="en-IE" smtClean="0"/>
              <a:t>‹#›</a:t>
            </a:fld>
            <a:endParaRPr lang="en-IE"/>
          </a:p>
        </p:txBody>
      </p:sp>
    </p:spTree>
    <p:extLst>
      <p:ext uri="{BB962C8B-B14F-4D97-AF65-F5344CB8AC3E}">
        <p14:creationId xmlns:p14="http://schemas.microsoft.com/office/powerpoint/2010/main" val="11803371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4BCB5-254D-4FE3-B9FE-90D1F795E3CB}"/>
              </a:ext>
            </a:extLst>
          </p:cNvPr>
          <p:cNvSpPr>
            <a:spLocks noGrp="1"/>
          </p:cNvSpPr>
          <p:nvPr>
            <p:ph type="title"/>
          </p:nvPr>
        </p:nvSpPr>
        <p:spPr>
          <a:xfrm>
            <a:off x="839788" y="365125"/>
            <a:ext cx="10515600" cy="1325563"/>
          </a:xfrm>
        </p:spPr>
        <p:txBody>
          <a:bodyPr/>
          <a:lstStyle/>
          <a:p>
            <a:r>
              <a:rPr lang="en-US"/>
              <a:t>Click to edit Master title style</a:t>
            </a:r>
            <a:endParaRPr lang="en-IE"/>
          </a:p>
        </p:txBody>
      </p:sp>
      <p:sp>
        <p:nvSpPr>
          <p:cNvPr id="3" name="Text Placeholder 2">
            <a:extLst>
              <a:ext uri="{FF2B5EF4-FFF2-40B4-BE49-F238E27FC236}">
                <a16:creationId xmlns:a16="http://schemas.microsoft.com/office/drawing/2014/main" id="{60B3277C-60A2-4932-A529-47398E206A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76459A-5FD6-435E-AF4F-400E97F2609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a:extLst>
              <a:ext uri="{FF2B5EF4-FFF2-40B4-BE49-F238E27FC236}">
                <a16:creationId xmlns:a16="http://schemas.microsoft.com/office/drawing/2014/main" id="{E327355A-FCA1-453D-B502-E4E6EF0D24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13ED8F-F018-450F-B63B-6AA599C23C9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a:extLst>
              <a:ext uri="{FF2B5EF4-FFF2-40B4-BE49-F238E27FC236}">
                <a16:creationId xmlns:a16="http://schemas.microsoft.com/office/drawing/2014/main" id="{9460B674-DAE0-4D97-9621-255C53902A5F}"/>
              </a:ext>
            </a:extLst>
          </p:cNvPr>
          <p:cNvSpPr>
            <a:spLocks noGrp="1"/>
          </p:cNvSpPr>
          <p:nvPr>
            <p:ph type="dt" sz="half" idx="10"/>
          </p:nvPr>
        </p:nvSpPr>
        <p:spPr/>
        <p:txBody>
          <a:bodyPr/>
          <a:lstStyle/>
          <a:p>
            <a:fld id="{7FBCFF25-6100-4A0E-8F25-7FF7F838343F}" type="datetimeFigureOut">
              <a:rPr lang="en-IE" smtClean="0"/>
              <a:t>16/03/2026</a:t>
            </a:fld>
            <a:endParaRPr lang="en-IE"/>
          </a:p>
        </p:txBody>
      </p:sp>
      <p:sp>
        <p:nvSpPr>
          <p:cNvPr id="8" name="Footer Placeholder 7">
            <a:extLst>
              <a:ext uri="{FF2B5EF4-FFF2-40B4-BE49-F238E27FC236}">
                <a16:creationId xmlns:a16="http://schemas.microsoft.com/office/drawing/2014/main" id="{C200E778-DE7D-4F77-8945-7441A5773D90}"/>
              </a:ext>
            </a:extLst>
          </p:cNvPr>
          <p:cNvSpPr>
            <a:spLocks noGrp="1"/>
          </p:cNvSpPr>
          <p:nvPr>
            <p:ph type="ftr" sz="quarter" idx="11"/>
          </p:nvPr>
        </p:nvSpPr>
        <p:spPr/>
        <p:txBody>
          <a:bodyPr/>
          <a:lstStyle/>
          <a:p>
            <a:endParaRPr lang="en-IE"/>
          </a:p>
        </p:txBody>
      </p:sp>
      <p:sp>
        <p:nvSpPr>
          <p:cNvPr id="9" name="Slide Number Placeholder 8">
            <a:extLst>
              <a:ext uri="{FF2B5EF4-FFF2-40B4-BE49-F238E27FC236}">
                <a16:creationId xmlns:a16="http://schemas.microsoft.com/office/drawing/2014/main" id="{3FBC92FB-E90E-4579-B142-27A2606AD8A9}"/>
              </a:ext>
            </a:extLst>
          </p:cNvPr>
          <p:cNvSpPr>
            <a:spLocks noGrp="1"/>
          </p:cNvSpPr>
          <p:nvPr>
            <p:ph type="sldNum" sz="quarter" idx="12"/>
          </p:nvPr>
        </p:nvSpPr>
        <p:spPr/>
        <p:txBody>
          <a:bodyPr/>
          <a:lstStyle/>
          <a:p>
            <a:fld id="{E906B282-0725-46C3-BAA0-C358A013D45D}" type="slidenum">
              <a:rPr lang="en-IE" smtClean="0"/>
              <a:t>‹#›</a:t>
            </a:fld>
            <a:endParaRPr lang="en-IE"/>
          </a:p>
        </p:txBody>
      </p:sp>
    </p:spTree>
    <p:extLst>
      <p:ext uri="{BB962C8B-B14F-4D97-AF65-F5344CB8AC3E}">
        <p14:creationId xmlns:p14="http://schemas.microsoft.com/office/powerpoint/2010/main" val="3154720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F5174-589B-43A6-BC6C-DADE52E4B75B}"/>
              </a:ext>
            </a:extLst>
          </p:cNvPr>
          <p:cNvSpPr>
            <a:spLocks noGrp="1"/>
          </p:cNvSpPr>
          <p:nvPr>
            <p:ph type="title"/>
          </p:nvPr>
        </p:nvSpPr>
        <p:spPr/>
        <p:txBody>
          <a:bodyPr/>
          <a:lstStyle/>
          <a:p>
            <a:r>
              <a:rPr lang="en-US"/>
              <a:t>Click to edit Master title style</a:t>
            </a:r>
            <a:endParaRPr lang="en-IE"/>
          </a:p>
        </p:txBody>
      </p:sp>
      <p:sp>
        <p:nvSpPr>
          <p:cNvPr id="3" name="Date Placeholder 2">
            <a:extLst>
              <a:ext uri="{FF2B5EF4-FFF2-40B4-BE49-F238E27FC236}">
                <a16:creationId xmlns:a16="http://schemas.microsoft.com/office/drawing/2014/main" id="{3B503905-9153-4FE9-8A5F-3D5A4A2882D7}"/>
              </a:ext>
            </a:extLst>
          </p:cNvPr>
          <p:cNvSpPr>
            <a:spLocks noGrp="1"/>
          </p:cNvSpPr>
          <p:nvPr>
            <p:ph type="dt" sz="half" idx="10"/>
          </p:nvPr>
        </p:nvSpPr>
        <p:spPr/>
        <p:txBody>
          <a:bodyPr/>
          <a:lstStyle/>
          <a:p>
            <a:fld id="{7FBCFF25-6100-4A0E-8F25-7FF7F838343F}" type="datetimeFigureOut">
              <a:rPr lang="en-IE" smtClean="0"/>
              <a:t>16/03/2026</a:t>
            </a:fld>
            <a:endParaRPr lang="en-IE"/>
          </a:p>
        </p:txBody>
      </p:sp>
      <p:sp>
        <p:nvSpPr>
          <p:cNvPr id="4" name="Footer Placeholder 3">
            <a:extLst>
              <a:ext uri="{FF2B5EF4-FFF2-40B4-BE49-F238E27FC236}">
                <a16:creationId xmlns:a16="http://schemas.microsoft.com/office/drawing/2014/main" id="{75848B8E-54F6-4D78-9BBB-B1A57C192434}"/>
              </a:ext>
            </a:extLst>
          </p:cNvPr>
          <p:cNvSpPr>
            <a:spLocks noGrp="1"/>
          </p:cNvSpPr>
          <p:nvPr>
            <p:ph type="ftr" sz="quarter" idx="11"/>
          </p:nvPr>
        </p:nvSpPr>
        <p:spPr/>
        <p:txBody>
          <a:bodyPr/>
          <a:lstStyle/>
          <a:p>
            <a:endParaRPr lang="en-IE"/>
          </a:p>
        </p:txBody>
      </p:sp>
      <p:sp>
        <p:nvSpPr>
          <p:cNvPr id="5" name="Slide Number Placeholder 4">
            <a:extLst>
              <a:ext uri="{FF2B5EF4-FFF2-40B4-BE49-F238E27FC236}">
                <a16:creationId xmlns:a16="http://schemas.microsoft.com/office/drawing/2014/main" id="{33226FD8-0064-46F5-B3B1-1836C66088BE}"/>
              </a:ext>
            </a:extLst>
          </p:cNvPr>
          <p:cNvSpPr>
            <a:spLocks noGrp="1"/>
          </p:cNvSpPr>
          <p:nvPr>
            <p:ph type="sldNum" sz="quarter" idx="12"/>
          </p:nvPr>
        </p:nvSpPr>
        <p:spPr/>
        <p:txBody>
          <a:bodyPr/>
          <a:lstStyle/>
          <a:p>
            <a:fld id="{E906B282-0725-46C3-BAA0-C358A013D45D}" type="slidenum">
              <a:rPr lang="en-IE" smtClean="0"/>
              <a:t>‹#›</a:t>
            </a:fld>
            <a:endParaRPr lang="en-IE"/>
          </a:p>
        </p:txBody>
      </p:sp>
    </p:spTree>
    <p:extLst>
      <p:ext uri="{BB962C8B-B14F-4D97-AF65-F5344CB8AC3E}">
        <p14:creationId xmlns:p14="http://schemas.microsoft.com/office/powerpoint/2010/main" val="944806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1627DE-BBBF-4908-8BFD-BDF54790332D}"/>
              </a:ext>
            </a:extLst>
          </p:cNvPr>
          <p:cNvSpPr>
            <a:spLocks noGrp="1"/>
          </p:cNvSpPr>
          <p:nvPr>
            <p:ph type="dt" sz="half" idx="10"/>
          </p:nvPr>
        </p:nvSpPr>
        <p:spPr/>
        <p:txBody>
          <a:bodyPr/>
          <a:lstStyle/>
          <a:p>
            <a:fld id="{7FBCFF25-6100-4A0E-8F25-7FF7F838343F}" type="datetimeFigureOut">
              <a:rPr lang="en-IE" smtClean="0"/>
              <a:t>16/03/2026</a:t>
            </a:fld>
            <a:endParaRPr lang="en-IE"/>
          </a:p>
        </p:txBody>
      </p:sp>
      <p:sp>
        <p:nvSpPr>
          <p:cNvPr id="3" name="Footer Placeholder 2">
            <a:extLst>
              <a:ext uri="{FF2B5EF4-FFF2-40B4-BE49-F238E27FC236}">
                <a16:creationId xmlns:a16="http://schemas.microsoft.com/office/drawing/2014/main" id="{DE4D4F30-9A52-400E-A5D4-2080B2EF7546}"/>
              </a:ext>
            </a:extLst>
          </p:cNvPr>
          <p:cNvSpPr>
            <a:spLocks noGrp="1"/>
          </p:cNvSpPr>
          <p:nvPr>
            <p:ph type="ftr" sz="quarter" idx="11"/>
          </p:nvPr>
        </p:nvSpPr>
        <p:spPr/>
        <p:txBody>
          <a:bodyPr/>
          <a:lstStyle/>
          <a:p>
            <a:endParaRPr lang="en-IE"/>
          </a:p>
        </p:txBody>
      </p:sp>
      <p:sp>
        <p:nvSpPr>
          <p:cNvPr id="4" name="Slide Number Placeholder 3">
            <a:extLst>
              <a:ext uri="{FF2B5EF4-FFF2-40B4-BE49-F238E27FC236}">
                <a16:creationId xmlns:a16="http://schemas.microsoft.com/office/drawing/2014/main" id="{8A84AB44-BF08-42E1-8AD1-C0C7D678801E}"/>
              </a:ext>
            </a:extLst>
          </p:cNvPr>
          <p:cNvSpPr>
            <a:spLocks noGrp="1"/>
          </p:cNvSpPr>
          <p:nvPr>
            <p:ph type="sldNum" sz="quarter" idx="12"/>
          </p:nvPr>
        </p:nvSpPr>
        <p:spPr/>
        <p:txBody>
          <a:bodyPr/>
          <a:lstStyle/>
          <a:p>
            <a:fld id="{E906B282-0725-46C3-BAA0-C358A013D45D}" type="slidenum">
              <a:rPr lang="en-IE" smtClean="0"/>
              <a:t>‹#›</a:t>
            </a:fld>
            <a:endParaRPr lang="en-IE"/>
          </a:p>
        </p:txBody>
      </p:sp>
    </p:spTree>
    <p:extLst>
      <p:ext uri="{BB962C8B-B14F-4D97-AF65-F5344CB8AC3E}">
        <p14:creationId xmlns:p14="http://schemas.microsoft.com/office/powerpoint/2010/main" val="40893196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AA624-4E30-4EC0-B1FC-4A08B06C59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Content Placeholder 2">
            <a:extLst>
              <a:ext uri="{FF2B5EF4-FFF2-40B4-BE49-F238E27FC236}">
                <a16:creationId xmlns:a16="http://schemas.microsoft.com/office/drawing/2014/main" id="{21315FFB-501F-4CA9-ABB4-BAA0760766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a:extLst>
              <a:ext uri="{FF2B5EF4-FFF2-40B4-BE49-F238E27FC236}">
                <a16:creationId xmlns:a16="http://schemas.microsoft.com/office/drawing/2014/main" id="{76478A94-6E63-4ACC-B7F2-787E091A96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FFC07B-6131-4C56-A6C9-F6453B6F7B8D}"/>
              </a:ext>
            </a:extLst>
          </p:cNvPr>
          <p:cNvSpPr>
            <a:spLocks noGrp="1"/>
          </p:cNvSpPr>
          <p:nvPr>
            <p:ph type="dt" sz="half" idx="10"/>
          </p:nvPr>
        </p:nvSpPr>
        <p:spPr/>
        <p:txBody>
          <a:bodyPr/>
          <a:lstStyle/>
          <a:p>
            <a:fld id="{7FBCFF25-6100-4A0E-8F25-7FF7F838343F}" type="datetimeFigureOut">
              <a:rPr lang="en-IE" smtClean="0"/>
              <a:t>16/03/2026</a:t>
            </a:fld>
            <a:endParaRPr lang="en-IE"/>
          </a:p>
        </p:txBody>
      </p:sp>
      <p:sp>
        <p:nvSpPr>
          <p:cNvPr id="6" name="Footer Placeholder 5">
            <a:extLst>
              <a:ext uri="{FF2B5EF4-FFF2-40B4-BE49-F238E27FC236}">
                <a16:creationId xmlns:a16="http://schemas.microsoft.com/office/drawing/2014/main" id="{80C630CC-5DF7-4E39-BAEA-DFBF70DD7AEB}"/>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A3EF8F78-292E-47E1-91ED-E05906CA0488}"/>
              </a:ext>
            </a:extLst>
          </p:cNvPr>
          <p:cNvSpPr>
            <a:spLocks noGrp="1"/>
          </p:cNvSpPr>
          <p:nvPr>
            <p:ph type="sldNum" sz="quarter" idx="12"/>
          </p:nvPr>
        </p:nvSpPr>
        <p:spPr/>
        <p:txBody>
          <a:bodyPr/>
          <a:lstStyle/>
          <a:p>
            <a:fld id="{E906B282-0725-46C3-BAA0-C358A013D45D}" type="slidenum">
              <a:rPr lang="en-IE" smtClean="0"/>
              <a:t>‹#›</a:t>
            </a:fld>
            <a:endParaRPr lang="en-IE"/>
          </a:p>
        </p:txBody>
      </p:sp>
    </p:spTree>
    <p:extLst>
      <p:ext uri="{BB962C8B-B14F-4D97-AF65-F5344CB8AC3E}">
        <p14:creationId xmlns:p14="http://schemas.microsoft.com/office/powerpoint/2010/main" val="3666949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720B4-EC24-48D5-8BDF-94AC4455BD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Picture Placeholder 2">
            <a:extLst>
              <a:ext uri="{FF2B5EF4-FFF2-40B4-BE49-F238E27FC236}">
                <a16:creationId xmlns:a16="http://schemas.microsoft.com/office/drawing/2014/main" id="{9DC9778F-C7E8-431D-8FDD-9C231DCB3D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a:extLst>
              <a:ext uri="{FF2B5EF4-FFF2-40B4-BE49-F238E27FC236}">
                <a16:creationId xmlns:a16="http://schemas.microsoft.com/office/drawing/2014/main" id="{D72669E3-5DBA-4C3F-BECB-8A12CC67C7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7032CF-B488-4C85-8E11-8A75A0852B74}"/>
              </a:ext>
            </a:extLst>
          </p:cNvPr>
          <p:cNvSpPr>
            <a:spLocks noGrp="1"/>
          </p:cNvSpPr>
          <p:nvPr>
            <p:ph type="dt" sz="half" idx="10"/>
          </p:nvPr>
        </p:nvSpPr>
        <p:spPr/>
        <p:txBody>
          <a:bodyPr/>
          <a:lstStyle/>
          <a:p>
            <a:fld id="{7FBCFF25-6100-4A0E-8F25-7FF7F838343F}" type="datetimeFigureOut">
              <a:rPr lang="en-IE" smtClean="0"/>
              <a:t>16/03/2026</a:t>
            </a:fld>
            <a:endParaRPr lang="en-IE"/>
          </a:p>
        </p:txBody>
      </p:sp>
      <p:sp>
        <p:nvSpPr>
          <p:cNvPr id="6" name="Footer Placeholder 5">
            <a:extLst>
              <a:ext uri="{FF2B5EF4-FFF2-40B4-BE49-F238E27FC236}">
                <a16:creationId xmlns:a16="http://schemas.microsoft.com/office/drawing/2014/main" id="{9894A271-DB71-429E-A035-AFA651AE7CBA}"/>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313DEF46-2D5E-4170-961F-CB77810963EB}"/>
              </a:ext>
            </a:extLst>
          </p:cNvPr>
          <p:cNvSpPr>
            <a:spLocks noGrp="1"/>
          </p:cNvSpPr>
          <p:nvPr>
            <p:ph type="sldNum" sz="quarter" idx="12"/>
          </p:nvPr>
        </p:nvSpPr>
        <p:spPr/>
        <p:txBody>
          <a:bodyPr/>
          <a:lstStyle/>
          <a:p>
            <a:fld id="{E906B282-0725-46C3-BAA0-C358A013D45D}" type="slidenum">
              <a:rPr lang="en-IE" smtClean="0"/>
              <a:t>‹#›</a:t>
            </a:fld>
            <a:endParaRPr lang="en-IE"/>
          </a:p>
        </p:txBody>
      </p:sp>
    </p:spTree>
    <p:extLst>
      <p:ext uri="{BB962C8B-B14F-4D97-AF65-F5344CB8AC3E}">
        <p14:creationId xmlns:p14="http://schemas.microsoft.com/office/powerpoint/2010/main" val="42740487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2E0EC-DF29-4D4A-A064-6BC1B682C473}"/>
              </a:ext>
            </a:extLst>
          </p:cNvPr>
          <p:cNvSpPr>
            <a:spLocks noGrp="1"/>
          </p:cNvSpPr>
          <p:nvPr>
            <p:ph type="title"/>
          </p:nvPr>
        </p:nvSpPr>
        <p:spPr/>
        <p:txBody>
          <a:bodyPr/>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CEA7E12D-607C-4B53-BB3D-77E327676E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86469D27-BC41-4D77-85D9-D957FE7D4400}"/>
              </a:ext>
            </a:extLst>
          </p:cNvPr>
          <p:cNvSpPr>
            <a:spLocks noGrp="1"/>
          </p:cNvSpPr>
          <p:nvPr>
            <p:ph type="dt" sz="half" idx="10"/>
          </p:nvPr>
        </p:nvSpPr>
        <p:spPr/>
        <p:txBody>
          <a:bodyPr/>
          <a:lstStyle/>
          <a:p>
            <a:fld id="{7FBCFF25-6100-4A0E-8F25-7FF7F838343F}" type="datetimeFigureOut">
              <a:rPr lang="en-IE" smtClean="0"/>
              <a:t>16/03/2026</a:t>
            </a:fld>
            <a:endParaRPr lang="en-IE"/>
          </a:p>
        </p:txBody>
      </p:sp>
      <p:sp>
        <p:nvSpPr>
          <p:cNvPr id="5" name="Footer Placeholder 4">
            <a:extLst>
              <a:ext uri="{FF2B5EF4-FFF2-40B4-BE49-F238E27FC236}">
                <a16:creationId xmlns:a16="http://schemas.microsoft.com/office/drawing/2014/main" id="{9B13E78F-72DC-4617-8F4B-D812B28854EF}"/>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06A201AE-263C-4D70-B115-CFC1F59CD5A8}"/>
              </a:ext>
            </a:extLst>
          </p:cNvPr>
          <p:cNvSpPr>
            <a:spLocks noGrp="1"/>
          </p:cNvSpPr>
          <p:nvPr>
            <p:ph type="sldNum" sz="quarter" idx="12"/>
          </p:nvPr>
        </p:nvSpPr>
        <p:spPr/>
        <p:txBody>
          <a:bodyPr/>
          <a:lstStyle/>
          <a:p>
            <a:fld id="{E906B282-0725-46C3-BAA0-C358A013D45D}" type="slidenum">
              <a:rPr lang="en-IE" smtClean="0"/>
              <a:t>‹#›</a:t>
            </a:fld>
            <a:endParaRPr lang="en-IE"/>
          </a:p>
        </p:txBody>
      </p:sp>
    </p:spTree>
    <p:extLst>
      <p:ext uri="{BB962C8B-B14F-4D97-AF65-F5344CB8AC3E}">
        <p14:creationId xmlns:p14="http://schemas.microsoft.com/office/powerpoint/2010/main" val="897461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35556F-EBCA-44E5-A05A-DD282F33148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44FF913D-B642-4042-9714-3C8C6207A84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33AB40A2-F958-4767-8693-1376367FFBFB}"/>
              </a:ext>
            </a:extLst>
          </p:cNvPr>
          <p:cNvSpPr>
            <a:spLocks noGrp="1"/>
          </p:cNvSpPr>
          <p:nvPr>
            <p:ph type="dt" sz="half" idx="10"/>
          </p:nvPr>
        </p:nvSpPr>
        <p:spPr/>
        <p:txBody>
          <a:bodyPr/>
          <a:lstStyle/>
          <a:p>
            <a:fld id="{7FBCFF25-6100-4A0E-8F25-7FF7F838343F}" type="datetimeFigureOut">
              <a:rPr lang="en-IE" smtClean="0"/>
              <a:t>16/03/2026</a:t>
            </a:fld>
            <a:endParaRPr lang="en-IE"/>
          </a:p>
        </p:txBody>
      </p:sp>
      <p:sp>
        <p:nvSpPr>
          <p:cNvPr id="5" name="Footer Placeholder 4">
            <a:extLst>
              <a:ext uri="{FF2B5EF4-FFF2-40B4-BE49-F238E27FC236}">
                <a16:creationId xmlns:a16="http://schemas.microsoft.com/office/drawing/2014/main" id="{2BE90B24-D579-4EB1-B1D4-5ECB97231BB1}"/>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9C29128C-8660-4D96-8249-226999A89103}"/>
              </a:ext>
            </a:extLst>
          </p:cNvPr>
          <p:cNvSpPr>
            <a:spLocks noGrp="1"/>
          </p:cNvSpPr>
          <p:nvPr>
            <p:ph type="sldNum" sz="quarter" idx="12"/>
          </p:nvPr>
        </p:nvSpPr>
        <p:spPr/>
        <p:txBody>
          <a:bodyPr/>
          <a:lstStyle/>
          <a:p>
            <a:fld id="{E906B282-0725-46C3-BAA0-C358A013D45D}" type="slidenum">
              <a:rPr lang="en-IE" smtClean="0"/>
              <a:t>‹#›</a:t>
            </a:fld>
            <a:endParaRPr lang="en-IE"/>
          </a:p>
        </p:txBody>
      </p:sp>
    </p:spTree>
    <p:extLst>
      <p:ext uri="{BB962C8B-B14F-4D97-AF65-F5344CB8AC3E}">
        <p14:creationId xmlns:p14="http://schemas.microsoft.com/office/powerpoint/2010/main" val="41353017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632883" y="1797051"/>
            <a:ext cx="11040076" cy="4098595"/>
          </a:xfrm>
          <a:prstGeom prst="rect">
            <a:avLst/>
          </a:prstGeom>
        </p:spPr>
        <p:txBody>
          <a:bodyPr lIns="91420" tIns="45710" rIns="91420" bIns="45710">
            <a:noAutofit/>
          </a:bodyPr>
          <a:lstStyle>
            <a:lvl1pPr marL="380910" marR="0" indent="-380910" algn="ctr" defTabSz="609458" rtl="0" eaLnBrk="1" fontAlgn="auto" latinLnBrk="0" hangingPunct="1">
              <a:lnSpc>
                <a:spcPct val="100000"/>
              </a:lnSpc>
              <a:spcBef>
                <a:spcPct val="20000"/>
              </a:spcBef>
              <a:spcAft>
                <a:spcPts val="0"/>
              </a:spcAft>
              <a:buClrTx/>
              <a:buSzTx/>
              <a:buFont typeface="Arial"/>
              <a:buNone/>
              <a:tabLst/>
              <a:defRPr sz="2667"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583688" y="455085"/>
            <a:ext cx="11127317" cy="975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1295893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3A28E6-6E25-4F03-B0A6-817BCD662A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a:extLst>
              <a:ext uri="{FF2B5EF4-FFF2-40B4-BE49-F238E27FC236}">
                <a16:creationId xmlns:a16="http://schemas.microsoft.com/office/drawing/2014/main" id="{E4CE3E23-C2B0-42BA-AA03-14A99F9133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A5802C8F-80AA-4B95-85B7-0EA2262FE9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BCFF25-6100-4A0E-8F25-7FF7F838343F}" type="datetimeFigureOut">
              <a:rPr lang="en-IE" smtClean="0"/>
              <a:t>16/03/2026</a:t>
            </a:fld>
            <a:endParaRPr lang="en-IE"/>
          </a:p>
        </p:txBody>
      </p:sp>
      <p:sp>
        <p:nvSpPr>
          <p:cNvPr id="5" name="Footer Placeholder 4">
            <a:extLst>
              <a:ext uri="{FF2B5EF4-FFF2-40B4-BE49-F238E27FC236}">
                <a16:creationId xmlns:a16="http://schemas.microsoft.com/office/drawing/2014/main" id="{3CBFD5A8-B977-497E-BA81-825BDA37B2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6" name="Slide Number Placeholder 5">
            <a:extLst>
              <a:ext uri="{FF2B5EF4-FFF2-40B4-BE49-F238E27FC236}">
                <a16:creationId xmlns:a16="http://schemas.microsoft.com/office/drawing/2014/main" id="{6CF394E5-D32C-4C40-8795-A4A9AF601B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06B282-0725-46C3-BAA0-C358A013D45D}" type="slidenum">
              <a:rPr lang="en-IE" smtClean="0"/>
              <a:t>‹#›</a:t>
            </a:fld>
            <a:endParaRPr lang="en-IE"/>
          </a:p>
        </p:txBody>
      </p:sp>
    </p:spTree>
    <p:extLst>
      <p:ext uri="{BB962C8B-B14F-4D97-AF65-F5344CB8AC3E}">
        <p14:creationId xmlns:p14="http://schemas.microsoft.com/office/powerpoint/2010/main" val="1524951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hyperlink" Target="https://openclipart.org/detail/104551/agenda-planner"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10.png"/><Relationship Id="rId4" Type="http://schemas.openxmlformats.org/officeDocument/2006/relationships/customXml" Target="../ink/ink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710.png"/><Relationship Id="rId3" Type="http://schemas.openxmlformats.org/officeDocument/2006/relationships/customXml" Target="../ink/ink2.xml"/><Relationship Id="rId7" Type="http://schemas.openxmlformats.org/officeDocument/2006/relationships/customXml" Target="../ink/ink4.xml"/><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610.png"/><Relationship Id="rId5" Type="http://schemas.openxmlformats.org/officeDocument/2006/relationships/customXml" Target="../ink/ink3.xml"/><Relationship Id="rId10" Type="http://schemas.openxmlformats.org/officeDocument/2006/relationships/image" Target="../media/image810.png"/><Relationship Id="rId4" Type="http://schemas.openxmlformats.org/officeDocument/2006/relationships/image" Target="../media/image510.png"/><Relationship Id="rId9" Type="http://schemas.openxmlformats.org/officeDocument/2006/relationships/customXml" Target="../ink/ink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ustomXml" Target="../ink/ink6.xml"/><Relationship Id="rId7" Type="http://schemas.openxmlformats.org/officeDocument/2006/relationships/image" Target="../media/image121.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customXml" Target="../ink/ink7.xml"/><Relationship Id="rId5" Type="http://schemas.openxmlformats.org/officeDocument/2006/relationships/image" Target="../media/image12.png"/><Relationship Id="rId4" Type="http://schemas.openxmlformats.org/officeDocument/2006/relationships/image" Target="../media/image100.png"/></Relationships>
</file>

<file path=ppt/slides/_rels/slide20.xml.rels><?xml version="1.0" encoding="UTF-8" standalone="yes"?>
<Relationships xmlns="http://schemas.openxmlformats.org/package/2006/relationships"><Relationship Id="rId8" Type="http://schemas.openxmlformats.org/officeDocument/2006/relationships/image" Target="../media/image130.png"/><Relationship Id="rId13" Type="http://schemas.openxmlformats.org/officeDocument/2006/relationships/customXml" Target="../ink/ink13.xml"/><Relationship Id="rId18" Type="http://schemas.openxmlformats.org/officeDocument/2006/relationships/image" Target="../media/image18.png"/><Relationship Id="rId3" Type="http://schemas.openxmlformats.org/officeDocument/2006/relationships/image" Target="../media/image78.png"/><Relationship Id="rId7" Type="http://schemas.openxmlformats.org/officeDocument/2006/relationships/customXml" Target="../ink/ink10.xml"/><Relationship Id="rId12" Type="http://schemas.openxmlformats.org/officeDocument/2006/relationships/image" Target="../media/image15.png"/><Relationship Id="rId17" Type="http://schemas.openxmlformats.org/officeDocument/2006/relationships/customXml" Target="../ink/ink15.xml"/><Relationship Id="rId2" Type="http://schemas.openxmlformats.org/officeDocument/2006/relationships/customXml" Target="../ink/ink8.xml"/><Relationship Id="rId16"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120.png"/><Relationship Id="rId11" Type="http://schemas.openxmlformats.org/officeDocument/2006/relationships/customXml" Target="../ink/ink12.xml"/><Relationship Id="rId5" Type="http://schemas.openxmlformats.org/officeDocument/2006/relationships/customXml" Target="../ink/ink9.xml"/><Relationship Id="rId15" Type="http://schemas.openxmlformats.org/officeDocument/2006/relationships/customXml" Target="../ink/ink14.xml"/><Relationship Id="rId10"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customXml" Target="../ink/ink11.xml"/><Relationship Id="rId14" Type="http://schemas.openxmlformats.org/officeDocument/2006/relationships/image" Target="../media/image16.png"/></Relationships>
</file>

<file path=ppt/slides/_rels/slide21.xml.rels><?xml version="1.0" encoding="UTF-8" standalone="yes"?>
<Relationships xmlns="http://schemas.openxmlformats.org/package/2006/relationships"><Relationship Id="rId8" Type="http://schemas.openxmlformats.org/officeDocument/2006/relationships/customXml" Target="../ink/ink20.xml"/><Relationship Id="rId3" Type="http://schemas.openxmlformats.org/officeDocument/2006/relationships/customXml" Target="../ink/ink16.xml"/><Relationship Id="rId7" Type="http://schemas.openxmlformats.org/officeDocument/2006/relationships/customXml" Target="../ink/ink19.xml"/><Relationship Id="rId12" Type="http://schemas.openxmlformats.org/officeDocument/2006/relationships/customXml" Target="../ink/ink24.xml"/><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customXml" Target="../ink/ink18.xml"/><Relationship Id="rId11" Type="http://schemas.openxmlformats.org/officeDocument/2006/relationships/customXml" Target="../ink/ink23.xml"/><Relationship Id="rId5" Type="http://schemas.openxmlformats.org/officeDocument/2006/relationships/customXml" Target="../ink/ink17.xml"/><Relationship Id="rId10" Type="http://schemas.openxmlformats.org/officeDocument/2006/relationships/customXml" Target="../ink/ink22.xml"/><Relationship Id="rId4" Type="http://schemas.openxmlformats.org/officeDocument/2006/relationships/image" Target="../media/image20.png"/><Relationship Id="rId9" Type="http://schemas.openxmlformats.org/officeDocument/2006/relationships/customXml" Target="../ink/ink21.xml"/></Relationships>
</file>

<file path=ppt/slides/_rels/slide22.xml.rels><?xml version="1.0" encoding="UTF-8" standalone="yes"?>
<Relationships xmlns="http://schemas.openxmlformats.org/package/2006/relationships"><Relationship Id="rId8" Type="http://schemas.openxmlformats.org/officeDocument/2006/relationships/customXml" Target="../ink/ink29.xml"/><Relationship Id="rId3" Type="http://schemas.openxmlformats.org/officeDocument/2006/relationships/image" Target="../media/image259.png"/><Relationship Id="rId7" Type="http://schemas.openxmlformats.org/officeDocument/2006/relationships/customXml" Target="../ink/ink28.xml"/><Relationship Id="rId2" Type="http://schemas.openxmlformats.org/officeDocument/2006/relationships/customXml" Target="../ink/ink25.xml"/><Relationship Id="rId1" Type="http://schemas.openxmlformats.org/officeDocument/2006/relationships/slideLayout" Target="../slideLayouts/slideLayout2.xml"/><Relationship Id="rId6" Type="http://schemas.openxmlformats.org/officeDocument/2006/relationships/image" Target="../media/image260.png"/><Relationship Id="rId5" Type="http://schemas.openxmlformats.org/officeDocument/2006/relationships/customXml" Target="../ink/ink27.xml"/><Relationship Id="rId4" Type="http://schemas.openxmlformats.org/officeDocument/2006/relationships/customXml" Target="../ink/ink26.xml"/><Relationship Id="rId9" Type="http://schemas.openxmlformats.org/officeDocument/2006/relationships/customXml" Target="../ink/ink30.xml"/></Relationships>
</file>

<file path=ppt/slides/_rels/slide23.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customXml" Target="../ink/ink36.xml"/><Relationship Id="rId18" Type="http://schemas.openxmlformats.org/officeDocument/2006/relationships/image" Target="../media/image28.png"/><Relationship Id="rId26" Type="http://schemas.openxmlformats.org/officeDocument/2006/relationships/image" Target="../media/image31.png"/><Relationship Id="rId3" Type="http://schemas.openxmlformats.org/officeDocument/2006/relationships/image" Target="../media/image259.png"/><Relationship Id="rId21" Type="http://schemas.openxmlformats.org/officeDocument/2006/relationships/customXml" Target="../ink/ink40.xml"/><Relationship Id="rId7" Type="http://schemas.openxmlformats.org/officeDocument/2006/relationships/customXml" Target="../ink/ink33.xml"/><Relationship Id="rId12" Type="http://schemas.openxmlformats.org/officeDocument/2006/relationships/image" Target="../media/image25.png"/><Relationship Id="rId17" Type="http://schemas.openxmlformats.org/officeDocument/2006/relationships/customXml" Target="../ink/ink38.xml"/><Relationship Id="rId25" Type="http://schemas.openxmlformats.org/officeDocument/2006/relationships/customXml" Target="../ink/ink42.xml"/><Relationship Id="rId2" Type="http://schemas.openxmlformats.org/officeDocument/2006/relationships/customXml" Target="../ink/ink31.xml"/><Relationship Id="rId16" Type="http://schemas.openxmlformats.org/officeDocument/2006/relationships/image" Target="../media/image27.png"/><Relationship Id="rId20" Type="http://schemas.openxmlformats.org/officeDocument/2006/relationships/image" Target="../media/image29.png"/><Relationship Id="rId29" Type="http://schemas.openxmlformats.org/officeDocument/2006/relationships/customXml" Target="../ink/ink44.xml"/><Relationship Id="rId1" Type="http://schemas.openxmlformats.org/officeDocument/2006/relationships/slideLayout" Target="../slideLayouts/slideLayout7.xml"/><Relationship Id="rId6" Type="http://schemas.openxmlformats.org/officeDocument/2006/relationships/image" Target="../media/image22.png"/><Relationship Id="rId11" Type="http://schemas.openxmlformats.org/officeDocument/2006/relationships/customXml" Target="../ink/ink35.xml"/><Relationship Id="rId24" Type="http://schemas.openxmlformats.org/officeDocument/2006/relationships/image" Target="../media/image30.png"/><Relationship Id="rId32" Type="http://schemas.openxmlformats.org/officeDocument/2006/relationships/image" Target="../media/image34.png"/><Relationship Id="rId5" Type="http://schemas.openxmlformats.org/officeDocument/2006/relationships/customXml" Target="../ink/ink32.xml"/><Relationship Id="rId15" Type="http://schemas.openxmlformats.org/officeDocument/2006/relationships/customXml" Target="../ink/ink37.xml"/><Relationship Id="rId23" Type="http://schemas.openxmlformats.org/officeDocument/2006/relationships/customXml" Target="../ink/ink41.xml"/><Relationship Id="rId28" Type="http://schemas.openxmlformats.org/officeDocument/2006/relationships/image" Target="../media/image32.png"/><Relationship Id="rId10" Type="http://schemas.openxmlformats.org/officeDocument/2006/relationships/image" Target="../media/image24.png"/><Relationship Id="rId19" Type="http://schemas.openxmlformats.org/officeDocument/2006/relationships/customXml" Target="../ink/ink39.xml"/><Relationship Id="rId31" Type="http://schemas.openxmlformats.org/officeDocument/2006/relationships/customXml" Target="../ink/ink45.xml"/><Relationship Id="rId4" Type="http://schemas.openxmlformats.org/officeDocument/2006/relationships/image" Target="../media/image21.png"/><Relationship Id="rId9" Type="http://schemas.openxmlformats.org/officeDocument/2006/relationships/customXml" Target="../ink/ink34.xml"/><Relationship Id="rId14" Type="http://schemas.openxmlformats.org/officeDocument/2006/relationships/image" Target="../media/image26.png"/><Relationship Id="rId22" Type="http://schemas.openxmlformats.org/officeDocument/2006/relationships/image" Target="../media/image20.png"/><Relationship Id="rId27" Type="http://schemas.openxmlformats.org/officeDocument/2006/relationships/customXml" Target="../ink/ink43.xml"/><Relationship Id="rId30" Type="http://schemas.openxmlformats.org/officeDocument/2006/relationships/image" Target="../media/image3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6" Type="http://schemas.openxmlformats.org/officeDocument/2006/relationships/customXml" Target="../ink/ink58.xml"/><Relationship Id="rId21" Type="http://schemas.openxmlformats.org/officeDocument/2006/relationships/image" Target="../media/image44.png"/><Relationship Id="rId42" Type="http://schemas.openxmlformats.org/officeDocument/2006/relationships/customXml" Target="../ink/ink66.xml"/><Relationship Id="rId47" Type="http://schemas.openxmlformats.org/officeDocument/2006/relationships/image" Target="../media/image57.png"/><Relationship Id="rId63" Type="http://schemas.openxmlformats.org/officeDocument/2006/relationships/image" Target="../media/image65.png"/><Relationship Id="rId68" Type="http://schemas.openxmlformats.org/officeDocument/2006/relationships/customXml" Target="../ink/ink79.xml"/><Relationship Id="rId84" Type="http://schemas.openxmlformats.org/officeDocument/2006/relationships/image" Target="../media/image75.png"/><Relationship Id="rId89" Type="http://schemas.openxmlformats.org/officeDocument/2006/relationships/customXml" Target="../ink/ink90.xml"/><Relationship Id="rId112" Type="http://schemas.openxmlformats.org/officeDocument/2006/relationships/image" Target="../media/image89.png"/><Relationship Id="rId16" Type="http://schemas.openxmlformats.org/officeDocument/2006/relationships/customXml" Target="../ink/ink53.xml"/><Relationship Id="rId107" Type="http://schemas.openxmlformats.org/officeDocument/2006/relationships/customXml" Target="../ink/ink100.xml"/><Relationship Id="rId11" Type="http://schemas.openxmlformats.org/officeDocument/2006/relationships/image" Target="../media/image39.png"/><Relationship Id="rId32" Type="http://schemas.openxmlformats.org/officeDocument/2006/relationships/customXml" Target="../ink/ink61.xml"/><Relationship Id="rId37" Type="http://schemas.openxmlformats.org/officeDocument/2006/relationships/image" Target="../media/image52.png"/><Relationship Id="rId53" Type="http://schemas.openxmlformats.org/officeDocument/2006/relationships/image" Target="../media/image60.png"/><Relationship Id="rId58" Type="http://schemas.openxmlformats.org/officeDocument/2006/relationships/customXml" Target="../ink/ink74.xml"/><Relationship Id="rId74" Type="http://schemas.openxmlformats.org/officeDocument/2006/relationships/image" Target="../media/image70.png"/><Relationship Id="rId79" Type="http://schemas.openxmlformats.org/officeDocument/2006/relationships/customXml" Target="../ink/ink85.xml"/><Relationship Id="rId102" Type="http://schemas.openxmlformats.org/officeDocument/2006/relationships/customXml" Target="../ink/ink97.xml"/><Relationship Id="rId5" Type="http://schemas.openxmlformats.org/officeDocument/2006/relationships/image" Target="../media/image36.png"/><Relationship Id="rId90" Type="http://schemas.openxmlformats.org/officeDocument/2006/relationships/image" Target="../media/image79.png"/><Relationship Id="rId95" Type="http://schemas.openxmlformats.org/officeDocument/2006/relationships/image" Target="../media/image81.png"/><Relationship Id="rId22" Type="http://schemas.openxmlformats.org/officeDocument/2006/relationships/customXml" Target="../ink/ink56.xml"/><Relationship Id="rId27" Type="http://schemas.openxmlformats.org/officeDocument/2006/relationships/image" Target="../media/image47.png"/><Relationship Id="rId43" Type="http://schemas.openxmlformats.org/officeDocument/2006/relationships/image" Target="../media/image55.png"/><Relationship Id="rId48" Type="http://schemas.openxmlformats.org/officeDocument/2006/relationships/customXml" Target="../ink/ink69.xml"/><Relationship Id="rId64" Type="http://schemas.openxmlformats.org/officeDocument/2006/relationships/customXml" Target="../ink/ink77.xml"/><Relationship Id="rId69" Type="http://schemas.openxmlformats.org/officeDocument/2006/relationships/image" Target="../media/image68.png"/><Relationship Id="rId113" Type="http://schemas.openxmlformats.org/officeDocument/2006/relationships/customXml" Target="../ink/ink103.xml"/><Relationship Id="rId80" Type="http://schemas.openxmlformats.org/officeDocument/2006/relationships/image" Target="../media/image73.png"/><Relationship Id="rId85" Type="http://schemas.openxmlformats.org/officeDocument/2006/relationships/customXml" Target="../ink/ink88.xml"/><Relationship Id="rId12" Type="http://schemas.openxmlformats.org/officeDocument/2006/relationships/customXml" Target="../ink/ink51.xml"/><Relationship Id="rId17" Type="http://schemas.openxmlformats.org/officeDocument/2006/relationships/image" Target="../media/image42.png"/><Relationship Id="rId33" Type="http://schemas.openxmlformats.org/officeDocument/2006/relationships/image" Target="../media/image50.png"/><Relationship Id="rId38" Type="http://schemas.openxmlformats.org/officeDocument/2006/relationships/customXml" Target="../ink/ink64.xml"/><Relationship Id="rId59" Type="http://schemas.openxmlformats.org/officeDocument/2006/relationships/image" Target="../media/image63.png"/><Relationship Id="rId103" Type="http://schemas.openxmlformats.org/officeDocument/2006/relationships/customXml" Target="../ink/ink98.xml"/><Relationship Id="rId108" Type="http://schemas.openxmlformats.org/officeDocument/2006/relationships/image" Target="../media/image87.png"/><Relationship Id="rId54" Type="http://schemas.openxmlformats.org/officeDocument/2006/relationships/customXml" Target="../ink/ink72.xml"/><Relationship Id="rId70" Type="http://schemas.openxmlformats.org/officeDocument/2006/relationships/customXml" Target="../ink/ink80.xml"/><Relationship Id="rId75" Type="http://schemas.openxmlformats.org/officeDocument/2006/relationships/customXml" Target="../ink/ink83.xml"/><Relationship Id="rId91" Type="http://schemas.openxmlformats.org/officeDocument/2006/relationships/customXml" Target="../ink/ink91.xml"/><Relationship Id="rId96" Type="http://schemas.openxmlformats.org/officeDocument/2006/relationships/customXml" Target="../ink/ink94.xml"/><Relationship Id="rId1" Type="http://schemas.openxmlformats.org/officeDocument/2006/relationships/slideLayout" Target="../slideLayouts/slideLayout2.xml"/><Relationship Id="rId6" Type="http://schemas.openxmlformats.org/officeDocument/2006/relationships/customXml" Target="../ink/ink48.xml"/><Relationship Id="rId15" Type="http://schemas.openxmlformats.org/officeDocument/2006/relationships/image" Target="../media/image41.png"/><Relationship Id="rId23" Type="http://schemas.openxmlformats.org/officeDocument/2006/relationships/image" Target="../media/image45.png"/><Relationship Id="rId28" Type="http://schemas.openxmlformats.org/officeDocument/2006/relationships/customXml" Target="../ink/ink59.xml"/><Relationship Id="rId36" Type="http://schemas.openxmlformats.org/officeDocument/2006/relationships/customXml" Target="../ink/ink63.xml"/><Relationship Id="rId49" Type="http://schemas.openxmlformats.org/officeDocument/2006/relationships/image" Target="../media/image58.png"/><Relationship Id="rId57" Type="http://schemas.openxmlformats.org/officeDocument/2006/relationships/image" Target="../media/image62.png"/><Relationship Id="rId106" Type="http://schemas.openxmlformats.org/officeDocument/2006/relationships/image" Target="../media/image86.png"/><Relationship Id="rId10" Type="http://schemas.openxmlformats.org/officeDocument/2006/relationships/customXml" Target="../ink/ink50.xml"/><Relationship Id="rId31" Type="http://schemas.openxmlformats.org/officeDocument/2006/relationships/image" Target="../media/image49.png"/><Relationship Id="rId44" Type="http://schemas.openxmlformats.org/officeDocument/2006/relationships/customXml" Target="../ink/ink67.xml"/><Relationship Id="rId52" Type="http://schemas.openxmlformats.org/officeDocument/2006/relationships/customXml" Target="../ink/ink71.xml"/><Relationship Id="rId60" Type="http://schemas.openxmlformats.org/officeDocument/2006/relationships/customXml" Target="../ink/ink75.xml"/><Relationship Id="rId65" Type="http://schemas.openxmlformats.org/officeDocument/2006/relationships/image" Target="../media/image66.png"/><Relationship Id="rId73" Type="http://schemas.openxmlformats.org/officeDocument/2006/relationships/customXml" Target="../ink/ink82.xml"/><Relationship Id="rId78" Type="http://schemas.openxmlformats.org/officeDocument/2006/relationships/image" Target="../media/image72.png"/><Relationship Id="rId81" Type="http://schemas.openxmlformats.org/officeDocument/2006/relationships/customXml" Target="../ink/ink86.xml"/><Relationship Id="rId86" Type="http://schemas.openxmlformats.org/officeDocument/2006/relationships/image" Target="../media/image76.png"/><Relationship Id="rId94" Type="http://schemas.openxmlformats.org/officeDocument/2006/relationships/customXml" Target="../ink/ink93.xml"/><Relationship Id="rId99" Type="http://schemas.openxmlformats.org/officeDocument/2006/relationships/image" Target="../media/image83.png"/><Relationship Id="rId101" Type="http://schemas.openxmlformats.org/officeDocument/2006/relationships/image" Target="../media/image84.png"/><Relationship Id="rId4" Type="http://schemas.openxmlformats.org/officeDocument/2006/relationships/customXml" Target="../ink/ink47.xml"/><Relationship Id="rId9" Type="http://schemas.openxmlformats.org/officeDocument/2006/relationships/image" Target="../media/image38.png"/><Relationship Id="rId13" Type="http://schemas.openxmlformats.org/officeDocument/2006/relationships/image" Target="../media/image40.png"/><Relationship Id="rId18" Type="http://schemas.openxmlformats.org/officeDocument/2006/relationships/customXml" Target="../ink/ink54.xml"/><Relationship Id="rId39" Type="http://schemas.openxmlformats.org/officeDocument/2006/relationships/image" Target="../media/image53.png"/><Relationship Id="rId109" Type="http://schemas.openxmlformats.org/officeDocument/2006/relationships/customXml" Target="../ink/ink101.xml"/><Relationship Id="rId34" Type="http://schemas.openxmlformats.org/officeDocument/2006/relationships/customXml" Target="../ink/ink62.xml"/><Relationship Id="rId50" Type="http://schemas.openxmlformats.org/officeDocument/2006/relationships/customXml" Target="../ink/ink70.xml"/><Relationship Id="rId55" Type="http://schemas.openxmlformats.org/officeDocument/2006/relationships/image" Target="../media/image61.png"/><Relationship Id="rId76" Type="http://schemas.openxmlformats.org/officeDocument/2006/relationships/image" Target="../media/image71.png"/><Relationship Id="rId97" Type="http://schemas.openxmlformats.org/officeDocument/2006/relationships/image" Target="../media/image82.png"/><Relationship Id="rId104" Type="http://schemas.openxmlformats.org/officeDocument/2006/relationships/image" Target="../media/image85.png"/><Relationship Id="rId7" Type="http://schemas.openxmlformats.org/officeDocument/2006/relationships/image" Target="../media/image37.png"/><Relationship Id="rId71" Type="http://schemas.openxmlformats.org/officeDocument/2006/relationships/customXml" Target="../ink/ink81.xml"/><Relationship Id="rId92" Type="http://schemas.openxmlformats.org/officeDocument/2006/relationships/customXml" Target="../ink/ink92.xml"/><Relationship Id="rId2" Type="http://schemas.openxmlformats.org/officeDocument/2006/relationships/customXml" Target="../ink/ink46.xml"/><Relationship Id="rId29" Type="http://schemas.openxmlformats.org/officeDocument/2006/relationships/image" Target="../media/image48.png"/><Relationship Id="rId24" Type="http://schemas.openxmlformats.org/officeDocument/2006/relationships/customXml" Target="../ink/ink57.xml"/><Relationship Id="rId40" Type="http://schemas.openxmlformats.org/officeDocument/2006/relationships/customXml" Target="../ink/ink65.xml"/><Relationship Id="rId45" Type="http://schemas.openxmlformats.org/officeDocument/2006/relationships/image" Target="../media/image56.png"/><Relationship Id="rId66" Type="http://schemas.openxmlformats.org/officeDocument/2006/relationships/customXml" Target="../ink/ink78.xml"/><Relationship Id="rId87" Type="http://schemas.openxmlformats.org/officeDocument/2006/relationships/customXml" Target="../ink/ink89.xml"/><Relationship Id="rId110" Type="http://schemas.openxmlformats.org/officeDocument/2006/relationships/image" Target="../media/image88.png"/><Relationship Id="rId61" Type="http://schemas.openxmlformats.org/officeDocument/2006/relationships/image" Target="../media/image64.png"/><Relationship Id="rId82" Type="http://schemas.openxmlformats.org/officeDocument/2006/relationships/image" Target="../media/image74.png"/><Relationship Id="rId19" Type="http://schemas.openxmlformats.org/officeDocument/2006/relationships/image" Target="../media/image43.png"/><Relationship Id="rId14" Type="http://schemas.openxmlformats.org/officeDocument/2006/relationships/customXml" Target="../ink/ink52.xml"/><Relationship Id="rId30" Type="http://schemas.openxmlformats.org/officeDocument/2006/relationships/customXml" Target="../ink/ink60.xml"/><Relationship Id="rId35" Type="http://schemas.openxmlformats.org/officeDocument/2006/relationships/image" Target="../media/image51.png"/><Relationship Id="rId56" Type="http://schemas.openxmlformats.org/officeDocument/2006/relationships/customXml" Target="../ink/ink73.xml"/><Relationship Id="rId77" Type="http://schemas.openxmlformats.org/officeDocument/2006/relationships/customXml" Target="../ink/ink84.xml"/><Relationship Id="rId100" Type="http://schemas.openxmlformats.org/officeDocument/2006/relationships/customXml" Target="../ink/ink96.xml"/><Relationship Id="rId105" Type="http://schemas.openxmlformats.org/officeDocument/2006/relationships/customXml" Target="../ink/ink99.xml"/><Relationship Id="rId8" Type="http://schemas.openxmlformats.org/officeDocument/2006/relationships/customXml" Target="../ink/ink49.xml"/><Relationship Id="rId51" Type="http://schemas.openxmlformats.org/officeDocument/2006/relationships/image" Target="../media/image59.png"/><Relationship Id="rId72" Type="http://schemas.openxmlformats.org/officeDocument/2006/relationships/image" Target="../media/image69.png"/><Relationship Id="rId93" Type="http://schemas.openxmlformats.org/officeDocument/2006/relationships/image" Target="../media/image80.png"/><Relationship Id="rId98" Type="http://schemas.openxmlformats.org/officeDocument/2006/relationships/customXml" Target="../ink/ink95.xml"/><Relationship Id="rId3" Type="http://schemas.openxmlformats.org/officeDocument/2006/relationships/image" Target="../media/image35.png"/><Relationship Id="rId25" Type="http://schemas.openxmlformats.org/officeDocument/2006/relationships/image" Target="../media/image46.png"/><Relationship Id="rId46" Type="http://schemas.openxmlformats.org/officeDocument/2006/relationships/customXml" Target="../ink/ink68.xml"/><Relationship Id="rId67" Type="http://schemas.openxmlformats.org/officeDocument/2006/relationships/image" Target="../media/image67.png"/><Relationship Id="rId20" Type="http://schemas.openxmlformats.org/officeDocument/2006/relationships/customXml" Target="../ink/ink55.xml"/><Relationship Id="rId41" Type="http://schemas.openxmlformats.org/officeDocument/2006/relationships/image" Target="../media/image54.png"/><Relationship Id="rId62" Type="http://schemas.openxmlformats.org/officeDocument/2006/relationships/customXml" Target="../ink/ink76.xml"/><Relationship Id="rId83" Type="http://schemas.openxmlformats.org/officeDocument/2006/relationships/customXml" Target="../ink/ink87.xml"/><Relationship Id="rId88" Type="http://schemas.openxmlformats.org/officeDocument/2006/relationships/image" Target="../media/image77.png"/><Relationship Id="rId111" Type="http://schemas.openxmlformats.org/officeDocument/2006/relationships/customXml" Target="../ink/ink102.xml"/></Relationships>
</file>

<file path=ppt/slides/_rels/slide32.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216A4BB-FF5C-4D07-8099-06DBA56B58BE}"/>
              </a:ext>
            </a:extLst>
          </p:cNvPr>
          <p:cNvSpPr>
            <a:spLocks noGrp="1"/>
          </p:cNvSpPr>
          <p:nvPr>
            <p:ph type="ctrTitle"/>
          </p:nvPr>
        </p:nvSpPr>
        <p:spPr>
          <a:xfrm>
            <a:off x="1524003" y="1999615"/>
            <a:ext cx="9144000" cy="2764028"/>
          </a:xfrm>
        </p:spPr>
        <p:txBody>
          <a:bodyPr anchor="ctr">
            <a:normAutofit/>
          </a:bodyPr>
          <a:lstStyle/>
          <a:p>
            <a:r>
              <a:rPr lang="en-IE" sz="7200"/>
              <a:t>Variable Length Subnet Mask</a:t>
            </a:r>
          </a:p>
        </p:txBody>
      </p:sp>
      <p:sp>
        <p:nvSpPr>
          <p:cNvPr id="3" name="Subtitle 2">
            <a:extLst>
              <a:ext uri="{FF2B5EF4-FFF2-40B4-BE49-F238E27FC236}">
                <a16:creationId xmlns:a16="http://schemas.microsoft.com/office/drawing/2014/main" id="{B2F49D12-FEA3-4F7D-BC46-509B6C563E7C}"/>
              </a:ext>
            </a:extLst>
          </p:cNvPr>
          <p:cNvSpPr>
            <a:spLocks noGrp="1"/>
          </p:cNvSpPr>
          <p:nvPr>
            <p:ph type="subTitle" idx="1"/>
          </p:nvPr>
        </p:nvSpPr>
        <p:spPr>
          <a:xfrm>
            <a:off x="1966912" y="5645150"/>
            <a:ext cx="8258176" cy="631825"/>
          </a:xfrm>
        </p:spPr>
        <p:txBody>
          <a:bodyPr anchor="ctr">
            <a:normAutofit/>
          </a:bodyPr>
          <a:lstStyle/>
          <a:p>
            <a:r>
              <a:rPr lang="en-IE" sz="1500" dirty="0"/>
              <a:t>Mujahid Tabassum</a:t>
            </a:r>
          </a:p>
          <a:p>
            <a:r>
              <a:rPr lang="en-IE" sz="1500" dirty="0"/>
              <a:t>2026</a:t>
            </a:r>
          </a:p>
        </p:txBody>
      </p:sp>
      <p:sp>
        <p:nvSpPr>
          <p:cNvPr id="14" name="Rectangle 13">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870548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93576" y="166952"/>
            <a:ext cx="9295865" cy="817083"/>
          </a:xfrm>
        </p:spPr>
        <p:txBody>
          <a:bodyPr/>
          <a:lstStyle/>
          <a:p>
            <a:pPr eaLnBrk="1" hangingPunct="1"/>
            <a:r>
              <a:rPr lang="en-US" dirty="0"/>
              <a:t>Learning Objectives</a:t>
            </a:r>
          </a:p>
        </p:txBody>
      </p:sp>
      <p:sp>
        <p:nvSpPr>
          <p:cNvPr id="6147" name="Rectangle 34"/>
          <p:cNvSpPr>
            <a:spLocks noGrp="1" noChangeArrowheads="1"/>
          </p:cNvSpPr>
          <p:nvPr>
            <p:ph idx="1"/>
          </p:nvPr>
        </p:nvSpPr>
        <p:spPr>
          <a:xfrm>
            <a:off x="359723" y="1412744"/>
            <a:ext cx="11230805" cy="3334008"/>
          </a:xfrm>
        </p:spPr>
        <p:txBody>
          <a:bodyPr/>
          <a:lstStyle/>
          <a:p>
            <a:pPr defTabSz="1219170" eaLnBrk="0" hangingPunct="0">
              <a:spcBef>
                <a:spcPct val="0"/>
              </a:spcBef>
              <a:spcAft>
                <a:spcPct val="0"/>
              </a:spcAft>
            </a:pPr>
            <a:r>
              <a:rPr lang="en-GB" altLang="en-US" sz="2400" dirty="0"/>
              <a:t>To understand about IPv4 Addressing and subnetting concept.</a:t>
            </a:r>
          </a:p>
          <a:p>
            <a:pPr defTabSz="1219170" eaLnBrk="0" hangingPunct="0">
              <a:spcBef>
                <a:spcPct val="0"/>
              </a:spcBef>
              <a:spcAft>
                <a:spcPct val="0"/>
              </a:spcAft>
            </a:pPr>
            <a:r>
              <a:rPr lang="en-GB" altLang="en-US" sz="2400" dirty="0"/>
              <a:t>Able to create subnets for any IPv4 given address.</a:t>
            </a:r>
          </a:p>
          <a:p>
            <a:pPr defTabSz="1219170" eaLnBrk="0" hangingPunct="0">
              <a:spcBef>
                <a:spcPct val="0"/>
              </a:spcBef>
              <a:spcAft>
                <a:spcPct val="0"/>
              </a:spcAft>
            </a:pPr>
            <a:r>
              <a:rPr lang="en-GB" sz="2400" dirty="0"/>
              <a:t>To understand the need of VLSM and able to create VLSM for any given IPv4 address. </a:t>
            </a:r>
          </a:p>
          <a:p>
            <a:pPr defTabSz="1219170" eaLnBrk="0" hangingPunct="0">
              <a:spcBef>
                <a:spcPct val="0"/>
              </a:spcBef>
              <a:spcAft>
                <a:spcPct val="0"/>
              </a:spcAft>
            </a:pPr>
            <a:endParaRPr lang="en-GB" sz="2400" dirty="0"/>
          </a:p>
          <a:p>
            <a:pPr defTabSz="1219170" eaLnBrk="0" hangingPunct="0">
              <a:spcBef>
                <a:spcPct val="0"/>
              </a:spcBef>
              <a:spcAft>
                <a:spcPct val="0"/>
              </a:spcAft>
            </a:pPr>
            <a:endParaRPr lang="en-GB" sz="2400" dirty="0">
              <a:cs typeface="Calibri" panose="020F0502020204030204" pitchFamily="34" charset="0"/>
            </a:endParaRPr>
          </a:p>
        </p:txBody>
      </p:sp>
      <p:pic>
        <p:nvPicPr>
          <p:cNvPr id="5" name="Picture 4">
            <a:extLst>
              <a:ext uri="{FF2B5EF4-FFF2-40B4-BE49-F238E27FC236}">
                <a16:creationId xmlns:a16="http://schemas.microsoft.com/office/drawing/2014/main" id="{EFFAB58F-89EC-4B11-B910-F38F7C2009E3}"/>
              </a:ext>
            </a:extLst>
          </p:cNvPr>
          <p:cNvPicPr>
            <a:picLocks noChangeAspect="1"/>
          </p:cNvPicPr>
          <p:nvPr/>
        </p:nvPicPr>
        <p:blipFill>
          <a:blip r:embed="rId4"/>
          <a:stretch>
            <a:fillRect/>
          </a:stretch>
        </p:blipFill>
        <p:spPr>
          <a:xfrm flipV="1">
            <a:off x="0" y="6169450"/>
            <a:ext cx="12192000" cy="376044"/>
          </a:xfrm>
          <a:prstGeom prst="rect">
            <a:avLst/>
          </a:prstGeom>
        </p:spPr>
      </p:pic>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4672A9-FBFB-5B55-FD8D-33CDC6682AC8}"/>
              </a:ext>
            </a:extLst>
          </p:cNvPr>
          <p:cNvSpPr>
            <a:spLocks noGrp="1"/>
          </p:cNvSpPr>
          <p:nvPr>
            <p:ph type="title"/>
          </p:nvPr>
        </p:nvSpPr>
        <p:spPr>
          <a:xfrm>
            <a:off x="589560" y="856180"/>
            <a:ext cx="4560584" cy="1128068"/>
          </a:xfrm>
        </p:spPr>
        <p:txBody>
          <a:bodyPr anchor="ctr">
            <a:normAutofit/>
          </a:bodyPr>
          <a:lstStyle/>
          <a:p>
            <a:r>
              <a:rPr lang="en-IE" sz="4000"/>
              <a:t>Agenda</a:t>
            </a:r>
          </a:p>
        </p:txBody>
      </p:sp>
      <p:grpSp>
        <p:nvGrpSpPr>
          <p:cNvPr id="12" name="Group 11">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3" name="Rectangle 12">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E5E007D-F4E5-0A9B-8E95-68067B1C3FF2}"/>
              </a:ext>
            </a:extLst>
          </p:cNvPr>
          <p:cNvSpPr>
            <a:spLocks noGrp="1"/>
          </p:cNvSpPr>
          <p:nvPr>
            <p:ph idx="1"/>
          </p:nvPr>
        </p:nvSpPr>
        <p:spPr>
          <a:xfrm>
            <a:off x="590719" y="2330505"/>
            <a:ext cx="4559425" cy="3979585"/>
          </a:xfrm>
        </p:spPr>
        <p:txBody>
          <a:bodyPr anchor="ctr">
            <a:normAutofit/>
          </a:bodyPr>
          <a:lstStyle/>
          <a:p>
            <a:r>
              <a:rPr lang="en-IE" sz="2000"/>
              <a:t>The problem of Fixed Length Subnet Mask and “Wasted” addresses</a:t>
            </a:r>
          </a:p>
          <a:p>
            <a:r>
              <a:rPr lang="en-IE" sz="2000"/>
              <a:t>Variable Length Subnet Masks</a:t>
            </a:r>
          </a:p>
          <a:p>
            <a:r>
              <a:rPr lang="en-IE" sz="2000"/>
              <a:t>Example: VLSM Network Design</a:t>
            </a:r>
          </a:p>
          <a:p>
            <a:r>
              <a:rPr lang="en-IE" sz="2000"/>
              <a:t>Supernetting</a:t>
            </a:r>
          </a:p>
          <a:p>
            <a:endParaRPr lang="en-IE" sz="2000"/>
          </a:p>
          <a:p>
            <a:endParaRPr lang="en-IE" sz="2000"/>
          </a:p>
        </p:txBody>
      </p:sp>
      <p:sp>
        <p:nvSpPr>
          <p:cNvPr id="18" name="Rectangle 17">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ack and white drawing of a notebook&#10;&#10;Description automatically generated">
            <a:extLst>
              <a:ext uri="{FF2B5EF4-FFF2-40B4-BE49-F238E27FC236}">
                <a16:creationId xmlns:a16="http://schemas.microsoft.com/office/drawing/2014/main" id="{FE1B2218-818E-EA3A-7821-E3299E999EFF}"/>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4469" r="2687" b="-1"/>
          <a:stretch/>
        </p:blipFill>
        <p:spPr>
          <a:xfrm>
            <a:off x="5977788" y="799352"/>
            <a:ext cx="5425410" cy="5259296"/>
          </a:xfrm>
          <a:prstGeom prst="rect">
            <a:avLst/>
          </a:prstGeom>
        </p:spPr>
      </p:pic>
    </p:spTree>
    <p:extLst>
      <p:ext uri="{BB962C8B-B14F-4D97-AF65-F5344CB8AC3E}">
        <p14:creationId xmlns:p14="http://schemas.microsoft.com/office/powerpoint/2010/main" val="3320965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11127317" cy="975783"/>
          </a:xfrm>
        </p:spPr>
        <p:txBody>
          <a:bodyPr/>
          <a:lstStyle/>
          <a:p>
            <a:r>
              <a:rPr lang="en-CA" sz="2133" dirty="0"/>
              <a:t>Subnet to Meet Requirements</a:t>
            </a:r>
            <a:br>
              <a:rPr lang="en-US" dirty="0"/>
            </a:br>
            <a:r>
              <a:rPr lang="en-CA" sz="3200" dirty="0"/>
              <a:t>Subnet Private versus Public IPv4 Address Space</a:t>
            </a:r>
            <a:endParaRPr lang="en-US" sz="32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34112" y="1177135"/>
            <a:ext cx="5217631" cy="5089553"/>
          </a:xfrm>
        </p:spPr>
        <p:txBody>
          <a:bodyPr/>
          <a:lstStyle/>
          <a:p>
            <a:pPr marL="0" indent="0" algn="l"/>
            <a:r>
              <a:rPr lang="en-CA" sz="2133" dirty="0">
                <a:solidFill>
                  <a:srgbClr val="000000"/>
                </a:solidFill>
              </a:rPr>
              <a:t>Enterprise networks will have an:</a:t>
            </a:r>
          </a:p>
          <a:p>
            <a:pPr marL="457189" indent="-457189" algn="l">
              <a:buFont typeface="Arial" panose="020B0604020202020204" pitchFamily="34" charset="0"/>
              <a:buChar char="•"/>
            </a:pPr>
            <a:r>
              <a:rPr lang="en-CA" sz="2133" dirty="0">
                <a:solidFill>
                  <a:srgbClr val="000000"/>
                </a:solidFill>
              </a:rPr>
              <a:t>Intranet - A company’s internal network typically using private IPv4 addresses.</a:t>
            </a:r>
          </a:p>
          <a:p>
            <a:pPr marL="457189" indent="-457189" algn="l">
              <a:buFont typeface="Arial" panose="020B0604020202020204" pitchFamily="34" charset="0"/>
              <a:buChar char="•"/>
            </a:pPr>
            <a:r>
              <a:rPr lang="en-CA" sz="2133" dirty="0">
                <a:solidFill>
                  <a:srgbClr val="000000"/>
                </a:solidFill>
              </a:rPr>
              <a:t>DMZ – A companies internet facing servers. Devices in the DMZ use public IPv4 addresses.</a:t>
            </a:r>
          </a:p>
          <a:p>
            <a:pPr marL="457189" indent="-457189" algn="l">
              <a:buFont typeface="Arial" panose="020B0604020202020204" pitchFamily="34" charset="0"/>
              <a:buChar char="•"/>
            </a:pPr>
            <a:endParaRPr lang="en-CA" sz="2133" dirty="0">
              <a:solidFill>
                <a:srgbClr val="000000"/>
              </a:solidFill>
            </a:endParaRPr>
          </a:p>
          <a:p>
            <a:pPr marL="457189" indent="-457189" algn="l">
              <a:buFont typeface="Arial" panose="020B0604020202020204" pitchFamily="34" charset="0"/>
              <a:buChar char="•"/>
            </a:pPr>
            <a:r>
              <a:rPr lang="en-CA" sz="2133" dirty="0">
                <a:solidFill>
                  <a:srgbClr val="000000"/>
                </a:solidFill>
              </a:rPr>
              <a:t>A company could use the 10.0.0.0/8 and subnet on the /16 or /24 network boundary. </a:t>
            </a:r>
          </a:p>
          <a:p>
            <a:pPr marL="457189" indent="-457189" algn="l">
              <a:buFont typeface="Arial" panose="020B0604020202020204" pitchFamily="34" charset="0"/>
              <a:buChar char="•"/>
            </a:pPr>
            <a:endParaRPr lang="en-CA" sz="2133" dirty="0">
              <a:solidFill>
                <a:srgbClr val="000000"/>
              </a:solidFill>
            </a:endParaRPr>
          </a:p>
          <a:p>
            <a:pPr marL="457189" indent="-457189" algn="l">
              <a:buFont typeface="Arial" panose="020B0604020202020204" pitchFamily="34" charset="0"/>
              <a:buChar char="•"/>
            </a:pPr>
            <a:r>
              <a:rPr lang="en-CA" sz="2133" dirty="0">
                <a:solidFill>
                  <a:srgbClr val="000000"/>
                </a:solidFill>
              </a:rPr>
              <a:t>The DMZ devices would have to be configured with public IP addresses.</a:t>
            </a:r>
            <a:endParaRPr lang="en-US" sz="2133" dirty="0">
              <a:solidFill>
                <a:srgbClr val="000000"/>
              </a:solidFill>
            </a:endParaRPr>
          </a:p>
        </p:txBody>
      </p:sp>
      <p:pic>
        <p:nvPicPr>
          <p:cNvPr id="2" name="Picture 1">
            <a:extLst>
              <a:ext uri="{FF2B5EF4-FFF2-40B4-BE49-F238E27FC236}">
                <a16:creationId xmlns:a16="http://schemas.microsoft.com/office/drawing/2014/main" id="{32D669F9-6546-4D50-B5D4-ED794ADFFF31}"/>
              </a:ext>
            </a:extLst>
          </p:cNvPr>
          <p:cNvPicPr>
            <a:picLocks noChangeAspect="1"/>
          </p:cNvPicPr>
          <p:nvPr/>
        </p:nvPicPr>
        <p:blipFill>
          <a:blip r:embed="rId3"/>
          <a:stretch>
            <a:fillRect/>
          </a:stretch>
        </p:blipFill>
        <p:spPr>
          <a:xfrm>
            <a:off x="5527747" y="1966604"/>
            <a:ext cx="6511082" cy="4348852"/>
          </a:xfrm>
          <a:prstGeom prst="rect">
            <a:avLst/>
          </a:prstGeom>
        </p:spPr>
      </p:pic>
    </p:spTree>
    <p:extLst>
      <p:ext uri="{BB962C8B-B14F-4D97-AF65-F5344CB8AC3E}">
        <p14:creationId xmlns:p14="http://schemas.microsoft.com/office/powerpoint/2010/main" val="1804487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931BB-33E9-4057-968D-0F938F56E47C}"/>
              </a:ext>
            </a:extLst>
          </p:cNvPr>
          <p:cNvSpPr>
            <a:spLocks noGrp="1"/>
          </p:cNvSpPr>
          <p:nvPr>
            <p:ph type="title"/>
          </p:nvPr>
        </p:nvSpPr>
        <p:spPr>
          <a:xfrm>
            <a:off x="545592" y="139579"/>
            <a:ext cx="10515600" cy="921126"/>
          </a:xfrm>
        </p:spPr>
        <p:txBody>
          <a:bodyPr/>
          <a:lstStyle/>
          <a:p>
            <a:r>
              <a:rPr lang="en-IE" dirty="0"/>
              <a:t>Subnetting: Minimise “Wasted” Addresses</a:t>
            </a:r>
          </a:p>
        </p:txBody>
      </p:sp>
      <p:sp>
        <p:nvSpPr>
          <p:cNvPr id="3" name="Content Placeholder 2">
            <a:extLst>
              <a:ext uri="{FF2B5EF4-FFF2-40B4-BE49-F238E27FC236}">
                <a16:creationId xmlns:a16="http://schemas.microsoft.com/office/drawing/2014/main" id="{C02A4D71-7EEF-4095-83AA-87256F9BC82E}"/>
              </a:ext>
            </a:extLst>
          </p:cNvPr>
          <p:cNvSpPr>
            <a:spLocks noGrp="1"/>
          </p:cNvSpPr>
          <p:nvPr>
            <p:ph idx="1"/>
          </p:nvPr>
        </p:nvSpPr>
        <p:spPr>
          <a:xfrm>
            <a:off x="351538" y="1060705"/>
            <a:ext cx="11488924" cy="4351338"/>
          </a:xfrm>
        </p:spPr>
        <p:txBody>
          <a:bodyPr/>
          <a:lstStyle/>
          <a:p>
            <a:r>
              <a:rPr lang="en-IE" dirty="0"/>
              <a:t>When planning subnets, generally want most efficient use of Network space</a:t>
            </a:r>
          </a:p>
          <a:p>
            <a:r>
              <a:rPr lang="en-IE" dirty="0"/>
              <a:t>Table below relates to subnetting a /24 network (e.g. 192.168.20.0/24). </a:t>
            </a:r>
          </a:p>
          <a:p>
            <a:pPr lvl="1"/>
            <a:r>
              <a:rPr lang="en-IE" dirty="0"/>
              <a:t>Enough subnets?</a:t>
            </a:r>
          </a:p>
          <a:p>
            <a:pPr lvl="1"/>
            <a:r>
              <a:rPr lang="en-IE" dirty="0"/>
              <a:t>Enough Hosts?</a:t>
            </a:r>
          </a:p>
        </p:txBody>
      </p:sp>
      <p:graphicFrame>
        <p:nvGraphicFramePr>
          <p:cNvPr id="5" name="Table 4">
            <a:extLst>
              <a:ext uri="{FF2B5EF4-FFF2-40B4-BE49-F238E27FC236}">
                <a16:creationId xmlns:a16="http://schemas.microsoft.com/office/drawing/2014/main" id="{98BF1761-ECBC-4019-96E5-C756C6222385}"/>
              </a:ext>
            </a:extLst>
          </p:cNvPr>
          <p:cNvGraphicFramePr>
            <a:graphicFrameLocks noGrp="1"/>
          </p:cNvGraphicFramePr>
          <p:nvPr>
            <p:extLst>
              <p:ext uri="{D42A27DB-BD31-4B8C-83A1-F6EECF244321}">
                <p14:modId xmlns:p14="http://schemas.microsoft.com/office/powerpoint/2010/main" val="3933267593"/>
              </p:ext>
            </p:extLst>
          </p:nvPr>
        </p:nvGraphicFramePr>
        <p:xfrm>
          <a:off x="3831805" y="3110505"/>
          <a:ext cx="7697761" cy="3366342"/>
        </p:xfrm>
        <a:graphic>
          <a:graphicData uri="http://schemas.openxmlformats.org/drawingml/2006/table">
            <a:tbl>
              <a:tblPr firstRow="1" bandRow="1">
                <a:tableStyleId>{5C22544A-7EE6-4342-B048-85BDC9FD1C3A}</a:tableStyleId>
              </a:tblPr>
              <a:tblGrid>
                <a:gridCol w="1098434">
                  <a:extLst>
                    <a:ext uri="{9D8B030D-6E8A-4147-A177-3AD203B41FA5}">
                      <a16:colId xmlns:a16="http://schemas.microsoft.com/office/drawing/2014/main" val="3173678455"/>
                    </a:ext>
                  </a:extLst>
                </a:gridCol>
                <a:gridCol w="1377403">
                  <a:extLst>
                    <a:ext uri="{9D8B030D-6E8A-4147-A177-3AD203B41FA5}">
                      <a16:colId xmlns:a16="http://schemas.microsoft.com/office/drawing/2014/main" val="1538934761"/>
                    </a:ext>
                  </a:extLst>
                </a:gridCol>
                <a:gridCol w="3538039">
                  <a:extLst>
                    <a:ext uri="{9D8B030D-6E8A-4147-A177-3AD203B41FA5}">
                      <a16:colId xmlns:a16="http://schemas.microsoft.com/office/drawing/2014/main" val="1045760004"/>
                    </a:ext>
                  </a:extLst>
                </a:gridCol>
                <a:gridCol w="855700">
                  <a:extLst>
                    <a:ext uri="{9D8B030D-6E8A-4147-A177-3AD203B41FA5}">
                      <a16:colId xmlns:a16="http://schemas.microsoft.com/office/drawing/2014/main" val="2485496051"/>
                    </a:ext>
                  </a:extLst>
                </a:gridCol>
                <a:gridCol w="828185">
                  <a:extLst>
                    <a:ext uri="{9D8B030D-6E8A-4147-A177-3AD203B41FA5}">
                      <a16:colId xmlns:a16="http://schemas.microsoft.com/office/drawing/2014/main" val="660007875"/>
                    </a:ext>
                  </a:extLst>
                </a:gridCol>
              </a:tblGrid>
              <a:tr h="366157">
                <a:tc>
                  <a:txBody>
                    <a:bodyPr/>
                    <a:lstStyle/>
                    <a:p>
                      <a:pPr algn="l" fontAlgn="ctr"/>
                      <a:r>
                        <a:rPr lang="en-CA" sz="1300" b="1" dirty="0">
                          <a:effectLst/>
                        </a:rPr>
                        <a:t>Prefix Length</a:t>
                      </a:r>
                      <a:endParaRPr lang="en-CA" sz="1300" dirty="0">
                        <a:effectLst/>
                      </a:endParaRPr>
                    </a:p>
                  </a:txBody>
                  <a:tcPr marL="42333" marR="42333" marT="42333" marB="42333" anchor="ctr"/>
                </a:tc>
                <a:tc>
                  <a:txBody>
                    <a:bodyPr/>
                    <a:lstStyle/>
                    <a:p>
                      <a:pPr algn="l" fontAlgn="ctr"/>
                      <a:r>
                        <a:rPr lang="en-CA" sz="1300" b="1" dirty="0">
                          <a:effectLst/>
                        </a:rPr>
                        <a:t>Subnet Mask</a:t>
                      </a:r>
                      <a:endParaRPr lang="en-CA" sz="1300" dirty="0">
                        <a:effectLst/>
                      </a:endParaRPr>
                    </a:p>
                  </a:txBody>
                  <a:tcPr marL="42333" marR="42333" marT="42333" marB="42333" anchor="ctr"/>
                </a:tc>
                <a:tc>
                  <a:txBody>
                    <a:bodyPr/>
                    <a:lstStyle/>
                    <a:p>
                      <a:pPr algn="l" fontAlgn="ctr"/>
                      <a:r>
                        <a:rPr lang="en-CA" sz="1300" b="1" dirty="0">
                          <a:effectLst/>
                        </a:rPr>
                        <a:t>Subnet Mask in Binary</a:t>
                      </a:r>
                      <a:br>
                        <a:rPr lang="en-CA" sz="1300" b="1" dirty="0">
                          <a:effectLst/>
                        </a:rPr>
                      </a:br>
                      <a:r>
                        <a:rPr lang="en-CA" sz="1300" b="1" dirty="0">
                          <a:effectLst/>
                        </a:rPr>
                        <a:t>(n = network, h = host)</a:t>
                      </a:r>
                      <a:endParaRPr lang="en-CA" sz="1300" dirty="0">
                        <a:effectLst/>
                      </a:endParaRPr>
                    </a:p>
                  </a:txBody>
                  <a:tcPr marL="42333" marR="42333" marT="42333" marB="42333" anchor="ctr"/>
                </a:tc>
                <a:tc>
                  <a:txBody>
                    <a:bodyPr/>
                    <a:lstStyle/>
                    <a:p>
                      <a:pPr algn="l" fontAlgn="ctr"/>
                      <a:r>
                        <a:rPr lang="en-CA" sz="1300" b="1" dirty="0">
                          <a:effectLst/>
                        </a:rPr>
                        <a:t># of subnets</a:t>
                      </a:r>
                      <a:endParaRPr lang="en-CA" sz="1300" dirty="0">
                        <a:effectLst/>
                      </a:endParaRPr>
                    </a:p>
                  </a:txBody>
                  <a:tcPr marL="42333" marR="42333" marT="42333" marB="42333" anchor="ctr"/>
                </a:tc>
                <a:tc>
                  <a:txBody>
                    <a:bodyPr/>
                    <a:lstStyle/>
                    <a:p>
                      <a:pPr algn="l" fontAlgn="ctr"/>
                      <a:r>
                        <a:rPr lang="en-CA" sz="1300" b="1" dirty="0">
                          <a:effectLst/>
                        </a:rPr>
                        <a:t># of hosts</a:t>
                      </a:r>
                      <a:endParaRPr lang="en-CA" sz="1300" dirty="0">
                        <a:effectLst/>
                      </a:endParaRPr>
                    </a:p>
                  </a:txBody>
                  <a:tcPr marL="42333" marR="42333" marT="42333" marB="42333" anchor="ctr"/>
                </a:tc>
                <a:extLst>
                  <a:ext uri="{0D108BD9-81ED-4DB2-BD59-A6C34878D82A}">
                    <a16:rowId xmlns:a16="http://schemas.microsoft.com/office/drawing/2014/main" val="2275849055"/>
                  </a:ext>
                </a:extLst>
              </a:tr>
              <a:tr h="366157">
                <a:tc>
                  <a:txBody>
                    <a:bodyPr/>
                    <a:lstStyle/>
                    <a:p>
                      <a:pPr fontAlgn="ctr"/>
                      <a:r>
                        <a:rPr lang="en-CA" sz="1300" b="0" dirty="0">
                          <a:effectLst/>
                        </a:rPr>
                        <a:t>/25</a:t>
                      </a:r>
                    </a:p>
                  </a:txBody>
                  <a:tcPr marL="42333" marR="42333" marT="42333" marB="42333" anchor="ctr"/>
                </a:tc>
                <a:tc>
                  <a:txBody>
                    <a:bodyPr/>
                    <a:lstStyle/>
                    <a:p>
                      <a:pPr fontAlgn="ctr"/>
                      <a:r>
                        <a:rPr lang="en-CA" sz="1300" b="0" dirty="0">
                          <a:effectLst/>
                        </a:rPr>
                        <a:t>255.255.255.128</a:t>
                      </a:r>
                    </a:p>
                  </a:txBody>
                  <a:tcPr marL="42333" marR="42333" marT="42333" marB="42333" anchor="ctr"/>
                </a:tc>
                <a:tc>
                  <a:txBody>
                    <a:bodyPr/>
                    <a:lstStyle/>
                    <a:p>
                      <a:pPr rtl="0" fontAlgn="ctr"/>
                      <a:r>
                        <a:rPr lang="en-CA" sz="1300" b="0" dirty="0">
                          <a:effectLst/>
                          <a:latin typeface="Courier New" panose="02070309020205020404" pitchFamily="49" charset="0"/>
                          <a:cs typeface="Courier New" panose="02070309020205020404" pitchFamily="49" charset="0"/>
                        </a:rPr>
                        <a:t>nnnnnnnn.nnnnnnnn.nnnnnnnn.</a:t>
                      </a:r>
                      <a:r>
                        <a:rPr lang="en-CA" sz="1300" b="1" dirty="0">
                          <a:effectLst/>
                          <a:latin typeface="Courier New" panose="02070309020205020404" pitchFamily="49" charset="0"/>
                          <a:cs typeface="Courier New" panose="02070309020205020404" pitchFamily="49" charset="0"/>
                        </a:rPr>
                        <a:t>n</a:t>
                      </a:r>
                      <a:r>
                        <a:rPr lang="en-CA" sz="1300" b="0" dirty="0">
                          <a:effectLst/>
                          <a:latin typeface="Courier New" panose="02070309020205020404" pitchFamily="49" charset="0"/>
                          <a:cs typeface="Courier New" panose="02070309020205020404" pitchFamily="49" charset="0"/>
                        </a:rPr>
                        <a:t>hhhhhhh</a:t>
                      </a:r>
                      <a:br>
                        <a:rPr lang="en-CA" sz="1300" b="0" dirty="0">
                          <a:effectLst/>
                          <a:latin typeface="Courier New" panose="02070309020205020404" pitchFamily="49" charset="0"/>
                          <a:cs typeface="Courier New" panose="02070309020205020404" pitchFamily="49" charset="0"/>
                        </a:rPr>
                      </a:br>
                      <a:r>
                        <a:rPr lang="en-CA" sz="1300" b="0" dirty="0">
                          <a:effectLst/>
                          <a:latin typeface="Courier New" panose="02070309020205020404" pitchFamily="49" charset="0"/>
                          <a:cs typeface="Courier New" panose="02070309020205020404" pitchFamily="49" charset="0"/>
                        </a:rPr>
                        <a:t>11111111.11111111.11111111.</a:t>
                      </a:r>
                      <a:r>
                        <a:rPr lang="en-CA" sz="1300" b="1" dirty="0">
                          <a:effectLst/>
                          <a:latin typeface="Courier New" panose="02070309020205020404" pitchFamily="49" charset="0"/>
                          <a:cs typeface="Courier New" panose="02070309020205020404" pitchFamily="49" charset="0"/>
                        </a:rPr>
                        <a:t>1</a:t>
                      </a:r>
                      <a:r>
                        <a:rPr lang="en-CA" sz="1300" b="0" dirty="0">
                          <a:effectLst/>
                          <a:latin typeface="Courier New" panose="02070309020205020404" pitchFamily="49" charset="0"/>
                          <a:cs typeface="Courier New" panose="02070309020205020404" pitchFamily="49" charset="0"/>
                        </a:rPr>
                        <a:t>0000000</a:t>
                      </a:r>
                    </a:p>
                  </a:txBody>
                  <a:tcPr marL="42333" marR="42333" marT="42333" marB="42333" anchor="ctr"/>
                </a:tc>
                <a:tc>
                  <a:txBody>
                    <a:bodyPr/>
                    <a:lstStyle/>
                    <a:p>
                      <a:pPr fontAlgn="ctr"/>
                      <a:r>
                        <a:rPr lang="en-CA" sz="1300" b="1" dirty="0">
                          <a:effectLst/>
                        </a:rPr>
                        <a:t>2</a:t>
                      </a:r>
                      <a:endParaRPr lang="en-CA" sz="1300" b="0" dirty="0">
                        <a:effectLst/>
                      </a:endParaRPr>
                    </a:p>
                  </a:txBody>
                  <a:tcPr marL="42333" marR="42333" marT="42333" marB="42333" anchor="ctr"/>
                </a:tc>
                <a:tc>
                  <a:txBody>
                    <a:bodyPr/>
                    <a:lstStyle/>
                    <a:p>
                      <a:pPr fontAlgn="ctr"/>
                      <a:r>
                        <a:rPr lang="en-CA" sz="1300" b="0" dirty="0">
                          <a:effectLst/>
                        </a:rPr>
                        <a:t>126</a:t>
                      </a:r>
                    </a:p>
                  </a:txBody>
                  <a:tcPr marL="42333" marR="42333" marT="42333" marB="42333" anchor="ctr"/>
                </a:tc>
                <a:extLst>
                  <a:ext uri="{0D108BD9-81ED-4DB2-BD59-A6C34878D82A}">
                    <a16:rowId xmlns:a16="http://schemas.microsoft.com/office/drawing/2014/main" val="1601271128"/>
                  </a:ext>
                </a:extLst>
              </a:tr>
              <a:tr h="366157">
                <a:tc>
                  <a:txBody>
                    <a:bodyPr/>
                    <a:lstStyle/>
                    <a:p>
                      <a:pPr fontAlgn="ctr"/>
                      <a:r>
                        <a:rPr lang="en-CA" sz="1300" b="0" dirty="0">
                          <a:effectLst/>
                        </a:rPr>
                        <a:t>/26</a:t>
                      </a:r>
                    </a:p>
                  </a:txBody>
                  <a:tcPr marL="42333" marR="42333" marT="42333" marB="42333" anchor="ctr"/>
                </a:tc>
                <a:tc>
                  <a:txBody>
                    <a:bodyPr/>
                    <a:lstStyle/>
                    <a:p>
                      <a:pPr fontAlgn="ctr"/>
                      <a:r>
                        <a:rPr lang="en-CA" sz="1300" b="0" dirty="0">
                          <a:effectLst/>
                        </a:rPr>
                        <a:t>255.255.255.192</a:t>
                      </a:r>
                    </a:p>
                  </a:txBody>
                  <a:tcPr marL="42333" marR="42333" marT="42333" marB="42333" anchor="ctr"/>
                </a:tc>
                <a:tc>
                  <a:txBody>
                    <a:bodyPr/>
                    <a:lstStyle/>
                    <a:p>
                      <a:pPr rtl="0" fontAlgn="ctr"/>
                      <a:r>
                        <a:rPr lang="en-CA" sz="1300" b="0" dirty="0">
                          <a:effectLst/>
                          <a:latin typeface="Courier New" panose="02070309020205020404" pitchFamily="49" charset="0"/>
                          <a:cs typeface="Courier New" panose="02070309020205020404" pitchFamily="49" charset="0"/>
                        </a:rPr>
                        <a:t>nnnnnnnn.nnnnnnnn.nnnnnnnn.</a:t>
                      </a:r>
                      <a:r>
                        <a:rPr lang="en-CA" sz="1300" b="1" dirty="0">
                          <a:effectLst/>
                          <a:latin typeface="Courier New" panose="02070309020205020404" pitchFamily="49" charset="0"/>
                          <a:cs typeface="Courier New" panose="02070309020205020404" pitchFamily="49" charset="0"/>
                        </a:rPr>
                        <a:t>nn</a:t>
                      </a:r>
                      <a:r>
                        <a:rPr lang="en-CA" sz="1300" b="0" dirty="0">
                          <a:effectLst/>
                          <a:latin typeface="Courier New" panose="02070309020205020404" pitchFamily="49" charset="0"/>
                          <a:cs typeface="Courier New" panose="02070309020205020404" pitchFamily="49" charset="0"/>
                        </a:rPr>
                        <a:t>hhhhhh</a:t>
                      </a:r>
                      <a:br>
                        <a:rPr lang="en-CA" sz="1300" b="0" dirty="0">
                          <a:effectLst/>
                          <a:latin typeface="Courier New" panose="02070309020205020404" pitchFamily="49" charset="0"/>
                          <a:cs typeface="Courier New" panose="02070309020205020404" pitchFamily="49" charset="0"/>
                        </a:rPr>
                      </a:br>
                      <a:r>
                        <a:rPr lang="en-CA" sz="1300" b="0" dirty="0">
                          <a:effectLst/>
                          <a:latin typeface="Courier New" panose="02070309020205020404" pitchFamily="49" charset="0"/>
                          <a:cs typeface="Courier New" panose="02070309020205020404" pitchFamily="49" charset="0"/>
                        </a:rPr>
                        <a:t>11111111.11111111.11111111.</a:t>
                      </a:r>
                      <a:r>
                        <a:rPr lang="en-CA" sz="1300" b="1" dirty="0">
                          <a:effectLst/>
                          <a:latin typeface="Courier New" panose="02070309020205020404" pitchFamily="49" charset="0"/>
                          <a:cs typeface="Courier New" panose="02070309020205020404" pitchFamily="49" charset="0"/>
                        </a:rPr>
                        <a:t>11</a:t>
                      </a:r>
                      <a:r>
                        <a:rPr lang="en-CA" sz="1300" b="0" dirty="0">
                          <a:effectLst/>
                          <a:latin typeface="Courier New" panose="02070309020205020404" pitchFamily="49" charset="0"/>
                          <a:cs typeface="Courier New" panose="02070309020205020404" pitchFamily="49" charset="0"/>
                        </a:rPr>
                        <a:t>000000</a:t>
                      </a:r>
                    </a:p>
                  </a:txBody>
                  <a:tcPr marL="42333" marR="42333" marT="42333" marB="42333" anchor="ctr"/>
                </a:tc>
                <a:tc>
                  <a:txBody>
                    <a:bodyPr/>
                    <a:lstStyle/>
                    <a:p>
                      <a:pPr fontAlgn="ctr"/>
                      <a:r>
                        <a:rPr lang="en-CA" sz="1300" b="1" dirty="0">
                          <a:effectLst/>
                        </a:rPr>
                        <a:t>4</a:t>
                      </a:r>
                      <a:endParaRPr lang="en-CA" sz="1300" b="0" dirty="0">
                        <a:effectLst/>
                      </a:endParaRPr>
                    </a:p>
                  </a:txBody>
                  <a:tcPr marL="42333" marR="42333" marT="42333" marB="42333" anchor="ctr"/>
                </a:tc>
                <a:tc>
                  <a:txBody>
                    <a:bodyPr/>
                    <a:lstStyle/>
                    <a:p>
                      <a:pPr fontAlgn="ctr"/>
                      <a:r>
                        <a:rPr lang="en-CA" sz="1300" b="0" dirty="0">
                          <a:effectLst/>
                        </a:rPr>
                        <a:t>62</a:t>
                      </a:r>
                    </a:p>
                  </a:txBody>
                  <a:tcPr marL="42333" marR="42333" marT="42333" marB="42333" anchor="ctr"/>
                </a:tc>
                <a:extLst>
                  <a:ext uri="{0D108BD9-81ED-4DB2-BD59-A6C34878D82A}">
                    <a16:rowId xmlns:a16="http://schemas.microsoft.com/office/drawing/2014/main" val="1999121572"/>
                  </a:ext>
                </a:extLst>
              </a:tr>
              <a:tr h="366157">
                <a:tc>
                  <a:txBody>
                    <a:bodyPr/>
                    <a:lstStyle/>
                    <a:p>
                      <a:pPr fontAlgn="ctr"/>
                      <a:r>
                        <a:rPr lang="en-CA" sz="1300" b="0" dirty="0">
                          <a:effectLst/>
                        </a:rPr>
                        <a:t>/27</a:t>
                      </a:r>
                    </a:p>
                  </a:txBody>
                  <a:tcPr marL="42333" marR="42333" marT="42333" marB="42333" anchor="ctr"/>
                </a:tc>
                <a:tc>
                  <a:txBody>
                    <a:bodyPr/>
                    <a:lstStyle/>
                    <a:p>
                      <a:pPr fontAlgn="ctr"/>
                      <a:r>
                        <a:rPr lang="en-CA" sz="1300" b="0" dirty="0">
                          <a:effectLst/>
                        </a:rPr>
                        <a:t>255.255.255.224</a:t>
                      </a:r>
                    </a:p>
                  </a:txBody>
                  <a:tcPr marL="42333" marR="42333" marT="42333" marB="42333" anchor="ctr"/>
                </a:tc>
                <a:tc>
                  <a:txBody>
                    <a:bodyPr/>
                    <a:lstStyle/>
                    <a:p>
                      <a:pPr rtl="0" fontAlgn="ctr"/>
                      <a:r>
                        <a:rPr lang="en-CA" sz="1300" b="0" dirty="0">
                          <a:effectLst/>
                          <a:latin typeface="Courier New" panose="02070309020205020404" pitchFamily="49" charset="0"/>
                          <a:cs typeface="Courier New" panose="02070309020205020404" pitchFamily="49" charset="0"/>
                        </a:rPr>
                        <a:t>nnnnnnnn.nnnnnnnn.nnnnnnnn.</a:t>
                      </a:r>
                      <a:r>
                        <a:rPr lang="en-CA" sz="1300" b="1" dirty="0">
                          <a:effectLst/>
                          <a:latin typeface="Courier New" panose="02070309020205020404" pitchFamily="49" charset="0"/>
                          <a:cs typeface="Courier New" panose="02070309020205020404" pitchFamily="49" charset="0"/>
                        </a:rPr>
                        <a:t>nnn</a:t>
                      </a:r>
                      <a:r>
                        <a:rPr lang="en-CA" sz="1300" b="0" dirty="0">
                          <a:effectLst/>
                          <a:latin typeface="Courier New" panose="02070309020205020404" pitchFamily="49" charset="0"/>
                          <a:cs typeface="Courier New" panose="02070309020205020404" pitchFamily="49" charset="0"/>
                        </a:rPr>
                        <a:t>hhhhh</a:t>
                      </a:r>
                      <a:br>
                        <a:rPr lang="en-CA" sz="1300" b="0" dirty="0">
                          <a:effectLst/>
                          <a:latin typeface="Courier New" panose="02070309020205020404" pitchFamily="49" charset="0"/>
                          <a:cs typeface="Courier New" panose="02070309020205020404" pitchFamily="49" charset="0"/>
                        </a:rPr>
                      </a:br>
                      <a:r>
                        <a:rPr lang="en-CA" sz="1300" b="0" dirty="0">
                          <a:effectLst/>
                          <a:latin typeface="Courier New" panose="02070309020205020404" pitchFamily="49" charset="0"/>
                          <a:cs typeface="Courier New" panose="02070309020205020404" pitchFamily="49" charset="0"/>
                        </a:rPr>
                        <a:t>11111111.11111111.11111111.</a:t>
                      </a:r>
                      <a:r>
                        <a:rPr lang="en-CA" sz="1300" b="1" dirty="0">
                          <a:effectLst/>
                          <a:latin typeface="Courier New" panose="02070309020205020404" pitchFamily="49" charset="0"/>
                          <a:cs typeface="Courier New" panose="02070309020205020404" pitchFamily="49" charset="0"/>
                        </a:rPr>
                        <a:t>111</a:t>
                      </a:r>
                      <a:r>
                        <a:rPr lang="en-CA" sz="1300" b="0" dirty="0">
                          <a:effectLst/>
                          <a:latin typeface="Courier New" panose="02070309020205020404" pitchFamily="49" charset="0"/>
                          <a:cs typeface="Courier New" panose="02070309020205020404" pitchFamily="49" charset="0"/>
                        </a:rPr>
                        <a:t>00000</a:t>
                      </a:r>
                    </a:p>
                  </a:txBody>
                  <a:tcPr marL="42333" marR="42333" marT="42333" marB="42333" anchor="ctr"/>
                </a:tc>
                <a:tc>
                  <a:txBody>
                    <a:bodyPr/>
                    <a:lstStyle/>
                    <a:p>
                      <a:pPr fontAlgn="ctr"/>
                      <a:r>
                        <a:rPr lang="en-CA" sz="1300" b="1" dirty="0">
                          <a:effectLst/>
                        </a:rPr>
                        <a:t>8</a:t>
                      </a:r>
                      <a:endParaRPr lang="en-CA" sz="1300" b="0" dirty="0">
                        <a:effectLst/>
                      </a:endParaRPr>
                    </a:p>
                  </a:txBody>
                  <a:tcPr marL="42333" marR="42333" marT="42333" marB="42333" anchor="ctr"/>
                </a:tc>
                <a:tc>
                  <a:txBody>
                    <a:bodyPr/>
                    <a:lstStyle/>
                    <a:p>
                      <a:pPr fontAlgn="ctr"/>
                      <a:r>
                        <a:rPr lang="en-CA" sz="1300" b="0" dirty="0">
                          <a:effectLst/>
                        </a:rPr>
                        <a:t>30</a:t>
                      </a:r>
                    </a:p>
                  </a:txBody>
                  <a:tcPr marL="42333" marR="42333" marT="42333" marB="42333" anchor="ctr"/>
                </a:tc>
                <a:extLst>
                  <a:ext uri="{0D108BD9-81ED-4DB2-BD59-A6C34878D82A}">
                    <a16:rowId xmlns:a16="http://schemas.microsoft.com/office/drawing/2014/main" val="346473952"/>
                  </a:ext>
                </a:extLst>
              </a:tr>
              <a:tr h="366157">
                <a:tc>
                  <a:txBody>
                    <a:bodyPr/>
                    <a:lstStyle/>
                    <a:p>
                      <a:pPr fontAlgn="ctr"/>
                      <a:r>
                        <a:rPr lang="en-CA" sz="1300" b="0" dirty="0">
                          <a:effectLst/>
                        </a:rPr>
                        <a:t>/28</a:t>
                      </a:r>
                    </a:p>
                  </a:txBody>
                  <a:tcPr marL="42333" marR="42333" marT="42333" marB="42333" anchor="ctr"/>
                </a:tc>
                <a:tc>
                  <a:txBody>
                    <a:bodyPr/>
                    <a:lstStyle/>
                    <a:p>
                      <a:pPr fontAlgn="ctr"/>
                      <a:r>
                        <a:rPr lang="en-CA" sz="1300" b="0" dirty="0">
                          <a:effectLst/>
                        </a:rPr>
                        <a:t>255.255.255.240</a:t>
                      </a:r>
                    </a:p>
                  </a:txBody>
                  <a:tcPr marL="42333" marR="42333" marT="42333" marB="42333" anchor="ctr"/>
                </a:tc>
                <a:tc>
                  <a:txBody>
                    <a:bodyPr/>
                    <a:lstStyle/>
                    <a:p>
                      <a:pPr rtl="0" fontAlgn="ctr"/>
                      <a:r>
                        <a:rPr lang="en-CA" sz="1300" b="0" dirty="0">
                          <a:effectLst/>
                          <a:latin typeface="Courier New" panose="02070309020205020404" pitchFamily="49" charset="0"/>
                          <a:cs typeface="Courier New" panose="02070309020205020404" pitchFamily="49" charset="0"/>
                        </a:rPr>
                        <a:t>nnnnnnnn.nnnnnnnn.nnnnnnnn.</a:t>
                      </a:r>
                      <a:r>
                        <a:rPr lang="en-CA" sz="1300" b="1" dirty="0">
                          <a:effectLst/>
                          <a:latin typeface="Courier New" panose="02070309020205020404" pitchFamily="49" charset="0"/>
                          <a:cs typeface="Courier New" panose="02070309020205020404" pitchFamily="49" charset="0"/>
                        </a:rPr>
                        <a:t>nnnn</a:t>
                      </a:r>
                      <a:r>
                        <a:rPr lang="en-CA" sz="1300" b="0" dirty="0">
                          <a:effectLst/>
                          <a:latin typeface="Courier New" panose="02070309020205020404" pitchFamily="49" charset="0"/>
                          <a:cs typeface="Courier New" panose="02070309020205020404" pitchFamily="49" charset="0"/>
                        </a:rPr>
                        <a:t>hhhh</a:t>
                      </a:r>
                      <a:br>
                        <a:rPr lang="en-CA" sz="1300" b="0" dirty="0">
                          <a:effectLst/>
                          <a:latin typeface="Courier New" panose="02070309020205020404" pitchFamily="49" charset="0"/>
                          <a:cs typeface="Courier New" panose="02070309020205020404" pitchFamily="49" charset="0"/>
                        </a:rPr>
                      </a:br>
                      <a:r>
                        <a:rPr lang="en-CA" sz="1300" b="0" dirty="0">
                          <a:effectLst/>
                          <a:latin typeface="Courier New" panose="02070309020205020404" pitchFamily="49" charset="0"/>
                          <a:cs typeface="Courier New" panose="02070309020205020404" pitchFamily="49" charset="0"/>
                        </a:rPr>
                        <a:t>11111111.11111111.11111111.</a:t>
                      </a:r>
                      <a:r>
                        <a:rPr lang="en-CA" sz="1300" b="1" dirty="0">
                          <a:effectLst/>
                          <a:latin typeface="Courier New" panose="02070309020205020404" pitchFamily="49" charset="0"/>
                          <a:cs typeface="Courier New" panose="02070309020205020404" pitchFamily="49" charset="0"/>
                        </a:rPr>
                        <a:t>1111</a:t>
                      </a:r>
                      <a:r>
                        <a:rPr lang="en-CA" sz="1300" b="0" dirty="0">
                          <a:effectLst/>
                          <a:latin typeface="Courier New" panose="02070309020205020404" pitchFamily="49" charset="0"/>
                          <a:cs typeface="Courier New" panose="02070309020205020404" pitchFamily="49" charset="0"/>
                        </a:rPr>
                        <a:t>0000</a:t>
                      </a:r>
                    </a:p>
                  </a:txBody>
                  <a:tcPr marL="42333" marR="42333" marT="42333" marB="42333" anchor="ctr"/>
                </a:tc>
                <a:tc>
                  <a:txBody>
                    <a:bodyPr/>
                    <a:lstStyle/>
                    <a:p>
                      <a:pPr fontAlgn="ctr"/>
                      <a:r>
                        <a:rPr lang="en-CA" sz="1300" b="1" dirty="0">
                          <a:effectLst/>
                        </a:rPr>
                        <a:t>16</a:t>
                      </a:r>
                      <a:endParaRPr lang="en-CA" sz="1300" b="0" dirty="0">
                        <a:effectLst/>
                      </a:endParaRPr>
                    </a:p>
                  </a:txBody>
                  <a:tcPr marL="42333" marR="42333" marT="42333" marB="42333" anchor="ctr"/>
                </a:tc>
                <a:tc>
                  <a:txBody>
                    <a:bodyPr/>
                    <a:lstStyle/>
                    <a:p>
                      <a:pPr fontAlgn="ctr"/>
                      <a:r>
                        <a:rPr lang="en-CA" sz="1300" b="0" dirty="0">
                          <a:effectLst/>
                        </a:rPr>
                        <a:t>14</a:t>
                      </a:r>
                    </a:p>
                  </a:txBody>
                  <a:tcPr marL="42333" marR="42333" marT="42333" marB="42333" anchor="ctr"/>
                </a:tc>
                <a:extLst>
                  <a:ext uri="{0D108BD9-81ED-4DB2-BD59-A6C34878D82A}">
                    <a16:rowId xmlns:a16="http://schemas.microsoft.com/office/drawing/2014/main" val="1694683452"/>
                  </a:ext>
                </a:extLst>
              </a:tr>
              <a:tr h="366157">
                <a:tc>
                  <a:txBody>
                    <a:bodyPr/>
                    <a:lstStyle/>
                    <a:p>
                      <a:pPr fontAlgn="ctr"/>
                      <a:r>
                        <a:rPr lang="en-CA" sz="1300" b="0" dirty="0">
                          <a:effectLst/>
                        </a:rPr>
                        <a:t>/29</a:t>
                      </a:r>
                    </a:p>
                  </a:txBody>
                  <a:tcPr marL="42333" marR="42333" marT="42333" marB="42333" anchor="ctr"/>
                </a:tc>
                <a:tc>
                  <a:txBody>
                    <a:bodyPr/>
                    <a:lstStyle/>
                    <a:p>
                      <a:pPr fontAlgn="ctr"/>
                      <a:r>
                        <a:rPr lang="en-CA" sz="1300" b="0" dirty="0">
                          <a:effectLst/>
                        </a:rPr>
                        <a:t>255.255.255.248</a:t>
                      </a:r>
                    </a:p>
                  </a:txBody>
                  <a:tcPr marL="42333" marR="42333" marT="42333" marB="42333" anchor="ctr"/>
                </a:tc>
                <a:tc>
                  <a:txBody>
                    <a:bodyPr/>
                    <a:lstStyle/>
                    <a:p>
                      <a:pPr rtl="0" fontAlgn="ctr"/>
                      <a:r>
                        <a:rPr lang="en-CA" sz="1300" b="0" dirty="0">
                          <a:effectLst/>
                          <a:latin typeface="Courier New" panose="02070309020205020404" pitchFamily="49" charset="0"/>
                          <a:cs typeface="Courier New" panose="02070309020205020404" pitchFamily="49" charset="0"/>
                        </a:rPr>
                        <a:t>nnnnnnnn.nnnnnnnn.nnnnnnnn.</a:t>
                      </a:r>
                      <a:r>
                        <a:rPr lang="en-CA" sz="1300" b="1" dirty="0">
                          <a:effectLst/>
                          <a:latin typeface="Courier New" panose="02070309020205020404" pitchFamily="49" charset="0"/>
                          <a:cs typeface="Courier New" panose="02070309020205020404" pitchFamily="49" charset="0"/>
                        </a:rPr>
                        <a:t>nnnnn</a:t>
                      </a:r>
                      <a:r>
                        <a:rPr lang="en-CA" sz="1300" b="0" dirty="0">
                          <a:effectLst/>
                          <a:latin typeface="Courier New" panose="02070309020205020404" pitchFamily="49" charset="0"/>
                          <a:cs typeface="Courier New" panose="02070309020205020404" pitchFamily="49" charset="0"/>
                        </a:rPr>
                        <a:t>hhh</a:t>
                      </a:r>
                      <a:br>
                        <a:rPr lang="en-CA" sz="1300" b="0" dirty="0">
                          <a:effectLst/>
                          <a:latin typeface="Courier New" panose="02070309020205020404" pitchFamily="49" charset="0"/>
                          <a:cs typeface="Courier New" panose="02070309020205020404" pitchFamily="49" charset="0"/>
                        </a:rPr>
                      </a:br>
                      <a:r>
                        <a:rPr lang="en-CA" sz="1300" b="0" dirty="0">
                          <a:effectLst/>
                          <a:latin typeface="Courier New" panose="02070309020205020404" pitchFamily="49" charset="0"/>
                          <a:cs typeface="Courier New" panose="02070309020205020404" pitchFamily="49" charset="0"/>
                        </a:rPr>
                        <a:t>11111111.11111111.11111111.</a:t>
                      </a:r>
                      <a:r>
                        <a:rPr lang="en-CA" sz="1300" b="1" dirty="0">
                          <a:effectLst/>
                          <a:latin typeface="Courier New" panose="02070309020205020404" pitchFamily="49" charset="0"/>
                          <a:cs typeface="Courier New" panose="02070309020205020404" pitchFamily="49" charset="0"/>
                        </a:rPr>
                        <a:t>11111</a:t>
                      </a:r>
                      <a:r>
                        <a:rPr lang="en-CA" sz="1300" b="0" dirty="0">
                          <a:effectLst/>
                          <a:latin typeface="Courier New" panose="02070309020205020404" pitchFamily="49" charset="0"/>
                          <a:cs typeface="Courier New" panose="02070309020205020404" pitchFamily="49" charset="0"/>
                        </a:rPr>
                        <a:t>000</a:t>
                      </a:r>
                    </a:p>
                  </a:txBody>
                  <a:tcPr marL="42333" marR="42333" marT="42333" marB="42333" anchor="ctr"/>
                </a:tc>
                <a:tc>
                  <a:txBody>
                    <a:bodyPr/>
                    <a:lstStyle/>
                    <a:p>
                      <a:pPr fontAlgn="ctr"/>
                      <a:r>
                        <a:rPr lang="en-CA" sz="1300" b="1" dirty="0">
                          <a:effectLst/>
                        </a:rPr>
                        <a:t>32</a:t>
                      </a:r>
                      <a:endParaRPr lang="en-CA" sz="1300" b="0" dirty="0">
                        <a:effectLst/>
                      </a:endParaRPr>
                    </a:p>
                  </a:txBody>
                  <a:tcPr marL="42333" marR="42333" marT="42333" marB="42333" anchor="ctr"/>
                </a:tc>
                <a:tc>
                  <a:txBody>
                    <a:bodyPr/>
                    <a:lstStyle/>
                    <a:p>
                      <a:pPr fontAlgn="ctr"/>
                      <a:r>
                        <a:rPr lang="en-CA" sz="1300" b="0" dirty="0">
                          <a:effectLst/>
                        </a:rPr>
                        <a:t>6</a:t>
                      </a:r>
                    </a:p>
                  </a:txBody>
                  <a:tcPr marL="42333" marR="42333" marT="42333" marB="42333" anchor="ctr"/>
                </a:tc>
                <a:extLst>
                  <a:ext uri="{0D108BD9-81ED-4DB2-BD59-A6C34878D82A}">
                    <a16:rowId xmlns:a16="http://schemas.microsoft.com/office/drawing/2014/main" val="2090259769"/>
                  </a:ext>
                </a:extLst>
              </a:tr>
              <a:tr h="366157">
                <a:tc>
                  <a:txBody>
                    <a:bodyPr/>
                    <a:lstStyle/>
                    <a:p>
                      <a:pPr fontAlgn="ctr"/>
                      <a:r>
                        <a:rPr lang="en-CA" sz="1300" b="0" dirty="0">
                          <a:effectLst/>
                        </a:rPr>
                        <a:t>/30</a:t>
                      </a:r>
                    </a:p>
                  </a:txBody>
                  <a:tcPr marL="42333" marR="42333" marT="42333" marB="42333" anchor="ctr"/>
                </a:tc>
                <a:tc>
                  <a:txBody>
                    <a:bodyPr/>
                    <a:lstStyle/>
                    <a:p>
                      <a:pPr fontAlgn="ctr"/>
                      <a:r>
                        <a:rPr lang="en-CA" sz="1300" b="0" dirty="0">
                          <a:effectLst/>
                        </a:rPr>
                        <a:t>255.255.255.252</a:t>
                      </a:r>
                    </a:p>
                  </a:txBody>
                  <a:tcPr marL="42333" marR="42333" marT="42333" marB="42333" anchor="ctr"/>
                </a:tc>
                <a:tc>
                  <a:txBody>
                    <a:bodyPr/>
                    <a:lstStyle/>
                    <a:p>
                      <a:pPr rtl="0" fontAlgn="ctr"/>
                      <a:r>
                        <a:rPr lang="en-CA" sz="1300" b="0" dirty="0">
                          <a:effectLst/>
                          <a:latin typeface="Courier New" panose="02070309020205020404" pitchFamily="49" charset="0"/>
                          <a:cs typeface="Courier New" panose="02070309020205020404" pitchFamily="49" charset="0"/>
                        </a:rPr>
                        <a:t>nnnnnnnn.nnnnnnnn.nnnnnnnn.</a:t>
                      </a:r>
                      <a:r>
                        <a:rPr lang="en-CA" sz="1300" b="1" dirty="0">
                          <a:effectLst/>
                          <a:latin typeface="Courier New" panose="02070309020205020404" pitchFamily="49" charset="0"/>
                          <a:cs typeface="Courier New" panose="02070309020205020404" pitchFamily="49" charset="0"/>
                        </a:rPr>
                        <a:t>nnnnnn</a:t>
                      </a:r>
                      <a:r>
                        <a:rPr lang="en-CA" sz="1300" b="0" dirty="0">
                          <a:effectLst/>
                          <a:latin typeface="Courier New" panose="02070309020205020404" pitchFamily="49" charset="0"/>
                          <a:cs typeface="Courier New" panose="02070309020205020404" pitchFamily="49" charset="0"/>
                        </a:rPr>
                        <a:t>hh</a:t>
                      </a:r>
                      <a:br>
                        <a:rPr lang="en-CA" sz="1300" b="0" dirty="0">
                          <a:effectLst/>
                          <a:latin typeface="Courier New" panose="02070309020205020404" pitchFamily="49" charset="0"/>
                          <a:cs typeface="Courier New" panose="02070309020205020404" pitchFamily="49" charset="0"/>
                        </a:rPr>
                      </a:br>
                      <a:r>
                        <a:rPr lang="en-CA" sz="1300" b="0" dirty="0">
                          <a:effectLst/>
                          <a:latin typeface="Courier New" panose="02070309020205020404" pitchFamily="49" charset="0"/>
                          <a:cs typeface="Courier New" panose="02070309020205020404" pitchFamily="49" charset="0"/>
                        </a:rPr>
                        <a:t>11111111.11111111.11111111.</a:t>
                      </a:r>
                      <a:r>
                        <a:rPr lang="en-CA" sz="1300" b="1" dirty="0">
                          <a:effectLst/>
                          <a:latin typeface="Courier New" panose="02070309020205020404" pitchFamily="49" charset="0"/>
                          <a:cs typeface="Courier New" panose="02070309020205020404" pitchFamily="49" charset="0"/>
                        </a:rPr>
                        <a:t>111111</a:t>
                      </a:r>
                      <a:r>
                        <a:rPr lang="en-CA" sz="1300" b="0" dirty="0">
                          <a:effectLst/>
                          <a:latin typeface="Courier New" panose="02070309020205020404" pitchFamily="49" charset="0"/>
                          <a:cs typeface="Courier New" panose="02070309020205020404" pitchFamily="49" charset="0"/>
                        </a:rPr>
                        <a:t>00</a:t>
                      </a:r>
                    </a:p>
                  </a:txBody>
                  <a:tcPr marL="42333" marR="42333" marT="42333" marB="42333" anchor="ctr"/>
                </a:tc>
                <a:tc>
                  <a:txBody>
                    <a:bodyPr/>
                    <a:lstStyle/>
                    <a:p>
                      <a:pPr fontAlgn="ctr"/>
                      <a:r>
                        <a:rPr lang="en-CA" sz="1300" b="1" dirty="0">
                          <a:effectLst/>
                        </a:rPr>
                        <a:t>64</a:t>
                      </a:r>
                      <a:endParaRPr lang="en-CA" sz="1300" b="0" dirty="0">
                        <a:effectLst/>
                      </a:endParaRPr>
                    </a:p>
                  </a:txBody>
                  <a:tcPr marL="42333" marR="42333" marT="42333" marB="42333" anchor="ctr"/>
                </a:tc>
                <a:tc>
                  <a:txBody>
                    <a:bodyPr/>
                    <a:lstStyle/>
                    <a:p>
                      <a:pPr fontAlgn="ctr"/>
                      <a:r>
                        <a:rPr lang="en-CA" sz="1300" b="0" dirty="0">
                          <a:effectLst/>
                        </a:rPr>
                        <a:t>2</a:t>
                      </a:r>
                    </a:p>
                  </a:txBody>
                  <a:tcPr marL="42333" marR="42333" marT="42333" marB="42333" anchor="ctr"/>
                </a:tc>
                <a:extLst>
                  <a:ext uri="{0D108BD9-81ED-4DB2-BD59-A6C34878D82A}">
                    <a16:rowId xmlns:a16="http://schemas.microsoft.com/office/drawing/2014/main" val="4211026032"/>
                  </a:ext>
                </a:extLst>
              </a:tr>
            </a:tbl>
          </a:graphicData>
        </a:graphic>
      </p:graphicFrame>
    </p:spTree>
    <p:extLst>
      <p:ext uri="{BB962C8B-B14F-4D97-AF65-F5344CB8AC3E}">
        <p14:creationId xmlns:p14="http://schemas.microsoft.com/office/powerpoint/2010/main" val="6783634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2"/>
            <a:ext cx="11127317" cy="823342"/>
          </a:xfrm>
        </p:spPr>
        <p:txBody>
          <a:bodyPr>
            <a:normAutofit/>
          </a:bodyPr>
          <a:lstStyle/>
          <a:p>
            <a:r>
              <a:rPr lang="en-CA" sz="3200" dirty="0"/>
              <a:t>Create Subnets with a Slash 16 prefix</a:t>
            </a:r>
            <a:endParaRPr lang="en-US" sz="3200" dirty="0"/>
          </a:p>
        </p:txBody>
      </p:sp>
      <p:sp>
        <p:nvSpPr>
          <p:cNvPr id="7" name="Content Placeholder 3">
            <a:extLst>
              <a:ext uri="{FF2B5EF4-FFF2-40B4-BE49-F238E27FC236}">
                <a16:creationId xmlns:a16="http://schemas.microsoft.com/office/drawing/2014/main" id="{A92F2256-EB3D-415D-8AD3-8D728E435B5E}"/>
              </a:ext>
            </a:extLst>
          </p:cNvPr>
          <p:cNvSpPr>
            <a:spLocks noGrp="1"/>
          </p:cNvSpPr>
          <p:nvPr>
            <p:ph idx="1"/>
          </p:nvPr>
        </p:nvSpPr>
        <p:spPr>
          <a:xfrm>
            <a:off x="62846" y="1140559"/>
            <a:ext cx="3833479" cy="4098595"/>
          </a:xfrm>
        </p:spPr>
        <p:txBody>
          <a:bodyPr/>
          <a:lstStyle/>
          <a:p>
            <a:pPr marL="457189" indent="-457189" algn="l">
              <a:buFont typeface="Arial" panose="020B0604020202020204" pitchFamily="34" charset="0"/>
              <a:buChar char="•"/>
            </a:pPr>
            <a:r>
              <a:rPr lang="en-CA" sz="2133" dirty="0">
                <a:solidFill>
                  <a:srgbClr val="000000"/>
                </a:solidFill>
              </a:rPr>
              <a:t>The table highlights all the possible scenarios for subnetting a /16 prefix.</a:t>
            </a:r>
            <a:endParaRPr lang="en-US" sz="2133" dirty="0">
              <a:solidFill>
                <a:srgbClr val="000000"/>
              </a:solidFill>
            </a:endParaRPr>
          </a:p>
        </p:txBody>
      </p:sp>
      <p:graphicFrame>
        <p:nvGraphicFramePr>
          <p:cNvPr id="2" name="Table 1">
            <a:extLst>
              <a:ext uri="{FF2B5EF4-FFF2-40B4-BE49-F238E27FC236}">
                <a16:creationId xmlns:a16="http://schemas.microsoft.com/office/drawing/2014/main" id="{CDE0FA95-43CC-4153-B365-8C3E8D1B3BEC}"/>
              </a:ext>
            </a:extLst>
          </p:cNvPr>
          <p:cNvGraphicFramePr>
            <a:graphicFrameLocks noGrp="1"/>
          </p:cNvGraphicFramePr>
          <p:nvPr>
            <p:extLst>
              <p:ext uri="{D42A27DB-BD31-4B8C-83A1-F6EECF244321}">
                <p14:modId xmlns:p14="http://schemas.microsoft.com/office/powerpoint/2010/main" val="677749667"/>
              </p:ext>
            </p:extLst>
          </p:nvPr>
        </p:nvGraphicFramePr>
        <p:xfrm>
          <a:off x="4372863" y="696352"/>
          <a:ext cx="7782561" cy="6131550"/>
        </p:xfrm>
        <a:graphic>
          <a:graphicData uri="http://schemas.openxmlformats.org/drawingml/2006/table">
            <a:tbl>
              <a:tblPr firstRow="1" bandRow="1">
                <a:tableStyleId>{5C22544A-7EE6-4342-B048-85BDC9FD1C3A}</a:tableStyleId>
              </a:tblPr>
              <a:tblGrid>
                <a:gridCol w="1337999">
                  <a:extLst>
                    <a:ext uri="{9D8B030D-6E8A-4147-A177-3AD203B41FA5}">
                      <a16:colId xmlns:a16="http://schemas.microsoft.com/office/drawing/2014/main" val="3400914921"/>
                    </a:ext>
                  </a:extLst>
                </a:gridCol>
                <a:gridCol w="1377584">
                  <a:extLst>
                    <a:ext uri="{9D8B030D-6E8A-4147-A177-3AD203B41FA5}">
                      <a16:colId xmlns:a16="http://schemas.microsoft.com/office/drawing/2014/main" val="2755569675"/>
                    </a:ext>
                  </a:extLst>
                </a:gridCol>
                <a:gridCol w="3214364">
                  <a:extLst>
                    <a:ext uri="{9D8B030D-6E8A-4147-A177-3AD203B41FA5}">
                      <a16:colId xmlns:a16="http://schemas.microsoft.com/office/drawing/2014/main" val="2977755399"/>
                    </a:ext>
                  </a:extLst>
                </a:gridCol>
                <a:gridCol w="967347">
                  <a:extLst>
                    <a:ext uri="{9D8B030D-6E8A-4147-A177-3AD203B41FA5}">
                      <a16:colId xmlns:a16="http://schemas.microsoft.com/office/drawing/2014/main" val="1257793725"/>
                    </a:ext>
                  </a:extLst>
                </a:gridCol>
                <a:gridCol w="885267">
                  <a:extLst>
                    <a:ext uri="{9D8B030D-6E8A-4147-A177-3AD203B41FA5}">
                      <a16:colId xmlns:a16="http://schemas.microsoft.com/office/drawing/2014/main" val="859093634"/>
                    </a:ext>
                  </a:extLst>
                </a:gridCol>
              </a:tblGrid>
              <a:tr h="247227">
                <a:tc>
                  <a:txBody>
                    <a:bodyPr/>
                    <a:lstStyle/>
                    <a:p>
                      <a:pPr algn="l" fontAlgn="ctr"/>
                      <a:r>
                        <a:rPr lang="en-CA" sz="1100" b="1" dirty="0">
                          <a:effectLst/>
                        </a:rPr>
                        <a:t>Prefix Length</a:t>
                      </a:r>
                      <a:endParaRPr lang="en-CA" sz="1100" dirty="0">
                        <a:effectLst/>
                      </a:endParaRPr>
                    </a:p>
                  </a:txBody>
                  <a:tcPr marL="42333" marR="42333" marT="42333" marB="42333" anchor="ctr"/>
                </a:tc>
                <a:tc>
                  <a:txBody>
                    <a:bodyPr/>
                    <a:lstStyle/>
                    <a:p>
                      <a:pPr algn="l" fontAlgn="ctr"/>
                      <a:r>
                        <a:rPr lang="en-CA" sz="1100" b="1" dirty="0">
                          <a:effectLst/>
                        </a:rPr>
                        <a:t>Subnet Mask</a:t>
                      </a:r>
                      <a:endParaRPr lang="en-CA" sz="1100" dirty="0">
                        <a:effectLst/>
                      </a:endParaRPr>
                    </a:p>
                  </a:txBody>
                  <a:tcPr marL="42333" marR="42333" marT="42333" marB="42333" anchor="ctr"/>
                </a:tc>
                <a:tc>
                  <a:txBody>
                    <a:bodyPr/>
                    <a:lstStyle/>
                    <a:p>
                      <a:pPr algn="l" fontAlgn="ctr"/>
                      <a:r>
                        <a:rPr lang="en-CA" sz="1100" b="1" dirty="0">
                          <a:effectLst/>
                        </a:rPr>
                        <a:t>Network Address (n = network, h = host)</a:t>
                      </a:r>
                      <a:endParaRPr lang="en-CA" sz="1100" dirty="0">
                        <a:effectLst/>
                      </a:endParaRPr>
                    </a:p>
                  </a:txBody>
                  <a:tcPr marL="42333" marR="42333" marT="42333" marB="42333" anchor="ctr"/>
                </a:tc>
                <a:tc>
                  <a:txBody>
                    <a:bodyPr/>
                    <a:lstStyle/>
                    <a:p>
                      <a:pPr algn="l" fontAlgn="ctr"/>
                      <a:r>
                        <a:rPr lang="en-CA" sz="1100" b="1" dirty="0">
                          <a:effectLst/>
                        </a:rPr>
                        <a:t># of subnets</a:t>
                      </a:r>
                      <a:endParaRPr lang="en-CA" sz="1100" dirty="0">
                        <a:effectLst/>
                      </a:endParaRPr>
                    </a:p>
                  </a:txBody>
                  <a:tcPr marL="42333" marR="42333" marT="42333" marB="42333" anchor="ctr"/>
                </a:tc>
                <a:tc>
                  <a:txBody>
                    <a:bodyPr/>
                    <a:lstStyle/>
                    <a:p>
                      <a:pPr algn="l" fontAlgn="ctr"/>
                      <a:r>
                        <a:rPr lang="en-CA" sz="1100" b="1" dirty="0">
                          <a:effectLst/>
                        </a:rPr>
                        <a:t># of hosts</a:t>
                      </a:r>
                      <a:endParaRPr lang="en-CA" sz="1100" dirty="0">
                        <a:effectLst/>
                      </a:endParaRPr>
                    </a:p>
                  </a:txBody>
                  <a:tcPr marL="42333" marR="42333" marT="42333" marB="42333" anchor="ctr"/>
                </a:tc>
                <a:extLst>
                  <a:ext uri="{0D108BD9-81ED-4DB2-BD59-A6C34878D82A}">
                    <a16:rowId xmlns:a16="http://schemas.microsoft.com/office/drawing/2014/main" val="334953287"/>
                  </a:ext>
                </a:extLst>
              </a:tr>
              <a:tr h="409787">
                <a:tc>
                  <a:txBody>
                    <a:bodyPr/>
                    <a:lstStyle/>
                    <a:p>
                      <a:pPr fontAlgn="ctr"/>
                      <a:r>
                        <a:rPr lang="en-CA" sz="1100" b="0" dirty="0">
                          <a:effectLst/>
                        </a:rPr>
                        <a:t>/17</a:t>
                      </a:r>
                    </a:p>
                  </a:txBody>
                  <a:tcPr marL="42333" marR="42333" marT="42333" marB="42333" anchor="ctr"/>
                </a:tc>
                <a:tc>
                  <a:txBody>
                    <a:bodyPr/>
                    <a:lstStyle/>
                    <a:p>
                      <a:pPr fontAlgn="ctr"/>
                      <a:r>
                        <a:rPr lang="en-CA" sz="1100" b="0" dirty="0">
                          <a:effectLst/>
                        </a:rPr>
                        <a:t>255.255.</a:t>
                      </a:r>
                      <a:r>
                        <a:rPr lang="en-CA" sz="1100" b="1" dirty="0">
                          <a:effectLst/>
                        </a:rPr>
                        <a:t>128</a:t>
                      </a:r>
                      <a:r>
                        <a:rPr lang="en-CA" sz="1100" b="0" dirty="0">
                          <a:effectLst/>
                        </a:rPr>
                        <a:t>.0</a:t>
                      </a:r>
                    </a:p>
                  </a:txBody>
                  <a:tcPr marL="42333" marR="42333" marT="42333" marB="42333" anchor="ctr"/>
                </a:tc>
                <a:tc>
                  <a:txBody>
                    <a:bodyPr/>
                    <a:lstStyle/>
                    <a:p>
                      <a:pPr rtl="0" fontAlgn="ctr"/>
                      <a:r>
                        <a:rPr lang="en-CA" sz="1100" b="0" dirty="0">
                          <a:effectLst/>
                          <a:latin typeface="Courier New" panose="02070309020205020404" pitchFamily="49" charset="0"/>
                          <a:cs typeface="Courier New" panose="02070309020205020404" pitchFamily="49" charset="0"/>
                        </a:rPr>
                        <a:t>nnnnnnnn.nnnnnnnn.</a:t>
                      </a:r>
                      <a:r>
                        <a:rPr lang="en-CA" sz="1100" b="1" dirty="0">
                          <a:effectLst/>
                          <a:latin typeface="Courier New" panose="02070309020205020404" pitchFamily="49" charset="0"/>
                          <a:cs typeface="Courier New" panose="02070309020205020404" pitchFamily="49" charset="0"/>
                        </a:rPr>
                        <a:t>n</a:t>
                      </a:r>
                      <a:r>
                        <a:rPr lang="en-CA" sz="1100" b="0" dirty="0">
                          <a:effectLst/>
                          <a:latin typeface="Courier New" panose="02070309020205020404" pitchFamily="49" charset="0"/>
                          <a:cs typeface="Courier New" panose="02070309020205020404" pitchFamily="49" charset="0"/>
                        </a:rPr>
                        <a:t>hhhhhhh.hhhhhhhh </a:t>
                      </a:r>
                      <a:br>
                        <a:rPr lang="en-CA" sz="1100" b="0" dirty="0">
                          <a:effectLst/>
                          <a:latin typeface="Courier New" panose="02070309020205020404" pitchFamily="49" charset="0"/>
                          <a:cs typeface="Courier New" panose="02070309020205020404" pitchFamily="49" charset="0"/>
                        </a:rPr>
                      </a:br>
                      <a:r>
                        <a:rPr lang="en-CA" sz="1100" b="0" dirty="0">
                          <a:effectLst/>
                          <a:latin typeface="Courier New" panose="02070309020205020404" pitchFamily="49" charset="0"/>
                          <a:cs typeface="Courier New" panose="02070309020205020404" pitchFamily="49" charset="0"/>
                        </a:rPr>
                        <a:t>11111111.11111111.</a:t>
                      </a:r>
                      <a:r>
                        <a:rPr lang="en-CA" sz="1100" b="1" dirty="0">
                          <a:effectLst/>
                          <a:latin typeface="Courier New" panose="02070309020205020404" pitchFamily="49" charset="0"/>
                          <a:cs typeface="Courier New" panose="02070309020205020404" pitchFamily="49" charset="0"/>
                        </a:rPr>
                        <a:t>1</a:t>
                      </a:r>
                      <a:r>
                        <a:rPr lang="en-CA" sz="1100" b="0" dirty="0">
                          <a:effectLst/>
                          <a:latin typeface="Courier New" panose="02070309020205020404" pitchFamily="49" charset="0"/>
                          <a:cs typeface="Courier New" panose="02070309020205020404" pitchFamily="49" charset="0"/>
                        </a:rPr>
                        <a:t>0000000.00000000</a:t>
                      </a:r>
                    </a:p>
                  </a:txBody>
                  <a:tcPr marL="42333" marR="42333" marT="42333" marB="42333" anchor="ctr"/>
                </a:tc>
                <a:tc>
                  <a:txBody>
                    <a:bodyPr/>
                    <a:lstStyle/>
                    <a:p>
                      <a:pPr fontAlgn="ctr"/>
                      <a:r>
                        <a:rPr lang="en-CA" sz="1100" b="1" dirty="0">
                          <a:effectLst/>
                        </a:rPr>
                        <a:t>2</a:t>
                      </a:r>
                      <a:endParaRPr lang="en-CA" sz="1100" b="0" dirty="0">
                        <a:effectLst/>
                      </a:endParaRPr>
                    </a:p>
                  </a:txBody>
                  <a:tcPr marL="42333" marR="42333" marT="42333" marB="42333" anchor="ctr"/>
                </a:tc>
                <a:tc>
                  <a:txBody>
                    <a:bodyPr/>
                    <a:lstStyle/>
                    <a:p>
                      <a:pPr fontAlgn="ctr"/>
                      <a:r>
                        <a:rPr lang="en-CA" sz="1100" b="0" dirty="0">
                          <a:effectLst/>
                        </a:rPr>
                        <a:t>32766</a:t>
                      </a:r>
                    </a:p>
                  </a:txBody>
                  <a:tcPr marL="42333" marR="42333" marT="42333" marB="42333" anchor="ctr"/>
                </a:tc>
                <a:extLst>
                  <a:ext uri="{0D108BD9-81ED-4DB2-BD59-A6C34878D82A}">
                    <a16:rowId xmlns:a16="http://schemas.microsoft.com/office/drawing/2014/main" val="1543777364"/>
                  </a:ext>
                </a:extLst>
              </a:tr>
              <a:tr h="409787">
                <a:tc>
                  <a:txBody>
                    <a:bodyPr/>
                    <a:lstStyle/>
                    <a:p>
                      <a:pPr fontAlgn="ctr"/>
                      <a:r>
                        <a:rPr lang="en-CA" sz="1100" b="0" dirty="0">
                          <a:effectLst/>
                        </a:rPr>
                        <a:t>/18</a:t>
                      </a:r>
                    </a:p>
                  </a:txBody>
                  <a:tcPr marL="42333" marR="42333" marT="42333" marB="42333" anchor="ctr"/>
                </a:tc>
                <a:tc>
                  <a:txBody>
                    <a:bodyPr/>
                    <a:lstStyle/>
                    <a:p>
                      <a:pPr fontAlgn="ctr"/>
                      <a:r>
                        <a:rPr lang="en-CA" sz="1100" b="0" dirty="0">
                          <a:effectLst/>
                        </a:rPr>
                        <a:t>255.255.</a:t>
                      </a:r>
                      <a:r>
                        <a:rPr lang="en-CA" sz="1100" b="1" kern="1200" dirty="0">
                          <a:solidFill>
                            <a:schemeClr val="dk1"/>
                          </a:solidFill>
                          <a:effectLst/>
                          <a:latin typeface="+mn-lt"/>
                          <a:ea typeface="+mn-ea"/>
                          <a:cs typeface="+mn-cs"/>
                        </a:rPr>
                        <a:t>192</a:t>
                      </a:r>
                      <a:r>
                        <a:rPr lang="en-CA" sz="1100" b="0" dirty="0">
                          <a:effectLst/>
                        </a:rPr>
                        <a:t>.0</a:t>
                      </a:r>
                    </a:p>
                  </a:txBody>
                  <a:tcPr marL="42333" marR="42333" marT="42333" marB="42333" anchor="ctr"/>
                </a:tc>
                <a:tc>
                  <a:txBody>
                    <a:bodyPr/>
                    <a:lstStyle/>
                    <a:p>
                      <a:pPr rtl="0" fontAlgn="ctr"/>
                      <a:r>
                        <a:rPr lang="en-CA" sz="1100" b="0" dirty="0">
                          <a:effectLst/>
                          <a:latin typeface="Courier New" panose="02070309020205020404" pitchFamily="49" charset="0"/>
                          <a:cs typeface="Courier New" panose="02070309020205020404" pitchFamily="49" charset="0"/>
                        </a:rPr>
                        <a:t>nnnnnnnn.nnnnnnnn.</a:t>
                      </a:r>
                      <a:r>
                        <a:rPr lang="en-CA" sz="1100" b="1" dirty="0">
                          <a:effectLst/>
                          <a:latin typeface="Courier New" panose="02070309020205020404" pitchFamily="49" charset="0"/>
                          <a:cs typeface="Courier New" panose="02070309020205020404" pitchFamily="49" charset="0"/>
                        </a:rPr>
                        <a:t>nn</a:t>
                      </a:r>
                      <a:r>
                        <a:rPr lang="en-CA" sz="1100" b="0" dirty="0">
                          <a:effectLst/>
                          <a:latin typeface="Courier New" panose="02070309020205020404" pitchFamily="49" charset="0"/>
                          <a:cs typeface="Courier New" panose="02070309020205020404" pitchFamily="49" charset="0"/>
                        </a:rPr>
                        <a:t>hhhhhh.hhhhhhhh </a:t>
                      </a:r>
                      <a:br>
                        <a:rPr lang="en-CA" sz="1100" b="0" dirty="0">
                          <a:effectLst/>
                          <a:latin typeface="Courier New" panose="02070309020205020404" pitchFamily="49" charset="0"/>
                          <a:cs typeface="Courier New" panose="02070309020205020404" pitchFamily="49" charset="0"/>
                        </a:rPr>
                      </a:br>
                      <a:r>
                        <a:rPr lang="en-CA" sz="1100" b="0" dirty="0">
                          <a:effectLst/>
                          <a:latin typeface="Courier New" panose="02070309020205020404" pitchFamily="49" charset="0"/>
                          <a:cs typeface="Courier New" panose="02070309020205020404" pitchFamily="49" charset="0"/>
                        </a:rPr>
                        <a:t>11111111.11111111.</a:t>
                      </a:r>
                      <a:r>
                        <a:rPr lang="en-CA" sz="1100" b="1" dirty="0">
                          <a:effectLst/>
                          <a:latin typeface="Courier New" panose="02070309020205020404" pitchFamily="49" charset="0"/>
                          <a:cs typeface="Courier New" panose="02070309020205020404" pitchFamily="49" charset="0"/>
                        </a:rPr>
                        <a:t>11</a:t>
                      </a:r>
                      <a:r>
                        <a:rPr lang="en-CA" sz="1100" b="0" dirty="0">
                          <a:effectLst/>
                          <a:latin typeface="Courier New" panose="02070309020205020404" pitchFamily="49" charset="0"/>
                          <a:cs typeface="Courier New" panose="02070309020205020404" pitchFamily="49" charset="0"/>
                        </a:rPr>
                        <a:t>000000.00000000</a:t>
                      </a:r>
                    </a:p>
                  </a:txBody>
                  <a:tcPr marL="42333" marR="42333" marT="42333" marB="42333" anchor="ctr"/>
                </a:tc>
                <a:tc>
                  <a:txBody>
                    <a:bodyPr/>
                    <a:lstStyle/>
                    <a:p>
                      <a:pPr fontAlgn="ctr"/>
                      <a:r>
                        <a:rPr lang="en-CA" sz="1100" b="1" dirty="0">
                          <a:effectLst/>
                        </a:rPr>
                        <a:t>4</a:t>
                      </a:r>
                      <a:endParaRPr lang="en-CA" sz="1100" b="0" dirty="0">
                        <a:effectLst/>
                      </a:endParaRPr>
                    </a:p>
                  </a:txBody>
                  <a:tcPr marL="42333" marR="42333" marT="42333" marB="42333" anchor="ctr"/>
                </a:tc>
                <a:tc>
                  <a:txBody>
                    <a:bodyPr/>
                    <a:lstStyle/>
                    <a:p>
                      <a:pPr fontAlgn="ctr"/>
                      <a:r>
                        <a:rPr lang="en-CA" sz="1100" b="0" dirty="0">
                          <a:effectLst/>
                        </a:rPr>
                        <a:t>16382</a:t>
                      </a:r>
                    </a:p>
                  </a:txBody>
                  <a:tcPr marL="42333" marR="42333" marT="42333" marB="42333" anchor="ctr"/>
                </a:tc>
                <a:extLst>
                  <a:ext uri="{0D108BD9-81ED-4DB2-BD59-A6C34878D82A}">
                    <a16:rowId xmlns:a16="http://schemas.microsoft.com/office/drawing/2014/main" val="507666450"/>
                  </a:ext>
                </a:extLst>
              </a:tr>
              <a:tr h="409787">
                <a:tc>
                  <a:txBody>
                    <a:bodyPr/>
                    <a:lstStyle/>
                    <a:p>
                      <a:pPr fontAlgn="ctr"/>
                      <a:r>
                        <a:rPr lang="en-CA" sz="1100" b="0" dirty="0">
                          <a:effectLst/>
                        </a:rPr>
                        <a:t>/19</a:t>
                      </a:r>
                    </a:p>
                  </a:txBody>
                  <a:tcPr marL="42333" marR="42333" marT="42333" marB="42333" anchor="ctr"/>
                </a:tc>
                <a:tc>
                  <a:txBody>
                    <a:bodyPr/>
                    <a:lstStyle/>
                    <a:p>
                      <a:pPr fontAlgn="ctr"/>
                      <a:r>
                        <a:rPr lang="en-CA" sz="1100" b="0" dirty="0">
                          <a:effectLst/>
                        </a:rPr>
                        <a:t>255.255.</a:t>
                      </a:r>
                      <a:r>
                        <a:rPr lang="en-CA" sz="1100" b="1" kern="1200" dirty="0">
                          <a:solidFill>
                            <a:schemeClr val="dk1"/>
                          </a:solidFill>
                          <a:effectLst/>
                          <a:latin typeface="+mn-lt"/>
                          <a:ea typeface="+mn-ea"/>
                          <a:cs typeface="+mn-cs"/>
                        </a:rPr>
                        <a:t>224</a:t>
                      </a:r>
                      <a:r>
                        <a:rPr lang="en-CA" sz="1100" b="0" dirty="0">
                          <a:effectLst/>
                        </a:rPr>
                        <a:t>.0</a:t>
                      </a:r>
                    </a:p>
                  </a:txBody>
                  <a:tcPr marL="42333" marR="42333" marT="42333" marB="42333" anchor="ctr"/>
                </a:tc>
                <a:tc>
                  <a:txBody>
                    <a:bodyPr/>
                    <a:lstStyle/>
                    <a:p>
                      <a:pPr rtl="0" fontAlgn="ctr"/>
                      <a:r>
                        <a:rPr lang="en-CA" sz="1100" b="0" dirty="0">
                          <a:effectLst/>
                          <a:latin typeface="Courier New" panose="02070309020205020404" pitchFamily="49" charset="0"/>
                          <a:cs typeface="Courier New" panose="02070309020205020404" pitchFamily="49" charset="0"/>
                        </a:rPr>
                        <a:t>nnnnnnnn.nnnnnnnn.</a:t>
                      </a:r>
                      <a:r>
                        <a:rPr lang="en-CA" sz="1100" b="1" dirty="0">
                          <a:effectLst/>
                          <a:latin typeface="Courier New" panose="02070309020205020404" pitchFamily="49" charset="0"/>
                          <a:cs typeface="Courier New" panose="02070309020205020404" pitchFamily="49" charset="0"/>
                        </a:rPr>
                        <a:t>nnn</a:t>
                      </a:r>
                      <a:r>
                        <a:rPr lang="en-CA" sz="1100" b="0" dirty="0">
                          <a:effectLst/>
                          <a:latin typeface="Courier New" panose="02070309020205020404" pitchFamily="49" charset="0"/>
                          <a:cs typeface="Courier New" panose="02070309020205020404" pitchFamily="49" charset="0"/>
                        </a:rPr>
                        <a:t>hhhhh.hhhhhhhh </a:t>
                      </a:r>
                      <a:br>
                        <a:rPr lang="en-CA" sz="1100" b="0" dirty="0">
                          <a:effectLst/>
                          <a:latin typeface="Courier New" panose="02070309020205020404" pitchFamily="49" charset="0"/>
                          <a:cs typeface="Courier New" panose="02070309020205020404" pitchFamily="49" charset="0"/>
                        </a:rPr>
                      </a:br>
                      <a:r>
                        <a:rPr lang="en-CA" sz="1100" b="0" dirty="0">
                          <a:effectLst/>
                          <a:latin typeface="Courier New" panose="02070309020205020404" pitchFamily="49" charset="0"/>
                          <a:cs typeface="Courier New" panose="02070309020205020404" pitchFamily="49" charset="0"/>
                        </a:rPr>
                        <a:t>11111111.11111111.</a:t>
                      </a:r>
                      <a:r>
                        <a:rPr lang="en-CA" sz="1100" b="1" dirty="0">
                          <a:effectLst/>
                          <a:latin typeface="Courier New" panose="02070309020205020404" pitchFamily="49" charset="0"/>
                          <a:cs typeface="Courier New" panose="02070309020205020404" pitchFamily="49" charset="0"/>
                        </a:rPr>
                        <a:t>111</a:t>
                      </a:r>
                      <a:r>
                        <a:rPr lang="en-CA" sz="1100" b="0" dirty="0">
                          <a:effectLst/>
                          <a:latin typeface="Courier New" panose="02070309020205020404" pitchFamily="49" charset="0"/>
                          <a:cs typeface="Courier New" panose="02070309020205020404" pitchFamily="49" charset="0"/>
                        </a:rPr>
                        <a:t>00000.00000000</a:t>
                      </a:r>
                    </a:p>
                  </a:txBody>
                  <a:tcPr marL="42333" marR="42333" marT="42333" marB="42333" anchor="ctr"/>
                </a:tc>
                <a:tc>
                  <a:txBody>
                    <a:bodyPr/>
                    <a:lstStyle/>
                    <a:p>
                      <a:pPr fontAlgn="ctr"/>
                      <a:r>
                        <a:rPr lang="en-CA" sz="1100" b="1" dirty="0">
                          <a:effectLst/>
                        </a:rPr>
                        <a:t>8</a:t>
                      </a:r>
                      <a:endParaRPr lang="en-CA" sz="1100" b="0" dirty="0">
                        <a:effectLst/>
                      </a:endParaRPr>
                    </a:p>
                  </a:txBody>
                  <a:tcPr marL="42333" marR="42333" marT="42333" marB="42333" anchor="ctr"/>
                </a:tc>
                <a:tc>
                  <a:txBody>
                    <a:bodyPr/>
                    <a:lstStyle/>
                    <a:p>
                      <a:pPr fontAlgn="ctr"/>
                      <a:r>
                        <a:rPr lang="en-CA" sz="1100" b="0" dirty="0">
                          <a:effectLst/>
                        </a:rPr>
                        <a:t>8190</a:t>
                      </a:r>
                    </a:p>
                  </a:txBody>
                  <a:tcPr marL="42333" marR="42333" marT="42333" marB="42333" anchor="ctr"/>
                </a:tc>
                <a:extLst>
                  <a:ext uri="{0D108BD9-81ED-4DB2-BD59-A6C34878D82A}">
                    <a16:rowId xmlns:a16="http://schemas.microsoft.com/office/drawing/2014/main" val="895088631"/>
                  </a:ext>
                </a:extLst>
              </a:tr>
              <a:tr h="409787">
                <a:tc>
                  <a:txBody>
                    <a:bodyPr/>
                    <a:lstStyle/>
                    <a:p>
                      <a:pPr fontAlgn="ctr"/>
                      <a:r>
                        <a:rPr lang="en-CA" sz="1100" b="0" dirty="0">
                          <a:effectLst/>
                        </a:rPr>
                        <a:t>/20</a:t>
                      </a:r>
                    </a:p>
                  </a:txBody>
                  <a:tcPr marL="42333" marR="42333" marT="42333" marB="42333" anchor="ctr"/>
                </a:tc>
                <a:tc>
                  <a:txBody>
                    <a:bodyPr/>
                    <a:lstStyle/>
                    <a:p>
                      <a:pPr fontAlgn="ctr"/>
                      <a:r>
                        <a:rPr lang="en-CA" sz="1100" b="0" dirty="0">
                          <a:effectLst/>
                        </a:rPr>
                        <a:t>255.255.</a:t>
                      </a:r>
                      <a:r>
                        <a:rPr lang="en-CA" sz="1100" b="1" kern="1200" dirty="0">
                          <a:solidFill>
                            <a:schemeClr val="dk1"/>
                          </a:solidFill>
                          <a:effectLst/>
                          <a:latin typeface="+mn-lt"/>
                          <a:ea typeface="+mn-ea"/>
                          <a:cs typeface="+mn-cs"/>
                        </a:rPr>
                        <a:t>240</a:t>
                      </a:r>
                      <a:r>
                        <a:rPr lang="en-CA" sz="1100" b="0" dirty="0">
                          <a:effectLst/>
                        </a:rPr>
                        <a:t>.0</a:t>
                      </a:r>
                    </a:p>
                  </a:txBody>
                  <a:tcPr marL="42333" marR="42333" marT="42333" marB="42333" anchor="ctr"/>
                </a:tc>
                <a:tc>
                  <a:txBody>
                    <a:bodyPr/>
                    <a:lstStyle/>
                    <a:p>
                      <a:pPr rtl="0" fontAlgn="ctr"/>
                      <a:r>
                        <a:rPr lang="en-CA" sz="1100" b="0" dirty="0">
                          <a:effectLst/>
                          <a:latin typeface="Courier New" panose="02070309020205020404" pitchFamily="49" charset="0"/>
                          <a:cs typeface="Courier New" panose="02070309020205020404" pitchFamily="49" charset="0"/>
                        </a:rPr>
                        <a:t>nnnnnnnn.nnnnnnnn.</a:t>
                      </a:r>
                      <a:r>
                        <a:rPr lang="en-CA" sz="1100" b="1" dirty="0">
                          <a:effectLst/>
                          <a:latin typeface="Courier New" panose="02070309020205020404" pitchFamily="49" charset="0"/>
                          <a:cs typeface="Courier New" panose="02070309020205020404" pitchFamily="49" charset="0"/>
                        </a:rPr>
                        <a:t>nnnn</a:t>
                      </a:r>
                      <a:r>
                        <a:rPr lang="en-CA" sz="1100" b="0" dirty="0">
                          <a:effectLst/>
                          <a:latin typeface="Courier New" panose="02070309020205020404" pitchFamily="49" charset="0"/>
                          <a:cs typeface="Courier New" panose="02070309020205020404" pitchFamily="49" charset="0"/>
                        </a:rPr>
                        <a:t>hhhh.hhhhhhhh </a:t>
                      </a:r>
                      <a:br>
                        <a:rPr lang="en-CA" sz="1100" b="0" dirty="0">
                          <a:effectLst/>
                          <a:latin typeface="Courier New" panose="02070309020205020404" pitchFamily="49" charset="0"/>
                          <a:cs typeface="Courier New" panose="02070309020205020404" pitchFamily="49" charset="0"/>
                        </a:rPr>
                      </a:br>
                      <a:r>
                        <a:rPr lang="en-CA" sz="1100" b="0" dirty="0">
                          <a:effectLst/>
                          <a:latin typeface="Courier New" panose="02070309020205020404" pitchFamily="49" charset="0"/>
                          <a:cs typeface="Courier New" panose="02070309020205020404" pitchFamily="49" charset="0"/>
                        </a:rPr>
                        <a:t>11111111.11111111.</a:t>
                      </a:r>
                      <a:r>
                        <a:rPr lang="en-CA" sz="1100" b="1" dirty="0">
                          <a:effectLst/>
                          <a:latin typeface="Courier New" panose="02070309020205020404" pitchFamily="49" charset="0"/>
                          <a:cs typeface="Courier New" panose="02070309020205020404" pitchFamily="49" charset="0"/>
                        </a:rPr>
                        <a:t>1111</a:t>
                      </a:r>
                      <a:r>
                        <a:rPr lang="en-CA" sz="1100" b="0" dirty="0">
                          <a:effectLst/>
                          <a:latin typeface="Courier New" panose="02070309020205020404" pitchFamily="49" charset="0"/>
                          <a:cs typeface="Courier New" panose="02070309020205020404" pitchFamily="49" charset="0"/>
                        </a:rPr>
                        <a:t>0000.00000000</a:t>
                      </a:r>
                    </a:p>
                  </a:txBody>
                  <a:tcPr marL="42333" marR="42333" marT="42333" marB="42333" anchor="ctr"/>
                </a:tc>
                <a:tc>
                  <a:txBody>
                    <a:bodyPr/>
                    <a:lstStyle/>
                    <a:p>
                      <a:pPr fontAlgn="ctr"/>
                      <a:r>
                        <a:rPr lang="en-CA" sz="1100" b="1" dirty="0">
                          <a:effectLst/>
                        </a:rPr>
                        <a:t>16</a:t>
                      </a:r>
                      <a:endParaRPr lang="en-CA" sz="1100" b="0" dirty="0">
                        <a:effectLst/>
                      </a:endParaRPr>
                    </a:p>
                  </a:txBody>
                  <a:tcPr marL="42333" marR="42333" marT="42333" marB="42333" anchor="ctr"/>
                </a:tc>
                <a:tc>
                  <a:txBody>
                    <a:bodyPr/>
                    <a:lstStyle/>
                    <a:p>
                      <a:pPr fontAlgn="ctr"/>
                      <a:r>
                        <a:rPr lang="en-CA" sz="1100" b="0" dirty="0">
                          <a:effectLst/>
                        </a:rPr>
                        <a:t>4094</a:t>
                      </a:r>
                    </a:p>
                  </a:txBody>
                  <a:tcPr marL="42333" marR="42333" marT="42333" marB="42333" anchor="ctr"/>
                </a:tc>
                <a:extLst>
                  <a:ext uri="{0D108BD9-81ED-4DB2-BD59-A6C34878D82A}">
                    <a16:rowId xmlns:a16="http://schemas.microsoft.com/office/drawing/2014/main" val="3687745671"/>
                  </a:ext>
                </a:extLst>
              </a:tr>
              <a:tr h="409787">
                <a:tc>
                  <a:txBody>
                    <a:bodyPr/>
                    <a:lstStyle/>
                    <a:p>
                      <a:pPr fontAlgn="ctr"/>
                      <a:r>
                        <a:rPr lang="en-CA" sz="1100" b="0" dirty="0">
                          <a:effectLst/>
                        </a:rPr>
                        <a:t>/21</a:t>
                      </a:r>
                    </a:p>
                  </a:txBody>
                  <a:tcPr marL="42333" marR="42333" marT="42333" marB="42333" anchor="ctr"/>
                </a:tc>
                <a:tc>
                  <a:txBody>
                    <a:bodyPr/>
                    <a:lstStyle/>
                    <a:p>
                      <a:pPr fontAlgn="ctr"/>
                      <a:r>
                        <a:rPr lang="en-CA" sz="1100" b="0" dirty="0">
                          <a:effectLst/>
                        </a:rPr>
                        <a:t>255.255.</a:t>
                      </a:r>
                      <a:r>
                        <a:rPr lang="en-CA" sz="1100" b="1" kern="1200" dirty="0">
                          <a:solidFill>
                            <a:schemeClr val="dk1"/>
                          </a:solidFill>
                          <a:effectLst/>
                          <a:latin typeface="+mn-lt"/>
                          <a:ea typeface="+mn-ea"/>
                          <a:cs typeface="+mn-cs"/>
                        </a:rPr>
                        <a:t>248</a:t>
                      </a:r>
                      <a:r>
                        <a:rPr lang="en-CA" sz="1100" b="0" dirty="0">
                          <a:effectLst/>
                        </a:rPr>
                        <a:t>.0</a:t>
                      </a:r>
                    </a:p>
                  </a:txBody>
                  <a:tcPr marL="42333" marR="42333" marT="42333" marB="42333" anchor="ctr"/>
                </a:tc>
                <a:tc>
                  <a:txBody>
                    <a:bodyPr/>
                    <a:lstStyle/>
                    <a:p>
                      <a:pPr rtl="0" fontAlgn="ctr"/>
                      <a:r>
                        <a:rPr lang="en-CA" sz="1100" b="0" dirty="0">
                          <a:effectLst/>
                          <a:latin typeface="Courier New" panose="02070309020205020404" pitchFamily="49" charset="0"/>
                          <a:cs typeface="Courier New" panose="02070309020205020404" pitchFamily="49" charset="0"/>
                        </a:rPr>
                        <a:t>nnnnnnnn.nnnnnnnn.</a:t>
                      </a:r>
                      <a:r>
                        <a:rPr lang="en-CA" sz="1100" b="1" dirty="0">
                          <a:effectLst/>
                          <a:latin typeface="Courier New" panose="02070309020205020404" pitchFamily="49" charset="0"/>
                          <a:cs typeface="Courier New" panose="02070309020205020404" pitchFamily="49" charset="0"/>
                        </a:rPr>
                        <a:t>nnnnn</a:t>
                      </a:r>
                      <a:r>
                        <a:rPr lang="en-CA" sz="1100" b="0" dirty="0">
                          <a:effectLst/>
                          <a:latin typeface="Courier New" panose="02070309020205020404" pitchFamily="49" charset="0"/>
                          <a:cs typeface="Courier New" panose="02070309020205020404" pitchFamily="49" charset="0"/>
                        </a:rPr>
                        <a:t>hhh.hhhhhhhh </a:t>
                      </a:r>
                      <a:br>
                        <a:rPr lang="en-CA" sz="1100" b="0" dirty="0">
                          <a:effectLst/>
                          <a:latin typeface="Courier New" panose="02070309020205020404" pitchFamily="49" charset="0"/>
                          <a:cs typeface="Courier New" panose="02070309020205020404" pitchFamily="49" charset="0"/>
                        </a:rPr>
                      </a:br>
                      <a:r>
                        <a:rPr lang="en-CA" sz="1100" b="0" dirty="0">
                          <a:effectLst/>
                          <a:latin typeface="Courier New" panose="02070309020205020404" pitchFamily="49" charset="0"/>
                          <a:cs typeface="Courier New" panose="02070309020205020404" pitchFamily="49" charset="0"/>
                        </a:rPr>
                        <a:t>11111111.11111111.</a:t>
                      </a:r>
                      <a:r>
                        <a:rPr lang="en-CA" sz="1100" b="1" dirty="0">
                          <a:effectLst/>
                          <a:latin typeface="Courier New" panose="02070309020205020404" pitchFamily="49" charset="0"/>
                          <a:cs typeface="Courier New" panose="02070309020205020404" pitchFamily="49" charset="0"/>
                        </a:rPr>
                        <a:t>11111</a:t>
                      </a:r>
                      <a:r>
                        <a:rPr lang="en-CA" sz="1100" b="0" dirty="0">
                          <a:effectLst/>
                          <a:latin typeface="Courier New" panose="02070309020205020404" pitchFamily="49" charset="0"/>
                          <a:cs typeface="Courier New" panose="02070309020205020404" pitchFamily="49" charset="0"/>
                        </a:rPr>
                        <a:t>000.00000000</a:t>
                      </a:r>
                    </a:p>
                  </a:txBody>
                  <a:tcPr marL="42333" marR="42333" marT="42333" marB="42333" anchor="ctr"/>
                </a:tc>
                <a:tc>
                  <a:txBody>
                    <a:bodyPr/>
                    <a:lstStyle/>
                    <a:p>
                      <a:pPr fontAlgn="ctr"/>
                      <a:r>
                        <a:rPr lang="en-CA" sz="1100" b="1" dirty="0">
                          <a:effectLst/>
                        </a:rPr>
                        <a:t>32</a:t>
                      </a:r>
                      <a:endParaRPr lang="en-CA" sz="1100" b="0" dirty="0">
                        <a:effectLst/>
                      </a:endParaRPr>
                    </a:p>
                  </a:txBody>
                  <a:tcPr marL="42333" marR="42333" marT="42333" marB="42333" anchor="ctr"/>
                </a:tc>
                <a:tc>
                  <a:txBody>
                    <a:bodyPr/>
                    <a:lstStyle/>
                    <a:p>
                      <a:pPr fontAlgn="ctr"/>
                      <a:r>
                        <a:rPr lang="en-CA" sz="1100" b="0" dirty="0">
                          <a:effectLst/>
                        </a:rPr>
                        <a:t>2046</a:t>
                      </a:r>
                    </a:p>
                  </a:txBody>
                  <a:tcPr marL="42333" marR="42333" marT="42333" marB="42333" anchor="ctr"/>
                </a:tc>
                <a:extLst>
                  <a:ext uri="{0D108BD9-81ED-4DB2-BD59-A6C34878D82A}">
                    <a16:rowId xmlns:a16="http://schemas.microsoft.com/office/drawing/2014/main" val="1717418088"/>
                  </a:ext>
                </a:extLst>
              </a:tr>
              <a:tr h="409787">
                <a:tc>
                  <a:txBody>
                    <a:bodyPr/>
                    <a:lstStyle/>
                    <a:p>
                      <a:pPr fontAlgn="ctr"/>
                      <a:r>
                        <a:rPr lang="en-CA" sz="1100" b="0" dirty="0">
                          <a:effectLst/>
                        </a:rPr>
                        <a:t>/22</a:t>
                      </a:r>
                    </a:p>
                  </a:txBody>
                  <a:tcPr marL="42333" marR="42333" marT="42333" marB="42333" anchor="ctr"/>
                </a:tc>
                <a:tc>
                  <a:txBody>
                    <a:bodyPr/>
                    <a:lstStyle/>
                    <a:p>
                      <a:pPr fontAlgn="ctr"/>
                      <a:r>
                        <a:rPr lang="en-CA" sz="1100" b="0" dirty="0">
                          <a:effectLst/>
                        </a:rPr>
                        <a:t>255.255.</a:t>
                      </a:r>
                      <a:r>
                        <a:rPr lang="en-CA" sz="1100" b="1" kern="1200" dirty="0">
                          <a:solidFill>
                            <a:schemeClr val="dk1"/>
                          </a:solidFill>
                          <a:effectLst/>
                          <a:latin typeface="+mn-lt"/>
                          <a:ea typeface="+mn-ea"/>
                          <a:cs typeface="+mn-cs"/>
                        </a:rPr>
                        <a:t>252</a:t>
                      </a:r>
                      <a:r>
                        <a:rPr lang="en-CA" sz="1100" b="0" dirty="0">
                          <a:effectLst/>
                        </a:rPr>
                        <a:t>.0</a:t>
                      </a:r>
                    </a:p>
                  </a:txBody>
                  <a:tcPr marL="42333" marR="42333" marT="42333" marB="42333" anchor="ctr"/>
                </a:tc>
                <a:tc>
                  <a:txBody>
                    <a:bodyPr/>
                    <a:lstStyle/>
                    <a:p>
                      <a:pPr rtl="0" fontAlgn="ctr"/>
                      <a:r>
                        <a:rPr lang="en-CA" sz="1100" b="0" dirty="0">
                          <a:effectLst/>
                          <a:latin typeface="Courier New" panose="02070309020205020404" pitchFamily="49" charset="0"/>
                          <a:cs typeface="Courier New" panose="02070309020205020404" pitchFamily="49" charset="0"/>
                        </a:rPr>
                        <a:t>nnnnnnnn.nnnnnnnn.</a:t>
                      </a:r>
                      <a:r>
                        <a:rPr lang="en-CA" sz="1100" b="1" dirty="0">
                          <a:effectLst/>
                          <a:latin typeface="Courier New" panose="02070309020205020404" pitchFamily="49" charset="0"/>
                          <a:cs typeface="Courier New" panose="02070309020205020404" pitchFamily="49" charset="0"/>
                        </a:rPr>
                        <a:t>nnnnnn</a:t>
                      </a:r>
                      <a:r>
                        <a:rPr lang="en-CA" sz="1100" b="0" dirty="0">
                          <a:effectLst/>
                          <a:latin typeface="Courier New" panose="02070309020205020404" pitchFamily="49" charset="0"/>
                          <a:cs typeface="Courier New" panose="02070309020205020404" pitchFamily="49" charset="0"/>
                        </a:rPr>
                        <a:t>hh.hhhhhhhh </a:t>
                      </a:r>
                      <a:br>
                        <a:rPr lang="en-CA" sz="1100" b="0" dirty="0">
                          <a:effectLst/>
                          <a:latin typeface="Courier New" panose="02070309020205020404" pitchFamily="49" charset="0"/>
                          <a:cs typeface="Courier New" panose="02070309020205020404" pitchFamily="49" charset="0"/>
                        </a:rPr>
                      </a:br>
                      <a:r>
                        <a:rPr lang="en-CA" sz="1100" b="0" dirty="0">
                          <a:effectLst/>
                          <a:latin typeface="Courier New" panose="02070309020205020404" pitchFamily="49" charset="0"/>
                          <a:cs typeface="Courier New" panose="02070309020205020404" pitchFamily="49" charset="0"/>
                        </a:rPr>
                        <a:t>11111111.11111111.</a:t>
                      </a:r>
                      <a:r>
                        <a:rPr lang="en-CA" sz="1100" b="1" dirty="0">
                          <a:effectLst/>
                          <a:latin typeface="Courier New" panose="02070309020205020404" pitchFamily="49" charset="0"/>
                          <a:cs typeface="Courier New" panose="02070309020205020404" pitchFamily="49" charset="0"/>
                        </a:rPr>
                        <a:t>111111</a:t>
                      </a:r>
                      <a:r>
                        <a:rPr lang="en-CA" sz="1100" b="0" dirty="0">
                          <a:effectLst/>
                          <a:latin typeface="Courier New" panose="02070309020205020404" pitchFamily="49" charset="0"/>
                          <a:cs typeface="Courier New" panose="02070309020205020404" pitchFamily="49" charset="0"/>
                        </a:rPr>
                        <a:t>00.00000000</a:t>
                      </a:r>
                    </a:p>
                  </a:txBody>
                  <a:tcPr marL="42333" marR="42333" marT="42333" marB="42333" anchor="ctr"/>
                </a:tc>
                <a:tc>
                  <a:txBody>
                    <a:bodyPr/>
                    <a:lstStyle/>
                    <a:p>
                      <a:pPr fontAlgn="ctr"/>
                      <a:r>
                        <a:rPr lang="en-CA" sz="1100" b="1" dirty="0">
                          <a:effectLst/>
                        </a:rPr>
                        <a:t>64</a:t>
                      </a:r>
                      <a:endParaRPr lang="en-CA" sz="1100" b="0" dirty="0">
                        <a:effectLst/>
                      </a:endParaRPr>
                    </a:p>
                  </a:txBody>
                  <a:tcPr marL="42333" marR="42333" marT="42333" marB="42333" anchor="ctr"/>
                </a:tc>
                <a:tc>
                  <a:txBody>
                    <a:bodyPr/>
                    <a:lstStyle/>
                    <a:p>
                      <a:pPr fontAlgn="ctr"/>
                      <a:r>
                        <a:rPr lang="en-CA" sz="1100" b="0" dirty="0">
                          <a:effectLst/>
                        </a:rPr>
                        <a:t>1022</a:t>
                      </a:r>
                    </a:p>
                  </a:txBody>
                  <a:tcPr marL="42333" marR="42333" marT="42333" marB="42333" anchor="ctr"/>
                </a:tc>
                <a:extLst>
                  <a:ext uri="{0D108BD9-81ED-4DB2-BD59-A6C34878D82A}">
                    <a16:rowId xmlns:a16="http://schemas.microsoft.com/office/drawing/2014/main" val="2297882614"/>
                  </a:ext>
                </a:extLst>
              </a:tr>
              <a:tr h="409787">
                <a:tc>
                  <a:txBody>
                    <a:bodyPr/>
                    <a:lstStyle/>
                    <a:p>
                      <a:pPr fontAlgn="ctr"/>
                      <a:r>
                        <a:rPr lang="en-CA" sz="1100" b="0" dirty="0">
                          <a:effectLst/>
                        </a:rPr>
                        <a:t>/23</a:t>
                      </a:r>
                    </a:p>
                  </a:txBody>
                  <a:tcPr marL="42333" marR="42333" marT="42333" marB="42333" anchor="ctr"/>
                </a:tc>
                <a:tc>
                  <a:txBody>
                    <a:bodyPr/>
                    <a:lstStyle/>
                    <a:p>
                      <a:pPr fontAlgn="ctr"/>
                      <a:r>
                        <a:rPr lang="en-CA" sz="1100" b="0" dirty="0">
                          <a:effectLst/>
                        </a:rPr>
                        <a:t>255.255.</a:t>
                      </a:r>
                      <a:r>
                        <a:rPr lang="en-CA" sz="1100" b="1" kern="1200" dirty="0">
                          <a:solidFill>
                            <a:schemeClr val="dk1"/>
                          </a:solidFill>
                          <a:effectLst/>
                          <a:latin typeface="+mn-lt"/>
                          <a:ea typeface="+mn-ea"/>
                          <a:cs typeface="+mn-cs"/>
                        </a:rPr>
                        <a:t>254</a:t>
                      </a:r>
                      <a:r>
                        <a:rPr lang="en-CA" sz="1100" b="0" dirty="0">
                          <a:effectLst/>
                        </a:rPr>
                        <a:t>.0</a:t>
                      </a:r>
                    </a:p>
                  </a:txBody>
                  <a:tcPr marL="42333" marR="42333" marT="42333" marB="42333" anchor="ctr"/>
                </a:tc>
                <a:tc>
                  <a:txBody>
                    <a:bodyPr/>
                    <a:lstStyle/>
                    <a:p>
                      <a:pPr rtl="0" fontAlgn="ctr"/>
                      <a:r>
                        <a:rPr lang="en-CA" sz="1100" b="0" dirty="0">
                          <a:effectLst/>
                          <a:latin typeface="Courier New" panose="02070309020205020404" pitchFamily="49" charset="0"/>
                          <a:cs typeface="Courier New" panose="02070309020205020404" pitchFamily="49" charset="0"/>
                        </a:rPr>
                        <a:t>nnnnnnnn.nnnnnnnn.</a:t>
                      </a:r>
                      <a:r>
                        <a:rPr lang="en-CA" sz="1100" b="1" dirty="0">
                          <a:effectLst/>
                          <a:latin typeface="Courier New" panose="02070309020205020404" pitchFamily="49" charset="0"/>
                          <a:cs typeface="Courier New" panose="02070309020205020404" pitchFamily="49" charset="0"/>
                        </a:rPr>
                        <a:t>nnnnnnn</a:t>
                      </a:r>
                      <a:r>
                        <a:rPr lang="en-CA" sz="1100" b="0" dirty="0">
                          <a:effectLst/>
                          <a:latin typeface="Courier New" panose="02070309020205020404" pitchFamily="49" charset="0"/>
                          <a:cs typeface="Courier New" panose="02070309020205020404" pitchFamily="49" charset="0"/>
                        </a:rPr>
                        <a:t>h.hhhhhhhh </a:t>
                      </a:r>
                      <a:br>
                        <a:rPr lang="en-CA" sz="1100" b="0" dirty="0">
                          <a:effectLst/>
                          <a:latin typeface="Courier New" panose="02070309020205020404" pitchFamily="49" charset="0"/>
                          <a:cs typeface="Courier New" panose="02070309020205020404" pitchFamily="49" charset="0"/>
                        </a:rPr>
                      </a:br>
                      <a:r>
                        <a:rPr lang="en-CA" sz="1100" b="0" dirty="0">
                          <a:effectLst/>
                          <a:latin typeface="Courier New" panose="02070309020205020404" pitchFamily="49" charset="0"/>
                          <a:cs typeface="Courier New" panose="02070309020205020404" pitchFamily="49" charset="0"/>
                        </a:rPr>
                        <a:t>11111111.11111111.</a:t>
                      </a:r>
                      <a:r>
                        <a:rPr lang="en-CA" sz="1100" b="1" dirty="0">
                          <a:effectLst/>
                          <a:latin typeface="Courier New" panose="02070309020205020404" pitchFamily="49" charset="0"/>
                          <a:cs typeface="Courier New" panose="02070309020205020404" pitchFamily="49" charset="0"/>
                        </a:rPr>
                        <a:t>1111111</a:t>
                      </a:r>
                      <a:r>
                        <a:rPr lang="en-CA" sz="1100" b="0" dirty="0">
                          <a:effectLst/>
                          <a:latin typeface="Courier New" panose="02070309020205020404" pitchFamily="49" charset="0"/>
                          <a:cs typeface="Courier New" panose="02070309020205020404" pitchFamily="49" charset="0"/>
                        </a:rPr>
                        <a:t>0.00000000</a:t>
                      </a:r>
                    </a:p>
                  </a:txBody>
                  <a:tcPr marL="42333" marR="42333" marT="42333" marB="42333" anchor="ctr"/>
                </a:tc>
                <a:tc>
                  <a:txBody>
                    <a:bodyPr/>
                    <a:lstStyle/>
                    <a:p>
                      <a:pPr fontAlgn="ctr"/>
                      <a:r>
                        <a:rPr lang="en-CA" sz="1100" b="1" dirty="0">
                          <a:effectLst/>
                        </a:rPr>
                        <a:t>128</a:t>
                      </a:r>
                      <a:endParaRPr lang="en-CA" sz="1100" b="0" dirty="0">
                        <a:effectLst/>
                      </a:endParaRPr>
                    </a:p>
                  </a:txBody>
                  <a:tcPr marL="42333" marR="42333" marT="42333" marB="42333" anchor="ctr"/>
                </a:tc>
                <a:tc>
                  <a:txBody>
                    <a:bodyPr/>
                    <a:lstStyle/>
                    <a:p>
                      <a:pPr fontAlgn="ctr"/>
                      <a:r>
                        <a:rPr lang="en-CA" sz="1100" b="0" dirty="0">
                          <a:effectLst/>
                        </a:rPr>
                        <a:t>510</a:t>
                      </a:r>
                    </a:p>
                  </a:txBody>
                  <a:tcPr marL="42333" marR="42333" marT="42333" marB="42333" anchor="ctr"/>
                </a:tc>
                <a:extLst>
                  <a:ext uri="{0D108BD9-81ED-4DB2-BD59-A6C34878D82A}">
                    <a16:rowId xmlns:a16="http://schemas.microsoft.com/office/drawing/2014/main" val="4013125813"/>
                  </a:ext>
                </a:extLst>
              </a:tr>
              <a:tr h="409787">
                <a:tc>
                  <a:txBody>
                    <a:bodyPr/>
                    <a:lstStyle/>
                    <a:p>
                      <a:pPr fontAlgn="ctr"/>
                      <a:r>
                        <a:rPr lang="en-CA" sz="1100" b="0" dirty="0">
                          <a:effectLst/>
                        </a:rPr>
                        <a:t>/24</a:t>
                      </a:r>
                    </a:p>
                  </a:txBody>
                  <a:tcPr marL="42333" marR="42333" marT="42333" marB="42333" anchor="ctr"/>
                </a:tc>
                <a:tc>
                  <a:txBody>
                    <a:bodyPr/>
                    <a:lstStyle/>
                    <a:p>
                      <a:pPr fontAlgn="ctr"/>
                      <a:r>
                        <a:rPr lang="en-CA" sz="1100" b="0" dirty="0">
                          <a:effectLst/>
                        </a:rPr>
                        <a:t>255.255.</a:t>
                      </a:r>
                      <a:r>
                        <a:rPr lang="en-CA" sz="1100" b="1" kern="1200" dirty="0">
                          <a:solidFill>
                            <a:schemeClr val="dk1"/>
                          </a:solidFill>
                          <a:effectLst/>
                          <a:latin typeface="+mn-lt"/>
                          <a:ea typeface="+mn-ea"/>
                          <a:cs typeface="+mn-cs"/>
                        </a:rPr>
                        <a:t>255</a:t>
                      </a:r>
                      <a:r>
                        <a:rPr lang="en-CA" sz="1100" b="0" dirty="0">
                          <a:effectLst/>
                        </a:rPr>
                        <a:t>.</a:t>
                      </a:r>
                      <a:r>
                        <a:rPr lang="en-CA" sz="1100" b="1" dirty="0">
                          <a:effectLst/>
                        </a:rPr>
                        <a:t>0</a:t>
                      </a:r>
                    </a:p>
                  </a:txBody>
                  <a:tcPr marL="42333" marR="42333" marT="42333" marB="42333" anchor="ctr"/>
                </a:tc>
                <a:tc>
                  <a:txBody>
                    <a:bodyPr/>
                    <a:lstStyle/>
                    <a:p>
                      <a:pPr rtl="0" fontAlgn="ctr"/>
                      <a:r>
                        <a:rPr lang="en-CA" sz="1100" b="0" dirty="0">
                          <a:effectLst/>
                          <a:latin typeface="Courier New" panose="02070309020205020404" pitchFamily="49" charset="0"/>
                          <a:cs typeface="Courier New" panose="02070309020205020404" pitchFamily="49" charset="0"/>
                        </a:rPr>
                        <a:t>nnnnnnnn.nnnnnnnn.</a:t>
                      </a:r>
                      <a:r>
                        <a:rPr lang="en-CA" sz="1100" b="1" dirty="0">
                          <a:effectLst/>
                          <a:latin typeface="Courier New" panose="02070309020205020404" pitchFamily="49" charset="0"/>
                          <a:cs typeface="Courier New" panose="02070309020205020404" pitchFamily="49" charset="0"/>
                        </a:rPr>
                        <a:t>nnnnnnnn</a:t>
                      </a:r>
                      <a:r>
                        <a:rPr lang="en-CA" sz="1100" b="0" dirty="0">
                          <a:effectLst/>
                          <a:latin typeface="Courier New" panose="02070309020205020404" pitchFamily="49" charset="0"/>
                          <a:cs typeface="Courier New" panose="02070309020205020404" pitchFamily="49" charset="0"/>
                        </a:rPr>
                        <a:t>.hhhhhhhh </a:t>
                      </a:r>
                      <a:br>
                        <a:rPr lang="en-CA" sz="1100" b="0" dirty="0">
                          <a:effectLst/>
                          <a:latin typeface="Courier New" panose="02070309020205020404" pitchFamily="49" charset="0"/>
                          <a:cs typeface="Courier New" panose="02070309020205020404" pitchFamily="49" charset="0"/>
                        </a:rPr>
                      </a:br>
                      <a:r>
                        <a:rPr lang="en-CA" sz="1100" b="0" dirty="0">
                          <a:effectLst/>
                          <a:latin typeface="Courier New" panose="02070309020205020404" pitchFamily="49" charset="0"/>
                          <a:cs typeface="Courier New" panose="02070309020205020404" pitchFamily="49" charset="0"/>
                        </a:rPr>
                        <a:t>11111111.11111111.</a:t>
                      </a:r>
                      <a:r>
                        <a:rPr lang="en-CA" sz="1100" b="1" dirty="0">
                          <a:effectLst/>
                          <a:latin typeface="Courier New" panose="02070309020205020404" pitchFamily="49" charset="0"/>
                          <a:cs typeface="Courier New" panose="02070309020205020404" pitchFamily="49" charset="0"/>
                        </a:rPr>
                        <a:t>11111111</a:t>
                      </a:r>
                      <a:r>
                        <a:rPr lang="en-CA" sz="1100" b="0" dirty="0">
                          <a:effectLst/>
                          <a:latin typeface="Courier New" panose="02070309020205020404" pitchFamily="49" charset="0"/>
                          <a:cs typeface="Courier New" panose="02070309020205020404" pitchFamily="49" charset="0"/>
                        </a:rPr>
                        <a:t>.00000000</a:t>
                      </a:r>
                    </a:p>
                  </a:txBody>
                  <a:tcPr marL="42333" marR="42333" marT="42333" marB="42333" anchor="ctr"/>
                </a:tc>
                <a:tc>
                  <a:txBody>
                    <a:bodyPr/>
                    <a:lstStyle/>
                    <a:p>
                      <a:pPr fontAlgn="ctr"/>
                      <a:r>
                        <a:rPr lang="en-CA" sz="1100" b="1" dirty="0">
                          <a:effectLst/>
                        </a:rPr>
                        <a:t>256</a:t>
                      </a:r>
                      <a:endParaRPr lang="en-CA" sz="1100" b="0" dirty="0">
                        <a:effectLst/>
                      </a:endParaRPr>
                    </a:p>
                  </a:txBody>
                  <a:tcPr marL="42333" marR="42333" marT="42333" marB="42333" anchor="ctr"/>
                </a:tc>
                <a:tc>
                  <a:txBody>
                    <a:bodyPr/>
                    <a:lstStyle/>
                    <a:p>
                      <a:pPr fontAlgn="ctr"/>
                      <a:r>
                        <a:rPr lang="en-CA" sz="1100" b="0" dirty="0">
                          <a:effectLst/>
                        </a:rPr>
                        <a:t>254</a:t>
                      </a:r>
                    </a:p>
                  </a:txBody>
                  <a:tcPr marL="42333" marR="42333" marT="42333" marB="42333" anchor="ctr"/>
                </a:tc>
                <a:extLst>
                  <a:ext uri="{0D108BD9-81ED-4DB2-BD59-A6C34878D82A}">
                    <a16:rowId xmlns:a16="http://schemas.microsoft.com/office/drawing/2014/main" val="2556719010"/>
                  </a:ext>
                </a:extLst>
              </a:tr>
              <a:tr h="409787">
                <a:tc>
                  <a:txBody>
                    <a:bodyPr/>
                    <a:lstStyle/>
                    <a:p>
                      <a:pPr fontAlgn="ctr"/>
                      <a:r>
                        <a:rPr lang="en-CA" sz="1100" b="0" dirty="0">
                          <a:effectLst/>
                        </a:rPr>
                        <a:t>/25</a:t>
                      </a:r>
                    </a:p>
                  </a:txBody>
                  <a:tcPr marL="42333" marR="42333" marT="42333" marB="42333" anchor="ctr"/>
                </a:tc>
                <a:tc>
                  <a:txBody>
                    <a:bodyPr/>
                    <a:lstStyle/>
                    <a:p>
                      <a:pPr fontAlgn="ctr"/>
                      <a:r>
                        <a:rPr lang="en-CA" sz="1100" b="0" dirty="0">
                          <a:effectLst/>
                        </a:rPr>
                        <a:t>255.255.</a:t>
                      </a:r>
                      <a:r>
                        <a:rPr lang="en-CA" sz="1100" b="1" kern="1200" dirty="0">
                          <a:solidFill>
                            <a:schemeClr val="dk1"/>
                          </a:solidFill>
                          <a:effectLst/>
                          <a:latin typeface="+mn-lt"/>
                          <a:ea typeface="+mn-ea"/>
                          <a:cs typeface="+mn-cs"/>
                        </a:rPr>
                        <a:t>255</a:t>
                      </a:r>
                      <a:r>
                        <a:rPr lang="en-CA" sz="1100" b="0" dirty="0">
                          <a:effectLst/>
                        </a:rPr>
                        <a:t>.</a:t>
                      </a:r>
                      <a:r>
                        <a:rPr lang="en-CA" sz="1100" b="1" dirty="0">
                          <a:effectLst/>
                        </a:rPr>
                        <a:t>128</a:t>
                      </a:r>
                    </a:p>
                  </a:txBody>
                  <a:tcPr marL="42333" marR="42333" marT="42333" marB="42333" anchor="ctr"/>
                </a:tc>
                <a:tc>
                  <a:txBody>
                    <a:bodyPr/>
                    <a:lstStyle/>
                    <a:p>
                      <a:pPr rtl="0" fontAlgn="ctr"/>
                      <a:r>
                        <a:rPr lang="en-CA" sz="1100" b="0" dirty="0">
                          <a:effectLst/>
                          <a:latin typeface="Courier New" panose="02070309020205020404" pitchFamily="49" charset="0"/>
                          <a:cs typeface="Courier New" panose="02070309020205020404" pitchFamily="49" charset="0"/>
                        </a:rPr>
                        <a:t>nnnnnnnn.nnnnnnnn.</a:t>
                      </a:r>
                      <a:r>
                        <a:rPr lang="en-CA" sz="1100" b="1" dirty="0">
                          <a:effectLst/>
                          <a:latin typeface="Courier New" panose="02070309020205020404" pitchFamily="49" charset="0"/>
                          <a:cs typeface="Courier New" panose="02070309020205020404" pitchFamily="49" charset="0"/>
                        </a:rPr>
                        <a:t>nnnnnnnn.n</a:t>
                      </a:r>
                      <a:r>
                        <a:rPr lang="en-CA" sz="1100" b="0" dirty="0">
                          <a:effectLst/>
                          <a:latin typeface="Courier New" panose="02070309020205020404" pitchFamily="49" charset="0"/>
                          <a:cs typeface="Courier New" panose="02070309020205020404" pitchFamily="49" charset="0"/>
                        </a:rPr>
                        <a:t>hhhhhhh </a:t>
                      </a:r>
                      <a:br>
                        <a:rPr lang="en-CA" sz="1100" b="0" dirty="0">
                          <a:effectLst/>
                          <a:latin typeface="Courier New" panose="02070309020205020404" pitchFamily="49" charset="0"/>
                          <a:cs typeface="Courier New" panose="02070309020205020404" pitchFamily="49" charset="0"/>
                        </a:rPr>
                      </a:br>
                      <a:r>
                        <a:rPr lang="en-CA" sz="1100" b="0" dirty="0">
                          <a:effectLst/>
                          <a:latin typeface="Courier New" panose="02070309020205020404" pitchFamily="49" charset="0"/>
                          <a:cs typeface="Courier New" panose="02070309020205020404" pitchFamily="49" charset="0"/>
                        </a:rPr>
                        <a:t>11111111.11111111.</a:t>
                      </a:r>
                      <a:r>
                        <a:rPr lang="en-CA" sz="1100" b="1" dirty="0">
                          <a:effectLst/>
                          <a:latin typeface="Courier New" panose="02070309020205020404" pitchFamily="49" charset="0"/>
                          <a:cs typeface="Courier New" panose="02070309020205020404" pitchFamily="49" charset="0"/>
                        </a:rPr>
                        <a:t>11111111.1</a:t>
                      </a:r>
                      <a:r>
                        <a:rPr lang="en-CA" sz="1100" b="0" dirty="0">
                          <a:effectLst/>
                          <a:latin typeface="Courier New" panose="02070309020205020404" pitchFamily="49" charset="0"/>
                          <a:cs typeface="Courier New" panose="02070309020205020404" pitchFamily="49" charset="0"/>
                        </a:rPr>
                        <a:t>0000000</a:t>
                      </a:r>
                    </a:p>
                  </a:txBody>
                  <a:tcPr marL="42333" marR="42333" marT="42333" marB="42333" anchor="ctr"/>
                </a:tc>
                <a:tc>
                  <a:txBody>
                    <a:bodyPr/>
                    <a:lstStyle/>
                    <a:p>
                      <a:pPr fontAlgn="ctr"/>
                      <a:r>
                        <a:rPr lang="en-CA" sz="1100" b="1" dirty="0">
                          <a:effectLst/>
                        </a:rPr>
                        <a:t>512</a:t>
                      </a:r>
                      <a:endParaRPr lang="en-CA" sz="1100" b="0" dirty="0">
                        <a:effectLst/>
                      </a:endParaRPr>
                    </a:p>
                  </a:txBody>
                  <a:tcPr marL="42333" marR="42333" marT="42333" marB="42333" anchor="ctr"/>
                </a:tc>
                <a:tc>
                  <a:txBody>
                    <a:bodyPr/>
                    <a:lstStyle/>
                    <a:p>
                      <a:pPr fontAlgn="ctr"/>
                      <a:r>
                        <a:rPr lang="en-CA" sz="1100" b="0" dirty="0">
                          <a:effectLst/>
                        </a:rPr>
                        <a:t>126</a:t>
                      </a:r>
                    </a:p>
                  </a:txBody>
                  <a:tcPr marL="42333" marR="42333" marT="42333" marB="42333" anchor="ctr"/>
                </a:tc>
                <a:extLst>
                  <a:ext uri="{0D108BD9-81ED-4DB2-BD59-A6C34878D82A}">
                    <a16:rowId xmlns:a16="http://schemas.microsoft.com/office/drawing/2014/main" val="857005324"/>
                  </a:ext>
                </a:extLst>
              </a:tr>
              <a:tr h="409787">
                <a:tc>
                  <a:txBody>
                    <a:bodyPr/>
                    <a:lstStyle/>
                    <a:p>
                      <a:pPr fontAlgn="ctr"/>
                      <a:r>
                        <a:rPr lang="en-CA" sz="1100" b="0" dirty="0">
                          <a:effectLst/>
                        </a:rPr>
                        <a:t>/26</a:t>
                      </a:r>
                    </a:p>
                  </a:txBody>
                  <a:tcPr marL="42333" marR="42333" marT="42333" marB="42333" anchor="ctr"/>
                </a:tc>
                <a:tc>
                  <a:txBody>
                    <a:bodyPr/>
                    <a:lstStyle/>
                    <a:p>
                      <a:pPr fontAlgn="ctr"/>
                      <a:r>
                        <a:rPr lang="en-CA" sz="1100" b="0" dirty="0">
                          <a:effectLst/>
                        </a:rPr>
                        <a:t>255.255.</a:t>
                      </a:r>
                      <a:r>
                        <a:rPr lang="en-CA" sz="1100" b="1" kern="1200" dirty="0">
                          <a:solidFill>
                            <a:schemeClr val="dk1"/>
                          </a:solidFill>
                          <a:effectLst/>
                          <a:latin typeface="+mn-lt"/>
                          <a:ea typeface="+mn-ea"/>
                          <a:cs typeface="+mn-cs"/>
                        </a:rPr>
                        <a:t>255</a:t>
                      </a:r>
                      <a:r>
                        <a:rPr lang="en-CA" sz="1100" b="0" dirty="0">
                          <a:effectLst/>
                        </a:rPr>
                        <a:t>.</a:t>
                      </a:r>
                      <a:r>
                        <a:rPr lang="en-CA" sz="1100" b="1" dirty="0">
                          <a:effectLst/>
                        </a:rPr>
                        <a:t>192</a:t>
                      </a:r>
                    </a:p>
                  </a:txBody>
                  <a:tcPr marL="42333" marR="42333" marT="42333" marB="42333" anchor="ctr"/>
                </a:tc>
                <a:tc>
                  <a:txBody>
                    <a:bodyPr/>
                    <a:lstStyle/>
                    <a:p>
                      <a:pPr rtl="0" fontAlgn="ctr"/>
                      <a:r>
                        <a:rPr lang="en-CA" sz="1100" b="0" dirty="0">
                          <a:effectLst/>
                          <a:latin typeface="Courier New" panose="02070309020205020404" pitchFamily="49" charset="0"/>
                          <a:cs typeface="Courier New" panose="02070309020205020404" pitchFamily="49" charset="0"/>
                        </a:rPr>
                        <a:t>nnnnnnnn.nnnnnnnn.</a:t>
                      </a:r>
                      <a:r>
                        <a:rPr lang="en-CA" sz="1100" b="1" dirty="0">
                          <a:effectLst/>
                          <a:latin typeface="Courier New" panose="02070309020205020404" pitchFamily="49" charset="0"/>
                          <a:cs typeface="Courier New" panose="02070309020205020404" pitchFamily="49" charset="0"/>
                        </a:rPr>
                        <a:t>nnnnnnnn.nn</a:t>
                      </a:r>
                      <a:r>
                        <a:rPr lang="en-CA" sz="1100" b="0" dirty="0">
                          <a:effectLst/>
                          <a:latin typeface="Courier New" panose="02070309020205020404" pitchFamily="49" charset="0"/>
                          <a:cs typeface="Courier New" panose="02070309020205020404" pitchFamily="49" charset="0"/>
                        </a:rPr>
                        <a:t>hhhhhh </a:t>
                      </a:r>
                      <a:br>
                        <a:rPr lang="en-CA" sz="1100" b="0" dirty="0">
                          <a:effectLst/>
                          <a:latin typeface="Courier New" panose="02070309020205020404" pitchFamily="49" charset="0"/>
                          <a:cs typeface="Courier New" panose="02070309020205020404" pitchFamily="49" charset="0"/>
                        </a:rPr>
                      </a:br>
                      <a:r>
                        <a:rPr lang="en-CA" sz="1100" b="0" dirty="0">
                          <a:effectLst/>
                          <a:latin typeface="Courier New" panose="02070309020205020404" pitchFamily="49" charset="0"/>
                          <a:cs typeface="Courier New" panose="02070309020205020404" pitchFamily="49" charset="0"/>
                        </a:rPr>
                        <a:t>11111111.11111111.</a:t>
                      </a:r>
                      <a:r>
                        <a:rPr lang="en-CA" sz="1100" b="1" dirty="0">
                          <a:effectLst/>
                          <a:latin typeface="Courier New" panose="02070309020205020404" pitchFamily="49" charset="0"/>
                          <a:cs typeface="Courier New" panose="02070309020205020404" pitchFamily="49" charset="0"/>
                        </a:rPr>
                        <a:t>11111111.11</a:t>
                      </a:r>
                      <a:r>
                        <a:rPr lang="en-CA" sz="1100" b="0" dirty="0">
                          <a:effectLst/>
                          <a:latin typeface="Courier New" panose="02070309020205020404" pitchFamily="49" charset="0"/>
                          <a:cs typeface="Courier New" panose="02070309020205020404" pitchFamily="49" charset="0"/>
                        </a:rPr>
                        <a:t>000000</a:t>
                      </a:r>
                    </a:p>
                  </a:txBody>
                  <a:tcPr marL="42333" marR="42333" marT="42333" marB="42333" anchor="ctr"/>
                </a:tc>
                <a:tc>
                  <a:txBody>
                    <a:bodyPr/>
                    <a:lstStyle/>
                    <a:p>
                      <a:pPr fontAlgn="ctr"/>
                      <a:r>
                        <a:rPr lang="en-CA" sz="1100" b="1" dirty="0">
                          <a:effectLst/>
                        </a:rPr>
                        <a:t>1024</a:t>
                      </a:r>
                      <a:endParaRPr lang="en-CA" sz="1100" b="0" dirty="0">
                        <a:effectLst/>
                      </a:endParaRPr>
                    </a:p>
                  </a:txBody>
                  <a:tcPr marL="42333" marR="42333" marT="42333" marB="42333" anchor="ctr"/>
                </a:tc>
                <a:tc>
                  <a:txBody>
                    <a:bodyPr/>
                    <a:lstStyle/>
                    <a:p>
                      <a:pPr fontAlgn="ctr"/>
                      <a:r>
                        <a:rPr lang="en-CA" sz="1100" b="0" dirty="0">
                          <a:effectLst/>
                        </a:rPr>
                        <a:t>62</a:t>
                      </a:r>
                    </a:p>
                  </a:txBody>
                  <a:tcPr marL="42333" marR="42333" marT="42333" marB="42333" anchor="ctr"/>
                </a:tc>
                <a:extLst>
                  <a:ext uri="{0D108BD9-81ED-4DB2-BD59-A6C34878D82A}">
                    <a16:rowId xmlns:a16="http://schemas.microsoft.com/office/drawing/2014/main" val="884378750"/>
                  </a:ext>
                </a:extLst>
              </a:tr>
              <a:tr h="409787">
                <a:tc>
                  <a:txBody>
                    <a:bodyPr/>
                    <a:lstStyle/>
                    <a:p>
                      <a:pPr fontAlgn="ctr"/>
                      <a:r>
                        <a:rPr lang="en-CA" sz="1100" b="0" dirty="0">
                          <a:effectLst/>
                        </a:rPr>
                        <a:t>/27</a:t>
                      </a:r>
                    </a:p>
                  </a:txBody>
                  <a:tcPr marL="42333" marR="42333" marT="42333" marB="42333" anchor="ctr"/>
                </a:tc>
                <a:tc>
                  <a:txBody>
                    <a:bodyPr/>
                    <a:lstStyle/>
                    <a:p>
                      <a:pPr fontAlgn="ctr"/>
                      <a:r>
                        <a:rPr lang="en-CA" sz="1100" b="0" dirty="0">
                          <a:effectLst/>
                        </a:rPr>
                        <a:t>255.255.</a:t>
                      </a:r>
                      <a:r>
                        <a:rPr lang="en-CA" sz="1100" b="1" kern="1200" dirty="0">
                          <a:solidFill>
                            <a:schemeClr val="dk1"/>
                          </a:solidFill>
                          <a:effectLst/>
                          <a:latin typeface="+mn-lt"/>
                          <a:ea typeface="+mn-ea"/>
                          <a:cs typeface="+mn-cs"/>
                        </a:rPr>
                        <a:t>255</a:t>
                      </a:r>
                      <a:r>
                        <a:rPr lang="en-CA" sz="1100" b="0" dirty="0">
                          <a:effectLst/>
                        </a:rPr>
                        <a:t>.</a:t>
                      </a:r>
                      <a:r>
                        <a:rPr lang="en-CA" sz="1100" b="1" dirty="0">
                          <a:effectLst/>
                        </a:rPr>
                        <a:t>224</a:t>
                      </a:r>
                    </a:p>
                  </a:txBody>
                  <a:tcPr marL="42333" marR="42333" marT="42333" marB="42333" anchor="ctr"/>
                </a:tc>
                <a:tc>
                  <a:txBody>
                    <a:bodyPr/>
                    <a:lstStyle/>
                    <a:p>
                      <a:pPr rtl="0" fontAlgn="ctr"/>
                      <a:r>
                        <a:rPr lang="en-CA" sz="1100" b="0" dirty="0">
                          <a:effectLst/>
                          <a:latin typeface="Courier New" panose="02070309020205020404" pitchFamily="49" charset="0"/>
                          <a:cs typeface="Courier New" panose="02070309020205020404" pitchFamily="49" charset="0"/>
                        </a:rPr>
                        <a:t>nnnnnnnn.nnnnnnnn.</a:t>
                      </a:r>
                      <a:r>
                        <a:rPr lang="en-CA" sz="1100" b="1" dirty="0">
                          <a:effectLst/>
                          <a:latin typeface="Courier New" panose="02070309020205020404" pitchFamily="49" charset="0"/>
                          <a:cs typeface="Courier New" panose="02070309020205020404" pitchFamily="49" charset="0"/>
                        </a:rPr>
                        <a:t>nnnnnnnn.nnn</a:t>
                      </a:r>
                      <a:r>
                        <a:rPr lang="en-CA" sz="1100" b="0" dirty="0">
                          <a:effectLst/>
                          <a:latin typeface="Courier New" panose="02070309020205020404" pitchFamily="49" charset="0"/>
                          <a:cs typeface="Courier New" panose="02070309020205020404" pitchFamily="49" charset="0"/>
                        </a:rPr>
                        <a:t>hhhhh </a:t>
                      </a:r>
                      <a:br>
                        <a:rPr lang="en-CA" sz="1100" b="0" dirty="0">
                          <a:effectLst/>
                          <a:latin typeface="Courier New" panose="02070309020205020404" pitchFamily="49" charset="0"/>
                          <a:cs typeface="Courier New" panose="02070309020205020404" pitchFamily="49" charset="0"/>
                        </a:rPr>
                      </a:br>
                      <a:r>
                        <a:rPr lang="en-CA" sz="1100" b="0" dirty="0">
                          <a:effectLst/>
                          <a:latin typeface="Courier New" panose="02070309020205020404" pitchFamily="49" charset="0"/>
                          <a:cs typeface="Courier New" panose="02070309020205020404" pitchFamily="49" charset="0"/>
                        </a:rPr>
                        <a:t>11111111.11111111.</a:t>
                      </a:r>
                      <a:r>
                        <a:rPr lang="en-CA" sz="1100" b="1" dirty="0">
                          <a:effectLst/>
                          <a:latin typeface="Courier New" panose="02070309020205020404" pitchFamily="49" charset="0"/>
                          <a:cs typeface="Courier New" panose="02070309020205020404" pitchFamily="49" charset="0"/>
                        </a:rPr>
                        <a:t>11111111.111</a:t>
                      </a:r>
                      <a:r>
                        <a:rPr lang="en-CA" sz="1100" b="0" dirty="0">
                          <a:effectLst/>
                          <a:latin typeface="Courier New" panose="02070309020205020404" pitchFamily="49" charset="0"/>
                          <a:cs typeface="Courier New" panose="02070309020205020404" pitchFamily="49" charset="0"/>
                        </a:rPr>
                        <a:t>00000</a:t>
                      </a:r>
                    </a:p>
                  </a:txBody>
                  <a:tcPr marL="42333" marR="42333" marT="42333" marB="42333" anchor="ctr"/>
                </a:tc>
                <a:tc>
                  <a:txBody>
                    <a:bodyPr/>
                    <a:lstStyle/>
                    <a:p>
                      <a:pPr fontAlgn="ctr"/>
                      <a:r>
                        <a:rPr lang="en-CA" sz="1100" b="1" dirty="0">
                          <a:effectLst/>
                        </a:rPr>
                        <a:t>2048</a:t>
                      </a:r>
                      <a:endParaRPr lang="en-CA" sz="1100" b="0" dirty="0">
                        <a:effectLst/>
                      </a:endParaRPr>
                    </a:p>
                  </a:txBody>
                  <a:tcPr marL="42333" marR="42333" marT="42333" marB="42333" anchor="ctr"/>
                </a:tc>
                <a:tc>
                  <a:txBody>
                    <a:bodyPr/>
                    <a:lstStyle/>
                    <a:p>
                      <a:pPr fontAlgn="ctr"/>
                      <a:r>
                        <a:rPr lang="en-CA" sz="1100" b="0" dirty="0">
                          <a:effectLst/>
                        </a:rPr>
                        <a:t>30</a:t>
                      </a:r>
                    </a:p>
                  </a:txBody>
                  <a:tcPr marL="42333" marR="42333" marT="42333" marB="42333" anchor="ctr"/>
                </a:tc>
                <a:extLst>
                  <a:ext uri="{0D108BD9-81ED-4DB2-BD59-A6C34878D82A}">
                    <a16:rowId xmlns:a16="http://schemas.microsoft.com/office/drawing/2014/main" val="3662949982"/>
                  </a:ext>
                </a:extLst>
              </a:tr>
              <a:tr h="409787">
                <a:tc>
                  <a:txBody>
                    <a:bodyPr/>
                    <a:lstStyle/>
                    <a:p>
                      <a:pPr fontAlgn="ctr"/>
                      <a:r>
                        <a:rPr lang="en-CA" sz="1100" b="0" dirty="0">
                          <a:effectLst/>
                        </a:rPr>
                        <a:t>/28</a:t>
                      </a:r>
                    </a:p>
                  </a:txBody>
                  <a:tcPr marL="42333" marR="42333" marT="42333" marB="42333" anchor="ctr"/>
                </a:tc>
                <a:tc>
                  <a:txBody>
                    <a:bodyPr/>
                    <a:lstStyle/>
                    <a:p>
                      <a:pPr fontAlgn="ctr"/>
                      <a:r>
                        <a:rPr lang="en-CA" sz="1100" b="0" dirty="0">
                          <a:effectLst/>
                        </a:rPr>
                        <a:t>255.255</a:t>
                      </a:r>
                      <a:r>
                        <a:rPr lang="en-CA" sz="1100" b="1" kern="1200" dirty="0">
                          <a:solidFill>
                            <a:schemeClr val="dk1"/>
                          </a:solidFill>
                          <a:effectLst/>
                          <a:latin typeface="+mn-lt"/>
                          <a:ea typeface="+mn-ea"/>
                          <a:cs typeface="+mn-cs"/>
                        </a:rPr>
                        <a:t>.255.</a:t>
                      </a:r>
                      <a:r>
                        <a:rPr lang="en-CA" sz="1100" b="1" dirty="0">
                          <a:effectLst/>
                        </a:rPr>
                        <a:t>240</a:t>
                      </a:r>
                    </a:p>
                  </a:txBody>
                  <a:tcPr marL="42333" marR="42333" marT="42333" marB="42333" anchor="ctr"/>
                </a:tc>
                <a:tc>
                  <a:txBody>
                    <a:bodyPr/>
                    <a:lstStyle/>
                    <a:p>
                      <a:pPr rtl="0" fontAlgn="ctr"/>
                      <a:r>
                        <a:rPr lang="en-CA" sz="1100" b="0" dirty="0">
                          <a:effectLst/>
                          <a:latin typeface="Courier New" panose="02070309020205020404" pitchFamily="49" charset="0"/>
                          <a:cs typeface="Courier New" panose="02070309020205020404" pitchFamily="49" charset="0"/>
                        </a:rPr>
                        <a:t>nnnnnnnn.nnnnnnnn.</a:t>
                      </a:r>
                      <a:r>
                        <a:rPr lang="en-CA" sz="1100" b="1" dirty="0">
                          <a:effectLst/>
                          <a:latin typeface="Courier New" panose="02070309020205020404" pitchFamily="49" charset="0"/>
                          <a:cs typeface="Courier New" panose="02070309020205020404" pitchFamily="49" charset="0"/>
                        </a:rPr>
                        <a:t>nnnnnnnn.nnnn</a:t>
                      </a:r>
                      <a:r>
                        <a:rPr lang="en-CA" sz="1100" b="0" dirty="0">
                          <a:effectLst/>
                          <a:latin typeface="Courier New" panose="02070309020205020404" pitchFamily="49" charset="0"/>
                          <a:cs typeface="Courier New" panose="02070309020205020404" pitchFamily="49" charset="0"/>
                        </a:rPr>
                        <a:t>hhhh </a:t>
                      </a:r>
                      <a:br>
                        <a:rPr lang="en-CA" sz="1100" b="0" dirty="0">
                          <a:effectLst/>
                          <a:latin typeface="Courier New" panose="02070309020205020404" pitchFamily="49" charset="0"/>
                          <a:cs typeface="Courier New" panose="02070309020205020404" pitchFamily="49" charset="0"/>
                        </a:rPr>
                      </a:br>
                      <a:r>
                        <a:rPr lang="en-CA" sz="1100" b="0" dirty="0">
                          <a:effectLst/>
                          <a:latin typeface="Courier New" panose="02070309020205020404" pitchFamily="49" charset="0"/>
                          <a:cs typeface="Courier New" panose="02070309020205020404" pitchFamily="49" charset="0"/>
                        </a:rPr>
                        <a:t>11111111.11111111.</a:t>
                      </a:r>
                      <a:r>
                        <a:rPr lang="en-CA" sz="1100" b="1" dirty="0">
                          <a:effectLst/>
                          <a:latin typeface="Courier New" panose="02070309020205020404" pitchFamily="49" charset="0"/>
                          <a:cs typeface="Courier New" panose="02070309020205020404" pitchFamily="49" charset="0"/>
                        </a:rPr>
                        <a:t>11111111.1111</a:t>
                      </a:r>
                      <a:r>
                        <a:rPr lang="en-CA" sz="1100" b="0" dirty="0">
                          <a:effectLst/>
                          <a:latin typeface="Courier New" panose="02070309020205020404" pitchFamily="49" charset="0"/>
                          <a:cs typeface="Courier New" panose="02070309020205020404" pitchFamily="49" charset="0"/>
                        </a:rPr>
                        <a:t>0000</a:t>
                      </a:r>
                    </a:p>
                  </a:txBody>
                  <a:tcPr marL="42333" marR="42333" marT="42333" marB="42333" anchor="ctr"/>
                </a:tc>
                <a:tc>
                  <a:txBody>
                    <a:bodyPr/>
                    <a:lstStyle/>
                    <a:p>
                      <a:pPr fontAlgn="ctr"/>
                      <a:r>
                        <a:rPr lang="en-CA" sz="1100" b="1" dirty="0">
                          <a:effectLst/>
                        </a:rPr>
                        <a:t>4096</a:t>
                      </a:r>
                      <a:endParaRPr lang="en-CA" sz="1100" b="0" dirty="0">
                        <a:effectLst/>
                      </a:endParaRPr>
                    </a:p>
                  </a:txBody>
                  <a:tcPr marL="42333" marR="42333" marT="42333" marB="42333" anchor="ctr"/>
                </a:tc>
                <a:tc>
                  <a:txBody>
                    <a:bodyPr/>
                    <a:lstStyle/>
                    <a:p>
                      <a:pPr fontAlgn="ctr"/>
                      <a:r>
                        <a:rPr lang="en-CA" sz="1100" b="0" dirty="0">
                          <a:effectLst/>
                        </a:rPr>
                        <a:t>14</a:t>
                      </a:r>
                    </a:p>
                  </a:txBody>
                  <a:tcPr marL="42333" marR="42333" marT="42333" marB="42333" anchor="ctr"/>
                </a:tc>
                <a:extLst>
                  <a:ext uri="{0D108BD9-81ED-4DB2-BD59-A6C34878D82A}">
                    <a16:rowId xmlns:a16="http://schemas.microsoft.com/office/drawing/2014/main" val="247945818"/>
                  </a:ext>
                </a:extLst>
              </a:tr>
              <a:tr h="409787">
                <a:tc>
                  <a:txBody>
                    <a:bodyPr/>
                    <a:lstStyle/>
                    <a:p>
                      <a:pPr fontAlgn="ctr"/>
                      <a:r>
                        <a:rPr lang="en-CA" sz="1100" b="0" dirty="0">
                          <a:effectLst/>
                        </a:rPr>
                        <a:t>/29</a:t>
                      </a:r>
                    </a:p>
                  </a:txBody>
                  <a:tcPr marL="42333" marR="42333" marT="42333" marB="42333" anchor="ctr"/>
                </a:tc>
                <a:tc>
                  <a:txBody>
                    <a:bodyPr/>
                    <a:lstStyle/>
                    <a:p>
                      <a:pPr fontAlgn="ctr"/>
                      <a:r>
                        <a:rPr lang="en-CA" sz="1100" b="0" dirty="0">
                          <a:effectLst/>
                        </a:rPr>
                        <a:t>255.255.</a:t>
                      </a:r>
                      <a:r>
                        <a:rPr lang="en-CA" sz="1100" b="1" kern="1200" dirty="0">
                          <a:solidFill>
                            <a:schemeClr val="dk1"/>
                          </a:solidFill>
                          <a:effectLst/>
                          <a:latin typeface="+mn-lt"/>
                          <a:ea typeface="+mn-ea"/>
                          <a:cs typeface="+mn-cs"/>
                        </a:rPr>
                        <a:t>255</a:t>
                      </a:r>
                      <a:r>
                        <a:rPr lang="en-CA" sz="1100" b="0" dirty="0">
                          <a:effectLst/>
                        </a:rPr>
                        <a:t>.</a:t>
                      </a:r>
                      <a:r>
                        <a:rPr lang="en-CA" sz="1100" b="1" dirty="0">
                          <a:effectLst/>
                        </a:rPr>
                        <a:t>248</a:t>
                      </a:r>
                    </a:p>
                  </a:txBody>
                  <a:tcPr marL="42333" marR="42333" marT="42333" marB="42333" anchor="ctr"/>
                </a:tc>
                <a:tc>
                  <a:txBody>
                    <a:bodyPr/>
                    <a:lstStyle/>
                    <a:p>
                      <a:pPr rtl="0" fontAlgn="ctr"/>
                      <a:r>
                        <a:rPr lang="en-CA" sz="1100" b="0" dirty="0">
                          <a:effectLst/>
                          <a:latin typeface="Courier New" panose="02070309020205020404" pitchFamily="49" charset="0"/>
                          <a:cs typeface="Courier New" panose="02070309020205020404" pitchFamily="49" charset="0"/>
                        </a:rPr>
                        <a:t>nnnnnnnn.nnnnnnnn.</a:t>
                      </a:r>
                      <a:r>
                        <a:rPr lang="en-CA" sz="1100" b="1" dirty="0">
                          <a:effectLst/>
                          <a:latin typeface="Courier New" panose="02070309020205020404" pitchFamily="49" charset="0"/>
                          <a:cs typeface="Courier New" panose="02070309020205020404" pitchFamily="49" charset="0"/>
                        </a:rPr>
                        <a:t>nnnnnnnn.nnnnn</a:t>
                      </a:r>
                      <a:r>
                        <a:rPr lang="en-CA" sz="1100" b="0" dirty="0">
                          <a:effectLst/>
                          <a:latin typeface="Courier New" panose="02070309020205020404" pitchFamily="49" charset="0"/>
                          <a:cs typeface="Courier New" panose="02070309020205020404" pitchFamily="49" charset="0"/>
                        </a:rPr>
                        <a:t>hhh </a:t>
                      </a:r>
                      <a:br>
                        <a:rPr lang="en-CA" sz="1100" b="0" dirty="0">
                          <a:effectLst/>
                          <a:latin typeface="Courier New" panose="02070309020205020404" pitchFamily="49" charset="0"/>
                          <a:cs typeface="Courier New" panose="02070309020205020404" pitchFamily="49" charset="0"/>
                        </a:rPr>
                      </a:br>
                      <a:r>
                        <a:rPr lang="en-CA" sz="1100" b="0" dirty="0">
                          <a:effectLst/>
                          <a:latin typeface="Courier New" panose="02070309020205020404" pitchFamily="49" charset="0"/>
                          <a:cs typeface="Courier New" panose="02070309020205020404" pitchFamily="49" charset="0"/>
                        </a:rPr>
                        <a:t>11111111.11111111.</a:t>
                      </a:r>
                      <a:r>
                        <a:rPr lang="en-CA" sz="1100" b="1" dirty="0">
                          <a:effectLst/>
                          <a:latin typeface="Courier New" panose="02070309020205020404" pitchFamily="49" charset="0"/>
                          <a:cs typeface="Courier New" panose="02070309020205020404" pitchFamily="49" charset="0"/>
                        </a:rPr>
                        <a:t>11111111.11111</a:t>
                      </a:r>
                      <a:r>
                        <a:rPr lang="en-CA" sz="1100" b="0" dirty="0">
                          <a:effectLst/>
                          <a:latin typeface="Courier New" panose="02070309020205020404" pitchFamily="49" charset="0"/>
                          <a:cs typeface="Courier New" panose="02070309020205020404" pitchFamily="49" charset="0"/>
                        </a:rPr>
                        <a:t>000</a:t>
                      </a:r>
                    </a:p>
                  </a:txBody>
                  <a:tcPr marL="42333" marR="42333" marT="42333" marB="42333" anchor="ctr"/>
                </a:tc>
                <a:tc>
                  <a:txBody>
                    <a:bodyPr/>
                    <a:lstStyle/>
                    <a:p>
                      <a:pPr fontAlgn="ctr"/>
                      <a:r>
                        <a:rPr lang="en-CA" sz="1100" b="1" dirty="0">
                          <a:effectLst/>
                        </a:rPr>
                        <a:t>8192</a:t>
                      </a:r>
                      <a:endParaRPr lang="en-CA" sz="1100" b="0" dirty="0">
                        <a:effectLst/>
                      </a:endParaRPr>
                    </a:p>
                  </a:txBody>
                  <a:tcPr marL="42333" marR="42333" marT="42333" marB="42333" anchor="ctr"/>
                </a:tc>
                <a:tc>
                  <a:txBody>
                    <a:bodyPr/>
                    <a:lstStyle/>
                    <a:p>
                      <a:pPr fontAlgn="ctr"/>
                      <a:r>
                        <a:rPr lang="en-CA" sz="1100" b="0" dirty="0">
                          <a:effectLst/>
                        </a:rPr>
                        <a:t>6</a:t>
                      </a:r>
                    </a:p>
                  </a:txBody>
                  <a:tcPr marL="42333" marR="42333" marT="42333" marB="42333" anchor="ctr"/>
                </a:tc>
                <a:extLst>
                  <a:ext uri="{0D108BD9-81ED-4DB2-BD59-A6C34878D82A}">
                    <a16:rowId xmlns:a16="http://schemas.microsoft.com/office/drawing/2014/main" val="2719294433"/>
                  </a:ext>
                </a:extLst>
              </a:tr>
              <a:tr h="409787">
                <a:tc>
                  <a:txBody>
                    <a:bodyPr/>
                    <a:lstStyle/>
                    <a:p>
                      <a:pPr fontAlgn="ctr"/>
                      <a:r>
                        <a:rPr lang="en-CA" sz="1100" b="0" dirty="0">
                          <a:effectLst/>
                        </a:rPr>
                        <a:t>/30</a:t>
                      </a:r>
                    </a:p>
                  </a:txBody>
                  <a:tcPr marL="42333" marR="42333" marT="42333" marB="42333" anchor="ctr"/>
                </a:tc>
                <a:tc>
                  <a:txBody>
                    <a:bodyPr/>
                    <a:lstStyle/>
                    <a:p>
                      <a:pPr fontAlgn="ctr"/>
                      <a:r>
                        <a:rPr lang="en-CA" sz="1100" b="0" dirty="0">
                          <a:effectLst/>
                        </a:rPr>
                        <a:t>255.255.</a:t>
                      </a:r>
                      <a:r>
                        <a:rPr lang="en-CA" sz="1100" b="1" kern="1200" dirty="0">
                          <a:solidFill>
                            <a:schemeClr val="dk1"/>
                          </a:solidFill>
                          <a:effectLst/>
                          <a:latin typeface="+mn-lt"/>
                          <a:ea typeface="+mn-ea"/>
                          <a:cs typeface="+mn-cs"/>
                        </a:rPr>
                        <a:t>255.</a:t>
                      </a:r>
                      <a:r>
                        <a:rPr lang="en-CA" sz="1100" b="1" dirty="0">
                          <a:effectLst/>
                        </a:rPr>
                        <a:t>252</a:t>
                      </a:r>
                    </a:p>
                  </a:txBody>
                  <a:tcPr marL="42333" marR="42333" marT="42333" marB="42333" anchor="ctr"/>
                </a:tc>
                <a:tc>
                  <a:txBody>
                    <a:bodyPr/>
                    <a:lstStyle/>
                    <a:p>
                      <a:pPr rtl="0" fontAlgn="ctr"/>
                      <a:r>
                        <a:rPr lang="en-CA" sz="1100" b="0" dirty="0">
                          <a:effectLst/>
                          <a:latin typeface="Courier New" panose="02070309020205020404" pitchFamily="49" charset="0"/>
                          <a:cs typeface="Courier New" panose="02070309020205020404" pitchFamily="49" charset="0"/>
                        </a:rPr>
                        <a:t>nnnnnnnn.nnnnnnnn.</a:t>
                      </a:r>
                      <a:r>
                        <a:rPr lang="en-CA" sz="1100" b="1" dirty="0">
                          <a:effectLst/>
                          <a:latin typeface="Courier New" panose="02070309020205020404" pitchFamily="49" charset="0"/>
                          <a:cs typeface="Courier New" panose="02070309020205020404" pitchFamily="49" charset="0"/>
                        </a:rPr>
                        <a:t>nnnnnnnn.nnnnnn</a:t>
                      </a:r>
                      <a:r>
                        <a:rPr lang="en-CA" sz="1100" b="0" dirty="0">
                          <a:effectLst/>
                          <a:latin typeface="Courier New" panose="02070309020205020404" pitchFamily="49" charset="0"/>
                          <a:cs typeface="Courier New" panose="02070309020205020404" pitchFamily="49" charset="0"/>
                        </a:rPr>
                        <a:t>hh </a:t>
                      </a:r>
                      <a:br>
                        <a:rPr lang="en-CA" sz="1100" b="0" dirty="0">
                          <a:effectLst/>
                          <a:latin typeface="Courier New" panose="02070309020205020404" pitchFamily="49" charset="0"/>
                          <a:cs typeface="Courier New" panose="02070309020205020404" pitchFamily="49" charset="0"/>
                        </a:rPr>
                      </a:br>
                      <a:r>
                        <a:rPr lang="en-CA" sz="1100" b="0" dirty="0">
                          <a:effectLst/>
                          <a:latin typeface="Courier New" panose="02070309020205020404" pitchFamily="49" charset="0"/>
                          <a:cs typeface="Courier New" panose="02070309020205020404" pitchFamily="49" charset="0"/>
                        </a:rPr>
                        <a:t>11111111.11111111.</a:t>
                      </a:r>
                      <a:r>
                        <a:rPr lang="en-CA" sz="1100" b="1" dirty="0">
                          <a:effectLst/>
                          <a:latin typeface="Courier New" panose="02070309020205020404" pitchFamily="49" charset="0"/>
                          <a:cs typeface="Courier New" panose="02070309020205020404" pitchFamily="49" charset="0"/>
                        </a:rPr>
                        <a:t>11111111.111111</a:t>
                      </a:r>
                      <a:r>
                        <a:rPr lang="en-CA" sz="1100" b="0" dirty="0">
                          <a:effectLst/>
                          <a:latin typeface="Courier New" panose="02070309020205020404" pitchFamily="49" charset="0"/>
                          <a:cs typeface="Courier New" panose="02070309020205020404" pitchFamily="49" charset="0"/>
                        </a:rPr>
                        <a:t>00</a:t>
                      </a:r>
                    </a:p>
                  </a:txBody>
                  <a:tcPr marL="42333" marR="42333" marT="42333" marB="42333" anchor="ctr"/>
                </a:tc>
                <a:tc>
                  <a:txBody>
                    <a:bodyPr/>
                    <a:lstStyle/>
                    <a:p>
                      <a:pPr fontAlgn="ctr"/>
                      <a:r>
                        <a:rPr lang="en-CA" sz="1100" b="1" dirty="0">
                          <a:effectLst/>
                        </a:rPr>
                        <a:t>16384</a:t>
                      </a:r>
                      <a:endParaRPr lang="en-CA" sz="1100" b="0" dirty="0">
                        <a:effectLst/>
                      </a:endParaRPr>
                    </a:p>
                  </a:txBody>
                  <a:tcPr marL="42333" marR="42333" marT="42333" marB="42333" anchor="ctr"/>
                </a:tc>
                <a:tc>
                  <a:txBody>
                    <a:bodyPr/>
                    <a:lstStyle/>
                    <a:p>
                      <a:pPr fontAlgn="ctr"/>
                      <a:r>
                        <a:rPr lang="en-CA" sz="1100" b="0" dirty="0">
                          <a:effectLst/>
                        </a:rPr>
                        <a:t>2</a:t>
                      </a:r>
                    </a:p>
                  </a:txBody>
                  <a:tcPr marL="42333" marR="42333" marT="42333" marB="42333" anchor="ctr"/>
                </a:tc>
                <a:extLst>
                  <a:ext uri="{0D108BD9-81ED-4DB2-BD59-A6C34878D82A}">
                    <a16:rowId xmlns:a16="http://schemas.microsoft.com/office/drawing/2014/main" val="1088457338"/>
                  </a:ext>
                </a:extLst>
              </a:tr>
            </a:tbl>
          </a:graphicData>
        </a:graphic>
      </p:graphicFrame>
    </p:spTree>
    <p:extLst>
      <p:ext uri="{BB962C8B-B14F-4D97-AF65-F5344CB8AC3E}">
        <p14:creationId xmlns:p14="http://schemas.microsoft.com/office/powerpoint/2010/main" val="743497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11127317" cy="975783"/>
          </a:xfrm>
        </p:spPr>
        <p:txBody>
          <a:bodyPr/>
          <a:lstStyle/>
          <a:p>
            <a:r>
              <a:rPr lang="en-CA" sz="2133" dirty="0"/>
              <a:t>Subnet to Meet Requirements</a:t>
            </a:r>
            <a:br>
              <a:rPr lang="en-US" dirty="0"/>
            </a:br>
            <a:r>
              <a:rPr lang="en-US" sz="3200" dirty="0"/>
              <a:t>Example: Efficient IPv4 Subnetting</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11953" y="975785"/>
            <a:ext cx="4350320" cy="5703312"/>
          </a:xfrm>
        </p:spPr>
        <p:txBody>
          <a:bodyPr/>
          <a:lstStyle/>
          <a:p>
            <a:pPr marL="457189" indent="-457189" algn="l">
              <a:buFont typeface="Arial" panose="020B0604020202020204" pitchFamily="34" charset="0"/>
              <a:buChar char="•"/>
            </a:pPr>
            <a:r>
              <a:rPr lang="en-CA" sz="2133" dirty="0">
                <a:solidFill>
                  <a:srgbClr val="000000"/>
                </a:solidFill>
              </a:rPr>
              <a:t>In this example, corporate headquarters has been allocated a public network address of 172.16.0.0/22 (10 host bits) by its ISP providing 1,022 host addresses.</a:t>
            </a:r>
          </a:p>
          <a:p>
            <a:pPr marL="457189" indent="-457189" algn="l">
              <a:buFont typeface="Arial" panose="020B0604020202020204" pitchFamily="34" charset="0"/>
              <a:buChar char="•"/>
            </a:pPr>
            <a:endParaRPr lang="en-CA" sz="2133" dirty="0">
              <a:solidFill>
                <a:srgbClr val="000000"/>
              </a:solidFill>
            </a:endParaRPr>
          </a:p>
          <a:p>
            <a:pPr marL="457189" indent="-457189" algn="l">
              <a:buFont typeface="Arial" panose="020B0604020202020204" pitchFamily="34" charset="0"/>
              <a:buChar char="•"/>
            </a:pPr>
            <a:r>
              <a:rPr lang="en-CA" sz="2133" dirty="0">
                <a:solidFill>
                  <a:srgbClr val="000000"/>
                </a:solidFill>
              </a:rPr>
              <a:t>There are five sites and therefore five internet connections which means the organization requires 10 subnets with the largest subnet requires 40 addresses.</a:t>
            </a:r>
          </a:p>
          <a:p>
            <a:pPr marL="457189" indent="-457189" algn="l">
              <a:buFont typeface="Arial" panose="020B0604020202020204" pitchFamily="34" charset="0"/>
              <a:buChar char="•"/>
            </a:pPr>
            <a:endParaRPr lang="en-CA" sz="2133" dirty="0">
              <a:solidFill>
                <a:srgbClr val="000000"/>
              </a:solidFill>
            </a:endParaRPr>
          </a:p>
          <a:p>
            <a:pPr marL="457189" indent="-457189" algn="l">
              <a:buFont typeface="Arial" panose="020B0604020202020204" pitchFamily="34" charset="0"/>
              <a:buChar char="•"/>
            </a:pPr>
            <a:r>
              <a:rPr lang="en-CA" sz="2133" dirty="0">
                <a:solidFill>
                  <a:srgbClr val="000000"/>
                </a:solidFill>
              </a:rPr>
              <a:t>It allocated 10 subnets with a /26 (i.e., 255.255.255.192) subnet mask.</a:t>
            </a:r>
          </a:p>
          <a:p>
            <a:pPr marL="457189" indent="-457189" algn="l">
              <a:buFont typeface="Arial" panose="020B0604020202020204" pitchFamily="34" charset="0"/>
              <a:buChar char="•"/>
            </a:pPr>
            <a:endParaRPr lang="en-US" sz="2133" dirty="0">
              <a:solidFill>
                <a:srgbClr val="000000"/>
              </a:solidFill>
            </a:endParaRPr>
          </a:p>
        </p:txBody>
      </p:sp>
      <p:pic>
        <p:nvPicPr>
          <p:cNvPr id="2" name="Picture 1">
            <a:extLst>
              <a:ext uri="{FF2B5EF4-FFF2-40B4-BE49-F238E27FC236}">
                <a16:creationId xmlns:a16="http://schemas.microsoft.com/office/drawing/2014/main" id="{E326F2B6-A5EE-4BC1-9196-BEEE11210114}"/>
              </a:ext>
            </a:extLst>
          </p:cNvPr>
          <p:cNvPicPr>
            <a:picLocks noChangeAspect="1"/>
          </p:cNvPicPr>
          <p:nvPr/>
        </p:nvPicPr>
        <p:blipFill>
          <a:blip r:embed="rId3"/>
          <a:stretch>
            <a:fillRect/>
          </a:stretch>
        </p:blipFill>
        <p:spPr>
          <a:xfrm>
            <a:off x="6803894" y="285789"/>
            <a:ext cx="5049077" cy="1812873"/>
          </a:xfrm>
          <a:prstGeom prst="rect">
            <a:avLst/>
          </a:prstGeom>
        </p:spPr>
      </p:pic>
      <p:pic>
        <p:nvPicPr>
          <p:cNvPr id="5" name="Picture 4">
            <a:extLst>
              <a:ext uri="{FF2B5EF4-FFF2-40B4-BE49-F238E27FC236}">
                <a16:creationId xmlns:a16="http://schemas.microsoft.com/office/drawing/2014/main" id="{A4D967D5-2BEE-4CAF-BF74-C8F6AFDA0F51}"/>
              </a:ext>
            </a:extLst>
          </p:cNvPr>
          <p:cNvPicPr>
            <a:picLocks noChangeAspect="1"/>
          </p:cNvPicPr>
          <p:nvPr/>
        </p:nvPicPr>
        <p:blipFill>
          <a:blip r:embed="rId4"/>
          <a:stretch>
            <a:fillRect/>
          </a:stretch>
        </p:blipFill>
        <p:spPr>
          <a:xfrm>
            <a:off x="4828032" y="2110854"/>
            <a:ext cx="7197853" cy="4580434"/>
          </a:xfrm>
          <a:prstGeom prst="rect">
            <a:avLst/>
          </a:prstGeom>
        </p:spPr>
      </p:pic>
    </p:spTree>
    <p:extLst>
      <p:ext uri="{BB962C8B-B14F-4D97-AF65-F5344CB8AC3E}">
        <p14:creationId xmlns:p14="http://schemas.microsoft.com/office/powerpoint/2010/main" val="2088203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06A7F-DC08-5317-B201-CFAAA218AF5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E5F2E72-16C1-5FEC-ED8F-ABEF7AB03F72}"/>
              </a:ext>
            </a:extLst>
          </p:cNvPr>
          <p:cNvSpPr>
            <a:spLocks noGrp="1"/>
          </p:cNvSpPr>
          <p:nvPr>
            <p:ph type="title"/>
          </p:nvPr>
        </p:nvSpPr>
        <p:spPr>
          <a:xfrm>
            <a:off x="1406039" y="2340483"/>
            <a:ext cx="9379921" cy="975783"/>
          </a:xfrm>
        </p:spPr>
        <p:txBody>
          <a:bodyPr>
            <a:normAutofit/>
          </a:bodyPr>
          <a:lstStyle/>
          <a:p>
            <a:pPr algn="ctr"/>
            <a:r>
              <a:rPr lang="en-US" sz="3200" dirty="0"/>
              <a:t>Basic IPv4 Subnetting Explanation – Video </a:t>
            </a:r>
          </a:p>
        </p:txBody>
      </p:sp>
    </p:spTree>
    <p:extLst>
      <p:ext uri="{BB962C8B-B14F-4D97-AF65-F5344CB8AC3E}">
        <p14:creationId xmlns:p14="http://schemas.microsoft.com/office/powerpoint/2010/main" val="3925763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1570E-F617-C6B0-9BF0-B684EAA63D3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7DF46D0-382F-EF3B-15F3-57B2B5F9A189}"/>
              </a:ext>
            </a:extLst>
          </p:cNvPr>
          <p:cNvSpPr>
            <a:spLocks noGrp="1"/>
          </p:cNvSpPr>
          <p:nvPr>
            <p:ph type="title"/>
          </p:nvPr>
        </p:nvSpPr>
        <p:spPr>
          <a:xfrm>
            <a:off x="1406039" y="2340483"/>
            <a:ext cx="9379921" cy="975783"/>
          </a:xfrm>
        </p:spPr>
        <p:txBody>
          <a:bodyPr>
            <a:normAutofit/>
          </a:bodyPr>
          <a:lstStyle/>
          <a:p>
            <a:pPr algn="ctr"/>
            <a:r>
              <a:rPr lang="en-US" sz="3200" dirty="0"/>
              <a:t>Basic VSLM Explanation – Video </a:t>
            </a:r>
          </a:p>
        </p:txBody>
      </p:sp>
    </p:spTree>
    <p:extLst>
      <p:ext uri="{BB962C8B-B14F-4D97-AF65-F5344CB8AC3E}">
        <p14:creationId xmlns:p14="http://schemas.microsoft.com/office/powerpoint/2010/main" val="3896471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8823E-8D6F-1AC6-AA47-B246FBCB9C1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88E2FAA-5775-1573-9431-F609B56192D8}"/>
              </a:ext>
            </a:extLst>
          </p:cNvPr>
          <p:cNvSpPr>
            <a:spLocks noGrp="1"/>
          </p:cNvSpPr>
          <p:nvPr>
            <p:ph type="title"/>
          </p:nvPr>
        </p:nvSpPr>
        <p:spPr>
          <a:xfrm>
            <a:off x="1406039" y="2227749"/>
            <a:ext cx="9379921" cy="975783"/>
          </a:xfrm>
        </p:spPr>
        <p:txBody>
          <a:bodyPr>
            <a:normAutofit/>
          </a:bodyPr>
          <a:lstStyle/>
          <a:p>
            <a:pPr algn="ctr"/>
            <a:r>
              <a:rPr lang="en-US" sz="3200" dirty="0"/>
              <a:t>VSLM Explanation – Video </a:t>
            </a:r>
          </a:p>
        </p:txBody>
      </p:sp>
    </p:spTree>
    <p:extLst>
      <p:ext uri="{BB962C8B-B14F-4D97-AF65-F5344CB8AC3E}">
        <p14:creationId xmlns:p14="http://schemas.microsoft.com/office/powerpoint/2010/main" val="4059088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E12F5-9EF5-FA9F-A72D-EF1004EE86EB}"/>
              </a:ext>
            </a:extLst>
          </p:cNvPr>
          <p:cNvSpPr>
            <a:spLocks noGrp="1"/>
          </p:cNvSpPr>
          <p:nvPr>
            <p:ph type="title"/>
          </p:nvPr>
        </p:nvSpPr>
        <p:spPr>
          <a:xfrm>
            <a:off x="838200" y="63504"/>
            <a:ext cx="10515600" cy="1325563"/>
          </a:xfrm>
        </p:spPr>
        <p:txBody>
          <a:bodyPr/>
          <a:lstStyle/>
          <a:p>
            <a:r>
              <a:rPr lang="en-IE" dirty="0"/>
              <a:t>Subnetting Problem/Task</a:t>
            </a:r>
          </a:p>
        </p:txBody>
      </p:sp>
      <p:sp>
        <p:nvSpPr>
          <p:cNvPr id="3" name="Content Placeholder 2">
            <a:extLst>
              <a:ext uri="{FF2B5EF4-FFF2-40B4-BE49-F238E27FC236}">
                <a16:creationId xmlns:a16="http://schemas.microsoft.com/office/drawing/2014/main" id="{1605D2DB-8593-DB3E-197A-D3AC7B46E090}"/>
              </a:ext>
            </a:extLst>
          </p:cNvPr>
          <p:cNvSpPr>
            <a:spLocks noGrp="1"/>
          </p:cNvSpPr>
          <p:nvPr>
            <p:ph idx="1"/>
          </p:nvPr>
        </p:nvSpPr>
        <p:spPr/>
        <p:txBody>
          <a:bodyPr/>
          <a:lstStyle/>
          <a:p>
            <a:r>
              <a:rPr lang="en-IE" dirty="0"/>
              <a:t>Given </a:t>
            </a:r>
            <a:r>
              <a:rPr lang="en-IE" b="1" dirty="0"/>
              <a:t>192.168.20.0/24, create 7 subnets, largest subnet: 28 hosts, smallest: 2 hosts</a:t>
            </a:r>
          </a:p>
          <a:p>
            <a:pPr lvl="1"/>
            <a:endParaRPr lang="en-IE" dirty="0"/>
          </a:p>
          <a:p>
            <a:endParaRPr lang="en-IE" dirty="0"/>
          </a:p>
        </p:txBody>
      </p:sp>
      <p:pic>
        <p:nvPicPr>
          <p:cNvPr id="4" name="Picture 3">
            <a:extLst>
              <a:ext uri="{FF2B5EF4-FFF2-40B4-BE49-F238E27FC236}">
                <a16:creationId xmlns:a16="http://schemas.microsoft.com/office/drawing/2014/main" id="{C83D5F45-04AB-BCAF-E8C6-76C276CD85AD}"/>
              </a:ext>
            </a:extLst>
          </p:cNvPr>
          <p:cNvPicPr>
            <a:picLocks noChangeAspect="1"/>
          </p:cNvPicPr>
          <p:nvPr/>
        </p:nvPicPr>
        <p:blipFill>
          <a:blip r:embed="rId3"/>
          <a:stretch>
            <a:fillRect/>
          </a:stretch>
        </p:blipFill>
        <p:spPr>
          <a:xfrm>
            <a:off x="2078769" y="3568864"/>
            <a:ext cx="7578407" cy="2057296"/>
          </a:xfrm>
          <a:prstGeom prst="rect">
            <a:avLst/>
          </a:prstGeom>
        </p:spPr>
      </p:pic>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B9A9948E-3265-C612-B753-7738442DF38E}"/>
                  </a:ext>
                </a:extLst>
              </p14:cNvPr>
              <p14:cNvContentPartPr/>
              <p14:nvPr/>
            </p14:nvContentPartPr>
            <p14:xfrm>
              <a:off x="2569051" y="4119505"/>
              <a:ext cx="824760" cy="131400"/>
            </p14:xfrm>
          </p:contentPart>
        </mc:Choice>
        <mc:Fallback xmlns="">
          <p:pic>
            <p:nvPicPr>
              <p:cNvPr id="5" name="Ink 4">
                <a:extLst>
                  <a:ext uri="{FF2B5EF4-FFF2-40B4-BE49-F238E27FC236}">
                    <a16:creationId xmlns:a16="http://schemas.microsoft.com/office/drawing/2014/main" id="{B9A9948E-3265-C612-B753-7738442DF38E}"/>
                  </a:ext>
                </a:extLst>
              </p:cNvPr>
              <p:cNvPicPr/>
              <p:nvPr/>
            </p:nvPicPr>
            <p:blipFill>
              <a:blip r:embed="rId5"/>
              <a:stretch>
                <a:fillRect/>
              </a:stretch>
            </p:blipFill>
            <p:spPr>
              <a:xfrm>
                <a:off x="2560411" y="4110865"/>
                <a:ext cx="842400" cy="149040"/>
              </a:xfrm>
              <a:prstGeom prst="rect">
                <a:avLst/>
              </a:prstGeom>
            </p:spPr>
          </p:pic>
        </mc:Fallback>
      </mc:AlternateContent>
      <p:sp>
        <p:nvSpPr>
          <p:cNvPr id="6" name="Rectangle 5">
            <a:extLst>
              <a:ext uri="{FF2B5EF4-FFF2-40B4-BE49-F238E27FC236}">
                <a16:creationId xmlns:a16="http://schemas.microsoft.com/office/drawing/2014/main" id="{AB70A036-6FAB-5143-29FC-1E52CA6C0EC6}"/>
              </a:ext>
            </a:extLst>
          </p:cNvPr>
          <p:cNvSpPr/>
          <p:nvPr/>
        </p:nvSpPr>
        <p:spPr>
          <a:xfrm>
            <a:off x="2363272" y="4105471"/>
            <a:ext cx="1107583" cy="203658"/>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7" name="Rectangle 6">
            <a:extLst>
              <a:ext uri="{FF2B5EF4-FFF2-40B4-BE49-F238E27FC236}">
                <a16:creationId xmlns:a16="http://schemas.microsoft.com/office/drawing/2014/main" id="{F4607EA4-FE45-AFC1-852F-B8825F673A52}"/>
              </a:ext>
            </a:extLst>
          </p:cNvPr>
          <p:cNvSpPr/>
          <p:nvPr/>
        </p:nvSpPr>
        <p:spPr>
          <a:xfrm>
            <a:off x="4157632" y="4107518"/>
            <a:ext cx="1107583" cy="203658"/>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8" name="Rectangle 7">
            <a:extLst>
              <a:ext uri="{FF2B5EF4-FFF2-40B4-BE49-F238E27FC236}">
                <a16:creationId xmlns:a16="http://schemas.microsoft.com/office/drawing/2014/main" id="{D3D1B9BF-54E5-813B-3A4B-C207B1364B6D}"/>
              </a:ext>
            </a:extLst>
          </p:cNvPr>
          <p:cNvSpPr/>
          <p:nvPr/>
        </p:nvSpPr>
        <p:spPr>
          <a:xfrm>
            <a:off x="6299764" y="4095121"/>
            <a:ext cx="1107583" cy="203658"/>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9" name="Rectangle 8">
            <a:extLst>
              <a:ext uri="{FF2B5EF4-FFF2-40B4-BE49-F238E27FC236}">
                <a16:creationId xmlns:a16="http://schemas.microsoft.com/office/drawing/2014/main" id="{198B7AB4-F11A-5403-45D3-2FC29B0381C5}"/>
              </a:ext>
            </a:extLst>
          </p:cNvPr>
          <p:cNvSpPr/>
          <p:nvPr/>
        </p:nvSpPr>
        <p:spPr>
          <a:xfrm>
            <a:off x="8366435" y="4083376"/>
            <a:ext cx="1107583" cy="203658"/>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10" name="Rectangle 9">
            <a:extLst>
              <a:ext uri="{FF2B5EF4-FFF2-40B4-BE49-F238E27FC236}">
                <a16:creationId xmlns:a16="http://schemas.microsoft.com/office/drawing/2014/main" id="{9C215BAF-FEBC-4388-DC9C-7E4C6FDF41FC}"/>
              </a:ext>
            </a:extLst>
          </p:cNvPr>
          <p:cNvSpPr/>
          <p:nvPr/>
        </p:nvSpPr>
        <p:spPr>
          <a:xfrm>
            <a:off x="3186545" y="5451614"/>
            <a:ext cx="1107583" cy="2036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11" name="Rectangle 10">
            <a:extLst>
              <a:ext uri="{FF2B5EF4-FFF2-40B4-BE49-F238E27FC236}">
                <a16:creationId xmlns:a16="http://schemas.microsoft.com/office/drawing/2014/main" id="{4AB4ABF2-10B5-CFB6-1AC2-EFF4EDA85FC7}"/>
              </a:ext>
            </a:extLst>
          </p:cNvPr>
          <p:cNvSpPr/>
          <p:nvPr/>
        </p:nvSpPr>
        <p:spPr>
          <a:xfrm>
            <a:off x="5131004" y="5422502"/>
            <a:ext cx="1107583" cy="2036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12" name="Rectangle 11">
            <a:extLst>
              <a:ext uri="{FF2B5EF4-FFF2-40B4-BE49-F238E27FC236}">
                <a16:creationId xmlns:a16="http://schemas.microsoft.com/office/drawing/2014/main" id="{8C65B044-CD3A-35AE-2201-DF91D027BC90}"/>
              </a:ext>
            </a:extLst>
          </p:cNvPr>
          <p:cNvSpPr/>
          <p:nvPr/>
        </p:nvSpPr>
        <p:spPr>
          <a:xfrm>
            <a:off x="7258852" y="5422502"/>
            <a:ext cx="1107583" cy="2036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34130185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2FCF1-C0A8-47FA-A44D-3E208CA78354}"/>
              </a:ext>
            </a:extLst>
          </p:cNvPr>
          <p:cNvSpPr>
            <a:spLocks noGrp="1"/>
          </p:cNvSpPr>
          <p:nvPr>
            <p:ph type="title"/>
          </p:nvPr>
        </p:nvSpPr>
        <p:spPr>
          <a:xfrm>
            <a:off x="667512" y="60511"/>
            <a:ext cx="10515600" cy="1060077"/>
          </a:xfrm>
        </p:spPr>
        <p:txBody>
          <a:bodyPr/>
          <a:lstStyle/>
          <a:p>
            <a:r>
              <a:rPr lang="en-IE" dirty="0"/>
              <a:t>Minimise “wasted IP” addresses</a:t>
            </a:r>
          </a:p>
        </p:txBody>
      </p:sp>
      <p:sp>
        <p:nvSpPr>
          <p:cNvPr id="3" name="Content Placeholder 2">
            <a:extLst>
              <a:ext uri="{FF2B5EF4-FFF2-40B4-BE49-F238E27FC236}">
                <a16:creationId xmlns:a16="http://schemas.microsoft.com/office/drawing/2014/main" id="{1EDCA01F-7C74-4BC8-9CBC-7CCA468C1388}"/>
              </a:ext>
            </a:extLst>
          </p:cNvPr>
          <p:cNvSpPr>
            <a:spLocks noGrp="1"/>
          </p:cNvSpPr>
          <p:nvPr>
            <p:ph idx="1"/>
          </p:nvPr>
        </p:nvSpPr>
        <p:spPr>
          <a:xfrm>
            <a:off x="412376" y="959993"/>
            <a:ext cx="10515600" cy="4351338"/>
          </a:xfrm>
        </p:spPr>
        <p:txBody>
          <a:bodyPr/>
          <a:lstStyle/>
          <a:p>
            <a:r>
              <a:rPr lang="en-IE" dirty="0"/>
              <a:t>Generally you wish to conserve IP addresses:</a:t>
            </a:r>
          </a:p>
          <a:p>
            <a:pPr lvl="1"/>
            <a:r>
              <a:rPr lang="en-IE" dirty="0"/>
              <a:t>Given </a:t>
            </a:r>
            <a:r>
              <a:rPr lang="en-IE" b="1" dirty="0"/>
              <a:t>192.168.20.0/24, create 7 subnets, largest subnet: 28 hosts, smallest: 2 hosts</a:t>
            </a:r>
            <a:endParaRPr lang="en-IE" dirty="0"/>
          </a:p>
          <a:p>
            <a:pPr lvl="1"/>
            <a:r>
              <a:rPr lang="en-IE" dirty="0"/>
              <a:t>Using Fixed Length Subnet Masks, the following would result from subnetting </a:t>
            </a:r>
            <a:r>
              <a:rPr lang="en-IE" b="1" dirty="0"/>
              <a:t>192.168.20.0/24</a:t>
            </a:r>
            <a:r>
              <a:rPr lang="en-IE" dirty="0"/>
              <a:t> for the following topology:</a:t>
            </a:r>
          </a:p>
        </p:txBody>
      </p:sp>
      <p:pic>
        <p:nvPicPr>
          <p:cNvPr id="5" name="Picture 4">
            <a:extLst>
              <a:ext uri="{FF2B5EF4-FFF2-40B4-BE49-F238E27FC236}">
                <a16:creationId xmlns:a16="http://schemas.microsoft.com/office/drawing/2014/main" id="{7F8506DF-09F8-4141-8652-569FEFC131E5}"/>
              </a:ext>
            </a:extLst>
          </p:cNvPr>
          <p:cNvPicPr>
            <a:picLocks noChangeAspect="1"/>
          </p:cNvPicPr>
          <p:nvPr/>
        </p:nvPicPr>
        <p:blipFill>
          <a:blip r:embed="rId3"/>
          <a:stretch>
            <a:fillRect/>
          </a:stretch>
        </p:blipFill>
        <p:spPr>
          <a:xfrm>
            <a:off x="1781175" y="4119667"/>
            <a:ext cx="7578407" cy="2057296"/>
          </a:xfrm>
          <a:prstGeom prst="rect">
            <a:avLst/>
          </a:prstGeom>
        </p:spPr>
      </p:pic>
      <p:sp>
        <p:nvSpPr>
          <p:cNvPr id="4" name="Callout: Line 3">
            <a:extLst>
              <a:ext uri="{FF2B5EF4-FFF2-40B4-BE49-F238E27FC236}">
                <a16:creationId xmlns:a16="http://schemas.microsoft.com/office/drawing/2014/main" id="{C6F2FDB0-79E2-4147-87FC-D36CE61D84C4}"/>
              </a:ext>
            </a:extLst>
          </p:cNvPr>
          <p:cNvSpPr/>
          <p:nvPr/>
        </p:nvSpPr>
        <p:spPr>
          <a:xfrm>
            <a:off x="9879106" y="3854824"/>
            <a:ext cx="1900518" cy="1882588"/>
          </a:xfrm>
          <a:prstGeom prst="borderCallout1">
            <a:avLst>
              <a:gd name="adj1" fmla="val 18750"/>
              <a:gd name="adj2" fmla="val -8333"/>
              <a:gd name="adj3" fmla="val 88002"/>
              <a:gd name="adj4" fmla="val -12465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Point to Point links between Routers only need 2 addresses. 28 “wasted” addresses</a:t>
            </a:r>
          </a:p>
        </p:txBody>
      </p:sp>
    </p:spTree>
    <p:extLst>
      <p:ext uri="{BB962C8B-B14F-4D97-AF65-F5344CB8AC3E}">
        <p14:creationId xmlns:p14="http://schemas.microsoft.com/office/powerpoint/2010/main" val="14613975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40E38-6347-4A5B-BFFC-17ADA45C5BBB}"/>
              </a:ext>
            </a:extLst>
          </p:cNvPr>
          <p:cNvSpPr>
            <a:spLocks noGrp="1"/>
          </p:cNvSpPr>
          <p:nvPr>
            <p:ph type="title"/>
          </p:nvPr>
        </p:nvSpPr>
        <p:spPr/>
        <p:txBody>
          <a:bodyPr/>
          <a:lstStyle/>
          <a:p>
            <a:r>
              <a:rPr lang="en-IE" dirty="0"/>
              <a:t>Visual Representation</a:t>
            </a:r>
          </a:p>
        </p:txBody>
      </p:sp>
      <p:sp>
        <p:nvSpPr>
          <p:cNvPr id="4" name="Oval 3">
            <a:extLst>
              <a:ext uri="{FF2B5EF4-FFF2-40B4-BE49-F238E27FC236}">
                <a16:creationId xmlns:a16="http://schemas.microsoft.com/office/drawing/2014/main" id="{AE6923E8-4FA1-4C33-84E0-B7E3F2FC601B}"/>
              </a:ext>
            </a:extLst>
          </p:cNvPr>
          <p:cNvSpPr/>
          <p:nvPr/>
        </p:nvSpPr>
        <p:spPr>
          <a:xfrm>
            <a:off x="3414345" y="1690687"/>
            <a:ext cx="5413132" cy="4973881"/>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IE" dirty="0"/>
          </a:p>
        </p:txBody>
      </p:sp>
      <p:cxnSp>
        <p:nvCxnSpPr>
          <p:cNvPr id="6" name="Straight Connector 5">
            <a:extLst>
              <a:ext uri="{FF2B5EF4-FFF2-40B4-BE49-F238E27FC236}">
                <a16:creationId xmlns:a16="http://schemas.microsoft.com/office/drawing/2014/main" id="{300283C8-4A2F-402C-8A72-9EC76556D9A8}"/>
              </a:ext>
            </a:extLst>
          </p:cNvPr>
          <p:cNvCxnSpPr>
            <a:cxnSpLocks/>
            <a:stCxn id="4" idx="2"/>
          </p:cNvCxnSpPr>
          <p:nvPr/>
        </p:nvCxnSpPr>
        <p:spPr>
          <a:xfrm>
            <a:off x="3414345" y="4177628"/>
            <a:ext cx="5439509"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11CCFEF0-921A-41CE-83BC-711C1C85D7B7}"/>
              </a:ext>
            </a:extLst>
          </p:cNvPr>
          <p:cNvCxnSpPr>
            <a:cxnSpLocks/>
            <a:stCxn id="4" idx="0"/>
            <a:endCxn id="4" idx="4"/>
          </p:cNvCxnSpPr>
          <p:nvPr/>
        </p:nvCxnSpPr>
        <p:spPr>
          <a:xfrm>
            <a:off x="6120911" y="1690687"/>
            <a:ext cx="0" cy="4973881"/>
          </a:xfrm>
          <a:prstGeom prst="line">
            <a:avLst/>
          </a:prstGeom>
          <a:ln w="38100"/>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D9321DFE-816E-455D-B9BB-6FBF8843D334}"/>
              </a:ext>
            </a:extLst>
          </p:cNvPr>
          <p:cNvCxnSpPr>
            <a:cxnSpLocks/>
            <a:stCxn id="4" idx="1"/>
            <a:endCxn id="4" idx="5"/>
          </p:cNvCxnSpPr>
          <p:nvPr/>
        </p:nvCxnSpPr>
        <p:spPr>
          <a:xfrm>
            <a:off x="4207080" y="2419095"/>
            <a:ext cx="3827662" cy="3517065"/>
          </a:xfrm>
          <a:prstGeom prst="line">
            <a:avLst/>
          </a:prstGeom>
          <a:ln w="38100"/>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99B5654D-6733-46C3-84CE-EA4B2C10D59D}"/>
              </a:ext>
            </a:extLst>
          </p:cNvPr>
          <p:cNvCxnSpPr>
            <a:cxnSpLocks/>
            <a:stCxn id="4" idx="7"/>
            <a:endCxn id="4" idx="3"/>
          </p:cNvCxnSpPr>
          <p:nvPr/>
        </p:nvCxnSpPr>
        <p:spPr>
          <a:xfrm flipH="1">
            <a:off x="4207080" y="2419095"/>
            <a:ext cx="3827662" cy="3517065"/>
          </a:xfrm>
          <a:prstGeom prst="line">
            <a:avLst/>
          </a:prstGeom>
          <a:ln w="38100"/>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4AAC7CB0-DE20-4ED8-BE78-4594A2BB4D93}"/>
              </a:ext>
            </a:extLst>
          </p:cNvPr>
          <p:cNvSpPr txBox="1"/>
          <p:nvPr/>
        </p:nvSpPr>
        <p:spPr>
          <a:xfrm>
            <a:off x="8034742" y="867262"/>
            <a:ext cx="6097464" cy="523220"/>
          </a:xfrm>
          <a:prstGeom prst="rect">
            <a:avLst/>
          </a:prstGeom>
          <a:noFill/>
        </p:spPr>
        <p:txBody>
          <a:bodyPr wrap="square">
            <a:spAutoFit/>
          </a:bodyPr>
          <a:lstStyle/>
          <a:p>
            <a:r>
              <a:rPr lang="en-IE" sz="2800" dirty="0"/>
              <a:t>192.168.20.0/24</a:t>
            </a:r>
            <a:endParaRPr lang="en-IE" dirty="0"/>
          </a:p>
        </p:txBody>
      </p:sp>
      <p:sp>
        <p:nvSpPr>
          <p:cNvPr id="23" name="TextBox 22">
            <a:extLst>
              <a:ext uri="{FF2B5EF4-FFF2-40B4-BE49-F238E27FC236}">
                <a16:creationId xmlns:a16="http://schemas.microsoft.com/office/drawing/2014/main" id="{02399806-232B-4607-BAE4-84F971418FD9}"/>
              </a:ext>
            </a:extLst>
          </p:cNvPr>
          <p:cNvSpPr txBox="1"/>
          <p:nvPr/>
        </p:nvSpPr>
        <p:spPr>
          <a:xfrm>
            <a:off x="3627947" y="3543335"/>
            <a:ext cx="1734770" cy="369332"/>
          </a:xfrm>
          <a:prstGeom prst="rect">
            <a:avLst/>
          </a:prstGeom>
          <a:noFill/>
        </p:spPr>
        <p:txBody>
          <a:bodyPr wrap="none" rtlCol="0">
            <a:spAutoFit/>
          </a:bodyPr>
          <a:lstStyle/>
          <a:p>
            <a:r>
              <a:rPr lang="en-IE" dirty="0">
                <a:solidFill>
                  <a:schemeClr val="accent2">
                    <a:lumMod val="75000"/>
                  </a:schemeClr>
                </a:solidFill>
              </a:rPr>
              <a:t>192.168.20.0/27</a:t>
            </a:r>
          </a:p>
        </p:txBody>
      </p:sp>
      <p:sp>
        <p:nvSpPr>
          <p:cNvPr id="25" name="TextBox 24">
            <a:extLst>
              <a:ext uri="{FF2B5EF4-FFF2-40B4-BE49-F238E27FC236}">
                <a16:creationId xmlns:a16="http://schemas.microsoft.com/office/drawing/2014/main" id="{30C676BE-188A-4E5A-A7B8-494A89A9F824}"/>
              </a:ext>
            </a:extLst>
          </p:cNvPr>
          <p:cNvSpPr txBox="1"/>
          <p:nvPr/>
        </p:nvSpPr>
        <p:spPr>
          <a:xfrm>
            <a:off x="4296611" y="2170877"/>
            <a:ext cx="1851789" cy="369332"/>
          </a:xfrm>
          <a:prstGeom prst="rect">
            <a:avLst/>
          </a:prstGeom>
          <a:noFill/>
        </p:spPr>
        <p:txBody>
          <a:bodyPr wrap="none" rtlCol="0">
            <a:spAutoFit/>
          </a:bodyPr>
          <a:lstStyle/>
          <a:p>
            <a:r>
              <a:rPr lang="en-IE" dirty="0">
                <a:solidFill>
                  <a:schemeClr val="accent2">
                    <a:lumMod val="75000"/>
                  </a:schemeClr>
                </a:solidFill>
              </a:rPr>
              <a:t>192.168.20.32/27</a:t>
            </a:r>
          </a:p>
        </p:txBody>
      </p:sp>
      <p:sp>
        <p:nvSpPr>
          <p:cNvPr id="27" name="TextBox 26">
            <a:extLst>
              <a:ext uri="{FF2B5EF4-FFF2-40B4-BE49-F238E27FC236}">
                <a16:creationId xmlns:a16="http://schemas.microsoft.com/office/drawing/2014/main" id="{E58B7D39-AC1A-4D4F-9C26-25D13353F47A}"/>
              </a:ext>
            </a:extLst>
          </p:cNvPr>
          <p:cNvSpPr txBox="1"/>
          <p:nvPr/>
        </p:nvSpPr>
        <p:spPr>
          <a:xfrm>
            <a:off x="6062982" y="2195493"/>
            <a:ext cx="1851789" cy="369332"/>
          </a:xfrm>
          <a:prstGeom prst="rect">
            <a:avLst/>
          </a:prstGeom>
          <a:noFill/>
        </p:spPr>
        <p:txBody>
          <a:bodyPr wrap="none" rtlCol="0">
            <a:spAutoFit/>
          </a:bodyPr>
          <a:lstStyle/>
          <a:p>
            <a:r>
              <a:rPr lang="en-IE" dirty="0">
                <a:solidFill>
                  <a:schemeClr val="accent2">
                    <a:lumMod val="75000"/>
                  </a:schemeClr>
                </a:solidFill>
              </a:rPr>
              <a:t>192.168.20.64/27</a:t>
            </a:r>
          </a:p>
        </p:txBody>
      </p:sp>
      <p:sp>
        <p:nvSpPr>
          <p:cNvPr id="29" name="TextBox 28">
            <a:extLst>
              <a:ext uri="{FF2B5EF4-FFF2-40B4-BE49-F238E27FC236}">
                <a16:creationId xmlns:a16="http://schemas.microsoft.com/office/drawing/2014/main" id="{BAAA8CC6-67A0-46FE-902B-A43F34F2E062}"/>
              </a:ext>
            </a:extLst>
          </p:cNvPr>
          <p:cNvSpPr txBox="1"/>
          <p:nvPr/>
        </p:nvSpPr>
        <p:spPr>
          <a:xfrm>
            <a:off x="6941147" y="3499521"/>
            <a:ext cx="1851789" cy="369332"/>
          </a:xfrm>
          <a:prstGeom prst="rect">
            <a:avLst/>
          </a:prstGeom>
          <a:noFill/>
        </p:spPr>
        <p:txBody>
          <a:bodyPr wrap="none" rtlCol="0">
            <a:spAutoFit/>
          </a:bodyPr>
          <a:lstStyle/>
          <a:p>
            <a:r>
              <a:rPr lang="en-IE" dirty="0">
                <a:solidFill>
                  <a:schemeClr val="accent2">
                    <a:lumMod val="75000"/>
                  </a:schemeClr>
                </a:solidFill>
              </a:rPr>
              <a:t>192.168.20.96/27</a:t>
            </a:r>
          </a:p>
        </p:txBody>
      </p:sp>
      <p:sp>
        <p:nvSpPr>
          <p:cNvPr id="31" name="TextBox 30">
            <a:extLst>
              <a:ext uri="{FF2B5EF4-FFF2-40B4-BE49-F238E27FC236}">
                <a16:creationId xmlns:a16="http://schemas.microsoft.com/office/drawing/2014/main" id="{BD408E15-A359-423E-AD66-DBBA1D5C408E}"/>
              </a:ext>
            </a:extLst>
          </p:cNvPr>
          <p:cNvSpPr txBox="1"/>
          <p:nvPr/>
        </p:nvSpPr>
        <p:spPr>
          <a:xfrm>
            <a:off x="6960807" y="4502896"/>
            <a:ext cx="1968809" cy="369332"/>
          </a:xfrm>
          <a:prstGeom prst="rect">
            <a:avLst/>
          </a:prstGeom>
          <a:noFill/>
        </p:spPr>
        <p:txBody>
          <a:bodyPr wrap="none" rtlCol="0">
            <a:spAutoFit/>
          </a:bodyPr>
          <a:lstStyle/>
          <a:p>
            <a:r>
              <a:rPr lang="en-IE" dirty="0">
                <a:solidFill>
                  <a:schemeClr val="accent2">
                    <a:lumMod val="75000"/>
                  </a:schemeClr>
                </a:solidFill>
              </a:rPr>
              <a:t>192.168.20.128/27</a:t>
            </a:r>
          </a:p>
        </p:txBody>
      </p:sp>
      <p:sp>
        <p:nvSpPr>
          <p:cNvPr id="33" name="TextBox 32">
            <a:extLst>
              <a:ext uri="{FF2B5EF4-FFF2-40B4-BE49-F238E27FC236}">
                <a16:creationId xmlns:a16="http://schemas.microsoft.com/office/drawing/2014/main" id="{B377D62C-785B-4FDC-BC06-69304C7A8AEA}"/>
              </a:ext>
            </a:extLst>
          </p:cNvPr>
          <p:cNvSpPr txBox="1"/>
          <p:nvPr/>
        </p:nvSpPr>
        <p:spPr>
          <a:xfrm>
            <a:off x="6054190" y="5751495"/>
            <a:ext cx="1968809" cy="369332"/>
          </a:xfrm>
          <a:prstGeom prst="rect">
            <a:avLst/>
          </a:prstGeom>
          <a:noFill/>
        </p:spPr>
        <p:txBody>
          <a:bodyPr wrap="none" rtlCol="0">
            <a:spAutoFit/>
          </a:bodyPr>
          <a:lstStyle/>
          <a:p>
            <a:r>
              <a:rPr lang="en-IE" dirty="0">
                <a:solidFill>
                  <a:schemeClr val="accent2">
                    <a:lumMod val="75000"/>
                  </a:schemeClr>
                </a:solidFill>
              </a:rPr>
              <a:t>192.168.20.160/27</a:t>
            </a:r>
          </a:p>
        </p:txBody>
      </p:sp>
      <p:sp>
        <p:nvSpPr>
          <p:cNvPr id="35" name="TextBox 34">
            <a:extLst>
              <a:ext uri="{FF2B5EF4-FFF2-40B4-BE49-F238E27FC236}">
                <a16:creationId xmlns:a16="http://schemas.microsoft.com/office/drawing/2014/main" id="{85D2EC6B-4649-428C-AF9C-36E53D75042E}"/>
              </a:ext>
            </a:extLst>
          </p:cNvPr>
          <p:cNvSpPr txBox="1"/>
          <p:nvPr/>
        </p:nvSpPr>
        <p:spPr>
          <a:xfrm>
            <a:off x="4207080" y="5729462"/>
            <a:ext cx="1968809" cy="369332"/>
          </a:xfrm>
          <a:prstGeom prst="rect">
            <a:avLst/>
          </a:prstGeom>
          <a:noFill/>
        </p:spPr>
        <p:txBody>
          <a:bodyPr wrap="none" rtlCol="0">
            <a:spAutoFit/>
          </a:bodyPr>
          <a:lstStyle/>
          <a:p>
            <a:r>
              <a:rPr lang="en-IE" dirty="0">
                <a:solidFill>
                  <a:schemeClr val="accent2">
                    <a:lumMod val="75000"/>
                  </a:schemeClr>
                </a:solidFill>
              </a:rPr>
              <a:t>192.168.20.192/27</a:t>
            </a:r>
          </a:p>
        </p:txBody>
      </p:sp>
      <p:sp>
        <p:nvSpPr>
          <p:cNvPr id="37" name="TextBox 36">
            <a:extLst>
              <a:ext uri="{FF2B5EF4-FFF2-40B4-BE49-F238E27FC236}">
                <a16:creationId xmlns:a16="http://schemas.microsoft.com/office/drawing/2014/main" id="{051BEC7E-9AFF-4956-A0F3-E997DBA084E2}"/>
              </a:ext>
            </a:extLst>
          </p:cNvPr>
          <p:cNvSpPr txBox="1"/>
          <p:nvPr/>
        </p:nvSpPr>
        <p:spPr>
          <a:xfrm>
            <a:off x="3448886" y="4502896"/>
            <a:ext cx="1968809" cy="369332"/>
          </a:xfrm>
          <a:prstGeom prst="rect">
            <a:avLst/>
          </a:prstGeom>
          <a:noFill/>
        </p:spPr>
        <p:txBody>
          <a:bodyPr wrap="none" rtlCol="0">
            <a:spAutoFit/>
          </a:bodyPr>
          <a:lstStyle/>
          <a:p>
            <a:r>
              <a:rPr lang="en-IE" dirty="0">
                <a:solidFill>
                  <a:schemeClr val="accent2">
                    <a:lumMod val="75000"/>
                  </a:schemeClr>
                </a:solidFill>
              </a:rPr>
              <a:t>192.168.20.224/27</a:t>
            </a:r>
          </a:p>
        </p:txBody>
      </p:sp>
      <p:sp>
        <p:nvSpPr>
          <p:cNvPr id="39" name="TextBox 38">
            <a:extLst>
              <a:ext uri="{FF2B5EF4-FFF2-40B4-BE49-F238E27FC236}">
                <a16:creationId xmlns:a16="http://schemas.microsoft.com/office/drawing/2014/main" id="{C81E16F7-2FAB-4F16-B500-A0EA4F2CCD7C}"/>
              </a:ext>
            </a:extLst>
          </p:cNvPr>
          <p:cNvSpPr txBox="1"/>
          <p:nvPr/>
        </p:nvSpPr>
        <p:spPr>
          <a:xfrm>
            <a:off x="4896479" y="3647814"/>
            <a:ext cx="6097464" cy="523220"/>
          </a:xfrm>
          <a:prstGeom prst="rect">
            <a:avLst/>
          </a:prstGeom>
          <a:noFill/>
        </p:spPr>
        <p:txBody>
          <a:bodyPr wrap="square">
            <a:spAutoFit/>
          </a:bodyPr>
          <a:lstStyle/>
          <a:p>
            <a:r>
              <a:rPr lang="en-IE" sz="2800" dirty="0"/>
              <a:t>192.168.20.0/24</a:t>
            </a:r>
            <a:endParaRPr lang="en-IE" dirty="0"/>
          </a:p>
        </p:txBody>
      </p:sp>
    </p:spTree>
    <p:extLst>
      <p:ext uri="{BB962C8B-B14F-4D97-AF65-F5344CB8AC3E}">
        <p14:creationId xmlns:p14="http://schemas.microsoft.com/office/powerpoint/2010/main" val="3671379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0" presetClass="exit" presetSubtype="0" fill="hold" grpId="0" nodeType="clickEffect">
                                  <p:stCondLst>
                                    <p:cond delay="0"/>
                                  </p:stCondLst>
                                  <p:childTnLst>
                                    <p:animEffect transition="out" filter="fade">
                                      <p:cBhvr>
                                        <p:cTn id="32" dur="500"/>
                                        <p:tgtEl>
                                          <p:spTgt spid="39"/>
                                        </p:tgtEl>
                                      </p:cBhvr>
                                    </p:animEffect>
                                    <p:set>
                                      <p:cBhvr>
                                        <p:cTn id="33" dur="1" fill="hold">
                                          <p:stCondLst>
                                            <p:cond delay="499"/>
                                          </p:stCondLst>
                                        </p:cTn>
                                        <p:tgtEl>
                                          <p:spTgt spid="3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5" grpId="0"/>
      <p:bldP spid="27" grpId="0"/>
      <p:bldP spid="29" grpId="0"/>
      <p:bldP spid="31" grpId="0"/>
      <p:bldP spid="33" grpId="0"/>
      <p:bldP spid="35" grpId="0"/>
      <p:bldP spid="37" grpId="0"/>
      <p:bldP spid="3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330D8-7282-4369-9E9C-22047955335B}"/>
              </a:ext>
            </a:extLst>
          </p:cNvPr>
          <p:cNvSpPr>
            <a:spLocks noGrp="1"/>
          </p:cNvSpPr>
          <p:nvPr>
            <p:ph type="title"/>
          </p:nvPr>
        </p:nvSpPr>
        <p:spPr>
          <a:xfrm>
            <a:off x="411480" y="109093"/>
            <a:ext cx="10515600" cy="1325563"/>
          </a:xfrm>
        </p:spPr>
        <p:txBody>
          <a:bodyPr/>
          <a:lstStyle/>
          <a:p>
            <a:r>
              <a:rPr lang="en-IE" dirty="0"/>
              <a:t>VLSM</a:t>
            </a:r>
          </a:p>
        </p:txBody>
      </p:sp>
      <p:sp>
        <p:nvSpPr>
          <p:cNvPr id="3" name="Content Placeholder 2">
            <a:extLst>
              <a:ext uri="{FF2B5EF4-FFF2-40B4-BE49-F238E27FC236}">
                <a16:creationId xmlns:a16="http://schemas.microsoft.com/office/drawing/2014/main" id="{78898FC4-03F4-46A8-8D58-03CAEBC32779}"/>
              </a:ext>
            </a:extLst>
          </p:cNvPr>
          <p:cNvSpPr>
            <a:spLocks noGrp="1"/>
          </p:cNvSpPr>
          <p:nvPr>
            <p:ph idx="1"/>
          </p:nvPr>
        </p:nvSpPr>
        <p:spPr>
          <a:xfrm>
            <a:off x="280417" y="1690687"/>
            <a:ext cx="4169663" cy="4871855"/>
          </a:xfrm>
        </p:spPr>
        <p:txBody>
          <a:bodyPr/>
          <a:lstStyle/>
          <a:p>
            <a:r>
              <a:rPr lang="en-CA" sz="2800" dirty="0">
                <a:solidFill>
                  <a:srgbClr val="000000"/>
                </a:solidFill>
              </a:rPr>
              <a:t>VLSM was developed to avoid wasting addresses by enabling us to </a:t>
            </a:r>
            <a:r>
              <a:rPr lang="en-CA" sz="2800" b="1" dirty="0">
                <a:solidFill>
                  <a:srgbClr val="000000"/>
                </a:solidFill>
              </a:rPr>
              <a:t>subnet a subnet.</a:t>
            </a:r>
            <a:endParaRPr lang="en-CA" b="1" dirty="0">
              <a:solidFill>
                <a:srgbClr val="000000"/>
              </a:solidFill>
            </a:endParaRPr>
          </a:p>
          <a:p>
            <a:r>
              <a:rPr lang="en-CA" sz="2800" dirty="0">
                <a:solidFill>
                  <a:srgbClr val="000000"/>
                </a:solidFill>
              </a:rPr>
              <a:t>VLSM can be used to subnet a subnet</a:t>
            </a:r>
          </a:p>
          <a:p>
            <a:r>
              <a:rPr lang="en-CA" dirty="0">
                <a:solidFill>
                  <a:srgbClr val="000000"/>
                </a:solidFill>
              </a:rPr>
              <a:t>In this case, </a:t>
            </a:r>
            <a:r>
              <a:rPr lang="en-CA" sz="2800" dirty="0">
                <a:solidFill>
                  <a:srgbClr val="000000"/>
                </a:solidFill>
              </a:rPr>
              <a:t>divided the last subnet into eight /30 subnets.</a:t>
            </a:r>
          </a:p>
          <a:p>
            <a:endParaRPr lang="en-CA" sz="2800" dirty="0">
              <a:solidFill>
                <a:srgbClr val="000000"/>
              </a:solidFill>
            </a:endParaRPr>
          </a:p>
          <a:p>
            <a:endParaRPr lang="en-IE" dirty="0"/>
          </a:p>
        </p:txBody>
      </p:sp>
      <p:pic>
        <p:nvPicPr>
          <p:cNvPr id="5" name="Picture 4">
            <a:extLst>
              <a:ext uri="{FF2B5EF4-FFF2-40B4-BE49-F238E27FC236}">
                <a16:creationId xmlns:a16="http://schemas.microsoft.com/office/drawing/2014/main" id="{F4231B3D-F540-40DA-802D-DA9B3B4A1A86}"/>
              </a:ext>
            </a:extLst>
          </p:cNvPr>
          <p:cNvPicPr>
            <a:picLocks noChangeAspect="1"/>
          </p:cNvPicPr>
          <p:nvPr/>
        </p:nvPicPr>
        <p:blipFill>
          <a:blip r:embed="rId3"/>
          <a:stretch>
            <a:fillRect/>
          </a:stretch>
        </p:blipFill>
        <p:spPr>
          <a:xfrm>
            <a:off x="5839969" y="109093"/>
            <a:ext cx="6235012" cy="3821828"/>
          </a:xfrm>
          <a:prstGeom prst="rect">
            <a:avLst/>
          </a:prstGeom>
        </p:spPr>
      </p:pic>
      <p:pic>
        <p:nvPicPr>
          <p:cNvPr id="7" name="Picture 6">
            <a:extLst>
              <a:ext uri="{FF2B5EF4-FFF2-40B4-BE49-F238E27FC236}">
                <a16:creationId xmlns:a16="http://schemas.microsoft.com/office/drawing/2014/main" id="{872FD256-5BD7-4FF6-89D3-2BB02D1A8B38}"/>
              </a:ext>
            </a:extLst>
          </p:cNvPr>
          <p:cNvPicPr>
            <a:picLocks noChangeAspect="1"/>
          </p:cNvPicPr>
          <p:nvPr/>
        </p:nvPicPr>
        <p:blipFill>
          <a:blip r:embed="rId4"/>
          <a:stretch>
            <a:fillRect/>
          </a:stretch>
        </p:blipFill>
        <p:spPr>
          <a:xfrm>
            <a:off x="4671976" y="4186952"/>
            <a:ext cx="7403005" cy="2375590"/>
          </a:xfrm>
          <a:prstGeom prst="rect">
            <a:avLst/>
          </a:prstGeom>
        </p:spPr>
      </p:pic>
      <p:pic>
        <p:nvPicPr>
          <p:cNvPr id="6" name="Picture 5">
            <a:extLst>
              <a:ext uri="{FF2B5EF4-FFF2-40B4-BE49-F238E27FC236}">
                <a16:creationId xmlns:a16="http://schemas.microsoft.com/office/drawing/2014/main" id="{10331E51-F422-484B-BFC2-D2902529E832}"/>
              </a:ext>
            </a:extLst>
          </p:cNvPr>
          <p:cNvPicPr>
            <a:picLocks noChangeAspect="1"/>
          </p:cNvPicPr>
          <p:nvPr/>
        </p:nvPicPr>
        <p:blipFill>
          <a:blip r:embed="rId5"/>
          <a:stretch>
            <a:fillRect/>
          </a:stretch>
        </p:blipFill>
        <p:spPr>
          <a:xfrm>
            <a:off x="5839969" y="771874"/>
            <a:ext cx="6251976" cy="3568345"/>
          </a:xfrm>
          <a:prstGeom prst="rect">
            <a:avLst/>
          </a:prstGeom>
        </p:spPr>
      </p:pic>
    </p:spTree>
    <p:extLst>
      <p:ext uri="{BB962C8B-B14F-4D97-AF65-F5344CB8AC3E}">
        <p14:creationId xmlns:p14="http://schemas.microsoft.com/office/powerpoint/2010/main" val="1423736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CC79775-EF9D-4CC3-9E7E-CD584E21089C}"/>
              </a:ext>
            </a:extLst>
          </p:cNvPr>
          <p:cNvPicPr>
            <a:picLocks noChangeAspect="1"/>
          </p:cNvPicPr>
          <p:nvPr/>
        </p:nvPicPr>
        <p:blipFill>
          <a:blip r:embed="rId2"/>
          <a:stretch>
            <a:fillRect/>
          </a:stretch>
        </p:blipFill>
        <p:spPr>
          <a:xfrm>
            <a:off x="3647586" y="307730"/>
            <a:ext cx="8544414" cy="5697415"/>
          </a:xfrm>
          <a:prstGeom prst="rect">
            <a:avLst/>
          </a:prstGeom>
        </p:spPr>
      </p:pic>
      <p:sp>
        <p:nvSpPr>
          <p:cNvPr id="4" name="TextBox 3">
            <a:extLst>
              <a:ext uri="{FF2B5EF4-FFF2-40B4-BE49-F238E27FC236}">
                <a16:creationId xmlns:a16="http://schemas.microsoft.com/office/drawing/2014/main" id="{F6B5909D-A9F7-4384-A1FD-4CE5F14F5F4E}"/>
              </a:ext>
            </a:extLst>
          </p:cNvPr>
          <p:cNvSpPr txBox="1"/>
          <p:nvPr/>
        </p:nvSpPr>
        <p:spPr>
          <a:xfrm>
            <a:off x="208085" y="1516736"/>
            <a:ext cx="6096000" cy="646331"/>
          </a:xfrm>
          <a:prstGeom prst="rect">
            <a:avLst/>
          </a:prstGeom>
          <a:noFill/>
        </p:spPr>
        <p:txBody>
          <a:bodyPr wrap="square">
            <a:spAutoFit/>
          </a:bodyPr>
          <a:lstStyle/>
          <a:p>
            <a:r>
              <a:rPr lang="en-GB" b="0" i="0" dirty="0">
                <a:solidFill>
                  <a:srgbClr val="444444"/>
                </a:solidFill>
                <a:effectLst/>
                <a:latin typeface="Arial" panose="020B0604020202020204" pitchFamily="34" charset="0"/>
              </a:rPr>
              <a:t>Using the VLSM technique, design a network with an IP range of </a:t>
            </a:r>
            <a:r>
              <a:rPr lang="en-GB" b="1" i="0" dirty="0">
                <a:solidFill>
                  <a:srgbClr val="444444"/>
                </a:solidFill>
                <a:effectLst/>
                <a:latin typeface="Arial" panose="020B0604020202020204" pitchFamily="34" charset="0"/>
              </a:rPr>
              <a:t>192.168.4.0/24</a:t>
            </a:r>
            <a:r>
              <a:rPr lang="en-GB" b="0" i="0" dirty="0">
                <a:solidFill>
                  <a:srgbClr val="444444"/>
                </a:solidFill>
                <a:effectLst/>
                <a:latin typeface="Arial" panose="020B0604020202020204" pitchFamily="34" charset="0"/>
              </a:rPr>
              <a:t>. </a:t>
            </a:r>
            <a:endParaRPr lang="en-IE" dirty="0"/>
          </a:p>
        </p:txBody>
      </p:sp>
      <p:sp>
        <p:nvSpPr>
          <p:cNvPr id="5" name="TextBox 4">
            <a:extLst>
              <a:ext uri="{FF2B5EF4-FFF2-40B4-BE49-F238E27FC236}">
                <a16:creationId xmlns:a16="http://schemas.microsoft.com/office/drawing/2014/main" id="{1A19DA60-02F9-46E0-BAFB-B5BFC3D9B380}"/>
              </a:ext>
            </a:extLst>
          </p:cNvPr>
          <p:cNvSpPr txBox="1"/>
          <p:nvPr/>
        </p:nvSpPr>
        <p:spPr>
          <a:xfrm>
            <a:off x="316523" y="204370"/>
            <a:ext cx="3381375" cy="707886"/>
          </a:xfrm>
          <a:prstGeom prst="rect">
            <a:avLst/>
          </a:prstGeom>
          <a:noFill/>
        </p:spPr>
        <p:txBody>
          <a:bodyPr wrap="none" rtlCol="0">
            <a:spAutoFit/>
          </a:bodyPr>
          <a:lstStyle/>
          <a:p>
            <a:r>
              <a:rPr lang="en-IE" sz="4000" dirty="0"/>
              <a:t>Example: VLSM</a:t>
            </a:r>
          </a:p>
        </p:txBody>
      </p:sp>
    </p:spTree>
    <p:extLst>
      <p:ext uri="{BB962C8B-B14F-4D97-AF65-F5344CB8AC3E}">
        <p14:creationId xmlns:p14="http://schemas.microsoft.com/office/powerpoint/2010/main" val="40875908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07E14-7B7A-4B1E-A51C-E02DA0BA13F6}"/>
              </a:ext>
            </a:extLst>
          </p:cNvPr>
          <p:cNvSpPr>
            <a:spLocks noGrp="1"/>
          </p:cNvSpPr>
          <p:nvPr>
            <p:ph type="title"/>
          </p:nvPr>
        </p:nvSpPr>
        <p:spPr/>
        <p:txBody>
          <a:bodyPr/>
          <a:lstStyle/>
          <a:p>
            <a:r>
              <a:rPr lang="en-GB" dirty="0"/>
              <a:t>Example: Subnetting Reference Table</a:t>
            </a:r>
            <a:endParaRPr lang="en-IE" dirty="0"/>
          </a:p>
        </p:txBody>
      </p:sp>
      <p:graphicFrame>
        <p:nvGraphicFramePr>
          <p:cNvPr id="5" name="Table 4">
            <a:extLst>
              <a:ext uri="{FF2B5EF4-FFF2-40B4-BE49-F238E27FC236}">
                <a16:creationId xmlns:a16="http://schemas.microsoft.com/office/drawing/2014/main" id="{1F40C90D-83D5-44CB-830C-BA2993E075A1}"/>
              </a:ext>
            </a:extLst>
          </p:cNvPr>
          <p:cNvGraphicFramePr>
            <a:graphicFrameLocks noGrp="1"/>
          </p:cNvGraphicFramePr>
          <p:nvPr>
            <p:extLst>
              <p:ext uri="{D42A27DB-BD31-4B8C-83A1-F6EECF244321}">
                <p14:modId xmlns:p14="http://schemas.microsoft.com/office/powerpoint/2010/main" val="2138303657"/>
              </p:ext>
            </p:extLst>
          </p:nvPr>
        </p:nvGraphicFramePr>
        <p:xfrm>
          <a:off x="1214705" y="2478174"/>
          <a:ext cx="8971280" cy="3461171"/>
        </p:xfrm>
        <a:graphic>
          <a:graphicData uri="http://schemas.openxmlformats.org/drawingml/2006/table">
            <a:tbl>
              <a:tblPr firstRow="1" bandRow="1">
                <a:tableStyleId>{5C22544A-7EE6-4342-B048-85BDC9FD1C3A}</a:tableStyleId>
              </a:tblPr>
              <a:tblGrid>
                <a:gridCol w="1280160">
                  <a:extLst>
                    <a:ext uri="{9D8B030D-6E8A-4147-A177-3AD203B41FA5}">
                      <a16:colId xmlns:a16="http://schemas.microsoft.com/office/drawing/2014/main" val="3173678455"/>
                    </a:ext>
                  </a:extLst>
                </a:gridCol>
                <a:gridCol w="1605280">
                  <a:extLst>
                    <a:ext uri="{9D8B030D-6E8A-4147-A177-3AD203B41FA5}">
                      <a16:colId xmlns:a16="http://schemas.microsoft.com/office/drawing/2014/main" val="1538934761"/>
                    </a:ext>
                  </a:extLst>
                </a:gridCol>
                <a:gridCol w="4123373">
                  <a:extLst>
                    <a:ext uri="{9D8B030D-6E8A-4147-A177-3AD203B41FA5}">
                      <a16:colId xmlns:a16="http://schemas.microsoft.com/office/drawing/2014/main" val="1045760004"/>
                    </a:ext>
                  </a:extLst>
                </a:gridCol>
                <a:gridCol w="997267">
                  <a:extLst>
                    <a:ext uri="{9D8B030D-6E8A-4147-A177-3AD203B41FA5}">
                      <a16:colId xmlns:a16="http://schemas.microsoft.com/office/drawing/2014/main" val="2485496051"/>
                    </a:ext>
                  </a:extLst>
                </a:gridCol>
                <a:gridCol w="965200">
                  <a:extLst>
                    <a:ext uri="{9D8B030D-6E8A-4147-A177-3AD203B41FA5}">
                      <a16:colId xmlns:a16="http://schemas.microsoft.com/office/drawing/2014/main" val="660007875"/>
                    </a:ext>
                  </a:extLst>
                </a:gridCol>
              </a:tblGrid>
              <a:tr h="494453">
                <a:tc>
                  <a:txBody>
                    <a:bodyPr/>
                    <a:lstStyle/>
                    <a:p>
                      <a:pPr algn="l" fontAlgn="ctr"/>
                      <a:r>
                        <a:rPr lang="en-CA" sz="1300" b="1" dirty="0">
                          <a:effectLst/>
                        </a:rPr>
                        <a:t>Prefix Length</a:t>
                      </a:r>
                      <a:endParaRPr lang="en-CA" sz="1300" dirty="0">
                        <a:effectLst/>
                      </a:endParaRPr>
                    </a:p>
                  </a:txBody>
                  <a:tcPr marL="42333" marR="42333" marT="42333" marB="42333" anchor="ctr"/>
                </a:tc>
                <a:tc>
                  <a:txBody>
                    <a:bodyPr/>
                    <a:lstStyle/>
                    <a:p>
                      <a:pPr algn="l" fontAlgn="ctr"/>
                      <a:r>
                        <a:rPr lang="en-CA" sz="1300" b="1" dirty="0">
                          <a:effectLst/>
                        </a:rPr>
                        <a:t>Subnet Mask</a:t>
                      </a:r>
                      <a:endParaRPr lang="en-CA" sz="1300" dirty="0">
                        <a:effectLst/>
                      </a:endParaRPr>
                    </a:p>
                  </a:txBody>
                  <a:tcPr marL="42333" marR="42333" marT="42333" marB="42333" anchor="ctr"/>
                </a:tc>
                <a:tc>
                  <a:txBody>
                    <a:bodyPr/>
                    <a:lstStyle/>
                    <a:p>
                      <a:pPr algn="l" fontAlgn="ctr"/>
                      <a:r>
                        <a:rPr lang="en-CA" sz="1300" b="1" dirty="0">
                          <a:effectLst/>
                        </a:rPr>
                        <a:t>Subnet Mask in Binary</a:t>
                      </a:r>
                      <a:br>
                        <a:rPr lang="en-CA" sz="1300" b="1" dirty="0">
                          <a:effectLst/>
                        </a:rPr>
                      </a:br>
                      <a:r>
                        <a:rPr lang="en-CA" sz="1300" b="1" dirty="0">
                          <a:effectLst/>
                        </a:rPr>
                        <a:t>(n = network, h = host)</a:t>
                      </a:r>
                      <a:endParaRPr lang="en-CA" sz="1300" dirty="0">
                        <a:effectLst/>
                      </a:endParaRPr>
                    </a:p>
                  </a:txBody>
                  <a:tcPr marL="42333" marR="42333" marT="42333" marB="42333" anchor="ctr"/>
                </a:tc>
                <a:tc>
                  <a:txBody>
                    <a:bodyPr/>
                    <a:lstStyle/>
                    <a:p>
                      <a:pPr algn="l" fontAlgn="ctr"/>
                      <a:r>
                        <a:rPr lang="en-CA" sz="1300" b="1" dirty="0">
                          <a:effectLst/>
                        </a:rPr>
                        <a:t># of subnets</a:t>
                      </a:r>
                      <a:endParaRPr lang="en-CA" sz="1300" dirty="0">
                        <a:effectLst/>
                      </a:endParaRPr>
                    </a:p>
                  </a:txBody>
                  <a:tcPr marL="42333" marR="42333" marT="42333" marB="42333" anchor="ctr"/>
                </a:tc>
                <a:tc>
                  <a:txBody>
                    <a:bodyPr/>
                    <a:lstStyle/>
                    <a:p>
                      <a:pPr algn="l" fontAlgn="ctr"/>
                      <a:r>
                        <a:rPr lang="en-CA" sz="1300" b="1" dirty="0">
                          <a:effectLst/>
                        </a:rPr>
                        <a:t># of hosts</a:t>
                      </a:r>
                      <a:endParaRPr lang="en-CA" sz="1300" dirty="0">
                        <a:effectLst/>
                      </a:endParaRPr>
                    </a:p>
                  </a:txBody>
                  <a:tcPr marL="42333" marR="42333" marT="42333" marB="42333" anchor="ctr"/>
                </a:tc>
                <a:extLst>
                  <a:ext uri="{0D108BD9-81ED-4DB2-BD59-A6C34878D82A}">
                    <a16:rowId xmlns:a16="http://schemas.microsoft.com/office/drawing/2014/main" val="2275849055"/>
                  </a:ext>
                </a:extLst>
              </a:tr>
              <a:tr h="494453">
                <a:tc>
                  <a:txBody>
                    <a:bodyPr/>
                    <a:lstStyle/>
                    <a:p>
                      <a:pPr fontAlgn="ctr"/>
                      <a:r>
                        <a:rPr lang="en-CA" sz="1300" b="0" dirty="0">
                          <a:effectLst/>
                        </a:rPr>
                        <a:t>/25</a:t>
                      </a:r>
                    </a:p>
                  </a:txBody>
                  <a:tcPr marL="42333" marR="42333" marT="42333" marB="42333" anchor="ctr"/>
                </a:tc>
                <a:tc>
                  <a:txBody>
                    <a:bodyPr/>
                    <a:lstStyle/>
                    <a:p>
                      <a:pPr fontAlgn="ctr"/>
                      <a:r>
                        <a:rPr lang="en-CA" sz="1300" b="0" dirty="0">
                          <a:effectLst/>
                        </a:rPr>
                        <a:t>255.255.255.128</a:t>
                      </a:r>
                    </a:p>
                  </a:txBody>
                  <a:tcPr marL="42333" marR="42333" marT="42333" marB="42333" anchor="ctr"/>
                </a:tc>
                <a:tc>
                  <a:txBody>
                    <a:bodyPr/>
                    <a:lstStyle/>
                    <a:p>
                      <a:pPr rtl="0" fontAlgn="ctr"/>
                      <a:r>
                        <a:rPr lang="en-CA" sz="1300" b="0" dirty="0">
                          <a:effectLst/>
                          <a:latin typeface="Courier New" panose="02070309020205020404" pitchFamily="49" charset="0"/>
                          <a:cs typeface="Courier New" panose="02070309020205020404" pitchFamily="49" charset="0"/>
                        </a:rPr>
                        <a:t>nnnnnnnn.nnnnnnnn.nnnnnnnn.</a:t>
                      </a:r>
                      <a:r>
                        <a:rPr lang="en-CA" sz="1300" b="1" dirty="0">
                          <a:effectLst/>
                          <a:latin typeface="Courier New" panose="02070309020205020404" pitchFamily="49" charset="0"/>
                          <a:cs typeface="Courier New" panose="02070309020205020404" pitchFamily="49" charset="0"/>
                        </a:rPr>
                        <a:t>n</a:t>
                      </a:r>
                      <a:r>
                        <a:rPr lang="en-CA" sz="1300" b="0" dirty="0">
                          <a:effectLst/>
                          <a:latin typeface="Courier New" panose="02070309020205020404" pitchFamily="49" charset="0"/>
                          <a:cs typeface="Courier New" panose="02070309020205020404" pitchFamily="49" charset="0"/>
                        </a:rPr>
                        <a:t>hhhhhhh</a:t>
                      </a:r>
                      <a:br>
                        <a:rPr lang="en-CA" sz="1300" b="0" dirty="0">
                          <a:effectLst/>
                          <a:latin typeface="Courier New" panose="02070309020205020404" pitchFamily="49" charset="0"/>
                          <a:cs typeface="Courier New" panose="02070309020205020404" pitchFamily="49" charset="0"/>
                        </a:rPr>
                      </a:br>
                      <a:r>
                        <a:rPr lang="en-CA" sz="1300" b="0" dirty="0">
                          <a:effectLst/>
                          <a:latin typeface="Courier New" panose="02070309020205020404" pitchFamily="49" charset="0"/>
                          <a:cs typeface="Courier New" panose="02070309020205020404" pitchFamily="49" charset="0"/>
                        </a:rPr>
                        <a:t>11111111.11111111.11111111.</a:t>
                      </a:r>
                      <a:r>
                        <a:rPr lang="en-CA" sz="1300" b="1" dirty="0">
                          <a:effectLst/>
                          <a:latin typeface="Courier New" panose="02070309020205020404" pitchFamily="49" charset="0"/>
                          <a:cs typeface="Courier New" panose="02070309020205020404" pitchFamily="49" charset="0"/>
                        </a:rPr>
                        <a:t>1</a:t>
                      </a:r>
                      <a:r>
                        <a:rPr lang="en-CA" sz="1300" b="0" dirty="0">
                          <a:effectLst/>
                          <a:latin typeface="Courier New" panose="02070309020205020404" pitchFamily="49" charset="0"/>
                          <a:cs typeface="Courier New" panose="02070309020205020404" pitchFamily="49" charset="0"/>
                        </a:rPr>
                        <a:t>0000000</a:t>
                      </a:r>
                    </a:p>
                  </a:txBody>
                  <a:tcPr marL="42333" marR="42333" marT="42333" marB="42333" anchor="ctr"/>
                </a:tc>
                <a:tc>
                  <a:txBody>
                    <a:bodyPr/>
                    <a:lstStyle/>
                    <a:p>
                      <a:pPr fontAlgn="ctr"/>
                      <a:r>
                        <a:rPr lang="en-CA" sz="1300" b="1" dirty="0">
                          <a:effectLst/>
                        </a:rPr>
                        <a:t>2</a:t>
                      </a:r>
                      <a:endParaRPr lang="en-CA" sz="1300" b="0" dirty="0">
                        <a:effectLst/>
                      </a:endParaRPr>
                    </a:p>
                  </a:txBody>
                  <a:tcPr marL="42333" marR="42333" marT="42333" marB="42333" anchor="ctr"/>
                </a:tc>
                <a:tc>
                  <a:txBody>
                    <a:bodyPr/>
                    <a:lstStyle/>
                    <a:p>
                      <a:pPr fontAlgn="ctr"/>
                      <a:r>
                        <a:rPr lang="en-CA" sz="1300" b="0" dirty="0">
                          <a:effectLst/>
                        </a:rPr>
                        <a:t>126</a:t>
                      </a:r>
                    </a:p>
                  </a:txBody>
                  <a:tcPr marL="42333" marR="42333" marT="42333" marB="42333" anchor="ctr"/>
                </a:tc>
                <a:extLst>
                  <a:ext uri="{0D108BD9-81ED-4DB2-BD59-A6C34878D82A}">
                    <a16:rowId xmlns:a16="http://schemas.microsoft.com/office/drawing/2014/main" val="1601271128"/>
                  </a:ext>
                </a:extLst>
              </a:tr>
              <a:tr h="494453">
                <a:tc>
                  <a:txBody>
                    <a:bodyPr/>
                    <a:lstStyle/>
                    <a:p>
                      <a:pPr fontAlgn="ctr"/>
                      <a:r>
                        <a:rPr lang="en-CA" sz="1300" b="0" dirty="0">
                          <a:effectLst/>
                        </a:rPr>
                        <a:t>/26</a:t>
                      </a:r>
                    </a:p>
                  </a:txBody>
                  <a:tcPr marL="42333" marR="42333" marT="42333" marB="42333" anchor="ctr"/>
                </a:tc>
                <a:tc>
                  <a:txBody>
                    <a:bodyPr/>
                    <a:lstStyle/>
                    <a:p>
                      <a:pPr fontAlgn="ctr"/>
                      <a:r>
                        <a:rPr lang="en-CA" sz="1300" b="0" dirty="0">
                          <a:effectLst/>
                        </a:rPr>
                        <a:t>255.255.255.192</a:t>
                      </a:r>
                    </a:p>
                  </a:txBody>
                  <a:tcPr marL="42333" marR="42333" marT="42333" marB="42333" anchor="ctr"/>
                </a:tc>
                <a:tc>
                  <a:txBody>
                    <a:bodyPr/>
                    <a:lstStyle/>
                    <a:p>
                      <a:pPr rtl="0" fontAlgn="ctr"/>
                      <a:r>
                        <a:rPr lang="en-CA" sz="1300" b="0" dirty="0">
                          <a:effectLst/>
                          <a:latin typeface="Courier New" panose="02070309020205020404" pitchFamily="49" charset="0"/>
                          <a:cs typeface="Courier New" panose="02070309020205020404" pitchFamily="49" charset="0"/>
                        </a:rPr>
                        <a:t>nnnnnnnn.nnnnnnnn.nnnnnnnn.</a:t>
                      </a:r>
                      <a:r>
                        <a:rPr lang="en-CA" sz="1300" b="1" dirty="0">
                          <a:effectLst/>
                          <a:latin typeface="Courier New" panose="02070309020205020404" pitchFamily="49" charset="0"/>
                          <a:cs typeface="Courier New" panose="02070309020205020404" pitchFamily="49" charset="0"/>
                        </a:rPr>
                        <a:t>nn</a:t>
                      </a:r>
                      <a:r>
                        <a:rPr lang="en-CA" sz="1300" b="0" dirty="0">
                          <a:effectLst/>
                          <a:latin typeface="Courier New" panose="02070309020205020404" pitchFamily="49" charset="0"/>
                          <a:cs typeface="Courier New" panose="02070309020205020404" pitchFamily="49" charset="0"/>
                        </a:rPr>
                        <a:t>hhhhhh</a:t>
                      </a:r>
                      <a:br>
                        <a:rPr lang="en-CA" sz="1300" b="0" dirty="0">
                          <a:effectLst/>
                          <a:latin typeface="Courier New" panose="02070309020205020404" pitchFamily="49" charset="0"/>
                          <a:cs typeface="Courier New" panose="02070309020205020404" pitchFamily="49" charset="0"/>
                        </a:rPr>
                      </a:br>
                      <a:r>
                        <a:rPr lang="en-CA" sz="1300" b="0" dirty="0">
                          <a:effectLst/>
                          <a:latin typeface="Courier New" panose="02070309020205020404" pitchFamily="49" charset="0"/>
                          <a:cs typeface="Courier New" panose="02070309020205020404" pitchFamily="49" charset="0"/>
                        </a:rPr>
                        <a:t>11111111.11111111.11111111.</a:t>
                      </a:r>
                      <a:r>
                        <a:rPr lang="en-CA" sz="1300" b="1" dirty="0">
                          <a:effectLst/>
                          <a:latin typeface="Courier New" panose="02070309020205020404" pitchFamily="49" charset="0"/>
                          <a:cs typeface="Courier New" panose="02070309020205020404" pitchFamily="49" charset="0"/>
                        </a:rPr>
                        <a:t>11</a:t>
                      </a:r>
                      <a:r>
                        <a:rPr lang="en-CA" sz="1300" b="0" dirty="0">
                          <a:effectLst/>
                          <a:latin typeface="Courier New" panose="02070309020205020404" pitchFamily="49" charset="0"/>
                          <a:cs typeface="Courier New" panose="02070309020205020404" pitchFamily="49" charset="0"/>
                        </a:rPr>
                        <a:t>000000</a:t>
                      </a:r>
                    </a:p>
                  </a:txBody>
                  <a:tcPr marL="42333" marR="42333" marT="42333" marB="42333" anchor="ctr"/>
                </a:tc>
                <a:tc>
                  <a:txBody>
                    <a:bodyPr/>
                    <a:lstStyle/>
                    <a:p>
                      <a:pPr fontAlgn="ctr"/>
                      <a:r>
                        <a:rPr lang="en-CA" sz="1300" b="1" dirty="0">
                          <a:effectLst/>
                        </a:rPr>
                        <a:t>4</a:t>
                      </a:r>
                      <a:endParaRPr lang="en-CA" sz="1300" b="0" dirty="0">
                        <a:effectLst/>
                      </a:endParaRPr>
                    </a:p>
                  </a:txBody>
                  <a:tcPr marL="42333" marR="42333" marT="42333" marB="42333" anchor="ctr"/>
                </a:tc>
                <a:tc>
                  <a:txBody>
                    <a:bodyPr/>
                    <a:lstStyle/>
                    <a:p>
                      <a:pPr fontAlgn="ctr"/>
                      <a:r>
                        <a:rPr lang="en-CA" sz="1300" b="0" dirty="0">
                          <a:effectLst/>
                        </a:rPr>
                        <a:t>62</a:t>
                      </a:r>
                    </a:p>
                  </a:txBody>
                  <a:tcPr marL="42333" marR="42333" marT="42333" marB="42333" anchor="ctr"/>
                </a:tc>
                <a:extLst>
                  <a:ext uri="{0D108BD9-81ED-4DB2-BD59-A6C34878D82A}">
                    <a16:rowId xmlns:a16="http://schemas.microsoft.com/office/drawing/2014/main" val="1999121572"/>
                  </a:ext>
                </a:extLst>
              </a:tr>
              <a:tr h="494453">
                <a:tc>
                  <a:txBody>
                    <a:bodyPr/>
                    <a:lstStyle/>
                    <a:p>
                      <a:pPr fontAlgn="ctr"/>
                      <a:r>
                        <a:rPr lang="en-CA" sz="1300" b="0" dirty="0">
                          <a:effectLst/>
                        </a:rPr>
                        <a:t>/27</a:t>
                      </a:r>
                    </a:p>
                  </a:txBody>
                  <a:tcPr marL="42333" marR="42333" marT="42333" marB="42333" anchor="ctr"/>
                </a:tc>
                <a:tc>
                  <a:txBody>
                    <a:bodyPr/>
                    <a:lstStyle/>
                    <a:p>
                      <a:pPr fontAlgn="ctr"/>
                      <a:r>
                        <a:rPr lang="en-CA" sz="1300" b="0" dirty="0">
                          <a:effectLst/>
                        </a:rPr>
                        <a:t>255.255.255.224</a:t>
                      </a:r>
                    </a:p>
                  </a:txBody>
                  <a:tcPr marL="42333" marR="42333" marT="42333" marB="42333" anchor="ctr"/>
                </a:tc>
                <a:tc>
                  <a:txBody>
                    <a:bodyPr/>
                    <a:lstStyle/>
                    <a:p>
                      <a:pPr rtl="0" fontAlgn="ctr"/>
                      <a:r>
                        <a:rPr lang="en-CA" sz="1300" b="0" dirty="0">
                          <a:effectLst/>
                          <a:latin typeface="Courier New" panose="02070309020205020404" pitchFamily="49" charset="0"/>
                          <a:cs typeface="Courier New" panose="02070309020205020404" pitchFamily="49" charset="0"/>
                        </a:rPr>
                        <a:t>nnnnnnnn.nnnnnnnn.nnnnnnnn.</a:t>
                      </a:r>
                      <a:r>
                        <a:rPr lang="en-CA" sz="1300" b="1" dirty="0">
                          <a:effectLst/>
                          <a:latin typeface="Courier New" panose="02070309020205020404" pitchFamily="49" charset="0"/>
                          <a:cs typeface="Courier New" panose="02070309020205020404" pitchFamily="49" charset="0"/>
                        </a:rPr>
                        <a:t>nnn</a:t>
                      </a:r>
                      <a:r>
                        <a:rPr lang="en-CA" sz="1300" b="0" dirty="0">
                          <a:effectLst/>
                          <a:latin typeface="Courier New" panose="02070309020205020404" pitchFamily="49" charset="0"/>
                          <a:cs typeface="Courier New" panose="02070309020205020404" pitchFamily="49" charset="0"/>
                        </a:rPr>
                        <a:t>hhhhh</a:t>
                      </a:r>
                      <a:br>
                        <a:rPr lang="en-CA" sz="1300" b="0" dirty="0">
                          <a:effectLst/>
                          <a:latin typeface="Courier New" panose="02070309020205020404" pitchFamily="49" charset="0"/>
                          <a:cs typeface="Courier New" panose="02070309020205020404" pitchFamily="49" charset="0"/>
                        </a:rPr>
                      </a:br>
                      <a:r>
                        <a:rPr lang="en-CA" sz="1300" b="0" dirty="0">
                          <a:effectLst/>
                          <a:latin typeface="Courier New" panose="02070309020205020404" pitchFamily="49" charset="0"/>
                          <a:cs typeface="Courier New" panose="02070309020205020404" pitchFamily="49" charset="0"/>
                        </a:rPr>
                        <a:t>11111111.11111111.11111111.</a:t>
                      </a:r>
                      <a:r>
                        <a:rPr lang="en-CA" sz="1300" b="1" dirty="0">
                          <a:effectLst/>
                          <a:latin typeface="Courier New" panose="02070309020205020404" pitchFamily="49" charset="0"/>
                          <a:cs typeface="Courier New" panose="02070309020205020404" pitchFamily="49" charset="0"/>
                        </a:rPr>
                        <a:t>111</a:t>
                      </a:r>
                      <a:r>
                        <a:rPr lang="en-CA" sz="1300" b="0" dirty="0">
                          <a:effectLst/>
                          <a:latin typeface="Courier New" panose="02070309020205020404" pitchFamily="49" charset="0"/>
                          <a:cs typeface="Courier New" panose="02070309020205020404" pitchFamily="49" charset="0"/>
                        </a:rPr>
                        <a:t>00000</a:t>
                      </a:r>
                    </a:p>
                  </a:txBody>
                  <a:tcPr marL="42333" marR="42333" marT="42333" marB="42333" anchor="ctr"/>
                </a:tc>
                <a:tc>
                  <a:txBody>
                    <a:bodyPr/>
                    <a:lstStyle/>
                    <a:p>
                      <a:pPr fontAlgn="ctr"/>
                      <a:r>
                        <a:rPr lang="en-CA" sz="1300" b="1" dirty="0">
                          <a:effectLst/>
                        </a:rPr>
                        <a:t>8</a:t>
                      </a:r>
                      <a:endParaRPr lang="en-CA" sz="1300" b="0" dirty="0">
                        <a:effectLst/>
                      </a:endParaRPr>
                    </a:p>
                  </a:txBody>
                  <a:tcPr marL="42333" marR="42333" marT="42333" marB="42333" anchor="ctr"/>
                </a:tc>
                <a:tc>
                  <a:txBody>
                    <a:bodyPr/>
                    <a:lstStyle/>
                    <a:p>
                      <a:pPr fontAlgn="ctr"/>
                      <a:r>
                        <a:rPr lang="en-CA" sz="1300" b="0" dirty="0">
                          <a:effectLst/>
                        </a:rPr>
                        <a:t>30</a:t>
                      </a:r>
                    </a:p>
                  </a:txBody>
                  <a:tcPr marL="42333" marR="42333" marT="42333" marB="42333" anchor="ctr"/>
                </a:tc>
                <a:extLst>
                  <a:ext uri="{0D108BD9-81ED-4DB2-BD59-A6C34878D82A}">
                    <a16:rowId xmlns:a16="http://schemas.microsoft.com/office/drawing/2014/main" val="346473952"/>
                  </a:ext>
                </a:extLst>
              </a:tr>
              <a:tr h="494453">
                <a:tc>
                  <a:txBody>
                    <a:bodyPr/>
                    <a:lstStyle/>
                    <a:p>
                      <a:pPr fontAlgn="ctr"/>
                      <a:r>
                        <a:rPr lang="en-CA" sz="1300" b="0" dirty="0">
                          <a:effectLst/>
                        </a:rPr>
                        <a:t>/28</a:t>
                      </a:r>
                    </a:p>
                  </a:txBody>
                  <a:tcPr marL="42333" marR="42333" marT="42333" marB="42333" anchor="ctr"/>
                </a:tc>
                <a:tc>
                  <a:txBody>
                    <a:bodyPr/>
                    <a:lstStyle/>
                    <a:p>
                      <a:pPr fontAlgn="ctr"/>
                      <a:r>
                        <a:rPr lang="en-CA" sz="1300" b="0" dirty="0">
                          <a:effectLst/>
                        </a:rPr>
                        <a:t>255.255.255.240</a:t>
                      </a:r>
                    </a:p>
                  </a:txBody>
                  <a:tcPr marL="42333" marR="42333" marT="42333" marB="42333" anchor="ctr"/>
                </a:tc>
                <a:tc>
                  <a:txBody>
                    <a:bodyPr/>
                    <a:lstStyle/>
                    <a:p>
                      <a:pPr rtl="0" fontAlgn="ctr"/>
                      <a:r>
                        <a:rPr lang="en-CA" sz="1300" b="0" dirty="0">
                          <a:effectLst/>
                          <a:latin typeface="Courier New" panose="02070309020205020404" pitchFamily="49" charset="0"/>
                          <a:cs typeface="Courier New" panose="02070309020205020404" pitchFamily="49" charset="0"/>
                        </a:rPr>
                        <a:t>nnnnnnnn.nnnnnnnn.nnnnnnnn.</a:t>
                      </a:r>
                      <a:r>
                        <a:rPr lang="en-CA" sz="1300" b="1" dirty="0">
                          <a:effectLst/>
                          <a:latin typeface="Courier New" panose="02070309020205020404" pitchFamily="49" charset="0"/>
                          <a:cs typeface="Courier New" panose="02070309020205020404" pitchFamily="49" charset="0"/>
                        </a:rPr>
                        <a:t>nnnn</a:t>
                      </a:r>
                      <a:r>
                        <a:rPr lang="en-CA" sz="1300" b="0" dirty="0">
                          <a:effectLst/>
                          <a:latin typeface="Courier New" panose="02070309020205020404" pitchFamily="49" charset="0"/>
                          <a:cs typeface="Courier New" panose="02070309020205020404" pitchFamily="49" charset="0"/>
                        </a:rPr>
                        <a:t>hhhh</a:t>
                      </a:r>
                      <a:br>
                        <a:rPr lang="en-CA" sz="1300" b="0" dirty="0">
                          <a:effectLst/>
                          <a:latin typeface="Courier New" panose="02070309020205020404" pitchFamily="49" charset="0"/>
                          <a:cs typeface="Courier New" panose="02070309020205020404" pitchFamily="49" charset="0"/>
                        </a:rPr>
                      </a:br>
                      <a:r>
                        <a:rPr lang="en-CA" sz="1300" b="0" dirty="0">
                          <a:effectLst/>
                          <a:latin typeface="Courier New" panose="02070309020205020404" pitchFamily="49" charset="0"/>
                          <a:cs typeface="Courier New" panose="02070309020205020404" pitchFamily="49" charset="0"/>
                        </a:rPr>
                        <a:t>11111111.11111111.11111111.</a:t>
                      </a:r>
                      <a:r>
                        <a:rPr lang="en-CA" sz="1300" b="1" dirty="0">
                          <a:effectLst/>
                          <a:latin typeface="Courier New" panose="02070309020205020404" pitchFamily="49" charset="0"/>
                          <a:cs typeface="Courier New" panose="02070309020205020404" pitchFamily="49" charset="0"/>
                        </a:rPr>
                        <a:t>1111</a:t>
                      </a:r>
                      <a:r>
                        <a:rPr lang="en-CA" sz="1300" b="0" dirty="0">
                          <a:effectLst/>
                          <a:latin typeface="Courier New" panose="02070309020205020404" pitchFamily="49" charset="0"/>
                          <a:cs typeface="Courier New" panose="02070309020205020404" pitchFamily="49" charset="0"/>
                        </a:rPr>
                        <a:t>0000</a:t>
                      </a:r>
                    </a:p>
                  </a:txBody>
                  <a:tcPr marL="42333" marR="42333" marT="42333" marB="42333" anchor="ctr"/>
                </a:tc>
                <a:tc>
                  <a:txBody>
                    <a:bodyPr/>
                    <a:lstStyle/>
                    <a:p>
                      <a:pPr fontAlgn="ctr"/>
                      <a:r>
                        <a:rPr lang="en-CA" sz="1300" b="1" dirty="0">
                          <a:effectLst/>
                        </a:rPr>
                        <a:t>16</a:t>
                      </a:r>
                      <a:endParaRPr lang="en-CA" sz="1300" b="0" dirty="0">
                        <a:effectLst/>
                      </a:endParaRPr>
                    </a:p>
                  </a:txBody>
                  <a:tcPr marL="42333" marR="42333" marT="42333" marB="42333" anchor="ctr"/>
                </a:tc>
                <a:tc>
                  <a:txBody>
                    <a:bodyPr/>
                    <a:lstStyle/>
                    <a:p>
                      <a:pPr fontAlgn="ctr"/>
                      <a:r>
                        <a:rPr lang="en-CA" sz="1300" b="0" dirty="0">
                          <a:effectLst/>
                        </a:rPr>
                        <a:t>14</a:t>
                      </a:r>
                    </a:p>
                  </a:txBody>
                  <a:tcPr marL="42333" marR="42333" marT="42333" marB="42333" anchor="ctr"/>
                </a:tc>
                <a:extLst>
                  <a:ext uri="{0D108BD9-81ED-4DB2-BD59-A6C34878D82A}">
                    <a16:rowId xmlns:a16="http://schemas.microsoft.com/office/drawing/2014/main" val="1694683452"/>
                  </a:ext>
                </a:extLst>
              </a:tr>
              <a:tr h="494453">
                <a:tc>
                  <a:txBody>
                    <a:bodyPr/>
                    <a:lstStyle/>
                    <a:p>
                      <a:pPr fontAlgn="ctr"/>
                      <a:r>
                        <a:rPr lang="en-CA" sz="1300" b="0" dirty="0">
                          <a:effectLst/>
                        </a:rPr>
                        <a:t>/29</a:t>
                      </a:r>
                    </a:p>
                  </a:txBody>
                  <a:tcPr marL="42333" marR="42333" marT="42333" marB="42333" anchor="ctr"/>
                </a:tc>
                <a:tc>
                  <a:txBody>
                    <a:bodyPr/>
                    <a:lstStyle/>
                    <a:p>
                      <a:pPr fontAlgn="ctr"/>
                      <a:r>
                        <a:rPr lang="en-CA" sz="1300" b="0" dirty="0">
                          <a:effectLst/>
                        </a:rPr>
                        <a:t>255.255.255.248</a:t>
                      </a:r>
                    </a:p>
                  </a:txBody>
                  <a:tcPr marL="42333" marR="42333" marT="42333" marB="42333" anchor="ctr"/>
                </a:tc>
                <a:tc>
                  <a:txBody>
                    <a:bodyPr/>
                    <a:lstStyle/>
                    <a:p>
                      <a:pPr rtl="0" fontAlgn="ctr"/>
                      <a:r>
                        <a:rPr lang="en-CA" sz="1300" b="0" dirty="0">
                          <a:effectLst/>
                          <a:latin typeface="Courier New" panose="02070309020205020404" pitchFamily="49" charset="0"/>
                          <a:cs typeface="Courier New" panose="02070309020205020404" pitchFamily="49" charset="0"/>
                        </a:rPr>
                        <a:t>nnnnnnnn.nnnnnnnn.nnnnnnnn.</a:t>
                      </a:r>
                      <a:r>
                        <a:rPr lang="en-CA" sz="1300" b="1" dirty="0">
                          <a:effectLst/>
                          <a:latin typeface="Courier New" panose="02070309020205020404" pitchFamily="49" charset="0"/>
                          <a:cs typeface="Courier New" panose="02070309020205020404" pitchFamily="49" charset="0"/>
                        </a:rPr>
                        <a:t>nnnnn</a:t>
                      </a:r>
                      <a:r>
                        <a:rPr lang="en-CA" sz="1300" b="0" dirty="0">
                          <a:effectLst/>
                          <a:latin typeface="Courier New" panose="02070309020205020404" pitchFamily="49" charset="0"/>
                          <a:cs typeface="Courier New" panose="02070309020205020404" pitchFamily="49" charset="0"/>
                        </a:rPr>
                        <a:t>hhh</a:t>
                      </a:r>
                      <a:br>
                        <a:rPr lang="en-CA" sz="1300" b="0" dirty="0">
                          <a:effectLst/>
                          <a:latin typeface="Courier New" panose="02070309020205020404" pitchFamily="49" charset="0"/>
                          <a:cs typeface="Courier New" panose="02070309020205020404" pitchFamily="49" charset="0"/>
                        </a:rPr>
                      </a:br>
                      <a:r>
                        <a:rPr lang="en-CA" sz="1300" b="0" dirty="0">
                          <a:effectLst/>
                          <a:latin typeface="Courier New" panose="02070309020205020404" pitchFamily="49" charset="0"/>
                          <a:cs typeface="Courier New" panose="02070309020205020404" pitchFamily="49" charset="0"/>
                        </a:rPr>
                        <a:t>11111111.11111111.11111111.</a:t>
                      </a:r>
                      <a:r>
                        <a:rPr lang="en-CA" sz="1300" b="1" dirty="0">
                          <a:effectLst/>
                          <a:latin typeface="Courier New" panose="02070309020205020404" pitchFamily="49" charset="0"/>
                          <a:cs typeface="Courier New" panose="02070309020205020404" pitchFamily="49" charset="0"/>
                        </a:rPr>
                        <a:t>11111</a:t>
                      </a:r>
                      <a:r>
                        <a:rPr lang="en-CA" sz="1300" b="0" dirty="0">
                          <a:effectLst/>
                          <a:latin typeface="Courier New" panose="02070309020205020404" pitchFamily="49" charset="0"/>
                          <a:cs typeface="Courier New" panose="02070309020205020404" pitchFamily="49" charset="0"/>
                        </a:rPr>
                        <a:t>000</a:t>
                      </a:r>
                    </a:p>
                  </a:txBody>
                  <a:tcPr marL="42333" marR="42333" marT="42333" marB="42333" anchor="ctr"/>
                </a:tc>
                <a:tc>
                  <a:txBody>
                    <a:bodyPr/>
                    <a:lstStyle/>
                    <a:p>
                      <a:pPr fontAlgn="ctr"/>
                      <a:r>
                        <a:rPr lang="en-CA" sz="1300" b="1" dirty="0">
                          <a:effectLst/>
                        </a:rPr>
                        <a:t>32</a:t>
                      </a:r>
                      <a:endParaRPr lang="en-CA" sz="1300" b="0" dirty="0">
                        <a:effectLst/>
                      </a:endParaRPr>
                    </a:p>
                  </a:txBody>
                  <a:tcPr marL="42333" marR="42333" marT="42333" marB="42333" anchor="ctr"/>
                </a:tc>
                <a:tc>
                  <a:txBody>
                    <a:bodyPr/>
                    <a:lstStyle/>
                    <a:p>
                      <a:pPr fontAlgn="ctr"/>
                      <a:r>
                        <a:rPr lang="en-CA" sz="1300" b="0" dirty="0">
                          <a:effectLst/>
                        </a:rPr>
                        <a:t>6</a:t>
                      </a:r>
                    </a:p>
                  </a:txBody>
                  <a:tcPr marL="42333" marR="42333" marT="42333" marB="42333" anchor="ctr"/>
                </a:tc>
                <a:extLst>
                  <a:ext uri="{0D108BD9-81ED-4DB2-BD59-A6C34878D82A}">
                    <a16:rowId xmlns:a16="http://schemas.microsoft.com/office/drawing/2014/main" val="2090259769"/>
                  </a:ext>
                </a:extLst>
              </a:tr>
              <a:tr h="494453">
                <a:tc>
                  <a:txBody>
                    <a:bodyPr/>
                    <a:lstStyle/>
                    <a:p>
                      <a:pPr fontAlgn="ctr"/>
                      <a:r>
                        <a:rPr lang="en-CA" sz="1300" b="0" dirty="0">
                          <a:effectLst/>
                        </a:rPr>
                        <a:t>/30</a:t>
                      </a:r>
                    </a:p>
                  </a:txBody>
                  <a:tcPr marL="42333" marR="42333" marT="42333" marB="42333" anchor="ctr"/>
                </a:tc>
                <a:tc>
                  <a:txBody>
                    <a:bodyPr/>
                    <a:lstStyle/>
                    <a:p>
                      <a:pPr fontAlgn="ctr"/>
                      <a:r>
                        <a:rPr lang="en-CA" sz="1300" b="0" dirty="0">
                          <a:effectLst/>
                        </a:rPr>
                        <a:t>255.255.255.252</a:t>
                      </a:r>
                    </a:p>
                  </a:txBody>
                  <a:tcPr marL="42333" marR="42333" marT="42333" marB="42333" anchor="ctr"/>
                </a:tc>
                <a:tc>
                  <a:txBody>
                    <a:bodyPr/>
                    <a:lstStyle/>
                    <a:p>
                      <a:pPr rtl="0" fontAlgn="ctr"/>
                      <a:r>
                        <a:rPr lang="en-CA" sz="1300" b="0" dirty="0">
                          <a:effectLst/>
                          <a:latin typeface="Courier New" panose="02070309020205020404" pitchFamily="49" charset="0"/>
                          <a:cs typeface="Courier New" panose="02070309020205020404" pitchFamily="49" charset="0"/>
                        </a:rPr>
                        <a:t>nnnnnnnn.nnnnnnnn.nnnnnnnn.</a:t>
                      </a:r>
                      <a:r>
                        <a:rPr lang="en-CA" sz="1300" b="1" dirty="0">
                          <a:effectLst/>
                          <a:latin typeface="Courier New" panose="02070309020205020404" pitchFamily="49" charset="0"/>
                          <a:cs typeface="Courier New" panose="02070309020205020404" pitchFamily="49" charset="0"/>
                        </a:rPr>
                        <a:t>nnnnnn</a:t>
                      </a:r>
                      <a:r>
                        <a:rPr lang="en-CA" sz="1300" b="0" dirty="0">
                          <a:effectLst/>
                          <a:latin typeface="Courier New" panose="02070309020205020404" pitchFamily="49" charset="0"/>
                          <a:cs typeface="Courier New" panose="02070309020205020404" pitchFamily="49" charset="0"/>
                        </a:rPr>
                        <a:t>hh</a:t>
                      </a:r>
                      <a:br>
                        <a:rPr lang="en-CA" sz="1300" b="0" dirty="0">
                          <a:effectLst/>
                          <a:latin typeface="Courier New" panose="02070309020205020404" pitchFamily="49" charset="0"/>
                          <a:cs typeface="Courier New" panose="02070309020205020404" pitchFamily="49" charset="0"/>
                        </a:rPr>
                      </a:br>
                      <a:r>
                        <a:rPr lang="en-CA" sz="1300" b="0" dirty="0">
                          <a:effectLst/>
                          <a:latin typeface="Courier New" panose="02070309020205020404" pitchFamily="49" charset="0"/>
                          <a:cs typeface="Courier New" panose="02070309020205020404" pitchFamily="49" charset="0"/>
                        </a:rPr>
                        <a:t>11111111.11111111.11111111.</a:t>
                      </a:r>
                      <a:r>
                        <a:rPr lang="en-CA" sz="1300" b="1" dirty="0">
                          <a:effectLst/>
                          <a:latin typeface="Courier New" panose="02070309020205020404" pitchFamily="49" charset="0"/>
                          <a:cs typeface="Courier New" panose="02070309020205020404" pitchFamily="49" charset="0"/>
                        </a:rPr>
                        <a:t>111111</a:t>
                      </a:r>
                      <a:r>
                        <a:rPr lang="en-CA" sz="1300" b="0" dirty="0">
                          <a:effectLst/>
                          <a:latin typeface="Courier New" panose="02070309020205020404" pitchFamily="49" charset="0"/>
                          <a:cs typeface="Courier New" panose="02070309020205020404" pitchFamily="49" charset="0"/>
                        </a:rPr>
                        <a:t>00</a:t>
                      </a:r>
                    </a:p>
                  </a:txBody>
                  <a:tcPr marL="42333" marR="42333" marT="42333" marB="42333" anchor="ctr"/>
                </a:tc>
                <a:tc>
                  <a:txBody>
                    <a:bodyPr/>
                    <a:lstStyle/>
                    <a:p>
                      <a:pPr fontAlgn="ctr"/>
                      <a:r>
                        <a:rPr lang="en-CA" sz="1300" b="1" dirty="0">
                          <a:effectLst/>
                        </a:rPr>
                        <a:t>64</a:t>
                      </a:r>
                      <a:endParaRPr lang="en-CA" sz="1300" b="0" dirty="0">
                        <a:effectLst/>
                      </a:endParaRPr>
                    </a:p>
                  </a:txBody>
                  <a:tcPr marL="42333" marR="42333" marT="42333" marB="42333" anchor="ctr"/>
                </a:tc>
                <a:tc>
                  <a:txBody>
                    <a:bodyPr/>
                    <a:lstStyle/>
                    <a:p>
                      <a:pPr fontAlgn="ctr"/>
                      <a:r>
                        <a:rPr lang="en-CA" sz="1300" b="0" dirty="0">
                          <a:effectLst/>
                        </a:rPr>
                        <a:t>2</a:t>
                      </a:r>
                    </a:p>
                  </a:txBody>
                  <a:tcPr marL="42333" marR="42333" marT="42333" marB="42333" anchor="ctr"/>
                </a:tc>
                <a:extLst>
                  <a:ext uri="{0D108BD9-81ED-4DB2-BD59-A6C34878D82A}">
                    <a16:rowId xmlns:a16="http://schemas.microsoft.com/office/drawing/2014/main" val="4211026032"/>
                  </a:ext>
                </a:extLst>
              </a:tr>
            </a:tbl>
          </a:graphicData>
        </a:graphic>
      </p:graphicFrame>
    </p:spTree>
    <p:extLst>
      <p:ext uri="{BB962C8B-B14F-4D97-AF65-F5344CB8AC3E}">
        <p14:creationId xmlns:p14="http://schemas.microsoft.com/office/powerpoint/2010/main" val="23667033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436F955F-E65E-48EA-87D2-6F06D7CA200D}"/>
              </a:ext>
            </a:extLst>
          </p:cNvPr>
          <p:cNvPicPr>
            <a:picLocks noChangeAspect="1"/>
          </p:cNvPicPr>
          <p:nvPr/>
        </p:nvPicPr>
        <p:blipFill>
          <a:blip r:embed="rId2"/>
          <a:stretch>
            <a:fillRect/>
          </a:stretch>
        </p:blipFill>
        <p:spPr>
          <a:xfrm>
            <a:off x="6442981" y="1833594"/>
            <a:ext cx="5749019" cy="3833446"/>
          </a:xfrm>
          <a:prstGeom prst="rect">
            <a:avLst/>
          </a:prstGeom>
        </p:spPr>
      </p:pic>
      <p:sp>
        <p:nvSpPr>
          <p:cNvPr id="2" name="Title 1">
            <a:extLst>
              <a:ext uri="{FF2B5EF4-FFF2-40B4-BE49-F238E27FC236}">
                <a16:creationId xmlns:a16="http://schemas.microsoft.com/office/drawing/2014/main" id="{1114BBB4-B02A-4EB7-8B88-BC10FA03922E}"/>
              </a:ext>
            </a:extLst>
          </p:cNvPr>
          <p:cNvSpPr>
            <a:spLocks noGrp="1"/>
          </p:cNvSpPr>
          <p:nvPr>
            <p:ph type="title"/>
          </p:nvPr>
        </p:nvSpPr>
        <p:spPr/>
        <p:txBody>
          <a:bodyPr/>
          <a:lstStyle/>
          <a:p>
            <a:r>
              <a:rPr lang="en-GB" dirty="0"/>
              <a:t>Example: Network Sizes</a:t>
            </a:r>
            <a:endParaRPr lang="en-IE" dirty="0"/>
          </a:p>
        </p:txBody>
      </p:sp>
      <p:graphicFrame>
        <p:nvGraphicFramePr>
          <p:cNvPr id="4" name="Content Placeholder 3">
            <a:extLst>
              <a:ext uri="{FF2B5EF4-FFF2-40B4-BE49-F238E27FC236}">
                <a16:creationId xmlns:a16="http://schemas.microsoft.com/office/drawing/2014/main" id="{F8F4BAF9-732D-4096-B9A8-EFD3F7228C14}"/>
              </a:ext>
            </a:extLst>
          </p:cNvPr>
          <p:cNvGraphicFramePr>
            <a:graphicFrameLocks noGrp="1"/>
          </p:cNvGraphicFramePr>
          <p:nvPr>
            <p:ph idx="1"/>
            <p:extLst>
              <p:ext uri="{D42A27DB-BD31-4B8C-83A1-F6EECF244321}">
                <p14:modId xmlns:p14="http://schemas.microsoft.com/office/powerpoint/2010/main" val="1499777893"/>
              </p:ext>
            </p:extLst>
          </p:nvPr>
        </p:nvGraphicFramePr>
        <p:xfrm>
          <a:off x="2356254" y="1690688"/>
          <a:ext cx="3415492" cy="4351340"/>
        </p:xfrm>
        <a:graphic>
          <a:graphicData uri="http://schemas.openxmlformats.org/drawingml/2006/table">
            <a:tbl>
              <a:tblPr/>
              <a:tblGrid>
                <a:gridCol w="1901710">
                  <a:extLst>
                    <a:ext uri="{9D8B030D-6E8A-4147-A177-3AD203B41FA5}">
                      <a16:colId xmlns:a16="http://schemas.microsoft.com/office/drawing/2014/main" val="1372764138"/>
                    </a:ext>
                  </a:extLst>
                </a:gridCol>
                <a:gridCol w="1513782">
                  <a:extLst>
                    <a:ext uri="{9D8B030D-6E8A-4147-A177-3AD203B41FA5}">
                      <a16:colId xmlns:a16="http://schemas.microsoft.com/office/drawing/2014/main" val="1503662363"/>
                    </a:ext>
                  </a:extLst>
                </a:gridCol>
              </a:tblGrid>
              <a:tr h="621620">
                <a:tc>
                  <a:txBody>
                    <a:bodyPr/>
                    <a:lstStyle/>
                    <a:p>
                      <a:pPr algn="l" fontAlgn="ctr"/>
                      <a:r>
                        <a:rPr lang="en-IE" sz="1200" b="1" dirty="0">
                          <a:effectLst/>
                        </a:rPr>
                        <a:t>LAN</a:t>
                      </a:r>
                    </a:p>
                    <a:p>
                      <a:pPr algn="l" fontAlgn="ctr"/>
                      <a:br>
                        <a:rPr lang="en-IE" sz="1200" b="1" dirty="0">
                          <a:effectLst/>
                        </a:rPr>
                      </a:br>
                      <a:endParaRPr lang="en-IE" sz="1200" b="1" dirty="0">
                        <a:effectLst/>
                      </a:endParaRPr>
                    </a:p>
                  </a:txBody>
                  <a:tcPr marL="34155" marR="34155" marT="34155" marB="34155" anchor="ctr">
                    <a:lnL>
                      <a:noFill/>
                    </a:lnL>
                    <a:lnR>
                      <a:noFill/>
                    </a:lnR>
                    <a:lnT>
                      <a:noFill/>
                    </a:lnT>
                    <a:lnB w="6350" cap="flat" cmpd="sng" algn="ctr">
                      <a:solidFill>
                        <a:srgbClr val="DDDDDD"/>
                      </a:solidFill>
                      <a:prstDash val="solid"/>
                      <a:round/>
                      <a:headEnd type="none" w="med" len="med"/>
                      <a:tailEnd type="none" w="med" len="med"/>
                    </a:lnB>
                    <a:solidFill>
                      <a:srgbClr val="D9EDF7"/>
                    </a:solidFill>
                  </a:tcPr>
                </a:tc>
                <a:tc>
                  <a:txBody>
                    <a:bodyPr/>
                    <a:lstStyle/>
                    <a:p>
                      <a:pPr algn="l" fontAlgn="ctr"/>
                      <a:r>
                        <a:rPr lang="en-IE" sz="1200" b="1" dirty="0">
                          <a:effectLst/>
                        </a:rPr>
                        <a:t># Host</a:t>
                      </a:r>
                    </a:p>
                    <a:p>
                      <a:pPr algn="l" fontAlgn="ctr"/>
                      <a:br>
                        <a:rPr lang="en-IE" sz="1200" b="1" dirty="0">
                          <a:effectLst/>
                        </a:rPr>
                      </a:br>
                      <a:endParaRPr lang="en-IE" sz="1200" b="1" dirty="0">
                        <a:effectLst/>
                      </a:endParaRPr>
                    </a:p>
                  </a:txBody>
                  <a:tcPr marL="34155" marR="34155" marT="34155" marB="34155" anchor="ctr">
                    <a:lnL>
                      <a:noFill/>
                    </a:lnL>
                    <a:lnR>
                      <a:noFill/>
                    </a:lnR>
                    <a:lnT>
                      <a:noFill/>
                    </a:lnT>
                    <a:lnB w="6350" cap="flat" cmpd="sng" algn="ctr">
                      <a:solidFill>
                        <a:srgbClr val="DDDDDD"/>
                      </a:solidFill>
                      <a:prstDash val="solid"/>
                      <a:round/>
                      <a:headEnd type="none" w="med" len="med"/>
                      <a:tailEnd type="none" w="med" len="med"/>
                    </a:lnB>
                    <a:solidFill>
                      <a:srgbClr val="D9EDF7"/>
                    </a:solidFill>
                  </a:tcPr>
                </a:tc>
                <a:extLst>
                  <a:ext uri="{0D108BD9-81ED-4DB2-BD59-A6C34878D82A}">
                    <a16:rowId xmlns:a16="http://schemas.microsoft.com/office/drawing/2014/main" val="2161799804"/>
                  </a:ext>
                </a:extLst>
              </a:tr>
              <a:tr h="621620">
                <a:tc>
                  <a:txBody>
                    <a:bodyPr/>
                    <a:lstStyle/>
                    <a:p>
                      <a:pPr algn="l" fontAlgn="ctr"/>
                      <a:r>
                        <a:rPr lang="en-IE" sz="1200" dirty="0">
                          <a:effectLst/>
                        </a:rPr>
                        <a:t>LAN 3</a:t>
                      </a:r>
                    </a:p>
                    <a:p>
                      <a:pPr algn="l" fontAlgn="ctr"/>
                      <a:br>
                        <a:rPr lang="en-IE" sz="1200" dirty="0">
                          <a:effectLst/>
                        </a:rPr>
                      </a:br>
                      <a:endParaRPr lang="en-IE" sz="1200" dirty="0">
                        <a:effectLst/>
                      </a:endParaRPr>
                    </a:p>
                  </a:txBody>
                  <a:tcPr marL="34155" marR="34155" marT="34155" marB="3415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ctr"/>
                      <a:r>
                        <a:rPr lang="en-IE" sz="1200" dirty="0">
                          <a:effectLst/>
                        </a:rPr>
                        <a:t>60</a:t>
                      </a:r>
                    </a:p>
                    <a:p>
                      <a:pPr algn="l" fontAlgn="ctr"/>
                      <a:br>
                        <a:rPr lang="en-IE" sz="1200" dirty="0">
                          <a:effectLst/>
                        </a:rPr>
                      </a:br>
                      <a:endParaRPr lang="en-IE" sz="1200" dirty="0">
                        <a:effectLst/>
                      </a:endParaRPr>
                    </a:p>
                  </a:txBody>
                  <a:tcPr marL="34155" marR="34155" marT="34155" marB="3415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395425122"/>
                  </a:ext>
                </a:extLst>
              </a:tr>
              <a:tr h="621620">
                <a:tc>
                  <a:txBody>
                    <a:bodyPr/>
                    <a:lstStyle/>
                    <a:p>
                      <a:pPr algn="l" fontAlgn="ctr"/>
                      <a:r>
                        <a:rPr lang="en-IE" sz="1200" dirty="0">
                          <a:effectLst/>
                        </a:rPr>
                        <a:t>LAN 1</a:t>
                      </a:r>
                    </a:p>
                    <a:p>
                      <a:pPr algn="l" fontAlgn="ctr"/>
                      <a:br>
                        <a:rPr lang="en-IE" sz="1200" dirty="0">
                          <a:effectLst/>
                        </a:rPr>
                      </a:br>
                      <a:endParaRPr lang="en-IE" sz="1200" dirty="0">
                        <a:effectLst/>
                      </a:endParaRPr>
                    </a:p>
                  </a:txBody>
                  <a:tcPr marL="34155" marR="34155" marT="34155" marB="3415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l" fontAlgn="ctr"/>
                      <a:r>
                        <a:rPr lang="en-IE" sz="1200" dirty="0">
                          <a:effectLst/>
                        </a:rPr>
                        <a:t>29</a:t>
                      </a:r>
                    </a:p>
                    <a:p>
                      <a:pPr algn="l" fontAlgn="ctr"/>
                      <a:br>
                        <a:rPr lang="en-IE" sz="1200" dirty="0">
                          <a:effectLst/>
                        </a:rPr>
                      </a:br>
                      <a:endParaRPr lang="en-IE" sz="1200" dirty="0">
                        <a:effectLst/>
                      </a:endParaRPr>
                    </a:p>
                  </a:txBody>
                  <a:tcPr marL="34155" marR="34155" marT="34155" marB="3415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04023081"/>
                  </a:ext>
                </a:extLst>
              </a:tr>
              <a:tr h="621620">
                <a:tc>
                  <a:txBody>
                    <a:bodyPr/>
                    <a:lstStyle/>
                    <a:p>
                      <a:pPr algn="l" fontAlgn="ctr"/>
                      <a:r>
                        <a:rPr lang="en-IE" sz="1200" dirty="0">
                          <a:effectLst/>
                        </a:rPr>
                        <a:t>LAN 2</a:t>
                      </a:r>
                    </a:p>
                    <a:p>
                      <a:pPr algn="l" fontAlgn="ctr"/>
                      <a:br>
                        <a:rPr lang="en-IE" sz="1200" dirty="0">
                          <a:effectLst/>
                        </a:rPr>
                      </a:br>
                      <a:endParaRPr lang="en-IE" sz="1200" dirty="0">
                        <a:effectLst/>
                      </a:endParaRPr>
                    </a:p>
                  </a:txBody>
                  <a:tcPr marL="34155" marR="34155" marT="34155" marB="3415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ctr"/>
                      <a:r>
                        <a:rPr lang="en-IE" sz="1200">
                          <a:effectLst/>
                        </a:rPr>
                        <a:t>14</a:t>
                      </a:r>
                    </a:p>
                    <a:p>
                      <a:pPr algn="l" fontAlgn="ctr"/>
                      <a:br>
                        <a:rPr lang="en-IE" sz="1200">
                          <a:effectLst/>
                        </a:rPr>
                      </a:br>
                      <a:endParaRPr lang="en-IE" sz="1200">
                        <a:effectLst/>
                      </a:endParaRPr>
                    </a:p>
                  </a:txBody>
                  <a:tcPr marL="34155" marR="34155" marT="34155" marB="3415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386561968"/>
                  </a:ext>
                </a:extLst>
              </a:tr>
              <a:tr h="621620">
                <a:tc>
                  <a:txBody>
                    <a:bodyPr/>
                    <a:lstStyle/>
                    <a:p>
                      <a:pPr algn="l" fontAlgn="ctr"/>
                      <a:r>
                        <a:rPr lang="en-IE" sz="1200" dirty="0">
                          <a:effectLst/>
                        </a:rPr>
                        <a:t>Link Router 1-2</a:t>
                      </a:r>
                    </a:p>
                    <a:p>
                      <a:pPr algn="l" fontAlgn="ctr"/>
                      <a:br>
                        <a:rPr lang="en-IE" sz="1200" dirty="0">
                          <a:effectLst/>
                        </a:rPr>
                      </a:br>
                      <a:endParaRPr lang="en-IE" sz="1200" dirty="0">
                        <a:effectLst/>
                      </a:endParaRPr>
                    </a:p>
                  </a:txBody>
                  <a:tcPr marL="34155" marR="34155" marT="34155" marB="3415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l" fontAlgn="ctr"/>
                      <a:r>
                        <a:rPr lang="en-IE" sz="1200">
                          <a:effectLst/>
                        </a:rPr>
                        <a:t>2</a:t>
                      </a:r>
                    </a:p>
                    <a:p>
                      <a:pPr algn="l" fontAlgn="ctr"/>
                      <a:br>
                        <a:rPr lang="en-IE" sz="1200">
                          <a:effectLst/>
                        </a:rPr>
                      </a:br>
                      <a:endParaRPr lang="en-IE" sz="1200">
                        <a:effectLst/>
                      </a:endParaRPr>
                    </a:p>
                  </a:txBody>
                  <a:tcPr marL="34155" marR="34155" marT="34155" marB="3415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4111354799"/>
                  </a:ext>
                </a:extLst>
              </a:tr>
              <a:tr h="621620">
                <a:tc>
                  <a:txBody>
                    <a:bodyPr/>
                    <a:lstStyle/>
                    <a:p>
                      <a:pPr algn="l" fontAlgn="ctr"/>
                      <a:r>
                        <a:rPr lang="en-IE" sz="1200" dirty="0">
                          <a:effectLst/>
                        </a:rPr>
                        <a:t>Link Router 1-3</a:t>
                      </a:r>
                    </a:p>
                    <a:p>
                      <a:pPr algn="l" fontAlgn="ctr"/>
                      <a:br>
                        <a:rPr lang="en-IE" sz="1200" dirty="0">
                          <a:effectLst/>
                        </a:rPr>
                      </a:br>
                      <a:endParaRPr lang="en-IE" sz="1200" dirty="0">
                        <a:effectLst/>
                      </a:endParaRPr>
                    </a:p>
                  </a:txBody>
                  <a:tcPr marL="34155" marR="34155" marT="34155" marB="3415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ctr"/>
                      <a:r>
                        <a:rPr lang="en-IE" sz="1200">
                          <a:effectLst/>
                        </a:rPr>
                        <a:t>2</a:t>
                      </a:r>
                    </a:p>
                    <a:p>
                      <a:pPr algn="l" fontAlgn="ctr"/>
                      <a:br>
                        <a:rPr lang="en-IE" sz="1200">
                          <a:effectLst/>
                        </a:rPr>
                      </a:br>
                      <a:endParaRPr lang="en-IE" sz="1200">
                        <a:effectLst/>
                      </a:endParaRPr>
                    </a:p>
                  </a:txBody>
                  <a:tcPr marL="34155" marR="34155" marT="34155" marB="3415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910629715"/>
                  </a:ext>
                </a:extLst>
              </a:tr>
              <a:tr h="621620">
                <a:tc>
                  <a:txBody>
                    <a:bodyPr/>
                    <a:lstStyle/>
                    <a:p>
                      <a:pPr algn="l" fontAlgn="ctr"/>
                      <a:r>
                        <a:rPr lang="en-IE" sz="1200" dirty="0">
                          <a:effectLst/>
                        </a:rPr>
                        <a:t>Link Router 2-3</a:t>
                      </a:r>
                    </a:p>
                    <a:p>
                      <a:pPr algn="l" fontAlgn="ctr"/>
                      <a:br>
                        <a:rPr lang="en-IE" sz="1200" dirty="0">
                          <a:effectLst/>
                        </a:rPr>
                      </a:br>
                      <a:endParaRPr lang="en-IE" sz="1200" dirty="0">
                        <a:effectLst/>
                      </a:endParaRPr>
                    </a:p>
                  </a:txBody>
                  <a:tcPr marL="34155" marR="34155" marT="34155" marB="34155" anchor="ctr">
                    <a:lnL>
                      <a:noFill/>
                    </a:lnL>
                    <a:lnR>
                      <a:noFill/>
                    </a:lnR>
                    <a:lnT w="6350" cap="flat" cmpd="sng" algn="ctr">
                      <a:solidFill>
                        <a:srgbClr val="DDDDDD"/>
                      </a:solidFill>
                      <a:prstDash val="solid"/>
                      <a:round/>
                      <a:headEnd type="none" w="med" len="med"/>
                      <a:tailEnd type="none" w="med" len="med"/>
                    </a:lnT>
                    <a:lnB>
                      <a:noFill/>
                    </a:lnB>
                    <a:solidFill>
                      <a:srgbClr val="F3F3F3"/>
                    </a:solidFill>
                  </a:tcPr>
                </a:tc>
                <a:tc>
                  <a:txBody>
                    <a:bodyPr/>
                    <a:lstStyle/>
                    <a:p>
                      <a:pPr algn="l" fontAlgn="ctr"/>
                      <a:r>
                        <a:rPr lang="en-IE" sz="1200" dirty="0">
                          <a:effectLst/>
                        </a:rPr>
                        <a:t>2</a:t>
                      </a:r>
                    </a:p>
                  </a:txBody>
                  <a:tcPr marL="34155" marR="34155" marT="34155" marB="34155" anchor="ctr">
                    <a:lnL>
                      <a:noFill/>
                    </a:lnL>
                    <a:lnR>
                      <a:noFill/>
                    </a:lnR>
                    <a:lnT w="6350" cap="flat" cmpd="sng" algn="ctr">
                      <a:solidFill>
                        <a:srgbClr val="DDDDDD"/>
                      </a:solidFill>
                      <a:prstDash val="solid"/>
                      <a:round/>
                      <a:headEnd type="none" w="med" len="med"/>
                      <a:tailEnd type="none" w="med" len="med"/>
                    </a:lnT>
                    <a:lnB>
                      <a:noFill/>
                    </a:lnB>
                    <a:solidFill>
                      <a:srgbClr val="F3F3F3"/>
                    </a:solidFill>
                  </a:tcPr>
                </a:tc>
                <a:extLst>
                  <a:ext uri="{0D108BD9-81ED-4DB2-BD59-A6C34878D82A}">
                    <a16:rowId xmlns:a16="http://schemas.microsoft.com/office/drawing/2014/main" val="1654417991"/>
                  </a:ext>
                </a:extLst>
              </a:tr>
            </a:tbl>
          </a:graphicData>
        </a:graphic>
      </p:graphicFrame>
      <p:grpSp>
        <p:nvGrpSpPr>
          <p:cNvPr id="9" name="Group 8">
            <a:extLst>
              <a:ext uri="{FF2B5EF4-FFF2-40B4-BE49-F238E27FC236}">
                <a16:creationId xmlns:a16="http://schemas.microsoft.com/office/drawing/2014/main" id="{57934D57-E124-4562-A93A-193EBCE0E05D}"/>
              </a:ext>
            </a:extLst>
          </p:cNvPr>
          <p:cNvGrpSpPr/>
          <p:nvPr/>
        </p:nvGrpSpPr>
        <p:grpSpPr>
          <a:xfrm>
            <a:off x="3319680" y="3395717"/>
            <a:ext cx="4925880" cy="969480"/>
            <a:chOff x="3319680" y="3395717"/>
            <a:chExt cx="4925880" cy="969480"/>
          </a:xfrm>
        </p:grpSpPr>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37E46820-BB7C-4BCB-B6BA-6E4EC993250A}"/>
                    </a:ext>
                  </a:extLst>
                </p14:cNvPr>
                <p14:cNvContentPartPr/>
                <p14:nvPr/>
              </p14:nvContentPartPr>
              <p14:xfrm>
                <a:off x="3319680" y="3395717"/>
                <a:ext cx="4853520" cy="969480"/>
              </p14:xfrm>
            </p:contentPart>
          </mc:Choice>
          <mc:Fallback xmlns="">
            <p:pic>
              <p:nvPicPr>
                <p:cNvPr id="3" name="Ink 2">
                  <a:extLst>
                    <a:ext uri="{FF2B5EF4-FFF2-40B4-BE49-F238E27FC236}">
                      <a16:creationId xmlns:a16="http://schemas.microsoft.com/office/drawing/2014/main" id="{37E46820-BB7C-4BCB-B6BA-6E4EC993250A}"/>
                    </a:ext>
                  </a:extLst>
                </p:cNvPr>
                <p:cNvPicPr/>
                <p:nvPr/>
              </p:nvPicPr>
              <p:blipFill>
                <a:blip r:embed="rId4"/>
                <a:stretch>
                  <a:fillRect/>
                </a:stretch>
              </p:blipFill>
              <p:spPr>
                <a:xfrm>
                  <a:off x="3311040" y="3387077"/>
                  <a:ext cx="4871160" cy="9871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95487F1D-B9B8-4BF6-873B-E1CD6ADACC99}"/>
                    </a:ext>
                  </a:extLst>
                </p14:cNvPr>
                <p14:cNvContentPartPr/>
                <p14:nvPr/>
              </p14:nvContentPartPr>
              <p14:xfrm>
                <a:off x="7898880" y="3750317"/>
                <a:ext cx="346680" cy="263880"/>
              </p14:xfrm>
            </p:contentPart>
          </mc:Choice>
          <mc:Fallback xmlns="">
            <p:pic>
              <p:nvPicPr>
                <p:cNvPr id="8" name="Ink 7">
                  <a:extLst>
                    <a:ext uri="{FF2B5EF4-FFF2-40B4-BE49-F238E27FC236}">
                      <a16:creationId xmlns:a16="http://schemas.microsoft.com/office/drawing/2014/main" id="{95487F1D-B9B8-4BF6-873B-E1CD6ADACC99}"/>
                    </a:ext>
                  </a:extLst>
                </p:cNvPr>
                <p:cNvPicPr/>
                <p:nvPr/>
              </p:nvPicPr>
              <p:blipFill>
                <a:blip r:embed="rId6"/>
                <a:stretch>
                  <a:fillRect/>
                </a:stretch>
              </p:blipFill>
              <p:spPr>
                <a:xfrm>
                  <a:off x="7889880" y="3741317"/>
                  <a:ext cx="364320" cy="281520"/>
                </a:xfrm>
                <a:prstGeom prst="rect">
                  <a:avLst/>
                </a:prstGeom>
              </p:spPr>
            </p:pic>
          </mc:Fallback>
        </mc:AlternateContent>
      </p:grpSp>
      <p:grpSp>
        <p:nvGrpSpPr>
          <p:cNvPr id="12" name="Group 11">
            <a:extLst>
              <a:ext uri="{FF2B5EF4-FFF2-40B4-BE49-F238E27FC236}">
                <a16:creationId xmlns:a16="http://schemas.microsoft.com/office/drawing/2014/main" id="{54F8EAA6-6D64-4180-B437-A57326C028EA}"/>
              </a:ext>
            </a:extLst>
          </p:cNvPr>
          <p:cNvGrpSpPr/>
          <p:nvPr/>
        </p:nvGrpSpPr>
        <p:grpSpPr>
          <a:xfrm>
            <a:off x="3098280" y="5115437"/>
            <a:ext cx="5765760" cy="1548720"/>
            <a:chOff x="3098280" y="5115437"/>
            <a:chExt cx="5765760" cy="1548720"/>
          </a:xfrm>
        </p:grpSpPr>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B919D91F-6A71-4C49-9004-3F2D143CB060}"/>
                    </a:ext>
                  </a:extLst>
                </p14:cNvPr>
                <p14:cNvContentPartPr/>
                <p14:nvPr/>
              </p14:nvContentPartPr>
              <p14:xfrm>
                <a:off x="3098280" y="5277797"/>
                <a:ext cx="5682960" cy="1386360"/>
              </p14:xfrm>
            </p:contentPart>
          </mc:Choice>
          <mc:Fallback xmlns="">
            <p:pic>
              <p:nvPicPr>
                <p:cNvPr id="10" name="Ink 9">
                  <a:extLst>
                    <a:ext uri="{FF2B5EF4-FFF2-40B4-BE49-F238E27FC236}">
                      <a16:creationId xmlns:a16="http://schemas.microsoft.com/office/drawing/2014/main" id="{B919D91F-6A71-4C49-9004-3F2D143CB060}"/>
                    </a:ext>
                  </a:extLst>
                </p:cNvPr>
                <p:cNvPicPr/>
                <p:nvPr/>
              </p:nvPicPr>
              <p:blipFill>
                <a:blip r:embed="rId8"/>
                <a:stretch>
                  <a:fillRect/>
                </a:stretch>
              </p:blipFill>
              <p:spPr>
                <a:xfrm>
                  <a:off x="3089280" y="5268797"/>
                  <a:ext cx="5700600" cy="1404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8CCB024B-7A59-41A5-BD32-0F923760F53D}"/>
                    </a:ext>
                  </a:extLst>
                </p14:cNvPr>
                <p14:cNvContentPartPr/>
                <p14:nvPr/>
              </p14:nvContentPartPr>
              <p14:xfrm>
                <a:off x="8559120" y="5115437"/>
                <a:ext cx="304920" cy="389880"/>
              </p14:xfrm>
            </p:contentPart>
          </mc:Choice>
          <mc:Fallback xmlns="">
            <p:pic>
              <p:nvPicPr>
                <p:cNvPr id="11" name="Ink 10">
                  <a:extLst>
                    <a:ext uri="{FF2B5EF4-FFF2-40B4-BE49-F238E27FC236}">
                      <a16:creationId xmlns:a16="http://schemas.microsoft.com/office/drawing/2014/main" id="{8CCB024B-7A59-41A5-BD32-0F923760F53D}"/>
                    </a:ext>
                  </a:extLst>
                </p:cNvPr>
                <p:cNvPicPr/>
                <p:nvPr/>
              </p:nvPicPr>
              <p:blipFill>
                <a:blip r:embed="rId10"/>
                <a:stretch>
                  <a:fillRect/>
                </a:stretch>
              </p:blipFill>
              <p:spPr>
                <a:xfrm>
                  <a:off x="8550480" y="5106797"/>
                  <a:ext cx="322560" cy="407520"/>
                </a:xfrm>
                <a:prstGeom prst="rect">
                  <a:avLst/>
                </a:prstGeom>
              </p:spPr>
            </p:pic>
          </mc:Fallback>
        </mc:AlternateContent>
      </p:grpSp>
    </p:spTree>
    <p:extLst>
      <p:ext uri="{BB962C8B-B14F-4D97-AF65-F5344CB8AC3E}">
        <p14:creationId xmlns:p14="http://schemas.microsoft.com/office/powerpoint/2010/main" val="29441693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5410A-73AB-4E3D-AB2B-C38B37EEF1ED}"/>
              </a:ext>
            </a:extLst>
          </p:cNvPr>
          <p:cNvSpPr>
            <a:spLocks noGrp="1"/>
          </p:cNvSpPr>
          <p:nvPr>
            <p:ph type="title"/>
          </p:nvPr>
        </p:nvSpPr>
        <p:spPr>
          <a:xfrm>
            <a:off x="377952" y="153190"/>
            <a:ext cx="11436096" cy="1325563"/>
          </a:xfrm>
        </p:spPr>
        <p:txBody>
          <a:bodyPr/>
          <a:lstStyle/>
          <a:p>
            <a:r>
              <a:rPr lang="en-IE" dirty="0"/>
              <a:t>1. Sort Networks, by max hosts,  in descending order</a:t>
            </a:r>
          </a:p>
        </p:txBody>
      </p:sp>
      <p:graphicFrame>
        <p:nvGraphicFramePr>
          <p:cNvPr id="10" name="Content Placeholder 3">
            <a:extLst>
              <a:ext uri="{FF2B5EF4-FFF2-40B4-BE49-F238E27FC236}">
                <a16:creationId xmlns:a16="http://schemas.microsoft.com/office/drawing/2014/main" id="{CBAB7F52-98D8-42C6-BA59-A19CB6C27AE7}"/>
              </a:ext>
            </a:extLst>
          </p:cNvPr>
          <p:cNvGraphicFramePr>
            <a:graphicFrameLocks/>
          </p:cNvGraphicFramePr>
          <p:nvPr>
            <p:extLst>
              <p:ext uri="{D42A27DB-BD31-4B8C-83A1-F6EECF244321}">
                <p14:modId xmlns:p14="http://schemas.microsoft.com/office/powerpoint/2010/main" val="2345902626"/>
              </p:ext>
            </p:extLst>
          </p:nvPr>
        </p:nvGraphicFramePr>
        <p:xfrm>
          <a:off x="3472877" y="1690688"/>
          <a:ext cx="3415492" cy="4351340"/>
        </p:xfrm>
        <a:graphic>
          <a:graphicData uri="http://schemas.openxmlformats.org/drawingml/2006/table">
            <a:tbl>
              <a:tblPr/>
              <a:tblGrid>
                <a:gridCol w="1901710">
                  <a:extLst>
                    <a:ext uri="{9D8B030D-6E8A-4147-A177-3AD203B41FA5}">
                      <a16:colId xmlns:a16="http://schemas.microsoft.com/office/drawing/2014/main" val="1372764138"/>
                    </a:ext>
                  </a:extLst>
                </a:gridCol>
                <a:gridCol w="1513782">
                  <a:extLst>
                    <a:ext uri="{9D8B030D-6E8A-4147-A177-3AD203B41FA5}">
                      <a16:colId xmlns:a16="http://schemas.microsoft.com/office/drawing/2014/main" val="1503662363"/>
                    </a:ext>
                  </a:extLst>
                </a:gridCol>
              </a:tblGrid>
              <a:tr h="621620">
                <a:tc>
                  <a:txBody>
                    <a:bodyPr/>
                    <a:lstStyle/>
                    <a:p>
                      <a:pPr algn="l" fontAlgn="ctr"/>
                      <a:r>
                        <a:rPr lang="en-IE" sz="1200" b="1" dirty="0">
                          <a:effectLst/>
                        </a:rPr>
                        <a:t>LAN</a:t>
                      </a:r>
                    </a:p>
                    <a:p>
                      <a:pPr algn="l" fontAlgn="ctr"/>
                      <a:br>
                        <a:rPr lang="en-IE" sz="1200" b="1" dirty="0">
                          <a:effectLst/>
                        </a:rPr>
                      </a:br>
                      <a:endParaRPr lang="en-IE" sz="1200" b="1" dirty="0">
                        <a:effectLst/>
                      </a:endParaRPr>
                    </a:p>
                  </a:txBody>
                  <a:tcPr marL="34155" marR="34155" marT="34155" marB="34155" anchor="ctr">
                    <a:lnL>
                      <a:noFill/>
                    </a:lnL>
                    <a:lnR>
                      <a:noFill/>
                    </a:lnR>
                    <a:lnT>
                      <a:noFill/>
                    </a:lnT>
                    <a:lnB w="6350" cap="flat" cmpd="sng" algn="ctr">
                      <a:solidFill>
                        <a:srgbClr val="DDDDDD"/>
                      </a:solidFill>
                      <a:prstDash val="solid"/>
                      <a:round/>
                      <a:headEnd type="none" w="med" len="med"/>
                      <a:tailEnd type="none" w="med" len="med"/>
                    </a:lnB>
                    <a:solidFill>
                      <a:srgbClr val="D9EDF7"/>
                    </a:solidFill>
                  </a:tcPr>
                </a:tc>
                <a:tc>
                  <a:txBody>
                    <a:bodyPr/>
                    <a:lstStyle/>
                    <a:p>
                      <a:pPr algn="l" fontAlgn="ctr"/>
                      <a:r>
                        <a:rPr lang="en-IE" sz="1200" b="1" dirty="0">
                          <a:effectLst/>
                        </a:rPr>
                        <a:t># Host</a:t>
                      </a:r>
                    </a:p>
                    <a:p>
                      <a:pPr algn="l" fontAlgn="ctr"/>
                      <a:br>
                        <a:rPr lang="en-IE" sz="1200" b="1" dirty="0">
                          <a:effectLst/>
                        </a:rPr>
                      </a:br>
                      <a:endParaRPr lang="en-IE" sz="1200" b="1" dirty="0">
                        <a:effectLst/>
                      </a:endParaRPr>
                    </a:p>
                  </a:txBody>
                  <a:tcPr marL="34155" marR="34155" marT="34155" marB="34155" anchor="ctr">
                    <a:lnL>
                      <a:noFill/>
                    </a:lnL>
                    <a:lnR>
                      <a:noFill/>
                    </a:lnR>
                    <a:lnT>
                      <a:noFill/>
                    </a:lnT>
                    <a:lnB w="6350" cap="flat" cmpd="sng" algn="ctr">
                      <a:solidFill>
                        <a:srgbClr val="DDDDDD"/>
                      </a:solidFill>
                      <a:prstDash val="solid"/>
                      <a:round/>
                      <a:headEnd type="none" w="med" len="med"/>
                      <a:tailEnd type="none" w="med" len="med"/>
                    </a:lnB>
                    <a:solidFill>
                      <a:srgbClr val="D9EDF7"/>
                    </a:solidFill>
                  </a:tcPr>
                </a:tc>
                <a:extLst>
                  <a:ext uri="{0D108BD9-81ED-4DB2-BD59-A6C34878D82A}">
                    <a16:rowId xmlns:a16="http://schemas.microsoft.com/office/drawing/2014/main" val="2161799804"/>
                  </a:ext>
                </a:extLst>
              </a:tr>
              <a:tr h="621620">
                <a:tc>
                  <a:txBody>
                    <a:bodyPr/>
                    <a:lstStyle/>
                    <a:p>
                      <a:pPr algn="l" fontAlgn="ctr"/>
                      <a:r>
                        <a:rPr lang="en-IE" sz="1200" dirty="0">
                          <a:effectLst/>
                        </a:rPr>
                        <a:t>LAN 3</a:t>
                      </a:r>
                    </a:p>
                    <a:p>
                      <a:pPr algn="l" fontAlgn="ctr"/>
                      <a:br>
                        <a:rPr lang="en-IE" sz="1200" dirty="0">
                          <a:effectLst/>
                        </a:rPr>
                      </a:br>
                      <a:endParaRPr lang="en-IE" sz="1200" dirty="0">
                        <a:effectLst/>
                      </a:endParaRPr>
                    </a:p>
                  </a:txBody>
                  <a:tcPr marL="34155" marR="34155" marT="34155" marB="3415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ctr"/>
                      <a:r>
                        <a:rPr lang="en-IE" sz="1200" dirty="0">
                          <a:effectLst/>
                        </a:rPr>
                        <a:t>60</a:t>
                      </a:r>
                    </a:p>
                    <a:p>
                      <a:pPr algn="l" fontAlgn="ctr"/>
                      <a:br>
                        <a:rPr lang="en-IE" sz="1200" dirty="0">
                          <a:effectLst/>
                        </a:rPr>
                      </a:br>
                      <a:endParaRPr lang="en-IE" sz="1200" dirty="0">
                        <a:effectLst/>
                      </a:endParaRPr>
                    </a:p>
                  </a:txBody>
                  <a:tcPr marL="34155" marR="34155" marT="34155" marB="3415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395425122"/>
                  </a:ext>
                </a:extLst>
              </a:tr>
              <a:tr h="621620">
                <a:tc>
                  <a:txBody>
                    <a:bodyPr/>
                    <a:lstStyle/>
                    <a:p>
                      <a:pPr algn="l" fontAlgn="ctr"/>
                      <a:r>
                        <a:rPr lang="en-IE" sz="1200" dirty="0">
                          <a:effectLst/>
                        </a:rPr>
                        <a:t>LAN 1</a:t>
                      </a:r>
                    </a:p>
                    <a:p>
                      <a:pPr algn="l" fontAlgn="ctr"/>
                      <a:br>
                        <a:rPr lang="en-IE" sz="1200" dirty="0">
                          <a:effectLst/>
                        </a:rPr>
                      </a:br>
                      <a:endParaRPr lang="en-IE" sz="1200" dirty="0">
                        <a:effectLst/>
                      </a:endParaRPr>
                    </a:p>
                  </a:txBody>
                  <a:tcPr marL="34155" marR="34155" marT="34155" marB="3415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l" fontAlgn="ctr"/>
                      <a:r>
                        <a:rPr lang="en-IE" sz="1200" dirty="0">
                          <a:effectLst/>
                        </a:rPr>
                        <a:t>29</a:t>
                      </a:r>
                    </a:p>
                    <a:p>
                      <a:pPr algn="l" fontAlgn="ctr"/>
                      <a:br>
                        <a:rPr lang="en-IE" sz="1200" dirty="0">
                          <a:effectLst/>
                        </a:rPr>
                      </a:br>
                      <a:endParaRPr lang="en-IE" sz="1200" dirty="0">
                        <a:effectLst/>
                      </a:endParaRPr>
                    </a:p>
                  </a:txBody>
                  <a:tcPr marL="34155" marR="34155" marT="34155" marB="3415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04023081"/>
                  </a:ext>
                </a:extLst>
              </a:tr>
              <a:tr h="621620">
                <a:tc>
                  <a:txBody>
                    <a:bodyPr/>
                    <a:lstStyle/>
                    <a:p>
                      <a:pPr algn="l" fontAlgn="ctr"/>
                      <a:r>
                        <a:rPr lang="en-IE" sz="1200" dirty="0">
                          <a:effectLst/>
                        </a:rPr>
                        <a:t>LAN 2</a:t>
                      </a:r>
                    </a:p>
                    <a:p>
                      <a:pPr algn="l" fontAlgn="ctr"/>
                      <a:br>
                        <a:rPr lang="en-IE" sz="1200" dirty="0">
                          <a:effectLst/>
                        </a:rPr>
                      </a:br>
                      <a:endParaRPr lang="en-IE" sz="1200" dirty="0">
                        <a:effectLst/>
                      </a:endParaRPr>
                    </a:p>
                  </a:txBody>
                  <a:tcPr marL="34155" marR="34155" marT="34155" marB="3415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ctr"/>
                      <a:r>
                        <a:rPr lang="en-IE" sz="1200">
                          <a:effectLst/>
                        </a:rPr>
                        <a:t>14</a:t>
                      </a:r>
                    </a:p>
                    <a:p>
                      <a:pPr algn="l" fontAlgn="ctr"/>
                      <a:br>
                        <a:rPr lang="en-IE" sz="1200">
                          <a:effectLst/>
                        </a:rPr>
                      </a:br>
                      <a:endParaRPr lang="en-IE" sz="1200">
                        <a:effectLst/>
                      </a:endParaRPr>
                    </a:p>
                  </a:txBody>
                  <a:tcPr marL="34155" marR="34155" marT="34155" marB="3415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386561968"/>
                  </a:ext>
                </a:extLst>
              </a:tr>
              <a:tr h="621620">
                <a:tc>
                  <a:txBody>
                    <a:bodyPr/>
                    <a:lstStyle/>
                    <a:p>
                      <a:pPr algn="l" fontAlgn="ctr"/>
                      <a:r>
                        <a:rPr lang="en-IE" sz="1200" dirty="0">
                          <a:effectLst/>
                        </a:rPr>
                        <a:t>Link Router 1-2</a:t>
                      </a:r>
                    </a:p>
                    <a:p>
                      <a:pPr algn="l" fontAlgn="ctr"/>
                      <a:br>
                        <a:rPr lang="en-IE" sz="1200" dirty="0">
                          <a:effectLst/>
                        </a:rPr>
                      </a:br>
                      <a:endParaRPr lang="en-IE" sz="1200" dirty="0">
                        <a:effectLst/>
                      </a:endParaRPr>
                    </a:p>
                  </a:txBody>
                  <a:tcPr marL="34155" marR="34155" marT="34155" marB="3415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l" fontAlgn="ctr"/>
                      <a:r>
                        <a:rPr lang="en-IE" sz="1200">
                          <a:effectLst/>
                        </a:rPr>
                        <a:t>2</a:t>
                      </a:r>
                    </a:p>
                    <a:p>
                      <a:pPr algn="l" fontAlgn="ctr"/>
                      <a:br>
                        <a:rPr lang="en-IE" sz="1200">
                          <a:effectLst/>
                        </a:rPr>
                      </a:br>
                      <a:endParaRPr lang="en-IE" sz="1200">
                        <a:effectLst/>
                      </a:endParaRPr>
                    </a:p>
                  </a:txBody>
                  <a:tcPr marL="34155" marR="34155" marT="34155" marB="3415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4111354799"/>
                  </a:ext>
                </a:extLst>
              </a:tr>
              <a:tr h="621620">
                <a:tc>
                  <a:txBody>
                    <a:bodyPr/>
                    <a:lstStyle/>
                    <a:p>
                      <a:pPr algn="l" fontAlgn="ctr"/>
                      <a:r>
                        <a:rPr lang="en-IE" sz="1200" dirty="0">
                          <a:effectLst/>
                        </a:rPr>
                        <a:t>Link Router 1-3</a:t>
                      </a:r>
                    </a:p>
                    <a:p>
                      <a:pPr algn="l" fontAlgn="ctr"/>
                      <a:br>
                        <a:rPr lang="en-IE" sz="1200" dirty="0">
                          <a:effectLst/>
                        </a:rPr>
                      </a:br>
                      <a:endParaRPr lang="en-IE" sz="1200" dirty="0">
                        <a:effectLst/>
                      </a:endParaRPr>
                    </a:p>
                  </a:txBody>
                  <a:tcPr marL="34155" marR="34155" marT="34155" marB="3415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ctr"/>
                      <a:r>
                        <a:rPr lang="en-IE" sz="1200">
                          <a:effectLst/>
                        </a:rPr>
                        <a:t>2</a:t>
                      </a:r>
                    </a:p>
                    <a:p>
                      <a:pPr algn="l" fontAlgn="ctr"/>
                      <a:br>
                        <a:rPr lang="en-IE" sz="1200">
                          <a:effectLst/>
                        </a:rPr>
                      </a:br>
                      <a:endParaRPr lang="en-IE" sz="1200">
                        <a:effectLst/>
                      </a:endParaRPr>
                    </a:p>
                  </a:txBody>
                  <a:tcPr marL="34155" marR="34155" marT="34155" marB="3415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910629715"/>
                  </a:ext>
                </a:extLst>
              </a:tr>
              <a:tr h="621620">
                <a:tc>
                  <a:txBody>
                    <a:bodyPr/>
                    <a:lstStyle/>
                    <a:p>
                      <a:pPr algn="l" fontAlgn="ctr"/>
                      <a:r>
                        <a:rPr lang="en-IE" sz="1200" dirty="0">
                          <a:effectLst/>
                        </a:rPr>
                        <a:t>Link Router 2-3</a:t>
                      </a:r>
                    </a:p>
                    <a:p>
                      <a:pPr algn="l" fontAlgn="ctr"/>
                      <a:br>
                        <a:rPr lang="en-IE" sz="1200" dirty="0">
                          <a:effectLst/>
                        </a:rPr>
                      </a:br>
                      <a:endParaRPr lang="en-IE" sz="1200" dirty="0">
                        <a:effectLst/>
                      </a:endParaRPr>
                    </a:p>
                  </a:txBody>
                  <a:tcPr marL="34155" marR="34155" marT="34155" marB="34155" anchor="ctr">
                    <a:lnL>
                      <a:noFill/>
                    </a:lnL>
                    <a:lnR>
                      <a:noFill/>
                    </a:lnR>
                    <a:lnT w="6350" cap="flat" cmpd="sng" algn="ctr">
                      <a:solidFill>
                        <a:srgbClr val="DDDDDD"/>
                      </a:solidFill>
                      <a:prstDash val="solid"/>
                      <a:round/>
                      <a:headEnd type="none" w="med" len="med"/>
                      <a:tailEnd type="none" w="med" len="med"/>
                    </a:lnT>
                    <a:lnB>
                      <a:noFill/>
                    </a:lnB>
                    <a:solidFill>
                      <a:srgbClr val="F3F3F3"/>
                    </a:solidFill>
                  </a:tcPr>
                </a:tc>
                <a:tc>
                  <a:txBody>
                    <a:bodyPr/>
                    <a:lstStyle/>
                    <a:p>
                      <a:pPr algn="l" fontAlgn="ctr"/>
                      <a:r>
                        <a:rPr lang="en-IE" sz="1200" dirty="0">
                          <a:effectLst/>
                        </a:rPr>
                        <a:t>2</a:t>
                      </a:r>
                    </a:p>
                  </a:txBody>
                  <a:tcPr marL="34155" marR="34155" marT="34155" marB="34155" anchor="ctr">
                    <a:lnL>
                      <a:noFill/>
                    </a:lnL>
                    <a:lnR>
                      <a:noFill/>
                    </a:lnR>
                    <a:lnT w="6350" cap="flat" cmpd="sng" algn="ctr">
                      <a:solidFill>
                        <a:srgbClr val="DDDDDD"/>
                      </a:solidFill>
                      <a:prstDash val="solid"/>
                      <a:round/>
                      <a:headEnd type="none" w="med" len="med"/>
                      <a:tailEnd type="none" w="med" len="med"/>
                    </a:lnT>
                    <a:lnB>
                      <a:noFill/>
                    </a:lnB>
                    <a:solidFill>
                      <a:srgbClr val="F3F3F3"/>
                    </a:solidFill>
                  </a:tcPr>
                </a:tc>
                <a:extLst>
                  <a:ext uri="{0D108BD9-81ED-4DB2-BD59-A6C34878D82A}">
                    <a16:rowId xmlns:a16="http://schemas.microsoft.com/office/drawing/2014/main" val="1654417991"/>
                  </a:ext>
                </a:extLst>
              </a:tr>
            </a:tbl>
          </a:graphicData>
        </a:graphic>
      </p:graphicFrame>
    </p:spTree>
    <p:extLst>
      <p:ext uri="{BB962C8B-B14F-4D97-AF65-F5344CB8AC3E}">
        <p14:creationId xmlns:p14="http://schemas.microsoft.com/office/powerpoint/2010/main" val="1185947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05F73-8E84-4145-8552-CA37F803988B}"/>
              </a:ext>
            </a:extLst>
          </p:cNvPr>
          <p:cNvSpPr>
            <a:spLocks noGrp="1"/>
          </p:cNvSpPr>
          <p:nvPr>
            <p:ph type="title"/>
          </p:nvPr>
        </p:nvSpPr>
        <p:spPr/>
        <p:txBody>
          <a:bodyPr/>
          <a:lstStyle/>
          <a:p>
            <a:r>
              <a:rPr lang="en-GB" dirty="0"/>
              <a:t>2: Assign Network Address to Largest Network (LAN 3)</a:t>
            </a:r>
            <a:endParaRPr lang="en-IE" dirty="0"/>
          </a:p>
        </p:txBody>
      </p:sp>
      <p:sp>
        <p:nvSpPr>
          <p:cNvPr id="3" name="Content Placeholder 2">
            <a:extLst>
              <a:ext uri="{FF2B5EF4-FFF2-40B4-BE49-F238E27FC236}">
                <a16:creationId xmlns:a16="http://schemas.microsoft.com/office/drawing/2014/main" id="{34828C9C-991D-42B9-83D2-AF4B64E2B7E2}"/>
              </a:ext>
            </a:extLst>
          </p:cNvPr>
          <p:cNvSpPr>
            <a:spLocks noGrp="1"/>
          </p:cNvSpPr>
          <p:nvPr>
            <p:ph idx="1"/>
          </p:nvPr>
        </p:nvSpPr>
        <p:spPr/>
        <p:txBody>
          <a:bodyPr/>
          <a:lstStyle/>
          <a:p>
            <a:r>
              <a:rPr lang="en-GB" dirty="0"/>
              <a:t>We need 60 hosts (LAN 3)</a:t>
            </a:r>
          </a:p>
          <a:p>
            <a:r>
              <a:rPr lang="en-GB" dirty="0"/>
              <a:t>Refer to Subnetting Table, closest match that accommodates 60 hosts is /26 ( 64-2 = 62 useable addresses)</a:t>
            </a:r>
            <a:endParaRPr lang="en-IE" dirty="0"/>
          </a:p>
        </p:txBody>
      </p:sp>
      <p:graphicFrame>
        <p:nvGraphicFramePr>
          <p:cNvPr id="4" name="Table 3">
            <a:extLst>
              <a:ext uri="{FF2B5EF4-FFF2-40B4-BE49-F238E27FC236}">
                <a16:creationId xmlns:a16="http://schemas.microsoft.com/office/drawing/2014/main" id="{7E4A819A-C50E-4FEE-B1A0-BE2AB4D8B2A5}"/>
              </a:ext>
            </a:extLst>
          </p:cNvPr>
          <p:cNvGraphicFramePr>
            <a:graphicFrameLocks noGrp="1"/>
          </p:cNvGraphicFramePr>
          <p:nvPr>
            <p:extLst>
              <p:ext uri="{D42A27DB-BD31-4B8C-83A1-F6EECF244321}">
                <p14:modId xmlns:p14="http://schemas.microsoft.com/office/powerpoint/2010/main" val="3999119924"/>
              </p:ext>
            </p:extLst>
          </p:nvPr>
        </p:nvGraphicFramePr>
        <p:xfrm>
          <a:off x="928024" y="3304699"/>
          <a:ext cx="5665204" cy="3445444"/>
        </p:xfrm>
        <a:graphic>
          <a:graphicData uri="http://schemas.openxmlformats.org/drawingml/2006/table">
            <a:tbl>
              <a:tblPr/>
              <a:tblGrid>
                <a:gridCol w="1070541">
                  <a:extLst>
                    <a:ext uri="{9D8B030D-6E8A-4147-A177-3AD203B41FA5}">
                      <a16:colId xmlns:a16="http://schemas.microsoft.com/office/drawing/2014/main" val="114375320"/>
                    </a:ext>
                  </a:extLst>
                </a:gridCol>
                <a:gridCol w="1070541">
                  <a:extLst>
                    <a:ext uri="{9D8B030D-6E8A-4147-A177-3AD203B41FA5}">
                      <a16:colId xmlns:a16="http://schemas.microsoft.com/office/drawing/2014/main" val="1955536366"/>
                    </a:ext>
                  </a:extLst>
                </a:gridCol>
                <a:gridCol w="746337">
                  <a:extLst>
                    <a:ext uri="{9D8B030D-6E8A-4147-A177-3AD203B41FA5}">
                      <a16:colId xmlns:a16="http://schemas.microsoft.com/office/drawing/2014/main" val="592536117"/>
                    </a:ext>
                  </a:extLst>
                </a:gridCol>
                <a:gridCol w="693498">
                  <a:extLst>
                    <a:ext uri="{9D8B030D-6E8A-4147-A177-3AD203B41FA5}">
                      <a16:colId xmlns:a16="http://schemas.microsoft.com/office/drawing/2014/main" val="761829861"/>
                    </a:ext>
                  </a:extLst>
                </a:gridCol>
                <a:gridCol w="1013746">
                  <a:extLst>
                    <a:ext uri="{9D8B030D-6E8A-4147-A177-3AD203B41FA5}">
                      <a16:colId xmlns:a16="http://schemas.microsoft.com/office/drawing/2014/main" val="3440816218"/>
                    </a:ext>
                  </a:extLst>
                </a:gridCol>
                <a:gridCol w="1070541">
                  <a:extLst>
                    <a:ext uri="{9D8B030D-6E8A-4147-A177-3AD203B41FA5}">
                      <a16:colId xmlns:a16="http://schemas.microsoft.com/office/drawing/2014/main" val="3859423707"/>
                    </a:ext>
                  </a:extLst>
                </a:gridCol>
              </a:tblGrid>
              <a:tr h="765851">
                <a:tc>
                  <a:txBody>
                    <a:bodyPr/>
                    <a:lstStyle/>
                    <a:p>
                      <a:pPr algn="l" fontAlgn="ctr"/>
                      <a:r>
                        <a:rPr lang="en-IE" sz="1100" b="1" dirty="0">
                          <a:effectLst/>
                        </a:rPr>
                        <a:t>Network Address</a:t>
                      </a:r>
                    </a:p>
                    <a:p>
                      <a:pPr algn="l" fontAlgn="ctr"/>
                      <a:br>
                        <a:rPr lang="en-IE" sz="1100" b="1" dirty="0">
                          <a:effectLst/>
                        </a:rPr>
                      </a:br>
                      <a:endParaRPr lang="en-IE" sz="1100" b="1" dirty="0">
                        <a:effectLst/>
                      </a:endParaRPr>
                    </a:p>
                  </a:txBody>
                  <a:tcPr marL="32424" marR="32424" marT="32424" marB="32424" anchor="ctr">
                    <a:lnL>
                      <a:noFill/>
                    </a:lnL>
                    <a:lnR>
                      <a:noFill/>
                    </a:lnR>
                    <a:lnT>
                      <a:noFill/>
                    </a:lnT>
                    <a:lnB w="6350" cap="flat" cmpd="sng" algn="ctr">
                      <a:solidFill>
                        <a:srgbClr val="DDDDDD"/>
                      </a:solidFill>
                      <a:prstDash val="solid"/>
                      <a:round/>
                      <a:headEnd type="none" w="med" len="med"/>
                      <a:tailEnd type="none" w="med" len="med"/>
                    </a:lnB>
                    <a:solidFill>
                      <a:srgbClr val="D9EDF7"/>
                    </a:solidFill>
                  </a:tcPr>
                </a:tc>
                <a:tc>
                  <a:txBody>
                    <a:bodyPr/>
                    <a:lstStyle/>
                    <a:p>
                      <a:pPr algn="l" fontAlgn="ctr"/>
                      <a:r>
                        <a:rPr lang="en-IE" sz="1100" b="1" dirty="0">
                          <a:effectLst/>
                        </a:rPr>
                        <a:t>Subnet Mask</a:t>
                      </a:r>
                    </a:p>
                    <a:p>
                      <a:pPr algn="l" fontAlgn="ctr"/>
                      <a:br>
                        <a:rPr lang="en-IE" sz="1100" b="1" dirty="0">
                          <a:effectLst/>
                        </a:rPr>
                      </a:br>
                      <a:endParaRPr lang="en-IE" sz="1100" b="1" dirty="0">
                        <a:effectLst/>
                      </a:endParaRPr>
                    </a:p>
                  </a:txBody>
                  <a:tcPr marL="32424" marR="32424" marT="32424" marB="32424" anchor="ctr">
                    <a:lnL>
                      <a:noFill/>
                    </a:lnL>
                    <a:lnR>
                      <a:noFill/>
                    </a:lnR>
                    <a:lnT>
                      <a:noFill/>
                    </a:lnT>
                    <a:lnB w="6350" cap="flat" cmpd="sng" algn="ctr">
                      <a:solidFill>
                        <a:srgbClr val="DDDDDD"/>
                      </a:solidFill>
                      <a:prstDash val="solid"/>
                      <a:round/>
                      <a:headEnd type="none" w="med" len="med"/>
                      <a:tailEnd type="none" w="med" len="med"/>
                    </a:lnB>
                    <a:solidFill>
                      <a:srgbClr val="D9EDF7"/>
                    </a:solidFill>
                  </a:tcPr>
                </a:tc>
                <a:tc>
                  <a:txBody>
                    <a:bodyPr/>
                    <a:lstStyle/>
                    <a:p>
                      <a:pPr algn="l" fontAlgn="ctr"/>
                      <a:r>
                        <a:rPr lang="en-IE" sz="1100" b="1" dirty="0">
                          <a:effectLst/>
                        </a:rPr>
                        <a:t>Last Octet of Subnet Mask</a:t>
                      </a:r>
                    </a:p>
                    <a:p>
                      <a:pPr algn="l" fontAlgn="ctr"/>
                      <a:br>
                        <a:rPr lang="en-IE" sz="1100" b="1" dirty="0">
                          <a:effectLst/>
                        </a:rPr>
                      </a:br>
                      <a:endParaRPr lang="en-IE" sz="1100" b="1" dirty="0">
                        <a:effectLst/>
                      </a:endParaRPr>
                    </a:p>
                  </a:txBody>
                  <a:tcPr marL="32424" marR="32424" marT="32424" marB="32424" anchor="ctr">
                    <a:lnL>
                      <a:noFill/>
                    </a:lnL>
                    <a:lnR>
                      <a:noFill/>
                    </a:lnR>
                    <a:lnT>
                      <a:noFill/>
                    </a:lnT>
                    <a:lnB w="6350" cap="flat" cmpd="sng" algn="ctr">
                      <a:solidFill>
                        <a:srgbClr val="DDDDDD"/>
                      </a:solidFill>
                      <a:prstDash val="solid"/>
                      <a:round/>
                      <a:headEnd type="none" w="med" len="med"/>
                      <a:tailEnd type="none" w="med" len="med"/>
                    </a:lnB>
                    <a:solidFill>
                      <a:srgbClr val="D9EDF7"/>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IE" sz="1100" b="1" dirty="0">
                          <a:effectLst/>
                        </a:rPr>
                        <a:t>Host Addresses(2</a:t>
                      </a:r>
                      <a:r>
                        <a:rPr lang="en-IE" sz="1100" b="1" baseline="30000" dirty="0">
                          <a:effectLst/>
                        </a:rPr>
                        <a:t>6 </a:t>
                      </a:r>
                      <a:r>
                        <a:rPr lang="en-IE" sz="1100" b="1" baseline="0" dirty="0">
                          <a:effectLst/>
                        </a:rPr>
                        <a:t>-2)</a:t>
                      </a:r>
                      <a:endParaRPr lang="en-IE" sz="1100" b="1" dirty="0">
                        <a:effectLst/>
                      </a:endParaRPr>
                    </a:p>
                    <a:p>
                      <a:pPr algn="l" fontAlgn="ctr"/>
                      <a:endParaRPr lang="en-IE" sz="1100" b="1" dirty="0">
                        <a:effectLst/>
                      </a:endParaRPr>
                    </a:p>
                  </a:txBody>
                  <a:tcPr marL="32424" marR="32424" marT="32424" marB="32424" anchor="ctr">
                    <a:lnL>
                      <a:noFill/>
                    </a:lnL>
                    <a:lnR>
                      <a:noFill/>
                    </a:lnR>
                    <a:lnT>
                      <a:noFill/>
                    </a:lnT>
                    <a:lnB w="6350" cap="flat" cmpd="sng" algn="ctr">
                      <a:solidFill>
                        <a:srgbClr val="DDDDDD"/>
                      </a:solidFill>
                      <a:prstDash val="solid"/>
                      <a:round/>
                      <a:headEnd type="none" w="med" len="med"/>
                      <a:tailEnd type="none" w="med" len="med"/>
                    </a:lnB>
                    <a:solidFill>
                      <a:srgbClr val="D9EDF7"/>
                    </a:solidFill>
                  </a:tcPr>
                </a:tc>
                <a:tc>
                  <a:txBody>
                    <a:bodyPr/>
                    <a:lstStyle/>
                    <a:p>
                      <a:pPr algn="l" fontAlgn="ctr"/>
                      <a:r>
                        <a:rPr lang="en-IE" sz="1100" b="1">
                          <a:effectLst/>
                        </a:rPr>
                        <a:t>Usable Host Range</a:t>
                      </a:r>
                    </a:p>
                    <a:p>
                      <a:pPr algn="l" fontAlgn="ctr"/>
                      <a:br>
                        <a:rPr lang="en-IE" sz="1100" b="1">
                          <a:effectLst/>
                        </a:rPr>
                      </a:br>
                      <a:endParaRPr lang="en-IE" sz="1100" b="1">
                        <a:effectLst/>
                      </a:endParaRPr>
                    </a:p>
                  </a:txBody>
                  <a:tcPr marL="32424" marR="32424" marT="32424" marB="32424" anchor="ctr">
                    <a:lnL>
                      <a:noFill/>
                    </a:lnL>
                    <a:lnR>
                      <a:noFill/>
                    </a:lnR>
                    <a:lnT>
                      <a:noFill/>
                    </a:lnT>
                    <a:lnB w="6350" cap="flat" cmpd="sng" algn="ctr">
                      <a:solidFill>
                        <a:srgbClr val="DDDDDD"/>
                      </a:solidFill>
                      <a:prstDash val="solid"/>
                      <a:round/>
                      <a:headEnd type="none" w="med" len="med"/>
                      <a:tailEnd type="none" w="med" len="med"/>
                    </a:lnB>
                    <a:solidFill>
                      <a:srgbClr val="D9EDF7"/>
                    </a:solidFill>
                  </a:tcPr>
                </a:tc>
                <a:tc>
                  <a:txBody>
                    <a:bodyPr/>
                    <a:lstStyle/>
                    <a:p>
                      <a:pPr algn="l" fontAlgn="ctr"/>
                      <a:r>
                        <a:rPr lang="en-IE" sz="1100" b="1">
                          <a:effectLst/>
                        </a:rPr>
                        <a:t>Name of LAN</a:t>
                      </a:r>
                    </a:p>
                    <a:p>
                      <a:pPr algn="l" fontAlgn="ctr"/>
                      <a:br>
                        <a:rPr lang="en-IE" sz="1100" b="1">
                          <a:effectLst/>
                        </a:rPr>
                      </a:br>
                      <a:endParaRPr lang="en-IE" sz="1100" b="1">
                        <a:effectLst/>
                      </a:endParaRPr>
                    </a:p>
                  </a:txBody>
                  <a:tcPr marL="32424" marR="32424" marT="32424" marB="32424" anchor="ctr">
                    <a:lnL>
                      <a:noFill/>
                    </a:lnL>
                    <a:lnR>
                      <a:noFill/>
                    </a:lnR>
                    <a:lnT>
                      <a:noFill/>
                    </a:lnT>
                    <a:lnB w="6350" cap="flat" cmpd="sng" algn="ctr">
                      <a:solidFill>
                        <a:srgbClr val="DDDDDD"/>
                      </a:solidFill>
                      <a:prstDash val="solid"/>
                      <a:round/>
                      <a:headEnd type="none" w="med" len="med"/>
                      <a:tailEnd type="none" w="med" len="med"/>
                    </a:lnB>
                    <a:solidFill>
                      <a:srgbClr val="D9EDF7"/>
                    </a:solidFill>
                  </a:tcPr>
                </a:tc>
                <a:extLst>
                  <a:ext uri="{0D108BD9-81ED-4DB2-BD59-A6C34878D82A}">
                    <a16:rowId xmlns:a16="http://schemas.microsoft.com/office/drawing/2014/main" val="62143761"/>
                  </a:ext>
                </a:extLst>
              </a:tr>
              <a:tr h="768583">
                <a:tc>
                  <a:txBody>
                    <a:bodyPr/>
                    <a:lstStyle/>
                    <a:p>
                      <a:pPr algn="l" fontAlgn="ctr"/>
                      <a:r>
                        <a:rPr lang="en-IE" sz="1100" dirty="0">
                          <a:effectLst/>
                        </a:rPr>
                        <a:t>192.168.4.0</a:t>
                      </a:r>
                    </a:p>
                    <a:p>
                      <a:pPr algn="l" fontAlgn="ctr"/>
                      <a:br>
                        <a:rPr lang="en-IE" sz="1100" dirty="0">
                          <a:effectLst/>
                        </a:rPr>
                      </a:br>
                      <a:endParaRPr lang="en-IE" sz="1100" dirty="0">
                        <a:effectLst/>
                      </a:endParaRPr>
                    </a:p>
                  </a:txBody>
                  <a:tcPr marL="32424" marR="32424" marT="32424" marB="32424"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ctr"/>
                      <a:r>
                        <a:rPr lang="en-IE" sz="1100" dirty="0">
                          <a:effectLst/>
                        </a:rPr>
                        <a:t>/26</a:t>
                      </a:r>
                    </a:p>
                    <a:p>
                      <a:pPr algn="l" fontAlgn="ctr"/>
                      <a:br>
                        <a:rPr lang="en-IE" sz="1100" dirty="0">
                          <a:effectLst/>
                        </a:rPr>
                      </a:br>
                      <a:endParaRPr lang="en-IE" sz="1100" dirty="0">
                        <a:effectLst/>
                      </a:endParaRPr>
                    </a:p>
                  </a:txBody>
                  <a:tcPr marL="32424" marR="32424" marT="32424" marB="32424"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ctr"/>
                      <a:r>
                        <a:rPr lang="en-IE" sz="1100" dirty="0">
                          <a:effectLst/>
                        </a:rPr>
                        <a:t>.00000000</a:t>
                      </a:r>
                    </a:p>
                    <a:p>
                      <a:pPr algn="l" fontAlgn="ctr"/>
                      <a:br>
                        <a:rPr lang="en-IE" sz="1100" dirty="0">
                          <a:effectLst/>
                        </a:rPr>
                      </a:br>
                      <a:endParaRPr lang="en-IE" sz="1100" dirty="0">
                        <a:effectLst/>
                      </a:endParaRPr>
                    </a:p>
                  </a:txBody>
                  <a:tcPr marL="32424" marR="32424" marT="32424" marB="32424"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ctr"/>
                      <a:r>
                        <a:rPr lang="en-IE" sz="1100" dirty="0">
                          <a:effectLst/>
                        </a:rPr>
                        <a:t>62</a:t>
                      </a:r>
                    </a:p>
                  </a:txBody>
                  <a:tcPr marL="32424" marR="32424" marT="32424" marB="32424"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ctr"/>
                      <a:r>
                        <a:rPr lang="en-IE" sz="1100" dirty="0">
                          <a:effectLst/>
                        </a:rPr>
                        <a:t>192.168.4.1–192.168.4.62</a:t>
                      </a:r>
                    </a:p>
                    <a:p>
                      <a:pPr algn="l" fontAlgn="ctr"/>
                      <a:br>
                        <a:rPr lang="en-IE" sz="1100" dirty="0">
                          <a:effectLst/>
                        </a:rPr>
                      </a:br>
                      <a:endParaRPr lang="en-IE" sz="1100" dirty="0">
                        <a:effectLst/>
                      </a:endParaRPr>
                    </a:p>
                  </a:txBody>
                  <a:tcPr marL="32424" marR="32424" marT="32424" marB="32424"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ctr"/>
                      <a:r>
                        <a:rPr lang="en-IE" sz="1100" dirty="0">
                          <a:effectLst/>
                        </a:rPr>
                        <a:t>LAN 3</a:t>
                      </a:r>
                    </a:p>
                    <a:p>
                      <a:pPr algn="l" fontAlgn="ctr"/>
                      <a:br>
                        <a:rPr lang="en-IE" sz="1100" dirty="0">
                          <a:effectLst/>
                        </a:rPr>
                      </a:br>
                      <a:endParaRPr lang="en-IE" sz="1100" dirty="0">
                        <a:effectLst/>
                      </a:endParaRPr>
                    </a:p>
                  </a:txBody>
                  <a:tcPr marL="32424" marR="32424" marT="32424" marB="32424"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766308314"/>
                  </a:ext>
                </a:extLst>
              </a:tr>
              <a:tr h="591271">
                <a:tc>
                  <a:txBody>
                    <a:bodyPr/>
                    <a:lstStyle/>
                    <a:p>
                      <a:pPr algn="l" fontAlgn="ctr"/>
                      <a:r>
                        <a:rPr lang="en-IE" sz="1100">
                          <a:effectLst/>
                        </a:rPr>
                        <a:t>192.168.4.64</a:t>
                      </a:r>
                    </a:p>
                    <a:p>
                      <a:pPr algn="l" fontAlgn="ctr"/>
                      <a:br>
                        <a:rPr lang="en-IE" sz="1100">
                          <a:effectLst/>
                        </a:rPr>
                      </a:br>
                      <a:endParaRPr lang="en-IE" sz="1100">
                        <a:effectLst/>
                      </a:endParaRPr>
                    </a:p>
                  </a:txBody>
                  <a:tcPr marL="32424" marR="32424" marT="32424" marB="32424"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l" fontAlgn="ctr"/>
                      <a:r>
                        <a:rPr lang="en-IE" sz="1100">
                          <a:effectLst/>
                        </a:rPr>
                        <a:t>/26</a:t>
                      </a:r>
                    </a:p>
                    <a:p>
                      <a:pPr algn="l" fontAlgn="ctr"/>
                      <a:br>
                        <a:rPr lang="en-IE" sz="1100">
                          <a:effectLst/>
                        </a:rPr>
                      </a:br>
                      <a:endParaRPr lang="en-IE" sz="1100">
                        <a:effectLst/>
                      </a:endParaRPr>
                    </a:p>
                  </a:txBody>
                  <a:tcPr marL="32424" marR="32424" marT="32424" marB="32424"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l" fontAlgn="ctr"/>
                      <a:r>
                        <a:rPr lang="en-IE" sz="1100" dirty="0">
                          <a:effectLst/>
                        </a:rPr>
                        <a:t>.01000000</a:t>
                      </a:r>
                    </a:p>
                    <a:p>
                      <a:pPr algn="l" fontAlgn="ctr"/>
                      <a:br>
                        <a:rPr lang="en-IE" sz="1100" dirty="0">
                          <a:effectLst/>
                        </a:rPr>
                      </a:br>
                      <a:endParaRPr lang="en-IE" sz="1100" dirty="0">
                        <a:effectLst/>
                      </a:endParaRPr>
                    </a:p>
                  </a:txBody>
                  <a:tcPr marL="32424" marR="32424" marT="32424" marB="32424"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l" fontAlgn="ctr"/>
                      <a:r>
                        <a:rPr lang="en-IE" sz="1100" dirty="0">
                          <a:effectLst/>
                        </a:rPr>
                        <a:t>62</a:t>
                      </a:r>
                    </a:p>
                  </a:txBody>
                  <a:tcPr marL="32424" marR="32424" marT="32424" marB="32424"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l" fontAlgn="ctr"/>
                      <a:br>
                        <a:rPr lang="en-IE" sz="1100" dirty="0">
                          <a:effectLst/>
                        </a:rPr>
                      </a:br>
                      <a:endParaRPr lang="en-IE" sz="1100" dirty="0">
                        <a:effectLst/>
                      </a:endParaRPr>
                    </a:p>
                  </a:txBody>
                  <a:tcPr marL="32424" marR="32424" marT="32424" marB="32424"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l" fontAlgn="ctr"/>
                      <a:r>
                        <a:rPr lang="en-IE" sz="1100">
                          <a:effectLst/>
                        </a:rPr>
                        <a:t>Unassigned</a:t>
                      </a:r>
                    </a:p>
                  </a:txBody>
                  <a:tcPr marL="32424" marR="32424" marT="32424" marB="32424"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2641876337"/>
                  </a:ext>
                </a:extLst>
              </a:tr>
              <a:tr h="591271">
                <a:tc>
                  <a:txBody>
                    <a:bodyPr/>
                    <a:lstStyle/>
                    <a:p>
                      <a:pPr algn="l" fontAlgn="ctr"/>
                      <a:r>
                        <a:rPr lang="en-IE" sz="1100">
                          <a:effectLst/>
                        </a:rPr>
                        <a:t>192.168.4.128</a:t>
                      </a:r>
                    </a:p>
                    <a:p>
                      <a:pPr algn="l" fontAlgn="ctr"/>
                      <a:br>
                        <a:rPr lang="en-IE" sz="1100">
                          <a:effectLst/>
                        </a:rPr>
                      </a:br>
                      <a:endParaRPr lang="en-IE" sz="1100">
                        <a:effectLst/>
                      </a:endParaRPr>
                    </a:p>
                  </a:txBody>
                  <a:tcPr marL="32424" marR="32424" marT="32424" marB="32424"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ctr"/>
                      <a:r>
                        <a:rPr lang="en-IE" sz="1100">
                          <a:effectLst/>
                        </a:rPr>
                        <a:t>/26</a:t>
                      </a:r>
                    </a:p>
                    <a:p>
                      <a:pPr algn="l" fontAlgn="ctr"/>
                      <a:br>
                        <a:rPr lang="en-IE" sz="1100">
                          <a:effectLst/>
                        </a:rPr>
                      </a:br>
                      <a:endParaRPr lang="en-IE" sz="1100">
                        <a:effectLst/>
                      </a:endParaRPr>
                    </a:p>
                  </a:txBody>
                  <a:tcPr marL="32424" marR="32424" marT="32424" marB="32424"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ctr"/>
                      <a:r>
                        <a:rPr lang="en-IE" sz="1100" dirty="0">
                          <a:effectLst/>
                        </a:rPr>
                        <a:t>.10000000</a:t>
                      </a:r>
                    </a:p>
                    <a:p>
                      <a:pPr algn="l" fontAlgn="ctr"/>
                      <a:br>
                        <a:rPr lang="en-IE" sz="1100" dirty="0">
                          <a:effectLst/>
                        </a:rPr>
                      </a:br>
                      <a:endParaRPr lang="en-IE" sz="1100" dirty="0">
                        <a:effectLst/>
                      </a:endParaRPr>
                    </a:p>
                  </a:txBody>
                  <a:tcPr marL="32424" marR="32424" marT="32424" marB="32424"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ctr"/>
                      <a:r>
                        <a:rPr lang="en-IE" sz="1100" dirty="0">
                          <a:effectLst/>
                        </a:rPr>
                        <a:t>62</a:t>
                      </a:r>
                    </a:p>
                  </a:txBody>
                  <a:tcPr marL="32424" marR="32424" marT="32424" marB="32424"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ctr"/>
                      <a:br>
                        <a:rPr lang="en-IE" sz="1100">
                          <a:effectLst/>
                        </a:rPr>
                      </a:br>
                      <a:endParaRPr lang="en-IE" sz="1100">
                        <a:effectLst/>
                      </a:endParaRPr>
                    </a:p>
                  </a:txBody>
                  <a:tcPr marL="32424" marR="32424" marT="32424" marB="32424"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ctr"/>
                      <a:r>
                        <a:rPr lang="en-IE" sz="1100" dirty="0">
                          <a:effectLst/>
                        </a:rPr>
                        <a:t>Unassigned</a:t>
                      </a:r>
                    </a:p>
                  </a:txBody>
                  <a:tcPr marL="32424" marR="32424" marT="32424" marB="32424"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446912429"/>
                  </a:ext>
                </a:extLst>
              </a:tr>
              <a:tr h="591271">
                <a:tc>
                  <a:txBody>
                    <a:bodyPr/>
                    <a:lstStyle/>
                    <a:p>
                      <a:pPr algn="l" fontAlgn="ctr"/>
                      <a:r>
                        <a:rPr lang="en-IE" sz="1100" dirty="0">
                          <a:effectLst/>
                        </a:rPr>
                        <a:t>192.168.4.192</a:t>
                      </a:r>
                    </a:p>
                    <a:p>
                      <a:pPr algn="l" fontAlgn="ctr"/>
                      <a:br>
                        <a:rPr lang="en-IE" sz="1100" dirty="0">
                          <a:effectLst/>
                        </a:rPr>
                      </a:br>
                      <a:endParaRPr lang="en-IE" sz="1100" dirty="0">
                        <a:effectLst/>
                      </a:endParaRPr>
                    </a:p>
                  </a:txBody>
                  <a:tcPr marL="32424" marR="32424" marT="32424" marB="32424" anchor="ctr">
                    <a:lnL>
                      <a:noFill/>
                    </a:lnL>
                    <a:lnR>
                      <a:noFill/>
                    </a:lnR>
                    <a:lnT w="6350" cap="flat" cmpd="sng" algn="ctr">
                      <a:solidFill>
                        <a:srgbClr val="DDDDDD"/>
                      </a:solidFill>
                      <a:prstDash val="solid"/>
                      <a:round/>
                      <a:headEnd type="none" w="med" len="med"/>
                      <a:tailEnd type="none" w="med" len="med"/>
                    </a:lnT>
                    <a:lnB>
                      <a:noFill/>
                    </a:lnB>
                    <a:solidFill>
                      <a:srgbClr val="F3F3F3"/>
                    </a:solidFill>
                  </a:tcPr>
                </a:tc>
                <a:tc>
                  <a:txBody>
                    <a:bodyPr/>
                    <a:lstStyle/>
                    <a:p>
                      <a:pPr algn="l" fontAlgn="ctr"/>
                      <a:r>
                        <a:rPr lang="en-IE" sz="1100">
                          <a:effectLst/>
                        </a:rPr>
                        <a:t>/26</a:t>
                      </a:r>
                    </a:p>
                    <a:p>
                      <a:pPr algn="l" fontAlgn="ctr"/>
                      <a:br>
                        <a:rPr lang="en-IE" sz="1100">
                          <a:effectLst/>
                        </a:rPr>
                      </a:br>
                      <a:endParaRPr lang="en-IE" sz="1100">
                        <a:effectLst/>
                      </a:endParaRPr>
                    </a:p>
                  </a:txBody>
                  <a:tcPr marL="32424" marR="32424" marT="32424" marB="32424" anchor="ctr">
                    <a:lnL>
                      <a:noFill/>
                    </a:lnL>
                    <a:lnR>
                      <a:noFill/>
                    </a:lnR>
                    <a:lnT w="6350" cap="flat" cmpd="sng" algn="ctr">
                      <a:solidFill>
                        <a:srgbClr val="DDDDDD"/>
                      </a:solidFill>
                      <a:prstDash val="solid"/>
                      <a:round/>
                      <a:headEnd type="none" w="med" len="med"/>
                      <a:tailEnd type="none" w="med" len="med"/>
                    </a:lnT>
                    <a:lnB>
                      <a:noFill/>
                    </a:lnB>
                    <a:solidFill>
                      <a:srgbClr val="F3F3F3"/>
                    </a:solidFill>
                  </a:tcPr>
                </a:tc>
                <a:tc>
                  <a:txBody>
                    <a:bodyPr/>
                    <a:lstStyle/>
                    <a:p>
                      <a:pPr algn="l" fontAlgn="ctr"/>
                      <a:r>
                        <a:rPr lang="en-IE" sz="1100" dirty="0">
                          <a:effectLst/>
                        </a:rPr>
                        <a:t>.11000000</a:t>
                      </a:r>
                    </a:p>
                    <a:p>
                      <a:pPr algn="l" fontAlgn="ctr"/>
                      <a:br>
                        <a:rPr lang="en-IE" sz="1100" dirty="0">
                          <a:effectLst/>
                        </a:rPr>
                      </a:br>
                      <a:endParaRPr lang="en-IE" sz="1100" dirty="0">
                        <a:effectLst/>
                      </a:endParaRPr>
                    </a:p>
                  </a:txBody>
                  <a:tcPr marL="32424" marR="32424" marT="32424" marB="32424" anchor="ctr">
                    <a:lnL>
                      <a:noFill/>
                    </a:lnL>
                    <a:lnR>
                      <a:noFill/>
                    </a:lnR>
                    <a:lnT w="6350" cap="flat" cmpd="sng" algn="ctr">
                      <a:solidFill>
                        <a:srgbClr val="DDDDDD"/>
                      </a:solidFill>
                      <a:prstDash val="solid"/>
                      <a:round/>
                      <a:headEnd type="none" w="med" len="med"/>
                      <a:tailEnd type="none" w="med" len="med"/>
                    </a:lnT>
                    <a:lnB>
                      <a:noFill/>
                    </a:lnB>
                    <a:solidFill>
                      <a:srgbClr val="F3F3F3"/>
                    </a:solidFill>
                  </a:tcPr>
                </a:tc>
                <a:tc>
                  <a:txBody>
                    <a:bodyPr/>
                    <a:lstStyle/>
                    <a:p>
                      <a:pPr algn="l" fontAlgn="ctr"/>
                      <a:r>
                        <a:rPr lang="en-IE" sz="1100" dirty="0">
                          <a:effectLst/>
                        </a:rPr>
                        <a:t>62</a:t>
                      </a:r>
                    </a:p>
                  </a:txBody>
                  <a:tcPr marL="32424" marR="32424" marT="32424" marB="32424" anchor="ctr">
                    <a:lnL>
                      <a:noFill/>
                    </a:lnL>
                    <a:lnR>
                      <a:noFill/>
                    </a:lnR>
                    <a:lnT w="6350" cap="flat" cmpd="sng" algn="ctr">
                      <a:solidFill>
                        <a:srgbClr val="DDDDDD"/>
                      </a:solidFill>
                      <a:prstDash val="solid"/>
                      <a:round/>
                      <a:headEnd type="none" w="med" len="med"/>
                      <a:tailEnd type="none" w="med" len="med"/>
                    </a:lnT>
                    <a:lnB>
                      <a:noFill/>
                    </a:lnB>
                    <a:solidFill>
                      <a:srgbClr val="F3F3F3"/>
                    </a:solidFill>
                  </a:tcPr>
                </a:tc>
                <a:tc>
                  <a:txBody>
                    <a:bodyPr/>
                    <a:lstStyle/>
                    <a:p>
                      <a:pPr algn="l" fontAlgn="ctr"/>
                      <a:br>
                        <a:rPr lang="en-IE" sz="1100">
                          <a:effectLst/>
                        </a:rPr>
                      </a:br>
                      <a:endParaRPr lang="en-IE" sz="1100">
                        <a:effectLst/>
                      </a:endParaRPr>
                    </a:p>
                  </a:txBody>
                  <a:tcPr marL="32424" marR="32424" marT="32424" marB="32424" anchor="ctr">
                    <a:lnL>
                      <a:noFill/>
                    </a:lnL>
                    <a:lnR>
                      <a:noFill/>
                    </a:lnR>
                    <a:lnT w="6350" cap="flat" cmpd="sng" algn="ctr">
                      <a:solidFill>
                        <a:srgbClr val="DDDDDD"/>
                      </a:solidFill>
                      <a:prstDash val="solid"/>
                      <a:round/>
                      <a:headEnd type="none" w="med" len="med"/>
                      <a:tailEnd type="none" w="med" len="med"/>
                    </a:lnT>
                    <a:lnB>
                      <a:noFill/>
                    </a:lnB>
                    <a:solidFill>
                      <a:srgbClr val="F3F3F3"/>
                    </a:solidFill>
                  </a:tcPr>
                </a:tc>
                <a:tc>
                  <a:txBody>
                    <a:bodyPr/>
                    <a:lstStyle/>
                    <a:p>
                      <a:pPr algn="l" fontAlgn="ctr"/>
                      <a:r>
                        <a:rPr lang="en-IE" sz="1100" dirty="0">
                          <a:effectLst/>
                        </a:rPr>
                        <a:t>Unassigned</a:t>
                      </a:r>
                    </a:p>
                  </a:txBody>
                  <a:tcPr marL="32424" marR="32424" marT="32424" marB="32424" anchor="ctr">
                    <a:lnL>
                      <a:noFill/>
                    </a:lnL>
                    <a:lnR>
                      <a:noFill/>
                    </a:lnR>
                    <a:lnT w="6350" cap="flat" cmpd="sng" algn="ctr">
                      <a:solidFill>
                        <a:srgbClr val="DDDDDD"/>
                      </a:solidFill>
                      <a:prstDash val="solid"/>
                      <a:round/>
                      <a:headEnd type="none" w="med" len="med"/>
                      <a:tailEnd type="none" w="med" len="med"/>
                    </a:lnT>
                    <a:lnB>
                      <a:noFill/>
                    </a:lnB>
                    <a:solidFill>
                      <a:srgbClr val="F3F3F3"/>
                    </a:solidFill>
                  </a:tcPr>
                </a:tc>
                <a:extLst>
                  <a:ext uri="{0D108BD9-81ED-4DB2-BD59-A6C34878D82A}">
                    <a16:rowId xmlns:a16="http://schemas.microsoft.com/office/drawing/2014/main" val="3122364846"/>
                  </a:ext>
                </a:extLst>
              </a:tr>
            </a:tbl>
          </a:graphicData>
        </a:graphic>
      </p:graphicFrame>
      <p:pic>
        <p:nvPicPr>
          <p:cNvPr id="9" name="Picture 8">
            <a:extLst>
              <a:ext uri="{FF2B5EF4-FFF2-40B4-BE49-F238E27FC236}">
                <a16:creationId xmlns:a16="http://schemas.microsoft.com/office/drawing/2014/main" id="{12E5B608-7035-400D-BAED-B362BD4880C7}"/>
              </a:ext>
            </a:extLst>
          </p:cNvPr>
          <p:cNvPicPr>
            <a:picLocks noChangeAspect="1"/>
          </p:cNvPicPr>
          <p:nvPr/>
        </p:nvPicPr>
        <p:blipFill>
          <a:blip r:embed="rId2"/>
          <a:stretch>
            <a:fillRect/>
          </a:stretch>
        </p:blipFill>
        <p:spPr>
          <a:xfrm>
            <a:off x="7323566" y="3075164"/>
            <a:ext cx="4535925" cy="3774904"/>
          </a:xfrm>
          <a:prstGeom prst="rect">
            <a:avLst/>
          </a:prstGeom>
        </p:spPr>
      </p:pic>
      <p:sp>
        <p:nvSpPr>
          <p:cNvPr id="21" name="TextBox 20">
            <a:extLst>
              <a:ext uri="{FF2B5EF4-FFF2-40B4-BE49-F238E27FC236}">
                <a16:creationId xmlns:a16="http://schemas.microsoft.com/office/drawing/2014/main" id="{7A5AB8F5-AF7D-4834-9DDB-C6D322FE2FA2}"/>
              </a:ext>
            </a:extLst>
          </p:cNvPr>
          <p:cNvSpPr txBox="1"/>
          <p:nvPr/>
        </p:nvSpPr>
        <p:spPr>
          <a:xfrm>
            <a:off x="8902725" y="2835564"/>
            <a:ext cx="1709857" cy="369332"/>
          </a:xfrm>
          <a:prstGeom prst="rect">
            <a:avLst/>
          </a:prstGeom>
          <a:noFill/>
        </p:spPr>
        <p:txBody>
          <a:bodyPr wrap="square" rtlCol="0">
            <a:spAutoFit/>
          </a:bodyPr>
          <a:lstStyle/>
          <a:p>
            <a:r>
              <a:rPr lang="en-IE" b="1" dirty="0"/>
              <a:t>192.168.4.0/24</a:t>
            </a:r>
          </a:p>
        </p:txBody>
      </p:sp>
      <mc:AlternateContent xmlns:mc="http://schemas.openxmlformats.org/markup-compatibility/2006" xmlns:p14="http://schemas.microsoft.com/office/powerpoint/2010/main">
        <mc:Choice Requires="p14">
          <p:contentPart p14:bwMode="auto" r:id="rId3">
            <p14:nvContentPartPr>
              <p14:cNvPr id="22" name="Ink 21">
                <a:extLst>
                  <a:ext uri="{FF2B5EF4-FFF2-40B4-BE49-F238E27FC236}">
                    <a16:creationId xmlns:a16="http://schemas.microsoft.com/office/drawing/2014/main" id="{316CB4C5-0006-403F-93F3-4DA098F0C33C}"/>
                  </a:ext>
                </a:extLst>
              </p14:cNvPr>
              <p14:cNvContentPartPr/>
              <p14:nvPr/>
            </p14:nvContentPartPr>
            <p14:xfrm>
              <a:off x="8060713" y="3888131"/>
              <a:ext cx="1451880" cy="441360"/>
            </p14:xfrm>
          </p:contentPart>
        </mc:Choice>
        <mc:Fallback xmlns="">
          <p:pic>
            <p:nvPicPr>
              <p:cNvPr id="22" name="Ink 21">
                <a:extLst>
                  <a:ext uri="{FF2B5EF4-FFF2-40B4-BE49-F238E27FC236}">
                    <a16:creationId xmlns:a16="http://schemas.microsoft.com/office/drawing/2014/main" id="{316CB4C5-0006-403F-93F3-4DA098F0C33C}"/>
                  </a:ext>
                </a:extLst>
              </p:cNvPr>
              <p:cNvPicPr/>
              <p:nvPr/>
            </p:nvPicPr>
            <p:blipFill>
              <a:blip r:embed="rId4"/>
              <a:stretch>
                <a:fillRect/>
              </a:stretch>
            </p:blipFill>
            <p:spPr>
              <a:xfrm>
                <a:off x="7970713" y="3708491"/>
                <a:ext cx="1631520" cy="801000"/>
              </a:xfrm>
              <a:prstGeom prst="rect">
                <a:avLst/>
              </a:prstGeom>
            </p:spPr>
          </p:pic>
        </mc:Fallback>
      </mc:AlternateContent>
      <p:pic>
        <p:nvPicPr>
          <p:cNvPr id="6" name="Picture 5">
            <a:extLst>
              <a:ext uri="{FF2B5EF4-FFF2-40B4-BE49-F238E27FC236}">
                <a16:creationId xmlns:a16="http://schemas.microsoft.com/office/drawing/2014/main" id="{6A074476-61F5-40A8-B807-CF28F5C7E63C}"/>
              </a:ext>
            </a:extLst>
          </p:cNvPr>
          <p:cNvPicPr>
            <a:picLocks noChangeAspect="1"/>
          </p:cNvPicPr>
          <p:nvPr/>
        </p:nvPicPr>
        <p:blipFill>
          <a:blip r:embed="rId5"/>
          <a:stretch>
            <a:fillRect/>
          </a:stretch>
        </p:blipFill>
        <p:spPr>
          <a:xfrm>
            <a:off x="6621340" y="1132792"/>
            <a:ext cx="4732460" cy="954636"/>
          </a:xfrm>
          <a:prstGeom prst="rect">
            <a:avLst/>
          </a:prstGeom>
        </p:spPr>
      </p:pic>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59D6D006-A98C-44F5-A461-CE7CCEF2A548}"/>
                  </a:ext>
                </a:extLst>
              </p14:cNvPr>
              <p14:cNvContentPartPr/>
              <p14:nvPr/>
            </p14:nvContentPartPr>
            <p14:xfrm>
              <a:off x="6370123" y="1469520"/>
              <a:ext cx="4974120" cy="552240"/>
            </p14:xfrm>
          </p:contentPart>
        </mc:Choice>
        <mc:Fallback xmlns="">
          <p:pic>
            <p:nvPicPr>
              <p:cNvPr id="8" name="Ink 7">
                <a:extLst>
                  <a:ext uri="{FF2B5EF4-FFF2-40B4-BE49-F238E27FC236}">
                    <a16:creationId xmlns:a16="http://schemas.microsoft.com/office/drawing/2014/main" id="{59D6D006-A98C-44F5-A461-CE7CCEF2A548}"/>
                  </a:ext>
                </a:extLst>
              </p:cNvPr>
              <p:cNvPicPr/>
              <p:nvPr/>
            </p:nvPicPr>
            <p:blipFill>
              <a:blip r:embed="rId7"/>
              <a:stretch>
                <a:fillRect/>
              </a:stretch>
            </p:blipFill>
            <p:spPr>
              <a:xfrm>
                <a:off x="6361123" y="1460880"/>
                <a:ext cx="4991760" cy="569880"/>
              </a:xfrm>
              <a:prstGeom prst="rect">
                <a:avLst/>
              </a:prstGeom>
            </p:spPr>
          </p:pic>
        </mc:Fallback>
      </mc:AlternateContent>
    </p:spTree>
    <p:extLst>
      <p:ext uri="{BB962C8B-B14F-4D97-AF65-F5344CB8AC3E}">
        <p14:creationId xmlns:p14="http://schemas.microsoft.com/office/powerpoint/2010/main" val="34512314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1" name="Table 30">
            <a:extLst>
              <a:ext uri="{FF2B5EF4-FFF2-40B4-BE49-F238E27FC236}">
                <a16:creationId xmlns:a16="http://schemas.microsoft.com/office/drawing/2014/main" id="{79686FB5-1E7E-4A1E-9F85-431D8FE8B45C}"/>
              </a:ext>
            </a:extLst>
          </p:cNvPr>
          <p:cNvGraphicFramePr>
            <a:graphicFrameLocks noGrp="1"/>
          </p:cNvGraphicFramePr>
          <p:nvPr>
            <p:extLst>
              <p:ext uri="{D42A27DB-BD31-4B8C-83A1-F6EECF244321}">
                <p14:modId xmlns:p14="http://schemas.microsoft.com/office/powerpoint/2010/main" val="2254519030"/>
              </p:ext>
            </p:extLst>
          </p:nvPr>
        </p:nvGraphicFramePr>
        <p:xfrm>
          <a:off x="603030" y="5041411"/>
          <a:ext cx="10771414" cy="1671690"/>
        </p:xfrm>
        <a:graphic>
          <a:graphicData uri="http://schemas.openxmlformats.org/drawingml/2006/table">
            <a:tbl>
              <a:tblPr/>
              <a:tblGrid>
                <a:gridCol w="2154283">
                  <a:extLst>
                    <a:ext uri="{9D8B030D-6E8A-4147-A177-3AD203B41FA5}">
                      <a16:colId xmlns:a16="http://schemas.microsoft.com/office/drawing/2014/main" val="1223075827"/>
                    </a:ext>
                  </a:extLst>
                </a:gridCol>
                <a:gridCol w="2154283">
                  <a:extLst>
                    <a:ext uri="{9D8B030D-6E8A-4147-A177-3AD203B41FA5}">
                      <a16:colId xmlns:a16="http://schemas.microsoft.com/office/drawing/2014/main" val="2979459010"/>
                    </a:ext>
                  </a:extLst>
                </a:gridCol>
                <a:gridCol w="2154283">
                  <a:extLst>
                    <a:ext uri="{9D8B030D-6E8A-4147-A177-3AD203B41FA5}">
                      <a16:colId xmlns:a16="http://schemas.microsoft.com/office/drawing/2014/main" val="385401871"/>
                    </a:ext>
                  </a:extLst>
                </a:gridCol>
                <a:gridCol w="2104174">
                  <a:extLst>
                    <a:ext uri="{9D8B030D-6E8A-4147-A177-3AD203B41FA5}">
                      <a16:colId xmlns:a16="http://schemas.microsoft.com/office/drawing/2014/main" val="2453476472"/>
                    </a:ext>
                  </a:extLst>
                </a:gridCol>
                <a:gridCol w="2204391">
                  <a:extLst>
                    <a:ext uri="{9D8B030D-6E8A-4147-A177-3AD203B41FA5}">
                      <a16:colId xmlns:a16="http://schemas.microsoft.com/office/drawing/2014/main" val="229030324"/>
                    </a:ext>
                  </a:extLst>
                </a:gridCol>
              </a:tblGrid>
              <a:tr h="308885">
                <a:tc>
                  <a:txBody>
                    <a:bodyPr/>
                    <a:lstStyle/>
                    <a:p>
                      <a:pPr algn="l" fontAlgn="ctr"/>
                      <a:r>
                        <a:rPr lang="en-IE" sz="1800" b="1" dirty="0">
                          <a:effectLst/>
                        </a:rPr>
                        <a:t>Network ID</a:t>
                      </a:r>
                    </a:p>
                  </a:txBody>
                  <a:tcPr marL="50015" marR="50015" marT="50015" marB="50015" anchor="ctr">
                    <a:lnL>
                      <a:noFill/>
                    </a:lnL>
                    <a:lnR>
                      <a:noFill/>
                    </a:lnR>
                    <a:lnT>
                      <a:noFill/>
                    </a:lnT>
                    <a:lnB w="6350" cap="flat" cmpd="sng" algn="ctr">
                      <a:solidFill>
                        <a:srgbClr val="DDDDDD"/>
                      </a:solidFill>
                      <a:prstDash val="solid"/>
                      <a:round/>
                      <a:headEnd type="none" w="med" len="med"/>
                      <a:tailEnd type="none" w="med" len="med"/>
                    </a:lnB>
                    <a:solidFill>
                      <a:srgbClr val="D9EDF7"/>
                    </a:solidFill>
                  </a:tcPr>
                </a:tc>
                <a:tc>
                  <a:txBody>
                    <a:bodyPr/>
                    <a:lstStyle/>
                    <a:p>
                      <a:pPr algn="l" fontAlgn="ctr"/>
                      <a:r>
                        <a:rPr lang="en-IE" sz="1800" b="1" dirty="0">
                          <a:effectLst/>
                        </a:rPr>
                        <a:t>Subnet Mask</a:t>
                      </a:r>
                    </a:p>
                  </a:txBody>
                  <a:tcPr marL="50015" marR="50015" marT="50015" marB="50015" anchor="ctr">
                    <a:lnL>
                      <a:noFill/>
                    </a:lnL>
                    <a:lnR>
                      <a:noFill/>
                    </a:lnR>
                    <a:lnT>
                      <a:noFill/>
                    </a:lnT>
                    <a:lnB w="6350" cap="flat" cmpd="sng" algn="ctr">
                      <a:solidFill>
                        <a:srgbClr val="DDDDDD"/>
                      </a:solidFill>
                      <a:prstDash val="solid"/>
                      <a:round/>
                      <a:headEnd type="none" w="med" len="med"/>
                      <a:tailEnd type="none" w="med" len="med"/>
                    </a:lnB>
                    <a:solidFill>
                      <a:srgbClr val="D9EDF7"/>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IE" sz="1800" b="1" dirty="0">
                          <a:effectLst/>
                        </a:rPr>
                        <a:t>Host Addresses(2</a:t>
                      </a:r>
                      <a:r>
                        <a:rPr lang="en-IE" sz="1800" b="1" baseline="30000" dirty="0">
                          <a:effectLst/>
                        </a:rPr>
                        <a:t>5 </a:t>
                      </a:r>
                      <a:r>
                        <a:rPr lang="en-IE" sz="1800" b="1" baseline="0" dirty="0">
                          <a:effectLst/>
                        </a:rPr>
                        <a:t>-2)</a:t>
                      </a:r>
                      <a:endParaRPr lang="en-IE" sz="1800" b="1" dirty="0">
                        <a:effectLst/>
                      </a:endParaRPr>
                    </a:p>
                    <a:p>
                      <a:pPr algn="l" fontAlgn="ctr"/>
                      <a:endParaRPr lang="en-IE" sz="1800" b="1" dirty="0">
                        <a:effectLst/>
                      </a:endParaRPr>
                    </a:p>
                  </a:txBody>
                  <a:tcPr marL="50015" marR="50015" marT="50015" marB="50015" anchor="ctr">
                    <a:lnL>
                      <a:noFill/>
                    </a:lnL>
                    <a:lnR>
                      <a:noFill/>
                    </a:lnR>
                    <a:lnT>
                      <a:noFill/>
                    </a:lnT>
                    <a:lnB w="6350" cap="flat" cmpd="sng" algn="ctr">
                      <a:solidFill>
                        <a:srgbClr val="DDDDDD"/>
                      </a:solidFill>
                      <a:prstDash val="solid"/>
                      <a:round/>
                      <a:headEnd type="none" w="med" len="med"/>
                      <a:tailEnd type="none" w="med" len="med"/>
                    </a:lnB>
                    <a:solidFill>
                      <a:srgbClr val="D9EDF7"/>
                    </a:solidFill>
                  </a:tcPr>
                </a:tc>
                <a:tc>
                  <a:txBody>
                    <a:bodyPr/>
                    <a:lstStyle/>
                    <a:p>
                      <a:pPr algn="l" fontAlgn="ctr"/>
                      <a:r>
                        <a:rPr lang="en-IE" sz="1800" b="1" dirty="0">
                          <a:effectLst/>
                        </a:rPr>
                        <a:t>Usable Host Range</a:t>
                      </a:r>
                    </a:p>
                  </a:txBody>
                  <a:tcPr marL="50015" marR="50015" marT="50015" marB="50015" anchor="ctr">
                    <a:lnL>
                      <a:noFill/>
                    </a:lnL>
                    <a:lnR>
                      <a:noFill/>
                    </a:lnR>
                    <a:lnT>
                      <a:noFill/>
                    </a:lnT>
                    <a:lnB w="6350" cap="flat" cmpd="sng" algn="ctr">
                      <a:solidFill>
                        <a:srgbClr val="DDDDDD"/>
                      </a:solidFill>
                      <a:prstDash val="solid"/>
                      <a:round/>
                      <a:headEnd type="none" w="med" len="med"/>
                      <a:tailEnd type="none" w="med" len="med"/>
                    </a:lnB>
                    <a:solidFill>
                      <a:srgbClr val="D9EDF7"/>
                    </a:solidFill>
                  </a:tcPr>
                </a:tc>
                <a:tc>
                  <a:txBody>
                    <a:bodyPr/>
                    <a:lstStyle/>
                    <a:p>
                      <a:pPr algn="l" fontAlgn="ctr"/>
                      <a:r>
                        <a:rPr lang="en-IE" sz="1800" b="1" dirty="0">
                          <a:effectLst/>
                        </a:rPr>
                        <a:t>Name of LAN </a:t>
                      </a:r>
                    </a:p>
                  </a:txBody>
                  <a:tcPr marL="50015" marR="50015" marT="50015" marB="50015" anchor="ctr">
                    <a:lnL>
                      <a:noFill/>
                    </a:lnL>
                    <a:lnR>
                      <a:noFill/>
                    </a:lnR>
                    <a:lnT>
                      <a:noFill/>
                    </a:lnT>
                    <a:lnB w="6350" cap="flat" cmpd="sng" algn="ctr">
                      <a:solidFill>
                        <a:srgbClr val="DDDDDD"/>
                      </a:solidFill>
                      <a:prstDash val="solid"/>
                      <a:round/>
                      <a:headEnd type="none" w="med" len="med"/>
                      <a:tailEnd type="none" w="med" len="med"/>
                    </a:lnB>
                    <a:solidFill>
                      <a:srgbClr val="D9EDF7"/>
                    </a:solidFill>
                  </a:tcPr>
                </a:tc>
                <a:extLst>
                  <a:ext uri="{0D108BD9-81ED-4DB2-BD59-A6C34878D82A}">
                    <a16:rowId xmlns:a16="http://schemas.microsoft.com/office/drawing/2014/main" val="2633674656"/>
                  </a:ext>
                </a:extLst>
              </a:tr>
              <a:tr h="472975">
                <a:tc>
                  <a:txBody>
                    <a:bodyPr/>
                    <a:lstStyle/>
                    <a:p>
                      <a:pPr algn="l" fontAlgn="ctr"/>
                      <a:r>
                        <a:rPr lang="en-IE" sz="1800" dirty="0">
                          <a:effectLst/>
                        </a:rPr>
                        <a:t>192.168.4.64</a:t>
                      </a:r>
                    </a:p>
                  </a:txBody>
                  <a:tcPr marL="50015" marR="50015" marT="50015" marB="5001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ctr"/>
                      <a:r>
                        <a:rPr lang="en-IE" sz="1800" dirty="0">
                          <a:effectLst/>
                        </a:rPr>
                        <a:t>/27</a:t>
                      </a:r>
                    </a:p>
                  </a:txBody>
                  <a:tcPr marL="50015" marR="50015" marT="50015" marB="5001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ctr"/>
                      <a:r>
                        <a:rPr lang="en-IE" sz="1800" dirty="0">
                          <a:effectLst/>
                        </a:rPr>
                        <a:t>30</a:t>
                      </a:r>
                    </a:p>
                  </a:txBody>
                  <a:tcPr marL="50015" marR="50015" marT="50015" marB="5001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ctr"/>
                      <a:r>
                        <a:rPr lang="en-IE" sz="1800" dirty="0">
                          <a:effectLst/>
                        </a:rPr>
                        <a:t>192.168.4.65 – 192.168.4.94</a:t>
                      </a:r>
                    </a:p>
                  </a:txBody>
                  <a:tcPr marL="50015" marR="50015" marT="50015" marB="5001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ctr"/>
                      <a:r>
                        <a:rPr lang="en-IE" sz="1800">
                          <a:effectLst/>
                        </a:rPr>
                        <a:t>LAN 1</a:t>
                      </a:r>
                      <a:endParaRPr lang="en-IE" sz="1800" dirty="0">
                        <a:effectLst/>
                      </a:endParaRPr>
                    </a:p>
                  </a:txBody>
                  <a:tcPr marL="50015" marR="50015" marT="50015" marB="5001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687462013"/>
                  </a:ext>
                </a:extLst>
              </a:tr>
              <a:tr h="0">
                <a:tc>
                  <a:txBody>
                    <a:bodyPr/>
                    <a:lstStyle/>
                    <a:p>
                      <a:pPr algn="l" fontAlgn="ctr"/>
                      <a:r>
                        <a:rPr lang="en-IE" sz="1800" dirty="0">
                          <a:effectLst/>
                        </a:rPr>
                        <a:t>192.168.4.96</a:t>
                      </a:r>
                    </a:p>
                  </a:txBody>
                  <a:tcPr marL="50015" marR="50015" marT="50015" marB="50015" anchor="ctr">
                    <a:lnL>
                      <a:noFill/>
                    </a:lnL>
                    <a:lnR>
                      <a:noFill/>
                    </a:lnR>
                    <a:lnT w="6350" cap="flat" cmpd="sng" algn="ctr">
                      <a:solidFill>
                        <a:srgbClr val="DDDDDD"/>
                      </a:solidFill>
                      <a:prstDash val="solid"/>
                      <a:round/>
                      <a:headEnd type="none" w="med" len="med"/>
                      <a:tailEnd type="none" w="med" len="med"/>
                    </a:lnT>
                    <a:lnB>
                      <a:noFill/>
                    </a:lnB>
                    <a:solidFill>
                      <a:srgbClr val="F3F3F3"/>
                    </a:solidFill>
                  </a:tcPr>
                </a:tc>
                <a:tc>
                  <a:txBody>
                    <a:bodyPr/>
                    <a:lstStyle/>
                    <a:p>
                      <a:pPr algn="l" fontAlgn="ctr"/>
                      <a:r>
                        <a:rPr lang="en-IE" sz="1800" dirty="0">
                          <a:effectLst/>
                        </a:rPr>
                        <a:t>/27</a:t>
                      </a:r>
                    </a:p>
                  </a:txBody>
                  <a:tcPr marL="50015" marR="50015" marT="50015" marB="50015" anchor="ctr">
                    <a:lnL>
                      <a:noFill/>
                    </a:lnL>
                    <a:lnR>
                      <a:noFill/>
                    </a:lnR>
                    <a:lnT w="6350" cap="flat" cmpd="sng" algn="ctr">
                      <a:solidFill>
                        <a:srgbClr val="DDDDDD"/>
                      </a:solidFill>
                      <a:prstDash val="solid"/>
                      <a:round/>
                      <a:headEnd type="none" w="med" len="med"/>
                      <a:tailEnd type="none" w="med" len="med"/>
                    </a:lnT>
                    <a:lnB>
                      <a:noFill/>
                    </a:lnB>
                    <a:solidFill>
                      <a:srgbClr val="F3F3F3"/>
                    </a:solidFill>
                  </a:tcPr>
                </a:tc>
                <a:tc>
                  <a:txBody>
                    <a:bodyPr/>
                    <a:lstStyle/>
                    <a:p>
                      <a:pPr algn="l" fontAlgn="ctr"/>
                      <a:r>
                        <a:rPr lang="en-IE" sz="1800" dirty="0">
                          <a:effectLst/>
                        </a:rPr>
                        <a:t>30</a:t>
                      </a:r>
                    </a:p>
                  </a:txBody>
                  <a:tcPr marL="50015" marR="50015" marT="50015" marB="50015" anchor="ctr">
                    <a:lnL>
                      <a:noFill/>
                    </a:lnL>
                    <a:lnR>
                      <a:noFill/>
                    </a:lnR>
                    <a:lnT w="6350" cap="flat" cmpd="sng" algn="ctr">
                      <a:solidFill>
                        <a:srgbClr val="DDDDDD"/>
                      </a:solidFill>
                      <a:prstDash val="solid"/>
                      <a:round/>
                      <a:headEnd type="none" w="med" len="med"/>
                      <a:tailEnd type="none" w="med" len="med"/>
                    </a:lnT>
                    <a:lnB>
                      <a:noFill/>
                    </a:lnB>
                    <a:solidFill>
                      <a:srgbClr val="F3F3F3"/>
                    </a:solidFill>
                  </a:tcPr>
                </a:tc>
                <a:tc>
                  <a:txBody>
                    <a:bodyPr/>
                    <a:lstStyle/>
                    <a:p>
                      <a:pPr algn="l" fontAlgn="ctr"/>
                      <a:endParaRPr lang="en-IE" sz="1800" dirty="0">
                        <a:effectLst/>
                      </a:endParaRPr>
                    </a:p>
                  </a:txBody>
                  <a:tcPr marL="50015" marR="50015" marT="50015" marB="50015" anchor="ctr">
                    <a:lnL>
                      <a:noFill/>
                    </a:lnL>
                    <a:lnR>
                      <a:noFill/>
                    </a:lnR>
                    <a:lnT w="6350" cap="flat" cmpd="sng" algn="ctr">
                      <a:solidFill>
                        <a:srgbClr val="DDDDDD"/>
                      </a:solidFill>
                      <a:prstDash val="solid"/>
                      <a:round/>
                      <a:headEnd type="none" w="med" len="med"/>
                      <a:tailEnd type="none" w="med" len="med"/>
                    </a:lnT>
                    <a:lnB>
                      <a:noFill/>
                    </a:lnB>
                    <a:solidFill>
                      <a:srgbClr val="F3F3F3"/>
                    </a:solidFill>
                  </a:tcPr>
                </a:tc>
                <a:tc>
                  <a:txBody>
                    <a:bodyPr/>
                    <a:lstStyle/>
                    <a:p>
                      <a:pPr algn="l" fontAlgn="ctr"/>
                      <a:r>
                        <a:rPr lang="en-IE" sz="1800" dirty="0">
                          <a:effectLst/>
                        </a:rPr>
                        <a:t>Unassigned</a:t>
                      </a:r>
                    </a:p>
                  </a:txBody>
                  <a:tcPr marL="50015" marR="50015" marT="50015" marB="50015" anchor="ctr">
                    <a:lnL>
                      <a:noFill/>
                    </a:lnL>
                    <a:lnR>
                      <a:noFill/>
                    </a:lnR>
                    <a:lnT w="6350" cap="flat" cmpd="sng" algn="ctr">
                      <a:solidFill>
                        <a:srgbClr val="DDDDDD"/>
                      </a:solidFill>
                      <a:prstDash val="solid"/>
                      <a:round/>
                      <a:headEnd type="none" w="med" len="med"/>
                      <a:tailEnd type="none" w="med" len="med"/>
                    </a:lnT>
                    <a:lnB>
                      <a:noFill/>
                    </a:lnB>
                    <a:solidFill>
                      <a:srgbClr val="F3F3F3"/>
                    </a:solidFill>
                  </a:tcPr>
                </a:tc>
                <a:extLst>
                  <a:ext uri="{0D108BD9-81ED-4DB2-BD59-A6C34878D82A}">
                    <a16:rowId xmlns:a16="http://schemas.microsoft.com/office/drawing/2014/main" val="4073758349"/>
                  </a:ext>
                </a:extLst>
              </a:tr>
            </a:tbl>
          </a:graphicData>
        </a:graphic>
      </p:graphicFrame>
      <mc:AlternateContent xmlns:mc="http://schemas.openxmlformats.org/markup-compatibility/2006" xmlns:p14="http://schemas.microsoft.com/office/powerpoint/2010/main">
        <mc:Choice Requires="p14">
          <p:contentPart p14:bwMode="auto" r:id="rId2">
            <p14:nvContentPartPr>
              <p14:cNvPr id="162" name="Ink 161">
                <a:extLst>
                  <a:ext uri="{FF2B5EF4-FFF2-40B4-BE49-F238E27FC236}">
                    <a16:creationId xmlns:a16="http://schemas.microsoft.com/office/drawing/2014/main" id="{A6941FA5-6D53-481D-8523-2806EE99B4BE}"/>
                  </a:ext>
                </a:extLst>
              </p14:cNvPr>
              <p14:cNvContentPartPr/>
              <p14:nvPr/>
            </p14:nvContentPartPr>
            <p14:xfrm>
              <a:off x="5600803" y="3483000"/>
              <a:ext cx="1080" cy="2520"/>
            </p14:xfrm>
          </p:contentPart>
        </mc:Choice>
        <mc:Fallback xmlns="">
          <p:pic>
            <p:nvPicPr>
              <p:cNvPr id="162" name="Ink 161">
                <a:extLst>
                  <a:ext uri="{FF2B5EF4-FFF2-40B4-BE49-F238E27FC236}">
                    <a16:creationId xmlns:a16="http://schemas.microsoft.com/office/drawing/2014/main" id="{A6941FA5-6D53-481D-8523-2806EE99B4BE}"/>
                  </a:ext>
                </a:extLst>
              </p:cNvPr>
              <p:cNvPicPr/>
              <p:nvPr/>
            </p:nvPicPr>
            <p:blipFill>
              <a:blip r:embed="rId3"/>
              <a:stretch>
                <a:fillRect/>
              </a:stretch>
            </p:blipFill>
            <p:spPr>
              <a:xfrm>
                <a:off x="5591803" y="3474000"/>
                <a:ext cx="18720" cy="20160"/>
              </a:xfrm>
              <a:prstGeom prst="rect">
                <a:avLst/>
              </a:prstGeom>
            </p:spPr>
          </p:pic>
        </mc:Fallback>
      </mc:AlternateContent>
      <p:pic>
        <p:nvPicPr>
          <p:cNvPr id="29" name="Picture 28">
            <a:extLst>
              <a:ext uri="{FF2B5EF4-FFF2-40B4-BE49-F238E27FC236}">
                <a16:creationId xmlns:a16="http://schemas.microsoft.com/office/drawing/2014/main" id="{2857ABEA-FBF4-452F-BAFF-754561681DD6}"/>
              </a:ext>
            </a:extLst>
          </p:cNvPr>
          <p:cNvPicPr>
            <a:picLocks noChangeAspect="1"/>
          </p:cNvPicPr>
          <p:nvPr/>
        </p:nvPicPr>
        <p:blipFill rotWithShape="1">
          <a:blip r:embed="rId4"/>
          <a:srcRect r="23607"/>
          <a:stretch/>
        </p:blipFill>
        <p:spPr>
          <a:xfrm>
            <a:off x="7432250" y="1027906"/>
            <a:ext cx="4581453" cy="3998950"/>
          </a:xfrm>
          <a:prstGeom prst="rect">
            <a:avLst/>
          </a:prstGeom>
        </p:spPr>
      </p:pic>
      <p:sp>
        <p:nvSpPr>
          <p:cNvPr id="150" name="Content Placeholder 2">
            <a:extLst>
              <a:ext uri="{FF2B5EF4-FFF2-40B4-BE49-F238E27FC236}">
                <a16:creationId xmlns:a16="http://schemas.microsoft.com/office/drawing/2014/main" id="{C9F155B0-0073-48EE-AABA-37EB4CB04246}"/>
              </a:ext>
            </a:extLst>
          </p:cNvPr>
          <p:cNvSpPr txBox="1">
            <a:spLocks/>
          </p:cNvSpPr>
          <p:nvPr/>
        </p:nvSpPr>
        <p:spPr>
          <a:xfrm>
            <a:off x="338587" y="1359996"/>
            <a:ext cx="6198314" cy="355962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400" dirty="0"/>
              <a:t>29 Hosts (LAN 1)</a:t>
            </a:r>
          </a:p>
          <a:p>
            <a:r>
              <a:rPr lang="en-GB" sz="2400" dirty="0"/>
              <a:t>Refer to Subnet Table, closest match that accommodates </a:t>
            </a:r>
            <a:r>
              <a:rPr lang="en-GB" sz="2400" b="1" dirty="0"/>
              <a:t>29</a:t>
            </a:r>
            <a:r>
              <a:rPr lang="en-GB" sz="2400" dirty="0"/>
              <a:t> hosts is </a:t>
            </a:r>
            <a:r>
              <a:rPr lang="en-GB" sz="2400" b="1" dirty="0"/>
              <a:t>/27</a:t>
            </a:r>
            <a:r>
              <a:rPr lang="en-GB" sz="2400" dirty="0"/>
              <a:t> ( 32-2 = 30 useable addresses)</a:t>
            </a:r>
          </a:p>
          <a:p>
            <a:r>
              <a:rPr lang="en-GB" sz="2400" dirty="0"/>
              <a:t>Select the first unassigned large subnet in previous step and subdivide into two smaller subnets, </a:t>
            </a:r>
            <a:r>
              <a:rPr lang="en-GB" sz="2400" b="1" dirty="0"/>
              <a:t>192.168.4.64/27</a:t>
            </a:r>
            <a:r>
              <a:rPr lang="en-GB" sz="2400" dirty="0"/>
              <a:t> and </a:t>
            </a:r>
            <a:r>
              <a:rPr lang="en-GB" sz="2400" b="1" dirty="0"/>
              <a:t>192.168.4.96/27</a:t>
            </a:r>
            <a:endParaRPr lang="en-IE" sz="2400" b="1" dirty="0"/>
          </a:p>
          <a:p>
            <a:endParaRPr lang="en-IE" dirty="0"/>
          </a:p>
        </p:txBody>
      </p:sp>
      <p:sp>
        <p:nvSpPr>
          <p:cNvPr id="151" name="Title 1">
            <a:extLst>
              <a:ext uri="{FF2B5EF4-FFF2-40B4-BE49-F238E27FC236}">
                <a16:creationId xmlns:a16="http://schemas.microsoft.com/office/drawing/2014/main" id="{3EE3C37C-09F2-4353-8473-F198FC0468BE}"/>
              </a:ext>
            </a:extLst>
          </p:cNvPr>
          <p:cNvSpPr txBox="1">
            <a:spLocks/>
          </p:cNvSpPr>
          <p:nvPr/>
        </p:nvSpPr>
        <p:spPr>
          <a:xfrm>
            <a:off x="838200" y="365125"/>
            <a:ext cx="8147538"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2. Second Largest Network (LAN 1)</a:t>
            </a:r>
            <a:endParaRPr lang="en-IE" dirty="0"/>
          </a:p>
        </p:txBody>
      </p:sp>
      <mc:AlternateContent xmlns:mc="http://schemas.openxmlformats.org/markup-compatibility/2006" xmlns:p14="http://schemas.microsoft.com/office/powerpoint/2010/main">
        <mc:Choice Requires="p14">
          <p:contentPart p14:bwMode="auto" r:id="rId5">
            <p14:nvContentPartPr>
              <p14:cNvPr id="48" name="Ink 47">
                <a:extLst>
                  <a:ext uri="{FF2B5EF4-FFF2-40B4-BE49-F238E27FC236}">
                    <a16:creationId xmlns:a16="http://schemas.microsoft.com/office/drawing/2014/main" id="{61F00FC7-818C-4CEA-A2D5-AE1F09964D4C}"/>
                  </a:ext>
                </a:extLst>
              </p14:cNvPr>
              <p14:cNvContentPartPr/>
              <p14:nvPr/>
            </p14:nvContentPartPr>
            <p14:xfrm>
              <a:off x="9284497" y="1740378"/>
              <a:ext cx="210960" cy="360"/>
            </p14:xfrm>
          </p:contentPart>
        </mc:Choice>
        <mc:Fallback xmlns="">
          <p:pic>
            <p:nvPicPr>
              <p:cNvPr id="48" name="Ink 47">
                <a:extLst>
                  <a:ext uri="{FF2B5EF4-FFF2-40B4-BE49-F238E27FC236}">
                    <a16:creationId xmlns:a16="http://schemas.microsoft.com/office/drawing/2014/main" id="{61F00FC7-818C-4CEA-A2D5-AE1F09964D4C}"/>
                  </a:ext>
                </a:extLst>
              </p:cNvPr>
              <p:cNvPicPr/>
              <p:nvPr/>
            </p:nvPicPr>
            <p:blipFill>
              <a:blip r:embed="rId6"/>
              <a:stretch>
                <a:fillRect/>
              </a:stretch>
            </p:blipFill>
            <p:spPr>
              <a:xfrm>
                <a:off x="9194857" y="1560738"/>
                <a:ext cx="3906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3" name="Ink 52">
                <a:extLst>
                  <a:ext uri="{FF2B5EF4-FFF2-40B4-BE49-F238E27FC236}">
                    <a16:creationId xmlns:a16="http://schemas.microsoft.com/office/drawing/2014/main" id="{B91274E7-6854-4D2E-A1DA-B55CA860B73D}"/>
                  </a:ext>
                </a:extLst>
              </p14:cNvPr>
              <p14:cNvContentPartPr/>
              <p14:nvPr/>
            </p14:nvContentPartPr>
            <p14:xfrm>
              <a:off x="9785617" y="1643898"/>
              <a:ext cx="16200" cy="360"/>
            </p14:xfrm>
          </p:contentPart>
        </mc:Choice>
        <mc:Fallback xmlns="">
          <p:pic>
            <p:nvPicPr>
              <p:cNvPr id="53" name="Ink 52">
                <a:extLst>
                  <a:ext uri="{FF2B5EF4-FFF2-40B4-BE49-F238E27FC236}">
                    <a16:creationId xmlns:a16="http://schemas.microsoft.com/office/drawing/2014/main" id="{B91274E7-6854-4D2E-A1DA-B55CA860B73D}"/>
                  </a:ext>
                </a:extLst>
              </p:cNvPr>
              <p:cNvPicPr/>
              <p:nvPr/>
            </p:nvPicPr>
            <p:blipFill>
              <a:blip r:embed="rId8"/>
              <a:stretch>
                <a:fillRect/>
              </a:stretch>
            </p:blipFill>
            <p:spPr>
              <a:xfrm>
                <a:off x="9695617" y="1463898"/>
                <a:ext cx="19584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6" name="Ink 55">
                <a:extLst>
                  <a:ext uri="{FF2B5EF4-FFF2-40B4-BE49-F238E27FC236}">
                    <a16:creationId xmlns:a16="http://schemas.microsoft.com/office/drawing/2014/main" id="{444A756C-3D52-4101-BFC1-2EF16DACDB19}"/>
                  </a:ext>
                </a:extLst>
              </p14:cNvPr>
              <p14:cNvContentPartPr/>
              <p14:nvPr/>
            </p14:nvContentPartPr>
            <p14:xfrm>
              <a:off x="9601297" y="1758018"/>
              <a:ext cx="121680" cy="360"/>
            </p14:xfrm>
          </p:contentPart>
        </mc:Choice>
        <mc:Fallback xmlns="">
          <p:pic>
            <p:nvPicPr>
              <p:cNvPr id="56" name="Ink 55">
                <a:extLst>
                  <a:ext uri="{FF2B5EF4-FFF2-40B4-BE49-F238E27FC236}">
                    <a16:creationId xmlns:a16="http://schemas.microsoft.com/office/drawing/2014/main" id="{444A756C-3D52-4101-BFC1-2EF16DACDB19}"/>
                  </a:ext>
                </a:extLst>
              </p:cNvPr>
              <p:cNvPicPr/>
              <p:nvPr/>
            </p:nvPicPr>
            <p:blipFill>
              <a:blip r:embed="rId10"/>
              <a:stretch>
                <a:fillRect/>
              </a:stretch>
            </p:blipFill>
            <p:spPr>
              <a:xfrm>
                <a:off x="9511297" y="1578018"/>
                <a:ext cx="30132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63" name="Ink 62">
                <a:extLst>
                  <a:ext uri="{FF2B5EF4-FFF2-40B4-BE49-F238E27FC236}">
                    <a16:creationId xmlns:a16="http://schemas.microsoft.com/office/drawing/2014/main" id="{F87A565C-9F6B-4BBA-B1EF-8717430F2E03}"/>
                  </a:ext>
                </a:extLst>
              </p14:cNvPr>
              <p14:cNvContentPartPr/>
              <p14:nvPr/>
            </p14:nvContentPartPr>
            <p14:xfrm>
              <a:off x="9398617" y="1934058"/>
              <a:ext cx="38880" cy="360"/>
            </p14:xfrm>
          </p:contentPart>
        </mc:Choice>
        <mc:Fallback xmlns="">
          <p:pic>
            <p:nvPicPr>
              <p:cNvPr id="63" name="Ink 62">
                <a:extLst>
                  <a:ext uri="{FF2B5EF4-FFF2-40B4-BE49-F238E27FC236}">
                    <a16:creationId xmlns:a16="http://schemas.microsoft.com/office/drawing/2014/main" id="{F87A565C-9F6B-4BBA-B1EF-8717430F2E03}"/>
                  </a:ext>
                </a:extLst>
              </p:cNvPr>
              <p:cNvPicPr/>
              <p:nvPr/>
            </p:nvPicPr>
            <p:blipFill>
              <a:blip r:embed="rId12"/>
              <a:stretch>
                <a:fillRect/>
              </a:stretch>
            </p:blipFill>
            <p:spPr>
              <a:xfrm>
                <a:off x="9308977" y="1754058"/>
                <a:ext cx="21852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64" name="Ink 63">
                <a:extLst>
                  <a:ext uri="{FF2B5EF4-FFF2-40B4-BE49-F238E27FC236}">
                    <a16:creationId xmlns:a16="http://schemas.microsoft.com/office/drawing/2014/main" id="{3B908C41-200E-46BB-A49B-E120AF18DE5F}"/>
                  </a:ext>
                </a:extLst>
              </p14:cNvPr>
              <p14:cNvContentPartPr/>
              <p14:nvPr/>
            </p14:nvContentPartPr>
            <p14:xfrm>
              <a:off x="9864817" y="1581978"/>
              <a:ext cx="179640" cy="360"/>
            </p14:xfrm>
          </p:contentPart>
        </mc:Choice>
        <mc:Fallback xmlns="">
          <p:pic>
            <p:nvPicPr>
              <p:cNvPr id="64" name="Ink 63">
                <a:extLst>
                  <a:ext uri="{FF2B5EF4-FFF2-40B4-BE49-F238E27FC236}">
                    <a16:creationId xmlns:a16="http://schemas.microsoft.com/office/drawing/2014/main" id="{3B908C41-200E-46BB-A49B-E120AF18DE5F}"/>
                  </a:ext>
                </a:extLst>
              </p:cNvPr>
              <p:cNvPicPr/>
              <p:nvPr/>
            </p:nvPicPr>
            <p:blipFill>
              <a:blip r:embed="rId14"/>
              <a:stretch>
                <a:fillRect/>
              </a:stretch>
            </p:blipFill>
            <p:spPr>
              <a:xfrm>
                <a:off x="9774817" y="1401978"/>
                <a:ext cx="35928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65" name="Ink 64">
                <a:extLst>
                  <a:ext uri="{FF2B5EF4-FFF2-40B4-BE49-F238E27FC236}">
                    <a16:creationId xmlns:a16="http://schemas.microsoft.com/office/drawing/2014/main" id="{42FFDBD6-4C88-4BAC-A45E-D36D57D5698E}"/>
                  </a:ext>
                </a:extLst>
              </p14:cNvPr>
              <p14:cNvContentPartPr/>
              <p14:nvPr/>
            </p14:nvContentPartPr>
            <p14:xfrm>
              <a:off x="10111057" y="1441578"/>
              <a:ext cx="96480" cy="360"/>
            </p14:xfrm>
          </p:contentPart>
        </mc:Choice>
        <mc:Fallback xmlns="">
          <p:pic>
            <p:nvPicPr>
              <p:cNvPr id="65" name="Ink 64">
                <a:extLst>
                  <a:ext uri="{FF2B5EF4-FFF2-40B4-BE49-F238E27FC236}">
                    <a16:creationId xmlns:a16="http://schemas.microsoft.com/office/drawing/2014/main" id="{42FFDBD6-4C88-4BAC-A45E-D36D57D5698E}"/>
                  </a:ext>
                </a:extLst>
              </p:cNvPr>
              <p:cNvPicPr/>
              <p:nvPr/>
            </p:nvPicPr>
            <p:blipFill>
              <a:blip r:embed="rId16"/>
              <a:stretch>
                <a:fillRect/>
              </a:stretch>
            </p:blipFill>
            <p:spPr>
              <a:xfrm>
                <a:off x="10021057" y="1261578"/>
                <a:ext cx="27612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66" name="Ink 65">
                <a:extLst>
                  <a:ext uri="{FF2B5EF4-FFF2-40B4-BE49-F238E27FC236}">
                    <a16:creationId xmlns:a16="http://schemas.microsoft.com/office/drawing/2014/main" id="{38EA50D6-CD14-4141-9D85-E8CCA9FA2CCB}"/>
                  </a:ext>
                </a:extLst>
              </p14:cNvPr>
              <p14:cNvContentPartPr/>
              <p14:nvPr/>
            </p14:nvContentPartPr>
            <p14:xfrm>
              <a:off x="10286377" y="1362018"/>
              <a:ext cx="139680" cy="19080"/>
            </p14:xfrm>
          </p:contentPart>
        </mc:Choice>
        <mc:Fallback xmlns="">
          <p:pic>
            <p:nvPicPr>
              <p:cNvPr id="66" name="Ink 65">
                <a:extLst>
                  <a:ext uri="{FF2B5EF4-FFF2-40B4-BE49-F238E27FC236}">
                    <a16:creationId xmlns:a16="http://schemas.microsoft.com/office/drawing/2014/main" id="{38EA50D6-CD14-4141-9D85-E8CCA9FA2CCB}"/>
                  </a:ext>
                </a:extLst>
              </p:cNvPr>
              <p:cNvPicPr/>
              <p:nvPr/>
            </p:nvPicPr>
            <p:blipFill>
              <a:blip r:embed="rId18"/>
              <a:stretch>
                <a:fillRect/>
              </a:stretch>
            </p:blipFill>
            <p:spPr>
              <a:xfrm>
                <a:off x="10196737" y="1182018"/>
                <a:ext cx="319320" cy="378720"/>
              </a:xfrm>
              <a:prstGeom prst="rect">
                <a:avLst/>
              </a:prstGeom>
            </p:spPr>
          </p:pic>
        </mc:Fallback>
      </mc:AlternateContent>
    </p:spTree>
    <p:extLst>
      <p:ext uri="{BB962C8B-B14F-4D97-AF65-F5344CB8AC3E}">
        <p14:creationId xmlns:p14="http://schemas.microsoft.com/office/powerpoint/2010/main" val="38134213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8761DDFE-071F-4200-B0AA-394476C2D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83A2AE-49A3-4F97-965A-0A6BC46D46B8}"/>
              </a:ext>
            </a:extLst>
          </p:cNvPr>
          <p:cNvSpPr>
            <a:spLocks noGrp="1"/>
          </p:cNvSpPr>
          <p:nvPr>
            <p:ph type="title"/>
          </p:nvPr>
        </p:nvSpPr>
        <p:spPr>
          <a:xfrm>
            <a:off x="838198" y="547815"/>
            <a:ext cx="5167185" cy="1680519"/>
          </a:xfrm>
        </p:spPr>
        <p:txBody>
          <a:bodyPr>
            <a:normAutofit/>
          </a:bodyPr>
          <a:lstStyle/>
          <a:p>
            <a:r>
              <a:rPr lang="en-GB" sz="4000" dirty="0"/>
              <a:t>3. Third Largest Network</a:t>
            </a:r>
            <a:endParaRPr lang="en-IE" sz="4000" dirty="0"/>
          </a:p>
        </p:txBody>
      </p:sp>
      <p:sp>
        <p:nvSpPr>
          <p:cNvPr id="3" name="Content Placeholder 2">
            <a:extLst>
              <a:ext uri="{FF2B5EF4-FFF2-40B4-BE49-F238E27FC236}">
                <a16:creationId xmlns:a16="http://schemas.microsoft.com/office/drawing/2014/main" id="{A48F5094-BBF5-49DF-852B-2A7BA0F17586}"/>
              </a:ext>
            </a:extLst>
          </p:cNvPr>
          <p:cNvSpPr>
            <a:spLocks noGrp="1"/>
          </p:cNvSpPr>
          <p:nvPr>
            <p:ph idx="1"/>
          </p:nvPr>
        </p:nvSpPr>
        <p:spPr>
          <a:xfrm>
            <a:off x="6186619" y="547815"/>
            <a:ext cx="5178960" cy="2881185"/>
          </a:xfrm>
        </p:spPr>
        <p:txBody>
          <a:bodyPr anchor="ctr">
            <a:normAutofit/>
          </a:bodyPr>
          <a:lstStyle/>
          <a:p>
            <a:r>
              <a:rPr lang="en-GB" sz="2000" dirty="0"/>
              <a:t>14 Hosts (LAN 2)</a:t>
            </a:r>
          </a:p>
          <a:p>
            <a:r>
              <a:rPr lang="en-GB" sz="2000" dirty="0"/>
              <a:t>Refer to Subnet Table, closest match that accommodates 14 hosts is /28 ( 16-2 = 14 useable addresses)</a:t>
            </a:r>
          </a:p>
          <a:p>
            <a:r>
              <a:rPr lang="en-GB" sz="2000" dirty="0"/>
              <a:t>Select the first unassigned large subnet in previous step and subdivide into two smaller subnets, </a:t>
            </a:r>
            <a:r>
              <a:rPr lang="en-IE" sz="2000" b="0" i="0" dirty="0">
                <a:effectLst/>
                <a:latin typeface="Arial" panose="020B0604020202020204" pitchFamily="34" charset="0"/>
              </a:rPr>
              <a:t>192.168.4.96/28 and 192.168.4.112/28</a:t>
            </a:r>
            <a:endParaRPr lang="en-IE" sz="2000" dirty="0"/>
          </a:p>
          <a:p>
            <a:endParaRPr lang="en-IE" sz="1600" dirty="0"/>
          </a:p>
        </p:txBody>
      </p:sp>
      <p:pic>
        <p:nvPicPr>
          <p:cNvPr id="8" name="Picture 7">
            <a:extLst>
              <a:ext uri="{FF2B5EF4-FFF2-40B4-BE49-F238E27FC236}">
                <a16:creationId xmlns:a16="http://schemas.microsoft.com/office/drawing/2014/main" id="{E8B5CABE-B349-4C01-B0A3-DDD29A5D1350}"/>
              </a:ext>
            </a:extLst>
          </p:cNvPr>
          <p:cNvPicPr>
            <a:picLocks noChangeAspect="1"/>
          </p:cNvPicPr>
          <p:nvPr/>
        </p:nvPicPr>
        <p:blipFill>
          <a:blip r:embed="rId2"/>
          <a:stretch>
            <a:fillRect/>
          </a:stretch>
        </p:blipFill>
        <p:spPr>
          <a:xfrm>
            <a:off x="838198" y="2552949"/>
            <a:ext cx="5167185" cy="3449095"/>
          </a:xfrm>
          <a:prstGeom prst="rect">
            <a:avLst/>
          </a:prstGeom>
        </p:spPr>
      </p:pic>
      <p:graphicFrame>
        <p:nvGraphicFramePr>
          <p:cNvPr id="4" name="Table 3">
            <a:extLst>
              <a:ext uri="{FF2B5EF4-FFF2-40B4-BE49-F238E27FC236}">
                <a16:creationId xmlns:a16="http://schemas.microsoft.com/office/drawing/2014/main" id="{189918BE-A70A-4290-9FEC-8B51369DBE1D}"/>
              </a:ext>
            </a:extLst>
          </p:cNvPr>
          <p:cNvGraphicFramePr>
            <a:graphicFrameLocks noGrp="1"/>
          </p:cNvGraphicFramePr>
          <p:nvPr>
            <p:extLst>
              <p:ext uri="{D42A27DB-BD31-4B8C-83A1-F6EECF244321}">
                <p14:modId xmlns:p14="http://schemas.microsoft.com/office/powerpoint/2010/main" val="2706044666"/>
              </p:ext>
            </p:extLst>
          </p:nvPr>
        </p:nvGraphicFramePr>
        <p:xfrm>
          <a:off x="6198394" y="3587716"/>
          <a:ext cx="5167187" cy="1566440"/>
        </p:xfrm>
        <a:graphic>
          <a:graphicData uri="http://schemas.openxmlformats.org/drawingml/2006/table">
            <a:tbl>
              <a:tblPr firstRow="1" bandRow="1"/>
              <a:tblGrid>
                <a:gridCol w="1310787">
                  <a:extLst>
                    <a:ext uri="{9D8B030D-6E8A-4147-A177-3AD203B41FA5}">
                      <a16:colId xmlns:a16="http://schemas.microsoft.com/office/drawing/2014/main" val="3512061544"/>
                    </a:ext>
                  </a:extLst>
                </a:gridCol>
                <a:gridCol w="606119">
                  <a:extLst>
                    <a:ext uri="{9D8B030D-6E8A-4147-A177-3AD203B41FA5}">
                      <a16:colId xmlns:a16="http://schemas.microsoft.com/office/drawing/2014/main" val="3637668324"/>
                    </a:ext>
                  </a:extLst>
                </a:gridCol>
                <a:gridCol w="854529">
                  <a:extLst>
                    <a:ext uri="{9D8B030D-6E8A-4147-A177-3AD203B41FA5}">
                      <a16:colId xmlns:a16="http://schemas.microsoft.com/office/drawing/2014/main" val="1911491007"/>
                    </a:ext>
                  </a:extLst>
                </a:gridCol>
                <a:gridCol w="1281667">
                  <a:extLst>
                    <a:ext uri="{9D8B030D-6E8A-4147-A177-3AD203B41FA5}">
                      <a16:colId xmlns:a16="http://schemas.microsoft.com/office/drawing/2014/main" val="2034965633"/>
                    </a:ext>
                  </a:extLst>
                </a:gridCol>
                <a:gridCol w="1114085">
                  <a:extLst>
                    <a:ext uri="{9D8B030D-6E8A-4147-A177-3AD203B41FA5}">
                      <a16:colId xmlns:a16="http://schemas.microsoft.com/office/drawing/2014/main" val="3361619192"/>
                    </a:ext>
                  </a:extLst>
                </a:gridCol>
              </a:tblGrid>
              <a:tr h="530667">
                <a:tc>
                  <a:txBody>
                    <a:bodyPr/>
                    <a:lstStyle/>
                    <a:p>
                      <a:pPr algn="l" fontAlgn="ctr"/>
                      <a:r>
                        <a:rPr lang="en-IE" sz="1400" b="1">
                          <a:effectLst/>
                        </a:rPr>
                        <a:t>Network ID</a:t>
                      </a:r>
                    </a:p>
                  </a:txBody>
                  <a:tcPr marL="38732" marR="38732" marT="38732" marB="38732" anchor="ctr">
                    <a:lnL>
                      <a:noFill/>
                    </a:lnL>
                    <a:lnR>
                      <a:noFill/>
                    </a:lnR>
                    <a:lnT>
                      <a:noFill/>
                    </a:lnT>
                    <a:lnB w="6350" cap="flat" cmpd="sng" algn="ctr">
                      <a:solidFill>
                        <a:srgbClr val="DDDDDD"/>
                      </a:solidFill>
                      <a:prstDash val="solid"/>
                      <a:round/>
                      <a:headEnd type="none" w="med" len="med"/>
                      <a:tailEnd type="none" w="med" len="med"/>
                    </a:lnB>
                    <a:solidFill>
                      <a:srgbClr val="D9EDF7"/>
                    </a:solidFill>
                  </a:tcPr>
                </a:tc>
                <a:tc>
                  <a:txBody>
                    <a:bodyPr/>
                    <a:lstStyle/>
                    <a:p>
                      <a:pPr algn="l" fontAlgn="ctr"/>
                      <a:r>
                        <a:rPr lang="en-IE" sz="1400" b="1">
                          <a:effectLst/>
                        </a:rPr>
                        <a:t>Subnet Mask</a:t>
                      </a:r>
                    </a:p>
                  </a:txBody>
                  <a:tcPr marL="38732" marR="38732" marT="38732" marB="38732" anchor="ctr">
                    <a:lnL>
                      <a:noFill/>
                    </a:lnL>
                    <a:lnR>
                      <a:noFill/>
                    </a:lnR>
                    <a:lnT>
                      <a:noFill/>
                    </a:lnT>
                    <a:lnB w="6350" cap="flat" cmpd="sng" algn="ctr">
                      <a:solidFill>
                        <a:srgbClr val="DDDDDD"/>
                      </a:solidFill>
                      <a:prstDash val="solid"/>
                      <a:round/>
                      <a:headEnd type="none" w="med" len="med"/>
                      <a:tailEnd type="none" w="med" len="med"/>
                    </a:lnB>
                    <a:solidFill>
                      <a:srgbClr val="D9EDF7"/>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IE" sz="1400" b="1" dirty="0">
                          <a:effectLst/>
                        </a:rPr>
                        <a:t>Host Addresses(2</a:t>
                      </a:r>
                      <a:r>
                        <a:rPr lang="en-IE" sz="1400" b="1" baseline="30000" dirty="0">
                          <a:effectLst/>
                        </a:rPr>
                        <a:t>4 </a:t>
                      </a:r>
                      <a:r>
                        <a:rPr lang="en-IE" sz="1400" b="1" baseline="0" dirty="0">
                          <a:effectLst/>
                        </a:rPr>
                        <a:t>-2)</a:t>
                      </a:r>
                      <a:endParaRPr lang="en-IE" sz="1400" b="1" dirty="0">
                        <a:effectLst/>
                      </a:endParaRPr>
                    </a:p>
                  </a:txBody>
                  <a:tcPr marL="38732" marR="38732" marT="38732" marB="38732" anchor="ctr">
                    <a:lnL>
                      <a:noFill/>
                    </a:lnL>
                    <a:lnR>
                      <a:noFill/>
                    </a:lnR>
                    <a:lnT>
                      <a:noFill/>
                    </a:lnT>
                    <a:lnB w="6350" cap="flat" cmpd="sng" algn="ctr">
                      <a:solidFill>
                        <a:srgbClr val="DDDDDD"/>
                      </a:solidFill>
                      <a:prstDash val="solid"/>
                      <a:round/>
                      <a:headEnd type="none" w="med" len="med"/>
                      <a:tailEnd type="none" w="med" len="med"/>
                    </a:lnB>
                    <a:solidFill>
                      <a:srgbClr val="D9EDF7"/>
                    </a:solidFill>
                  </a:tcPr>
                </a:tc>
                <a:tc>
                  <a:txBody>
                    <a:bodyPr/>
                    <a:lstStyle/>
                    <a:p>
                      <a:pPr algn="l" fontAlgn="ctr"/>
                      <a:r>
                        <a:rPr lang="en-IE" sz="1400" b="1" dirty="0">
                          <a:effectLst/>
                        </a:rPr>
                        <a:t>Usable Host Range</a:t>
                      </a:r>
                    </a:p>
                  </a:txBody>
                  <a:tcPr marL="38732" marR="38732" marT="38732" marB="38732" anchor="ctr">
                    <a:lnL>
                      <a:noFill/>
                    </a:lnL>
                    <a:lnR>
                      <a:noFill/>
                    </a:lnR>
                    <a:lnT>
                      <a:noFill/>
                    </a:lnT>
                    <a:lnB w="6350" cap="flat" cmpd="sng" algn="ctr">
                      <a:solidFill>
                        <a:srgbClr val="DDDDDD"/>
                      </a:solidFill>
                      <a:prstDash val="solid"/>
                      <a:round/>
                      <a:headEnd type="none" w="med" len="med"/>
                      <a:tailEnd type="none" w="med" len="med"/>
                    </a:lnB>
                    <a:solidFill>
                      <a:srgbClr val="D9EDF7"/>
                    </a:solidFill>
                  </a:tcPr>
                </a:tc>
                <a:tc>
                  <a:txBody>
                    <a:bodyPr/>
                    <a:lstStyle/>
                    <a:p>
                      <a:pPr algn="l" fontAlgn="ctr"/>
                      <a:r>
                        <a:rPr lang="en-IE" sz="1400" b="1">
                          <a:effectLst/>
                        </a:rPr>
                        <a:t>Name of LAN</a:t>
                      </a:r>
                    </a:p>
                  </a:txBody>
                  <a:tcPr marL="38732" marR="38732" marT="38732" marB="38732" anchor="ctr">
                    <a:lnL>
                      <a:noFill/>
                    </a:lnL>
                    <a:lnR>
                      <a:noFill/>
                    </a:lnR>
                    <a:lnT>
                      <a:noFill/>
                    </a:lnT>
                    <a:lnB w="6350" cap="flat" cmpd="sng" algn="ctr">
                      <a:solidFill>
                        <a:srgbClr val="DDDDDD"/>
                      </a:solidFill>
                      <a:prstDash val="solid"/>
                      <a:round/>
                      <a:headEnd type="none" w="med" len="med"/>
                      <a:tailEnd type="none" w="med" len="med"/>
                    </a:lnB>
                    <a:solidFill>
                      <a:srgbClr val="D9EDF7"/>
                    </a:solidFill>
                  </a:tcPr>
                </a:tc>
                <a:extLst>
                  <a:ext uri="{0D108BD9-81ED-4DB2-BD59-A6C34878D82A}">
                    <a16:rowId xmlns:a16="http://schemas.microsoft.com/office/drawing/2014/main" val="72906373"/>
                  </a:ext>
                </a:extLst>
              </a:tr>
              <a:tr h="530667">
                <a:tc>
                  <a:txBody>
                    <a:bodyPr/>
                    <a:lstStyle/>
                    <a:p>
                      <a:pPr algn="l" fontAlgn="ctr"/>
                      <a:r>
                        <a:rPr lang="en-IE" sz="1400">
                          <a:effectLst/>
                        </a:rPr>
                        <a:t>192.168.4.96</a:t>
                      </a:r>
                    </a:p>
                  </a:txBody>
                  <a:tcPr marL="38732" marR="38732" marT="38732" marB="38732"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ctr"/>
                      <a:r>
                        <a:rPr lang="en-IE" sz="1400">
                          <a:effectLst/>
                        </a:rPr>
                        <a:t>/28</a:t>
                      </a:r>
                    </a:p>
                  </a:txBody>
                  <a:tcPr marL="38732" marR="38732" marT="38732" marB="38732"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ctr"/>
                      <a:r>
                        <a:rPr lang="en-IE" sz="1400" dirty="0">
                          <a:effectLst/>
                        </a:rPr>
                        <a:t>14</a:t>
                      </a:r>
                    </a:p>
                  </a:txBody>
                  <a:tcPr marL="38732" marR="38732" marT="38732" marB="38732"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ctr"/>
                      <a:r>
                        <a:rPr lang="en-IE" sz="1400">
                          <a:effectLst/>
                        </a:rPr>
                        <a:t>192.168.4.97– 192.168.4.110 </a:t>
                      </a:r>
                    </a:p>
                  </a:txBody>
                  <a:tcPr marL="38732" marR="38732" marT="38732" marB="38732"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ctr"/>
                      <a:r>
                        <a:rPr lang="en-IE" sz="1400">
                          <a:effectLst/>
                        </a:rPr>
                        <a:t>LAN 2</a:t>
                      </a:r>
                    </a:p>
                  </a:txBody>
                  <a:tcPr marL="38732" marR="38732" marT="38732" marB="38732"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316983282"/>
                  </a:ext>
                </a:extLst>
              </a:tr>
              <a:tr h="318229">
                <a:tc>
                  <a:txBody>
                    <a:bodyPr/>
                    <a:lstStyle/>
                    <a:p>
                      <a:pPr algn="l" fontAlgn="ctr"/>
                      <a:r>
                        <a:rPr lang="en-IE" sz="1400">
                          <a:effectLst/>
                        </a:rPr>
                        <a:t>192.168.4.112</a:t>
                      </a:r>
                    </a:p>
                  </a:txBody>
                  <a:tcPr marL="38732" marR="38732" marT="38732" marB="38732" anchor="ctr">
                    <a:lnL>
                      <a:noFill/>
                    </a:lnL>
                    <a:lnR>
                      <a:noFill/>
                    </a:lnR>
                    <a:lnT w="6350" cap="flat" cmpd="sng" algn="ctr">
                      <a:solidFill>
                        <a:srgbClr val="DDDDDD"/>
                      </a:solidFill>
                      <a:prstDash val="solid"/>
                      <a:round/>
                      <a:headEnd type="none" w="med" len="med"/>
                      <a:tailEnd type="none" w="med" len="med"/>
                    </a:lnT>
                    <a:lnB>
                      <a:noFill/>
                    </a:lnB>
                    <a:solidFill>
                      <a:srgbClr val="F9F9F9"/>
                    </a:solidFill>
                  </a:tcPr>
                </a:tc>
                <a:tc>
                  <a:txBody>
                    <a:bodyPr/>
                    <a:lstStyle/>
                    <a:p>
                      <a:pPr algn="l" fontAlgn="ctr"/>
                      <a:r>
                        <a:rPr lang="en-IE" sz="1400">
                          <a:effectLst/>
                        </a:rPr>
                        <a:t>/28</a:t>
                      </a:r>
                    </a:p>
                  </a:txBody>
                  <a:tcPr marL="38732" marR="38732" marT="38732" marB="38732" anchor="ctr">
                    <a:lnL>
                      <a:noFill/>
                    </a:lnL>
                    <a:lnR>
                      <a:noFill/>
                    </a:lnR>
                    <a:lnT w="6350" cap="flat" cmpd="sng" algn="ctr">
                      <a:solidFill>
                        <a:srgbClr val="DDDDDD"/>
                      </a:solidFill>
                      <a:prstDash val="solid"/>
                      <a:round/>
                      <a:headEnd type="none" w="med" len="med"/>
                      <a:tailEnd type="none" w="med" len="med"/>
                    </a:lnT>
                    <a:lnB>
                      <a:noFill/>
                    </a:lnB>
                    <a:solidFill>
                      <a:srgbClr val="F9F9F9"/>
                    </a:solidFill>
                  </a:tcPr>
                </a:tc>
                <a:tc>
                  <a:txBody>
                    <a:bodyPr/>
                    <a:lstStyle/>
                    <a:p>
                      <a:pPr algn="l" fontAlgn="ctr"/>
                      <a:r>
                        <a:rPr lang="en-IE" sz="1400" dirty="0">
                          <a:effectLst/>
                        </a:rPr>
                        <a:t>14</a:t>
                      </a:r>
                    </a:p>
                  </a:txBody>
                  <a:tcPr marL="38732" marR="38732" marT="38732" marB="38732" anchor="ctr">
                    <a:lnL>
                      <a:noFill/>
                    </a:lnL>
                    <a:lnR>
                      <a:noFill/>
                    </a:lnR>
                    <a:lnT w="6350" cap="flat" cmpd="sng" algn="ctr">
                      <a:solidFill>
                        <a:srgbClr val="DDDDDD"/>
                      </a:solidFill>
                      <a:prstDash val="solid"/>
                      <a:round/>
                      <a:headEnd type="none" w="med" len="med"/>
                      <a:tailEnd type="none" w="med" len="med"/>
                    </a:lnT>
                    <a:lnB>
                      <a:noFill/>
                    </a:lnB>
                    <a:solidFill>
                      <a:srgbClr val="F9F9F9"/>
                    </a:solidFill>
                  </a:tcPr>
                </a:tc>
                <a:tc>
                  <a:txBody>
                    <a:bodyPr/>
                    <a:lstStyle/>
                    <a:p>
                      <a:pPr algn="l" fontAlgn="ctr"/>
                      <a:endParaRPr lang="en-IE" sz="1400">
                        <a:effectLst/>
                      </a:endParaRPr>
                    </a:p>
                  </a:txBody>
                  <a:tcPr marL="38732" marR="38732" marT="38732" marB="38732" anchor="ctr">
                    <a:lnL>
                      <a:noFill/>
                    </a:lnL>
                    <a:lnR>
                      <a:noFill/>
                    </a:lnR>
                    <a:lnT w="6350" cap="flat" cmpd="sng" algn="ctr">
                      <a:solidFill>
                        <a:srgbClr val="DDDDDD"/>
                      </a:solidFill>
                      <a:prstDash val="solid"/>
                      <a:round/>
                      <a:headEnd type="none" w="med" len="med"/>
                      <a:tailEnd type="none" w="med" len="med"/>
                    </a:lnT>
                    <a:lnB>
                      <a:noFill/>
                    </a:lnB>
                    <a:solidFill>
                      <a:srgbClr val="F9F9F9"/>
                    </a:solidFill>
                  </a:tcPr>
                </a:tc>
                <a:tc>
                  <a:txBody>
                    <a:bodyPr/>
                    <a:lstStyle/>
                    <a:p>
                      <a:pPr algn="l" fontAlgn="ctr"/>
                      <a:r>
                        <a:rPr lang="en-IE" sz="1400" dirty="0">
                          <a:effectLst/>
                        </a:rPr>
                        <a:t>Unassigned</a:t>
                      </a:r>
                    </a:p>
                  </a:txBody>
                  <a:tcPr marL="38732" marR="38732" marT="38732" marB="38732" anchor="ctr">
                    <a:lnL>
                      <a:noFill/>
                    </a:lnL>
                    <a:lnR>
                      <a:noFill/>
                    </a:lnR>
                    <a:lnT w="6350" cap="flat" cmpd="sng" algn="ctr">
                      <a:solidFill>
                        <a:srgbClr val="DDDDDD"/>
                      </a:solidFill>
                      <a:prstDash val="solid"/>
                      <a:round/>
                      <a:headEnd type="none" w="med" len="med"/>
                      <a:tailEnd type="none" w="med" len="med"/>
                    </a:lnT>
                    <a:lnB>
                      <a:noFill/>
                    </a:lnB>
                    <a:solidFill>
                      <a:srgbClr val="F9F9F9"/>
                    </a:solidFill>
                  </a:tcPr>
                </a:tc>
                <a:extLst>
                  <a:ext uri="{0D108BD9-81ED-4DB2-BD59-A6C34878D82A}">
                    <a16:rowId xmlns:a16="http://schemas.microsoft.com/office/drawing/2014/main" val="1011382311"/>
                  </a:ext>
                </a:extLst>
              </a:tr>
            </a:tbl>
          </a:graphicData>
        </a:graphic>
      </p:graphicFrame>
      <mc:AlternateContent xmlns:mc="http://schemas.openxmlformats.org/markup-compatibility/2006" xmlns:p14="http://schemas.microsoft.com/office/powerpoint/2010/main">
        <mc:Choice Requires="p14">
          <p:contentPart p14:bwMode="auto" r:id="rId3">
            <p14:nvContentPartPr>
              <p14:cNvPr id="17" name="Ink 16">
                <a:extLst>
                  <a:ext uri="{FF2B5EF4-FFF2-40B4-BE49-F238E27FC236}">
                    <a16:creationId xmlns:a16="http://schemas.microsoft.com/office/drawing/2014/main" id="{02436E81-7B63-4F6D-8DED-AFB093FC20A7}"/>
                  </a:ext>
                </a:extLst>
              </p14:cNvPr>
              <p14:cNvContentPartPr/>
              <p14:nvPr/>
            </p14:nvContentPartPr>
            <p14:xfrm>
              <a:off x="3500233" y="3731171"/>
              <a:ext cx="360" cy="360"/>
            </p14:xfrm>
          </p:contentPart>
        </mc:Choice>
        <mc:Fallback xmlns="">
          <p:pic>
            <p:nvPicPr>
              <p:cNvPr id="17" name="Ink 16">
                <a:extLst>
                  <a:ext uri="{FF2B5EF4-FFF2-40B4-BE49-F238E27FC236}">
                    <a16:creationId xmlns:a16="http://schemas.microsoft.com/office/drawing/2014/main" id="{02436E81-7B63-4F6D-8DED-AFB093FC20A7}"/>
                  </a:ext>
                </a:extLst>
              </p:cNvPr>
              <p:cNvPicPr/>
              <p:nvPr/>
            </p:nvPicPr>
            <p:blipFill>
              <a:blip r:embed="rId4"/>
              <a:stretch>
                <a:fillRect/>
              </a:stretch>
            </p:blipFill>
            <p:spPr>
              <a:xfrm>
                <a:off x="3410593" y="3551171"/>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8" name="Ink 17">
                <a:extLst>
                  <a:ext uri="{FF2B5EF4-FFF2-40B4-BE49-F238E27FC236}">
                    <a16:creationId xmlns:a16="http://schemas.microsoft.com/office/drawing/2014/main" id="{7877FBB8-CEBA-4D28-8571-86C36BA8497C}"/>
                  </a:ext>
                </a:extLst>
              </p14:cNvPr>
              <p14:cNvContentPartPr/>
              <p14:nvPr/>
            </p14:nvContentPartPr>
            <p14:xfrm>
              <a:off x="3407713" y="3768251"/>
              <a:ext cx="360" cy="360"/>
            </p14:xfrm>
          </p:contentPart>
        </mc:Choice>
        <mc:Fallback xmlns="">
          <p:pic>
            <p:nvPicPr>
              <p:cNvPr id="18" name="Ink 17">
                <a:extLst>
                  <a:ext uri="{FF2B5EF4-FFF2-40B4-BE49-F238E27FC236}">
                    <a16:creationId xmlns:a16="http://schemas.microsoft.com/office/drawing/2014/main" id="{7877FBB8-CEBA-4D28-8571-86C36BA8497C}"/>
                  </a:ext>
                </a:extLst>
              </p:cNvPr>
              <p:cNvPicPr/>
              <p:nvPr/>
            </p:nvPicPr>
            <p:blipFill>
              <a:blip r:embed="rId4"/>
              <a:stretch>
                <a:fillRect/>
              </a:stretch>
            </p:blipFill>
            <p:spPr>
              <a:xfrm>
                <a:off x="3317713" y="3588251"/>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9" name="Ink 18">
                <a:extLst>
                  <a:ext uri="{FF2B5EF4-FFF2-40B4-BE49-F238E27FC236}">
                    <a16:creationId xmlns:a16="http://schemas.microsoft.com/office/drawing/2014/main" id="{6C04477A-F403-4389-AD0E-AA2F04F1E643}"/>
                  </a:ext>
                </a:extLst>
              </p14:cNvPr>
              <p14:cNvContentPartPr/>
              <p14:nvPr/>
            </p14:nvContentPartPr>
            <p14:xfrm>
              <a:off x="3629833" y="3619931"/>
              <a:ext cx="360" cy="360"/>
            </p14:xfrm>
          </p:contentPart>
        </mc:Choice>
        <mc:Fallback xmlns="">
          <p:pic>
            <p:nvPicPr>
              <p:cNvPr id="19" name="Ink 18">
                <a:extLst>
                  <a:ext uri="{FF2B5EF4-FFF2-40B4-BE49-F238E27FC236}">
                    <a16:creationId xmlns:a16="http://schemas.microsoft.com/office/drawing/2014/main" id="{6C04477A-F403-4389-AD0E-AA2F04F1E643}"/>
                  </a:ext>
                </a:extLst>
              </p:cNvPr>
              <p:cNvPicPr/>
              <p:nvPr/>
            </p:nvPicPr>
            <p:blipFill>
              <a:blip r:embed="rId4"/>
              <a:stretch>
                <a:fillRect/>
              </a:stretch>
            </p:blipFill>
            <p:spPr>
              <a:xfrm>
                <a:off x="3539833" y="3440291"/>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0" name="Ink 19">
                <a:extLst>
                  <a:ext uri="{FF2B5EF4-FFF2-40B4-BE49-F238E27FC236}">
                    <a16:creationId xmlns:a16="http://schemas.microsoft.com/office/drawing/2014/main" id="{D17717BB-8667-4418-89F7-607BD5F6A379}"/>
                  </a:ext>
                </a:extLst>
              </p14:cNvPr>
              <p14:cNvContentPartPr/>
              <p14:nvPr/>
            </p14:nvContentPartPr>
            <p14:xfrm>
              <a:off x="3786793" y="3694451"/>
              <a:ext cx="360" cy="360"/>
            </p14:xfrm>
          </p:contentPart>
        </mc:Choice>
        <mc:Fallback xmlns="">
          <p:pic>
            <p:nvPicPr>
              <p:cNvPr id="20" name="Ink 19">
                <a:extLst>
                  <a:ext uri="{FF2B5EF4-FFF2-40B4-BE49-F238E27FC236}">
                    <a16:creationId xmlns:a16="http://schemas.microsoft.com/office/drawing/2014/main" id="{D17717BB-8667-4418-89F7-607BD5F6A379}"/>
                  </a:ext>
                </a:extLst>
              </p:cNvPr>
              <p:cNvPicPr/>
              <p:nvPr/>
            </p:nvPicPr>
            <p:blipFill>
              <a:blip r:embed="rId4"/>
              <a:stretch>
                <a:fillRect/>
              </a:stretch>
            </p:blipFill>
            <p:spPr>
              <a:xfrm>
                <a:off x="3696793" y="3514451"/>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1" name="Ink 20">
                <a:extLst>
                  <a:ext uri="{FF2B5EF4-FFF2-40B4-BE49-F238E27FC236}">
                    <a16:creationId xmlns:a16="http://schemas.microsoft.com/office/drawing/2014/main" id="{CF5B5386-AD8C-4083-9745-4D535A0DB0A3}"/>
                  </a:ext>
                </a:extLst>
              </p14:cNvPr>
              <p14:cNvContentPartPr/>
              <p14:nvPr/>
            </p14:nvContentPartPr>
            <p14:xfrm>
              <a:off x="3916033" y="3583211"/>
              <a:ext cx="360" cy="360"/>
            </p14:xfrm>
          </p:contentPart>
        </mc:Choice>
        <mc:Fallback xmlns="">
          <p:pic>
            <p:nvPicPr>
              <p:cNvPr id="21" name="Ink 20">
                <a:extLst>
                  <a:ext uri="{FF2B5EF4-FFF2-40B4-BE49-F238E27FC236}">
                    <a16:creationId xmlns:a16="http://schemas.microsoft.com/office/drawing/2014/main" id="{CF5B5386-AD8C-4083-9745-4D535A0DB0A3}"/>
                  </a:ext>
                </a:extLst>
              </p:cNvPr>
              <p:cNvPicPr/>
              <p:nvPr/>
            </p:nvPicPr>
            <p:blipFill>
              <a:blip r:embed="rId4"/>
              <a:stretch>
                <a:fillRect/>
              </a:stretch>
            </p:blipFill>
            <p:spPr>
              <a:xfrm>
                <a:off x="3826393" y="3403571"/>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2" name="Ink 21">
                <a:extLst>
                  <a:ext uri="{FF2B5EF4-FFF2-40B4-BE49-F238E27FC236}">
                    <a16:creationId xmlns:a16="http://schemas.microsoft.com/office/drawing/2014/main" id="{63FAB302-178A-422A-8FF9-14DB264008D8}"/>
                  </a:ext>
                </a:extLst>
              </p14:cNvPr>
              <p14:cNvContentPartPr/>
              <p14:nvPr/>
            </p14:nvContentPartPr>
            <p14:xfrm>
              <a:off x="4045633" y="3527771"/>
              <a:ext cx="360" cy="360"/>
            </p14:xfrm>
          </p:contentPart>
        </mc:Choice>
        <mc:Fallback xmlns="">
          <p:pic>
            <p:nvPicPr>
              <p:cNvPr id="22" name="Ink 21">
                <a:extLst>
                  <a:ext uri="{FF2B5EF4-FFF2-40B4-BE49-F238E27FC236}">
                    <a16:creationId xmlns:a16="http://schemas.microsoft.com/office/drawing/2014/main" id="{63FAB302-178A-422A-8FF9-14DB264008D8}"/>
                  </a:ext>
                </a:extLst>
              </p:cNvPr>
              <p:cNvPicPr/>
              <p:nvPr/>
            </p:nvPicPr>
            <p:blipFill>
              <a:blip r:embed="rId4"/>
              <a:stretch>
                <a:fillRect/>
              </a:stretch>
            </p:blipFill>
            <p:spPr>
              <a:xfrm>
                <a:off x="3955633" y="3348131"/>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3" name="Ink 22">
                <a:extLst>
                  <a:ext uri="{FF2B5EF4-FFF2-40B4-BE49-F238E27FC236}">
                    <a16:creationId xmlns:a16="http://schemas.microsoft.com/office/drawing/2014/main" id="{7DD00A0A-7AE0-4DBB-9C7F-90432194463D}"/>
                  </a:ext>
                </a:extLst>
              </p14:cNvPr>
              <p14:cNvContentPartPr/>
              <p14:nvPr/>
            </p14:nvContentPartPr>
            <p14:xfrm>
              <a:off x="4193233" y="3509411"/>
              <a:ext cx="360" cy="360"/>
            </p14:xfrm>
          </p:contentPart>
        </mc:Choice>
        <mc:Fallback xmlns="">
          <p:pic>
            <p:nvPicPr>
              <p:cNvPr id="23" name="Ink 22">
                <a:extLst>
                  <a:ext uri="{FF2B5EF4-FFF2-40B4-BE49-F238E27FC236}">
                    <a16:creationId xmlns:a16="http://schemas.microsoft.com/office/drawing/2014/main" id="{7DD00A0A-7AE0-4DBB-9C7F-90432194463D}"/>
                  </a:ext>
                </a:extLst>
              </p:cNvPr>
              <p:cNvPicPr/>
              <p:nvPr/>
            </p:nvPicPr>
            <p:blipFill>
              <a:blip r:embed="rId4"/>
              <a:stretch>
                <a:fillRect/>
              </a:stretch>
            </p:blipFill>
            <p:spPr>
              <a:xfrm>
                <a:off x="4103233" y="3329771"/>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4" name="Ink 23">
                <a:extLst>
                  <a:ext uri="{FF2B5EF4-FFF2-40B4-BE49-F238E27FC236}">
                    <a16:creationId xmlns:a16="http://schemas.microsoft.com/office/drawing/2014/main" id="{5D2D93DC-7C8F-4A22-BF20-A0B2EEA2E0A4}"/>
                  </a:ext>
                </a:extLst>
              </p14:cNvPr>
              <p14:cNvContentPartPr/>
              <p14:nvPr/>
            </p14:nvContentPartPr>
            <p14:xfrm>
              <a:off x="4303753" y="3472331"/>
              <a:ext cx="360" cy="360"/>
            </p14:xfrm>
          </p:contentPart>
        </mc:Choice>
        <mc:Fallback xmlns="">
          <p:pic>
            <p:nvPicPr>
              <p:cNvPr id="24" name="Ink 23">
                <a:extLst>
                  <a:ext uri="{FF2B5EF4-FFF2-40B4-BE49-F238E27FC236}">
                    <a16:creationId xmlns:a16="http://schemas.microsoft.com/office/drawing/2014/main" id="{5D2D93DC-7C8F-4A22-BF20-A0B2EEA2E0A4}"/>
                  </a:ext>
                </a:extLst>
              </p:cNvPr>
              <p:cNvPicPr/>
              <p:nvPr/>
            </p:nvPicPr>
            <p:blipFill>
              <a:blip r:embed="rId4"/>
              <a:stretch>
                <a:fillRect/>
              </a:stretch>
            </p:blipFill>
            <p:spPr>
              <a:xfrm>
                <a:off x="4213753" y="3292691"/>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5" name="Ink 24">
                <a:extLst>
                  <a:ext uri="{FF2B5EF4-FFF2-40B4-BE49-F238E27FC236}">
                    <a16:creationId xmlns:a16="http://schemas.microsoft.com/office/drawing/2014/main" id="{4F5D73B0-C4A1-4231-99A2-03ECCB87E255}"/>
                  </a:ext>
                </a:extLst>
              </p14:cNvPr>
              <p14:cNvContentPartPr/>
              <p14:nvPr/>
            </p14:nvContentPartPr>
            <p14:xfrm>
              <a:off x="3620113" y="3721451"/>
              <a:ext cx="360" cy="360"/>
            </p14:xfrm>
          </p:contentPart>
        </mc:Choice>
        <mc:Fallback xmlns="">
          <p:pic>
            <p:nvPicPr>
              <p:cNvPr id="25" name="Ink 24">
                <a:extLst>
                  <a:ext uri="{FF2B5EF4-FFF2-40B4-BE49-F238E27FC236}">
                    <a16:creationId xmlns:a16="http://schemas.microsoft.com/office/drawing/2014/main" id="{4F5D73B0-C4A1-4231-99A2-03ECCB87E255}"/>
                  </a:ext>
                </a:extLst>
              </p:cNvPr>
              <p:cNvPicPr/>
              <p:nvPr/>
            </p:nvPicPr>
            <p:blipFill>
              <a:blip r:embed="rId4"/>
              <a:stretch>
                <a:fillRect/>
              </a:stretch>
            </p:blipFill>
            <p:spPr>
              <a:xfrm>
                <a:off x="3530473" y="3541811"/>
                <a:ext cx="180000" cy="360000"/>
              </a:xfrm>
              <a:prstGeom prst="rect">
                <a:avLst/>
              </a:prstGeom>
            </p:spPr>
          </p:pic>
        </mc:Fallback>
      </mc:AlternateContent>
    </p:spTree>
    <p:extLst>
      <p:ext uri="{BB962C8B-B14F-4D97-AF65-F5344CB8AC3E}">
        <p14:creationId xmlns:p14="http://schemas.microsoft.com/office/powerpoint/2010/main" val="15255216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6A93B-51EC-4D2A-8D1C-26C0908A1023}"/>
              </a:ext>
            </a:extLst>
          </p:cNvPr>
          <p:cNvSpPr>
            <a:spLocks noGrp="1"/>
          </p:cNvSpPr>
          <p:nvPr>
            <p:ph type="title"/>
          </p:nvPr>
        </p:nvSpPr>
        <p:spPr>
          <a:xfrm>
            <a:off x="728472" y="49301"/>
            <a:ext cx="10515600" cy="1325563"/>
          </a:xfrm>
        </p:spPr>
        <p:txBody>
          <a:bodyPr/>
          <a:lstStyle/>
          <a:p>
            <a:r>
              <a:rPr lang="en-IE" dirty="0"/>
              <a:t>4. Links</a:t>
            </a:r>
          </a:p>
        </p:txBody>
      </p:sp>
      <p:sp>
        <p:nvSpPr>
          <p:cNvPr id="3" name="Content Placeholder 2">
            <a:extLst>
              <a:ext uri="{FF2B5EF4-FFF2-40B4-BE49-F238E27FC236}">
                <a16:creationId xmlns:a16="http://schemas.microsoft.com/office/drawing/2014/main" id="{CEB40F9D-1F7E-4F8A-AD85-0A10F9C52DBC}"/>
              </a:ext>
            </a:extLst>
          </p:cNvPr>
          <p:cNvSpPr>
            <a:spLocks noGrp="1"/>
          </p:cNvSpPr>
          <p:nvPr>
            <p:ph idx="1"/>
          </p:nvPr>
        </p:nvSpPr>
        <p:spPr>
          <a:xfrm>
            <a:off x="292608" y="1057872"/>
            <a:ext cx="11704320" cy="3770160"/>
          </a:xfrm>
        </p:spPr>
        <p:txBody>
          <a:bodyPr/>
          <a:lstStyle/>
          <a:p>
            <a:r>
              <a:rPr lang="en-GB" b="0" i="0" dirty="0">
                <a:solidFill>
                  <a:srgbClr val="444444"/>
                </a:solidFill>
                <a:effectLst/>
                <a:latin typeface="Arial" panose="020B0604020202020204" pitchFamily="34" charset="0"/>
              </a:rPr>
              <a:t> Assign three smaller subnets for links  between Routers1-2,1-3 and </a:t>
            </a:r>
            <a:r>
              <a:rPr lang="en-GB" dirty="0">
                <a:solidFill>
                  <a:srgbClr val="444444"/>
                </a:solidFill>
                <a:latin typeface="Arial" panose="020B0604020202020204" pitchFamily="34" charset="0"/>
              </a:rPr>
              <a:t>2-3</a:t>
            </a:r>
            <a:endParaRPr lang="en-GB" b="0" i="0" dirty="0">
              <a:solidFill>
                <a:srgbClr val="444444"/>
              </a:solidFill>
              <a:effectLst/>
              <a:latin typeface="Arial" panose="020B0604020202020204" pitchFamily="34" charset="0"/>
            </a:endParaRPr>
          </a:p>
          <a:p>
            <a:r>
              <a:rPr lang="en-GB" dirty="0">
                <a:solidFill>
                  <a:srgbClr val="444444"/>
                </a:solidFill>
                <a:latin typeface="Arial" panose="020B0604020202020204" pitchFamily="34" charset="0"/>
              </a:rPr>
              <a:t>Just 2 Hosts/interfaces per link</a:t>
            </a:r>
          </a:p>
          <a:p>
            <a:r>
              <a:rPr lang="en-GB" dirty="0"/>
              <a:t>Refer to Subnet Table, closest match that accommodates 2 hosts is /30 ( 4-2 = 2 useable addresses)</a:t>
            </a:r>
          </a:p>
          <a:p>
            <a:r>
              <a:rPr lang="en-GB" dirty="0"/>
              <a:t>Select the first unassigned large subnet in previous step and subdivide into four smaller subnets, </a:t>
            </a:r>
            <a:r>
              <a:rPr lang="en-IE" b="0" i="0" dirty="0">
                <a:solidFill>
                  <a:srgbClr val="444444"/>
                </a:solidFill>
                <a:effectLst/>
                <a:latin typeface="Arial" panose="020B0604020202020204" pitchFamily="34" charset="0"/>
              </a:rPr>
              <a:t>192.168.4.112/30, 192.168.4.114/30….</a:t>
            </a:r>
            <a:endParaRPr lang="en-IE" dirty="0"/>
          </a:p>
          <a:p>
            <a:endParaRPr lang="en-GB" dirty="0"/>
          </a:p>
          <a:p>
            <a:endParaRPr lang="en-IE" dirty="0"/>
          </a:p>
        </p:txBody>
      </p:sp>
      <p:graphicFrame>
        <p:nvGraphicFramePr>
          <p:cNvPr id="4" name="Table 3">
            <a:extLst>
              <a:ext uri="{FF2B5EF4-FFF2-40B4-BE49-F238E27FC236}">
                <a16:creationId xmlns:a16="http://schemas.microsoft.com/office/drawing/2014/main" id="{315212CA-B606-4B8E-BC88-5A0BEE2AF271}"/>
              </a:ext>
            </a:extLst>
          </p:cNvPr>
          <p:cNvGraphicFramePr>
            <a:graphicFrameLocks noGrp="1"/>
          </p:cNvGraphicFramePr>
          <p:nvPr>
            <p:extLst>
              <p:ext uri="{D42A27DB-BD31-4B8C-83A1-F6EECF244321}">
                <p14:modId xmlns:p14="http://schemas.microsoft.com/office/powerpoint/2010/main" val="4025656397"/>
              </p:ext>
            </p:extLst>
          </p:nvPr>
        </p:nvGraphicFramePr>
        <p:xfrm>
          <a:off x="1362362" y="4308778"/>
          <a:ext cx="9467275" cy="2383396"/>
        </p:xfrm>
        <a:graphic>
          <a:graphicData uri="http://schemas.openxmlformats.org/drawingml/2006/table">
            <a:tbl>
              <a:tblPr/>
              <a:tblGrid>
                <a:gridCol w="1893455">
                  <a:extLst>
                    <a:ext uri="{9D8B030D-6E8A-4147-A177-3AD203B41FA5}">
                      <a16:colId xmlns:a16="http://schemas.microsoft.com/office/drawing/2014/main" val="216539965"/>
                    </a:ext>
                  </a:extLst>
                </a:gridCol>
                <a:gridCol w="1893455">
                  <a:extLst>
                    <a:ext uri="{9D8B030D-6E8A-4147-A177-3AD203B41FA5}">
                      <a16:colId xmlns:a16="http://schemas.microsoft.com/office/drawing/2014/main" val="3009773147"/>
                    </a:ext>
                  </a:extLst>
                </a:gridCol>
                <a:gridCol w="1893455">
                  <a:extLst>
                    <a:ext uri="{9D8B030D-6E8A-4147-A177-3AD203B41FA5}">
                      <a16:colId xmlns:a16="http://schemas.microsoft.com/office/drawing/2014/main" val="832254109"/>
                    </a:ext>
                  </a:extLst>
                </a:gridCol>
                <a:gridCol w="1893455">
                  <a:extLst>
                    <a:ext uri="{9D8B030D-6E8A-4147-A177-3AD203B41FA5}">
                      <a16:colId xmlns:a16="http://schemas.microsoft.com/office/drawing/2014/main" val="4286379023"/>
                    </a:ext>
                  </a:extLst>
                </a:gridCol>
                <a:gridCol w="1893455">
                  <a:extLst>
                    <a:ext uri="{9D8B030D-6E8A-4147-A177-3AD203B41FA5}">
                      <a16:colId xmlns:a16="http://schemas.microsoft.com/office/drawing/2014/main" val="1457575073"/>
                    </a:ext>
                  </a:extLst>
                </a:gridCol>
              </a:tblGrid>
              <a:tr h="467901">
                <a:tc>
                  <a:txBody>
                    <a:bodyPr/>
                    <a:lstStyle/>
                    <a:p>
                      <a:pPr algn="l" fontAlgn="ctr"/>
                      <a:r>
                        <a:rPr lang="en-IE" sz="1000" b="1">
                          <a:effectLst/>
                        </a:rPr>
                        <a:t>Network ID</a:t>
                      </a:r>
                    </a:p>
                    <a:p>
                      <a:pPr algn="l" fontAlgn="ctr"/>
                      <a:br>
                        <a:rPr lang="en-IE" sz="1000" b="1">
                          <a:effectLst/>
                        </a:rPr>
                      </a:br>
                      <a:endParaRPr lang="en-IE" sz="1000" b="1">
                        <a:effectLst/>
                      </a:endParaRPr>
                    </a:p>
                  </a:txBody>
                  <a:tcPr marL="27929" marR="27929" marT="27929" marB="27929" anchor="ctr">
                    <a:lnL>
                      <a:noFill/>
                    </a:lnL>
                    <a:lnR>
                      <a:noFill/>
                    </a:lnR>
                    <a:lnT>
                      <a:noFill/>
                    </a:lnT>
                    <a:lnB w="6350" cap="flat" cmpd="sng" algn="ctr">
                      <a:solidFill>
                        <a:srgbClr val="DDDDDD"/>
                      </a:solidFill>
                      <a:prstDash val="solid"/>
                      <a:round/>
                      <a:headEnd type="none" w="med" len="med"/>
                      <a:tailEnd type="none" w="med" len="med"/>
                    </a:lnB>
                    <a:solidFill>
                      <a:srgbClr val="D9EDF7"/>
                    </a:solidFill>
                  </a:tcPr>
                </a:tc>
                <a:tc>
                  <a:txBody>
                    <a:bodyPr/>
                    <a:lstStyle/>
                    <a:p>
                      <a:pPr algn="l" fontAlgn="ctr"/>
                      <a:r>
                        <a:rPr lang="en-IE" sz="1000" b="1" dirty="0">
                          <a:effectLst/>
                        </a:rPr>
                        <a:t>Subnet Mask</a:t>
                      </a:r>
                    </a:p>
                    <a:p>
                      <a:pPr algn="l" fontAlgn="ctr"/>
                      <a:br>
                        <a:rPr lang="en-IE" sz="1000" b="1" dirty="0">
                          <a:effectLst/>
                        </a:rPr>
                      </a:br>
                      <a:endParaRPr lang="en-IE" sz="1000" b="1" dirty="0">
                        <a:effectLst/>
                      </a:endParaRPr>
                    </a:p>
                  </a:txBody>
                  <a:tcPr marL="27929" marR="27929" marT="27929" marB="27929" anchor="ctr">
                    <a:lnL>
                      <a:noFill/>
                    </a:lnL>
                    <a:lnR>
                      <a:noFill/>
                    </a:lnR>
                    <a:lnT>
                      <a:noFill/>
                    </a:lnT>
                    <a:lnB w="6350" cap="flat" cmpd="sng" algn="ctr">
                      <a:solidFill>
                        <a:srgbClr val="DDDDDD"/>
                      </a:solidFill>
                      <a:prstDash val="solid"/>
                      <a:round/>
                      <a:headEnd type="none" w="med" len="med"/>
                      <a:tailEnd type="none" w="med" len="med"/>
                    </a:lnB>
                    <a:solidFill>
                      <a:srgbClr val="D9EDF7"/>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IE" sz="1000" b="1" dirty="0">
                          <a:effectLst/>
                        </a:rPr>
                        <a:t>Host Addresses(2</a:t>
                      </a:r>
                      <a:r>
                        <a:rPr lang="en-IE" sz="1000" b="1" baseline="30000" dirty="0">
                          <a:effectLst/>
                        </a:rPr>
                        <a:t>2 </a:t>
                      </a:r>
                      <a:r>
                        <a:rPr lang="en-IE" sz="1000" b="1" baseline="0" dirty="0">
                          <a:effectLst/>
                        </a:rPr>
                        <a:t>-2)</a:t>
                      </a:r>
                      <a:endParaRPr lang="en-IE" sz="1000" b="1" dirty="0">
                        <a:effectLst/>
                      </a:endParaRPr>
                    </a:p>
                    <a:p>
                      <a:pPr algn="l" fontAlgn="ctr"/>
                      <a:br>
                        <a:rPr lang="en-IE" sz="1000" b="1" dirty="0">
                          <a:effectLst/>
                        </a:rPr>
                      </a:br>
                      <a:endParaRPr lang="en-IE" sz="1000" b="1" dirty="0">
                        <a:effectLst/>
                      </a:endParaRPr>
                    </a:p>
                  </a:txBody>
                  <a:tcPr marL="27929" marR="27929" marT="27929" marB="27929" anchor="ctr">
                    <a:lnL>
                      <a:noFill/>
                    </a:lnL>
                    <a:lnR>
                      <a:noFill/>
                    </a:lnR>
                    <a:lnT>
                      <a:noFill/>
                    </a:lnT>
                    <a:lnB w="6350" cap="flat" cmpd="sng" algn="ctr">
                      <a:solidFill>
                        <a:srgbClr val="DDDDDD"/>
                      </a:solidFill>
                      <a:prstDash val="solid"/>
                      <a:round/>
                      <a:headEnd type="none" w="med" len="med"/>
                      <a:tailEnd type="none" w="med" len="med"/>
                    </a:lnB>
                    <a:solidFill>
                      <a:srgbClr val="D9EDF7"/>
                    </a:solidFill>
                  </a:tcPr>
                </a:tc>
                <a:tc>
                  <a:txBody>
                    <a:bodyPr/>
                    <a:lstStyle/>
                    <a:p>
                      <a:pPr algn="l" fontAlgn="ctr"/>
                      <a:r>
                        <a:rPr lang="en-IE" sz="1000" b="1">
                          <a:effectLst/>
                        </a:rPr>
                        <a:t>Usable Host Range</a:t>
                      </a:r>
                    </a:p>
                    <a:p>
                      <a:pPr algn="l" fontAlgn="ctr"/>
                      <a:br>
                        <a:rPr lang="en-IE" sz="1000" b="1">
                          <a:effectLst/>
                        </a:rPr>
                      </a:br>
                      <a:endParaRPr lang="en-IE" sz="1000" b="1">
                        <a:effectLst/>
                      </a:endParaRPr>
                    </a:p>
                  </a:txBody>
                  <a:tcPr marL="27929" marR="27929" marT="27929" marB="27929" anchor="ctr">
                    <a:lnL>
                      <a:noFill/>
                    </a:lnL>
                    <a:lnR>
                      <a:noFill/>
                    </a:lnR>
                    <a:lnT>
                      <a:noFill/>
                    </a:lnT>
                    <a:lnB w="6350" cap="flat" cmpd="sng" algn="ctr">
                      <a:solidFill>
                        <a:srgbClr val="DDDDDD"/>
                      </a:solidFill>
                      <a:prstDash val="solid"/>
                      <a:round/>
                      <a:headEnd type="none" w="med" len="med"/>
                      <a:tailEnd type="none" w="med" len="med"/>
                    </a:lnB>
                    <a:solidFill>
                      <a:srgbClr val="D9EDF7"/>
                    </a:solidFill>
                  </a:tcPr>
                </a:tc>
                <a:tc>
                  <a:txBody>
                    <a:bodyPr/>
                    <a:lstStyle/>
                    <a:p>
                      <a:pPr algn="l" fontAlgn="ctr"/>
                      <a:r>
                        <a:rPr lang="en-IE" sz="1000" b="1">
                          <a:effectLst/>
                        </a:rPr>
                        <a:t>Name of LAN</a:t>
                      </a:r>
                    </a:p>
                    <a:p>
                      <a:pPr algn="l" fontAlgn="ctr"/>
                      <a:br>
                        <a:rPr lang="en-IE" sz="1000" b="1">
                          <a:effectLst/>
                        </a:rPr>
                      </a:br>
                      <a:endParaRPr lang="en-IE" sz="1000" b="1">
                        <a:effectLst/>
                      </a:endParaRPr>
                    </a:p>
                  </a:txBody>
                  <a:tcPr marL="27929" marR="27929" marT="27929" marB="27929" anchor="ctr">
                    <a:lnL>
                      <a:noFill/>
                    </a:lnL>
                    <a:lnR>
                      <a:noFill/>
                    </a:lnR>
                    <a:lnT>
                      <a:noFill/>
                    </a:lnT>
                    <a:lnB w="6350" cap="flat" cmpd="sng" algn="ctr">
                      <a:solidFill>
                        <a:srgbClr val="DDDDDD"/>
                      </a:solidFill>
                      <a:prstDash val="solid"/>
                      <a:round/>
                      <a:headEnd type="none" w="med" len="med"/>
                      <a:tailEnd type="none" w="med" len="med"/>
                    </a:lnB>
                    <a:solidFill>
                      <a:srgbClr val="D9EDF7"/>
                    </a:solidFill>
                  </a:tcPr>
                </a:tc>
                <a:extLst>
                  <a:ext uri="{0D108BD9-81ED-4DB2-BD59-A6C34878D82A}">
                    <a16:rowId xmlns:a16="http://schemas.microsoft.com/office/drawing/2014/main" val="4138587903"/>
                  </a:ext>
                </a:extLst>
              </a:tr>
              <a:tr h="331164">
                <a:tc>
                  <a:txBody>
                    <a:bodyPr/>
                    <a:lstStyle/>
                    <a:p>
                      <a:pPr algn="l" fontAlgn="ctr"/>
                      <a:r>
                        <a:rPr lang="en-IE" sz="1000" dirty="0">
                          <a:effectLst/>
                        </a:rPr>
                        <a:t>192.168.4.114</a:t>
                      </a:r>
                    </a:p>
                  </a:txBody>
                  <a:tcPr marL="27929" marR="27929" marT="27929" marB="27929"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3F3F3"/>
                    </a:solidFill>
                  </a:tcPr>
                </a:tc>
                <a:tc>
                  <a:txBody>
                    <a:bodyPr/>
                    <a:lstStyle/>
                    <a:p>
                      <a:pPr algn="l" fontAlgn="ctr"/>
                      <a:r>
                        <a:rPr lang="en-IE" sz="1000" dirty="0">
                          <a:effectLst/>
                        </a:rPr>
                        <a:t>/30</a:t>
                      </a:r>
                    </a:p>
                  </a:txBody>
                  <a:tcPr marL="27929" marR="27929" marT="27929" marB="27929"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3F3F3"/>
                    </a:solidFill>
                  </a:tcPr>
                </a:tc>
                <a:tc>
                  <a:txBody>
                    <a:bodyPr/>
                    <a:lstStyle/>
                    <a:p>
                      <a:pPr algn="l" fontAlgn="ctr"/>
                      <a:r>
                        <a:rPr lang="en-IE" sz="1000" dirty="0">
                          <a:effectLst/>
                        </a:rPr>
                        <a:t>2</a:t>
                      </a:r>
                    </a:p>
                  </a:txBody>
                  <a:tcPr marL="27929" marR="27929" marT="27929" marB="27929"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3F3F3"/>
                    </a:solidFill>
                  </a:tcPr>
                </a:tc>
                <a:tc>
                  <a:txBody>
                    <a:bodyPr/>
                    <a:lstStyle/>
                    <a:p>
                      <a:pPr algn="l" fontAlgn="ctr"/>
                      <a:r>
                        <a:rPr lang="en-IE" sz="1000" dirty="0">
                          <a:effectLst/>
                        </a:rPr>
                        <a:t>192.168.4.113–192.168.4.114</a:t>
                      </a:r>
                    </a:p>
                  </a:txBody>
                  <a:tcPr marL="27929" marR="27929" marT="27929" marB="27929"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3F3F3"/>
                    </a:solidFill>
                  </a:tcPr>
                </a:tc>
                <a:tc>
                  <a:txBody>
                    <a:bodyPr/>
                    <a:lstStyle/>
                    <a:p>
                      <a:pPr algn="l" fontAlgn="ctr"/>
                      <a:r>
                        <a:rPr lang="en-IE" sz="1000" dirty="0">
                          <a:effectLst/>
                        </a:rPr>
                        <a:t>Router1-2</a:t>
                      </a:r>
                    </a:p>
                  </a:txBody>
                  <a:tcPr marL="27929" marR="27929" marT="27929" marB="27929"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3F3F3"/>
                    </a:solidFill>
                  </a:tcPr>
                </a:tc>
                <a:extLst>
                  <a:ext uri="{0D108BD9-81ED-4DB2-BD59-A6C34878D82A}">
                    <a16:rowId xmlns:a16="http://schemas.microsoft.com/office/drawing/2014/main" val="1002923927"/>
                  </a:ext>
                </a:extLst>
              </a:tr>
              <a:tr h="467901">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IE" sz="1000" dirty="0">
                          <a:effectLst/>
                        </a:rPr>
                        <a:t>192.168.4.116</a:t>
                      </a:r>
                    </a:p>
                  </a:txBody>
                  <a:tcPr marL="27929" marR="27929" marT="27929" marB="27929"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l" fontAlgn="ctr"/>
                      <a:r>
                        <a:rPr lang="en-IE" sz="1000" dirty="0">
                          <a:effectLst/>
                        </a:rPr>
                        <a:t>/30</a:t>
                      </a:r>
                    </a:p>
                  </a:txBody>
                  <a:tcPr marL="27929" marR="27929" marT="27929" marB="27929"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l" fontAlgn="ctr"/>
                      <a:r>
                        <a:rPr lang="en-IE" sz="1000" dirty="0">
                          <a:effectLst/>
                        </a:rPr>
                        <a:t>2</a:t>
                      </a:r>
                    </a:p>
                    <a:p>
                      <a:pPr algn="l" fontAlgn="ctr"/>
                      <a:br>
                        <a:rPr lang="en-IE" sz="1000" dirty="0">
                          <a:effectLst/>
                        </a:rPr>
                      </a:br>
                      <a:endParaRPr lang="en-IE" sz="1000" dirty="0">
                        <a:effectLst/>
                      </a:endParaRPr>
                    </a:p>
                  </a:txBody>
                  <a:tcPr marL="27929" marR="27929" marT="27929" marB="27929"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l" fontAlgn="ctr"/>
                      <a:r>
                        <a:rPr lang="en-IE" sz="1000" dirty="0">
                          <a:effectLst/>
                        </a:rPr>
                        <a:t>192.168.4.117–192.168.4.118</a:t>
                      </a:r>
                    </a:p>
                  </a:txBody>
                  <a:tcPr marL="27929" marR="27929" marT="27929" marB="27929"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l" fontAlgn="ctr"/>
                      <a:r>
                        <a:rPr lang="en-IE" sz="1000" dirty="0">
                          <a:effectLst/>
                        </a:rPr>
                        <a:t>Router1-3</a:t>
                      </a:r>
                    </a:p>
                  </a:txBody>
                  <a:tcPr marL="27929" marR="27929" marT="27929" marB="27929"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3954763607"/>
                  </a:ext>
                </a:extLst>
              </a:tr>
              <a:tr h="467901">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IE" sz="1000" dirty="0">
                          <a:effectLst/>
                        </a:rPr>
                        <a:t>192.168.4.120</a:t>
                      </a:r>
                    </a:p>
                  </a:txBody>
                  <a:tcPr marL="27929" marR="27929" marT="27929" marB="27929"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ctr"/>
                      <a:r>
                        <a:rPr lang="en-IE" sz="1000" dirty="0">
                          <a:effectLst/>
                        </a:rPr>
                        <a:t>/30</a:t>
                      </a:r>
                    </a:p>
                  </a:txBody>
                  <a:tcPr marL="27929" marR="27929" marT="27929" marB="27929"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ctr"/>
                      <a:r>
                        <a:rPr lang="en-IE" sz="1000" dirty="0">
                          <a:effectLst/>
                        </a:rPr>
                        <a:t>2</a:t>
                      </a:r>
                    </a:p>
                    <a:p>
                      <a:pPr algn="l" fontAlgn="ctr"/>
                      <a:br>
                        <a:rPr lang="en-IE" sz="1000" dirty="0">
                          <a:effectLst/>
                        </a:rPr>
                      </a:br>
                      <a:endParaRPr lang="en-IE" sz="1000" dirty="0">
                        <a:effectLst/>
                      </a:endParaRPr>
                    </a:p>
                  </a:txBody>
                  <a:tcPr marL="27929" marR="27929" marT="27929" marB="27929"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ctr"/>
                      <a:r>
                        <a:rPr lang="en-IE" sz="1000" dirty="0">
                          <a:effectLst/>
                        </a:rPr>
                        <a:t>192.168.4.121–192.168.4.122</a:t>
                      </a:r>
                    </a:p>
                  </a:txBody>
                  <a:tcPr marL="27929" marR="27929" marT="27929" marB="27929"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ctr"/>
                      <a:r>
                        <a:rPr lang="en-IE" sz="1000" dirty="0">
                          <a:effectLst/>
                        </a:rPr>
                        <a:t>Router2-3</a:t>
                      </a:r>
                    </a:p>
                  </a:txBody>
                  <a:tcPr marL="27929" marR="27929" marT="27929" marB="27929"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845945300"/>
                  </a:ext>
                </a:extLst>
              </a:tr>
              <a:tr h="467901">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IE" sz="1000" dirty="0">
                          <a:effectLst/>
                        </a:rPr>
                        <a:t>192.168.4.124</a:t>
                      </a:r>
                    </a:p>
                  </a:txBody>
                  <a:tcPr marL="27929" marR="27929" marT="27929" marB="27929" anchor="ctr">
                    <a:lnL>
                      <a:noFill/>
                    </a:lnL>
                    <a:lnR>
                      <a:noFill/>
                    </a:lnR>
                    <a:lnT w="6350" cap="flat" cmpd="sng" algn="ctr">
                      <a:solidFill>
                        <a:srgbClr val="DDDDDD"/>
                      </a:solidFill>
                      <a:prstDash val="solid"/>
                      <a:round/>
                      <a:headEnd type="none" w="med" len="med"/>
                      <a:tailEnd type="none" w="med" len="med"/>
                    </a:lnT>
                    <a:lnB>
                      <a:noFill/>
                    </a:lnB>
                    <a:solidFill>
                      <a:srgbClr val="F9F9F9"/>
                    </a:solidFill>
                  </a:tcPr>
                </a:tc>
                <a:tc>
                  <a:txBody>
                    <a:bodyPr/>
                    <a:lstStyle/>
                    <a:p>
                      <a:pPr algn="l" fontAlgn="ctr"/>
                      <a:r>
                        <a:rPr lang="en-IE" sz="1000" dirty="0">
                          <a:effectLst/>
                        </a:rPr>
                        <a:t>/30</a:t>
                      </a:r>
                    </a:p>
                  </a:txBody>
                  <a:tcPr marL="27929" marR="27929" marT="27929" marB="27929" anchor="ctr">
                    <a:lnL>
                      <a:noFill/>
                    </a:lnL>
                    <a:lnR>
                      <a:noFill/>
                    </a:lnR>
                    <a:lnT w="6350" cap="flat" cmpd="sng" algn="ctr">
                      <a:solidFill>
                        <a:srgbClr val="DDDDDD"/>
                      </a:solidFill>
                      <a:prstDash val="solid"/>
                      <a:round/>
                      <a:headEnd type="none" w="med" len="med"/>
                      <a:tailEnd type="none" w="med" len="med"/>
                    </a:lnT>
                    <a:lnB>
                      <a:noFill/>
                    </a:lnB>
                    <a:solidFill>
                      <a:srgbClr val="F9F9F9"/>
                    </a:solidFill>
                  </a:tcPr>
                </a:tc>
                <a:tc>
                  <a:txBody>
                    <a:bodyPr/>
                    <a:lstStyle/>
                    <a:p>
                      <a:pPr algn="l" fontAlgn="ctr"/>
                      <a:r>
                        <a:rPr lang="en-IE" sz="1000" dirty="0">
                          <a:effectLst/>
                        </a:rPr>
                        <a:t>2</a:t>
                      </a:r>
                    </a:p>
                    <a:p>
                      <a:pPr algn="l" fontAlgn="ctr"/>
                      <a:br>
                        <a:rPr lang="en-IE" sz="1000" dirty="0">
                          <a:effectLst/>
                        </a:rPr>
                      </a:br>
                      <a:endParaRPr lang="en-IE" sz="1000" dirty="0">
                        <a:effectLst/>
                      </a:endParaRPr>
                    </a:p>
                  </a:txBody>
                  <a:tcPr marL="27929" marR="27929" marT="27929" marB="27929" anchor="ctr">
                    <a:lnL>
                      <a:noFill/>
                    </a:lnL>
                    <a:lnR>
                      <a:noFill/>
                    </a:lnR>
                    <a:lnT w="6350" cap="flat" cmpd="sng" algn="ctr">
                      <a:solidFill>
                        <a:srgbClr val="DDDDDD"/>
                      </a:solidFill>
                      <a:prstDash val="solid"/>
                      <a:round/>
                      <a:headEnd type="none" w="med" len="med"/>
                      <a:tailEnd type="none" w="med" len="med"/>
                    </a:lnT>
                    <a:lnB>
                      <a:noFill/>
                    </a:lnB>
                    <a:solidFill>
                      <a:srgbClr val="F9F9F9"/>
                    </a:solidFill>
                  </a:tcPr>
                </a:tc>
                <a:tc>
                  <a:txBody>
                    <a:bodyPr/>
                    <a:lstStyle/>
                    <a:p>
                      <a:pPr algn="l" fontAlgn="ctr"/>
                      <a:endParaRPr lang="en-IE" sz="1000" dirty="0">
                        <a:effectLst/>
                      </a:endParaRPr>
                    </a:p>
                  </a:txBody>
                  <a:tcPr marL="27929" marR="27929" marT="27929" marB="27929" anchor="ctr">
                    <a:lnL>
                      <a:noFill/>
                    </a:lnL>
                    <a:lnR>
                      <a:noFill/>
                    </a:lnR>
                    <a:lnT w="6350" cap="flat" cmpd="sng" algn="ctr">
                      <a:solidFill>
                        <a:srgbClr val="DDDDDD"/>
                      </a:solidFill>
                      <a:prstDash val="solid"/>
                      <a:round/>
                      <a:headEnd type="none" w="med" len="med"/>
                      <a:tailEnd type="none" w="med" len="med"/>
                    </a:lnT>
                    <a:lnB>
                      <a:noFill/>
                    </a:lnB>
                    <a:solidFill>
                      <a:srgbClr val="F9F9F9"/>
                    </a:solidFill>
                  </a:tcPr>
                </a:tc>
                <a:tc>
                  <a:txBody>
                    <a:bodyPr/>
                    <a:lstStyle/>
                    <a:p>
                      <a:pPr algn="l" fontAlgn="ctr"/>
                      <a:r>
                        <a:rPr lang="en-IE" sz="1000" dirty="0">
                          <a:effectLst/>
                        </a:rPr>
                        <a:t>Unassigned</a:t>
                      </a:r>
                    </a:p>
                  </a:txBody>
                  <a:tcPr marL="27929" marR="27929" marT="27929" marB="27929" anchor="ctr">
                    <a:lnL>
                      <a:noFill/>
                    </a:lnL>
                    <a:lnR>
                      <a:noFill/>
                    </a:lnR>
                    <a:lnT w="6350" cap="flat" cmpd="sng" algn="ctr">
                      <a:solidFill>
                        <a:srgbClr val="DDDDDD"/>
                      </a:solidFill>
                      <a:prstDash val="solid"/>
                      <a:round/>
                      <a:headEnd type="none" w="med" len="med"/>
                      <a:tailEnd type="none" w="med" len="med"/>
                    </a:lnT>
                    <a:lnB>
                      <a:noFill/>
                    </a:lnB>
                    <a:solidFill>
                      <a:srgbClr val="F9F9F9"/>
                    </a:solidFill>
                  </a:tcPr>
                </a:tc>
                <a:extLst>
                  <a:ext uri="{0D108BD9-81ED-4DB2-BD59-A6C34878D82A}">
                    <a16:rowId xmlns:a16="http://schemas.microsoft.com/office/drawing/2014/main" val="3612208080"/>
                  </a:ext>
                </a:extLst>
              </a:tr>
            </a:tbl>
          </a:graphicData>
        </a:graphic>
      </p:graphicFrame>
      <p:grpSp>
        <p:nvGrpSpPr>
          <p:cNvPr id="13" name="Group 12">
            <a:extLst>
              <a:ext uri="{FF2B5EF4-FFF2-40B4-BE49-F238E27FC236}">
                <a16:creationId xmlns:a16="http://schemas.microsoft.com/office/drawing/2014/main" id="{32B462BE-ED18-4F8A-9466-BE7E5794A10C}"/>
              </a:ext>
            </a:extLst>
          </p:cNvPr>
          <p:cNvGrpSpPr/>
          <p:nvPr/>
        </p:nvGrpSpPr>
        <p:grpSpPr>
          <a:xfrm>
            <a:off x="5320398" y="3518087"/>
            <a:ext cx="360" cy="360"/>
            <a:chOff x="5320398" y="3518087"/>
            <a:chExt cx="360" cy="360"/>
          </a:xfrm>
        </p:grpSpPr>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0DB5FB10-E051-4793-B836-23AF4865259E}"/>
                    </a:ext>
                  </a:extLst>
                </p14:cNvPr>
                <p14:cNvContentPartPr/>
                <p14:nvPr/>
              </p14:nvContentPartPr>
              <p14:xfrm>
                <a:off x="5320398" y="3518087"/>
                <a:ext cx="360" cy="360"/>
              </p14:xfrm>
            </p:contentPart>
          </mc:Choice>
          <mc:Fallback xmlns="">
            <p:pic>
              <p:nvPicPr>
                <p:cNvPr id="5" name="Ink 4">
                  <a:extLst>
                    <a:ext uri="{FF2B5EF4-FFF2-40B4-BE49-F238E27FC236}">
                      <a16:creationId xmlns:a16="http://schemas.microsoft.com/office/drawing/2014/main" id="{0DB5FB10-E051-4793-B836-23AF4865259E}"/>
                    </a:ext>
                  </a:extLst>
                </p:cNvPr>
                <p:cNvPicPr/>
                <p:nvPr/>
              </p:nvPicPr>
              <p:blipFill>
                <a:blip r:embed="rId3"/>
                <a:stretch>
                  <a:fillRect/>
                </a:stretch>
              </p:blipFill>
              <p:spPr>
                <a:xfrm>
                  <a:off x="5311758" y="3509447"/>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336B0262-2291-4ABF-B79F-BE6AD049BFC4}"/>
                    </a:ext>
                  </a:extLst>
                </p14:cNvPr>
                <p14:cNvContentPartPr/>
                <p14:nvPr/>
              </p14:nvContentPartPr>
              <p14:xfrm>
                <a:off x="5320398" y="3518087"/>
                <a:ext cx="360" cy="360"/>
              </p14:xfrm>
            </p:contentPart>
          </mc:Choice>
          <mc:Fallback xmlns="">
            <p:pic>
              <p:nvPicPr>
                <p:cNvPr id="6" name="Ink 5">
                  <a:extLst>
                    <a:ext uri="{FF2B5EF4-FFF2-40B4-BE49-F238E27FC236}">
                      <a16:creationId xmlns:a16="http://schemas.microsoft.com/office/drawing/2014/main" id="{336B0262-2291-4ABF-B79F-BE6AD049BFC4}"/>
                    </a:ext>
                  </a:extLst>
                </p:cNvPr>
                <p:cNvPicPr/>
                <p:nvPr/>
              </p:nvPicPr>
              <p:blipFill>
                <a:blip r:embed="rId3"/>
                <a:stretch>
                  <a:fillRect/>
                </a:stretch>
              </p:blipFill>
              <p:spPr>
                <a:xfrm>
                  <a:off x="5311758" y="3509447"/>
                  <a:ext cx="18000" cy="18000"/>
                </a:xfrm>
                <a:prstGeom prst="rect">
                  <a:avLst/>
                </a:prstGeom>
              </p:spPr>
            </p:pic>
          </mc:Fallback>
        </mc:AlternateContent>
      </p:grpSp>
      <p:grpSp>
        <p:nvGrpSpPr>
          <p:cNvPr id="12" name="Group 11">
            <a:extLst>
              <a:ext uri="{FF2B5EF4-FFF2-40B4-BE49-F238E27FC236}">
                <a16:creationId xmlns:a16="http://schemas.microsoft.com/office/drawing/2014/main" id="{BF2A045B-92CC-42DC-92B1-69D3F4CA037C}"/>
              </a:ext>
            </a:extLst>
          </p:cNvPr>
          <p:cNvGrpSpPr/>
          <p:nvPr/>
        </p:nvGrpSpPr>
        <p:grpSpPr>
          <a:xfrm>
            <a:off x="4909638" y="3551207"/>
            <a:ext cx="27000" cy="7200"/>
            <a:chOff x="4909638" y="3551207"/>
            <a:chExt cx="27000" cy="7200"/>
          </a:xfrm>
        </p:grpSpPr>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D86666A8-195C-46BE-8726-81D458D08AEC}"/>
                    </a:ext>
                  </a:extLst>
                </p14:cNvPr>
                <p14:cNvContentPartPr/>
                <p14:nvPr/>
              </p14:nvContentPartPr>
              <p14:xfrm>
                <a:off x="4918278" y="3551207"/>
                <a:ext cx="18360" cy="2880"/>
              </p14:xfrm>
            </p:contentPart>
          </mc:Choice>
          <mc:Fallback xmlns="">
            <p:pic>
              <p:nvPicPr>
                <p:cNvPr id="7" name="Ink 6">
                  <a:extLst>
                    <a:ext uri="{FF2B5EF4-FFF2-40B4-BE49-F238E27FC236}">
                      <a16:creationId xmlns:a16="http://schemas.microsoft.com/office/drawing/2014/main" id="{D86666A8-195C-46BE-8726-81D458D08AEC}"/>
                    </a:ext>
                  </a:extLst>
                </p:cNvPr>
                <p:cNvPicPr/>
                <p:nvPr/>
              </p:nvPicPr>
              <p:blipFill>
                <a:blip r:embed="rId6"/>
                <a:stretch>
                  <a:fillRect/>
                </a:stretch>
              </p:blipFill>
              <p:spPr>
                <a:xfrm>
                  <a:off x="4909278" y="3542567"/>
                  <a:ext cx="3600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0B99630D-10E3-4338-8C8E-F6287C712CF6}"/>
                    </a:ext>
                  </a:extLst>
                </p14:cNvPr>
                <p14:cNvContentPartPr/>
                <p14:nvPr/>
              </p14:nvContentPartPr>
              <p14:xfrm>
                <a:off x="4909638" y="3558047"/>
                <a:ext cx="360" cy="360"/>
              </p14:xfrm>
            </p:contentPart>
          </mc:Choice>
          <mc:Fallback xmlns="">
            <p:pic>
              <p:nvPicPr>
                <p:cNvPr id="8" name="Ink 7">
                  <a:extLst>
                    <a:ext uri="{FF2B5EF4-FFF2-40B4-BE49-F238E27FC236}">
                      <a16:creationId xmlns:a16="http://schemas.microsoft.com/office/drawing/2014/main" id="{0B99630D-10E3-4338-8C8E-F6287C712CF6}"/>
                    </a:ext>
                  </a:extLst>
                </p:cNvPr>
                <p:cNvPicPr/>
                <p:nvPr/>
              </p:nvPicPr>
              <p:blipFill>
                <a:blip r:embed="rId3"/>
                <a:stretch>
                  <a:fillRect/>
                </a:stretch>
              </p:blipFill>
              <p:spPr>
                <a:xfrm>
                  <a:off x="4900638" y="3549407"/>
                  <a:ext cx="18000" cy="18000"/>
                </a:xfrm>
                <a:prstGeom prst="rect">
                  <a:avLst/>
                </a:prstGeom>
              </p:spPr>
            </p:pic>
          </mc:Fallback>
        </mc:AlternateContent>
      </p:grpSp>
      <p:grpSp>
        <p:nvGrpSpPr>
          <p:cNvPr id="11" name="Group 10">
            <a:extLst>
              <a:ext uri="{FF2B5EF4-FFF2-40B4-BE49-F238E27FC236}">
                <a16:creationId xmlns:a16="http://schemas.microsoft.com/office/drawing/2014/main" id="{23F0C19C-F02E-4F97-9914-E5061666522E}"/>
              </a:ext>
            </a:extLst>
          </p:cNvPr>
          <p:cNvGrpSpPr/>
          <p:nvPr/>
        </p:nvGrpSpPr>
        <p:grpSpPr>
          <a:xfrm>
            <a:off x="5240838" y="3551207"/>
            <a:ext cx="360" cy="360"/>
            <a:chOff x="5240838" y="3551207"/>
            <a:chExt cx="360" cy="360"/>
          </a:xfrm>
        </p:grpSpPr>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DBEF4049-4D39-4C29-A3A9-6740018B9188}"/>
                    </a:ext>
                  </a:extLst>
                </p14:cNvPr>
                <p14:cNvContentPartPr/>
                <p14:nvPr/>
              </p14:nvContentPartPr>
              <p14:xfrm>
                <a:off x="5240838" y="3551207"/>
                <a:ext cx="360" cy="360"/>
              </p14:xfrm>
            </p:contentPart>
          </mc:Choice>
          <mc:Fallback xmlns="">
            <p:pic>
              <p:nvPicPr>
                <p:cNvPr id="9" name="Ink 8">
                  <a:extLst>
                    <a:ext uri="{FF2B5EF4-FFF2-40B4-BE49-F238E27FC236}">
                      <a16:creationId xmlns:a16="http://schemas.microsoft.com/office/drawing/2014/main" id="{DBEF4049-4D39-4C29-A3A9-6740018B9188}"/>
                    </a:ext>
                  </a:extLst>
                </p:cNvPr>
                <p:cNvPicPr/>
                <p:nvPr/>
              </p:nvPicPr>
              <p:blipFill>
                <a:blip r:embed="rId3"/>
                <a:stretch>
                  <a:fillRect/>
                </a:stretch>
              </p:blipFill>
              <p:spPr>
                <a:xfrm>
                  <a:off x="5231838" y="3542567"/>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DCC7F60B-1EB8-4FA0-80C8-1488843E834D}"/>
                    </a:ext>
                  </a:extLst>
                </p14:cNvPr>
                <p14:cNvContentPartPr/>
                <p14:nvPr/>
              </p14:nvContentPartPr>
              <p14:xfrm>
                <a:off x="5240838" y="3551207"/>
                <a:ext cx="360" cy="360"/>
              </p14:xfrm>
            </p:contentPart>
          </mc:Choice>
          <mc:Fallback xmlns="">
            <p:pic>
              <p:nvPicPr>
                <p:cNvPr id="10" name="Ink 9">
                  <a:extLst>
                    <a:ext uri="{FF2B5EF4-FFF2-40B4-BE49-F238E27FC236}">
                      <a16:creationId xmlns:a16="http://schemas.microsoft.com/office/drawing/2014/main" id="{DCC7F60B-1EB8-4FA0-80C8-1488843E834D}"/>
                    </a:ext>
                  </a:extLst>
                </p:cNvPr>
                <p:cNvPicPr/>
                <p:nvPr/>
              </p:nvPicPr>
              <p:blipFill>
                <a:blip r:embed="rId3"/>
                <a:stretch>
                  <a:fillRect/>
                </a:stretch>
              </p:blipFill>
              <p:spPr>
                <a:xfrm>
                  <a:off x="5231838" y="3542567"/>
                  <a:ext cx="18000" cy="18000"/>
                </a:xfrm>
                <a:prstGeom prst="rect">
                  <a:avLst/>
                </a:prstGeom>
              </p:spPr>
            </p:pic>
          </mc:Fallback>
        </mc:AlternateContent>
      </p:grpSp>
    </p:spTree>
    <p:extLst>
      <p:ext uri="{BB962C8B-B14F-4D97-AF65-F5344CB8AC3E}">
        <p14:creationId xmlns:p14="http://schemas.microsoft.com/office/powerpoint/2010/main" val="9725392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46" name="Ink 245">
                <a:extLst>
                  <a:ext uri="{FF2B5EF4-FFF2-40B4-BE49-F238E27FC236}">
                    <a16:creationId xmlns:a16="http://schemas.microsoft.com/office/drawing/2014/main" id="{85BB90E8-287C-4356-82AA-7FC18DECC5F6}"/>
                  </a:ext>
                </a:extLst>
              </p14:cNvPr>
              <p14:cNvContentPartPr/>
              <p14:nvPr/>
            </p14:nvContentPartPr>
            <p14:xfrm>
              <a:off x="3962124" y="967132"/>
              <a:ext cx="360" cy="360"/>
            </p14:xfrm>
          </p:contentPart>
        </mc:Choice>
        <mc:Fallback xmlns="">
          <p:pic>
            <p:nvPicPr>
              <p:cNvPr id="246" name="Ink 245">
                <a:extLst>
                  <a:ext uri="{FF2B5EF4-FFF2-40B4-BE49-F238E27FC236}">
                    <a16:creationId xmlns:a16="http://schemas.microsoft.com/office/drawing/2014/main" id="{85BB90E8-287C-4356-82AA-7FC18DECC5F6}"/>
                  </a:ext>
                </a:extLst>
              </p:cNvPr>
              <p:cNvPicPr/>
              <p:nvPr/>
            </p:nvPicPr>
            <p:blipFill>
              <a:blip r:embed="rId3"/>
              <a:stretch>
                <a:fillRect/>
              </a:stretch>
            </p:blipFill>
            <p:spPr>
              <a:xfrm>
                <a:off x="3953124" y="958132"/>
                <a:ext cx="18000" cy="18000"/>
              </a:xfrm>
              <a:prstGeom prst="rect">
                <a:avLst/>
              </a:prstGeom>
            </p:spPr>
          </p:pic>
        </mc:Fallback>
      </mc:AlternateContent>
      <p:pic>
        <p:nvPicPr>
          <p:cNvPr id="4" name="Picture 3">
            <a:extLst>
              <a:ext uri="{FF2B5EF4-FFF2-40B4-BE49-F238E27FC236}">
                <a16:creationId xmlns:a16="http://schemas.microsoft.com/office/drawing/2014/main" id="{A7C9DAFA-98D1-4DC7-B8A6-9A5CD66B26F8}"/>
              </a:ext>
            </a:extLst>
          </p:cNvPr>
          <p:cNvPicPr>
            <a:picLocks noChangeAspect="1"/>
          </p:cNvPicPr>
          <p:nvPr/>
        </p:nvPicPr>
        <p:blipFill>
          <a:blip r:embed="rId4"/>
          <a:stretch>
            <a:fillRect/>
          </a:stretch>
        </p:blipFill>
        <p:spPr>
          <a:xfrm>
            <a:off x="1641197" y="277152"/>
            <a:ext cx="9168008" cy="6113228"/>
          </a:xfrm>
          <a:prstGeom prst="rect">
            <a:avLst/>
          </a:prstGeom>
        </p:spPr>
      </p:pic>
      <p:grpSp>
        <p:nvGrpSpPr>
          <p:cNvPr id="7" name="Group 6">
            <a:extLst>
              <a:ext uri="{FF2B5EF4-FFF2-40B4-BE49-F238E27FC236}">
                <a16:creationId xmlns:a16="http://schemas.microsoft.com/office/drawing/2014/main" id="{7C74DB94-3909-48FA-A41B-02BC6C21DFF4}"/>
              </a:ext>
            </a:extLst>
          </p:cNvPr>
          <p:cNvGrpSpPr/>
          <p:nvPr/>
        </p:nvGrpSpPr>
        <p:grpSpPr>
          <a:xfrm>
            <a:off x="7318003" y="1934280"/>
            <a:ext cx="524880" cy="171000"/>
            <a:chOff x="7318003" y="1934280"/>
            <a:chExt cx="524880" cy="171000"/>
          </a:xfrm>
        </p:grpSpPr>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A0976949-8606-44D1-9CD3-117E94A8401F}"/>
                    </a:ext>
                  </a:extLst>
                </p14:cNvPr>
                <p14:cNvContentPartPr/>
                <p14:nvPr/>
              </p14:nvContentPartPr>
              <p14:xfrm>
                <a:off x="7318003" y="1990440"/>
                <a:ext cx="521280" cy="105480"/>
              </p14:xfrm>
            </p:contentPart>
          </mc:Choice>
          <mc:Fallback xmlns="">
            <p:pic>
              <p:nvPicPr>
                <p:cNvPr id="5" name="Ink 4">
                  <a:extLst>
                    <a:ext uri="{FF2B5EF4-FFF2-40B4-BE49-F238E27FC236}">
                      <a16:creationId xmlns:a16="http://schemas.microsoft.com/office/drawing/2014/main" id="{A0976949-8606-44D1-9CD3-117E94A8401F}"/>
                    </a:ext>
                  </a:extLst>
                </p:cNvPr>
                <p:cNvPicPr/>
                <p:nvPr/>
              </p:nvPicPr>
              <p:blipFill>
                <a:blip r:embed="rId6"/>
                <a:stretch>
                  <a:fillRect/>
                </a:stretch>
              </p:blipFill>
              <p:spPr>
                <a:xfrm>
                  <a:off x="7309363" y="1981800"/>
                  <a:ext cx="53892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A03C7987-AD55-432F-9D89-179D1A105D53}"/>
                    </a:ext>
                  </a:extLst>
                </p14:cNvPr>
                <p14:cNvContentPartPr/>
                <p14:nvPr/>
              </p14:nvContentPartPr>
              <p14:xfrm>
                <a:off x="7756483" y="1934280"/>
                <a:ext cx="86400" cy="171000"/>
              </p14:xfrm>
            </p:contentPart>
          </mc:Choice>
          <mc:Fallback xmlns="">
            <p:pic>
              <p:nvPicPr>
                <p:cNvPr id="6" name="Ink 5">
                  <a:extLst>
                    <a:ext uri="{FF2B5EF4-FFF2-40B4-BE49-F238E27FC236}">
                      <a16:creationId xmlns:a16="http://schemas.microsoft.com/office/drawing/2014/main" id="{A03C7987-AD55-432F-9D89-179D1A105D53}"/>
                    </a:ext>
                  </a:extLst>
                </p:cNvPr>
                <p:cNvPicPr/>
                <p:nvPr/>
              </p:nvPicPr>
              <p:blipFill>
                <a:blip r:embed="rId8"/>
                <a:stretch>
                  <a:fillRect/>
                </a:stretch>
              </p:blipFill>
              <p:spPr>
                <a:xfrm>
                  <a:off x="7747483" y="1925640"/>
                  <a:ext cx="104040" cy="188640"/>
                </a:xfrm>
                <a:prstGeom prst="rect">
                  <a:avLst/>
                </a:prstGeom>
              </p:spPr>
            </p:pic>
          </mc:Fallback>
        </mc:AlternateContent>
      </p:grpSp>
      <p:grpSp>
        <p:nvGrpSpPr>
          <p:cNvPr id="16" name="Group 15">
            <a:extLst>
              <a:ext uri="{FF2B5EF4-FFF2-40B4-BE49-F238E27FC236}">
                <a16:creationId xmlns:a16="http://schemas.microsoft.com/office/drawing/2014/main" id="{60D0D65F-7ED3-4EA9-8A75-8418CBA70B12}"/>
              </a:ext>
            </a:extLst>
          </p:cNvPr>
          <p:cNvGrpSpPr/>
          <p:nvPr/>
        </p:nvGrpSpPr>
        <p:grpSpPr>
          <a:xfrm>
            <a:off x="7318003" y="2208960"/>
            <a:ext cx="530280" cy="154080"/>
            <a:chOff x="7318003" y="2208960"/>
            <a:chExt cx="530280" cy="154080"/>
          </a:xfrm>
        </p:grpSpPr>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570819DC-68E3-4F29-BFE0-4E4F2EECCF12}"/>
                    </a:ext>
                  </a:extLst>
                </p14:cNvPr>
                <p14:cNvContentPartPr/>
                <p14:nvPr/>
              </p14:nvContentPartPr>
              <p14:xfrm>
                <a:off x="7318003" y="2244960"/>
                <a:ext cx="495000" cy="118080"/>
              </p14:xfrm>
            </p:contentPart>
          </mc:Choice>
          <mc:Fallback xmlns="">
            <p:pic>
              <p:nvPicPr>
                <p:cNvPr id="8" name="Ink 7">
                  <a:extLst>
                    <a:ext uri="{FF2B5EF4-FFF2-40B4-BE49-F238E27FC236}">
                      <a16:creationId xmlns:a16="http://schemas.microsoft.com/office/drawing/2014/main" id="{570819DC-68E3-4F29-BFE0-4E4F2EECCF12}"/>
                    </a:ext>
                  </a:extLst>
                </p:cNvPr>
                <p:cNvPicPr/>
                <p:nvPr/>
              </p:nvPicPr>
              <p:blipFill>
                <a:blip r:embed="rId10"/>
                <a:stretch>
                  <a:fillRect/>
                </a:stretch>
              </p:blipFill>
              <p:spPr>
                <a:xfrm>
                  <a:off x="7309363" y="2236320"/>
                  <a:ext cx="51264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 name="Ink 8">
                  <a:extLst>
                    <a:ext uri="{FF2B5EF4-FFF2-40B4-BE49-F238E27FC236}">
                      <a16:creationId xmlns:a16="http://schemas.microsoft.com/office/drawing/2014/main" id="{BD6FB000-776C-41B1-9332-6194E7F33B09}"/>
                    </a:ext>
                  </a:extLst>
                </p14:cNvPr>
                <p14:cNvContentPartPr/>
                <p14:nvPr/>
              </p14:nvContentPartPr>
              <p14:xfrm>
                <a:off x="7759003" y="2208960"/>
                <a:ext cx="89280" cy="133560"/>
              </p14:xfrm>
            </p:contentPart>
          </mc:Choice>
          <mc:Fallback xmlns="">
            <p:pic>
              <p:nvPicPr>
                <p:cNvPr id="9" name="Ink 8">
                  <a:extLst>
                    <a:ext uri="{FF2B5EF4-FFF2-40B4-BE49-F238E27FC236}">
                      <a16:creationId xmlns:a16="http://schemas.microsoft.com/office/drawing/2014/main" id="{BD6FB000-776C-41B1-9332-6194E7F33B09}"/>
                    </a:ext>
                  </a:extLst>
                </p:cNvPr>
                <p:cNvPicPr/>
                <p:nvPr/>
              </p:nvPicPr>
              <p:blipFill>
                <a:blip r:embed="rId12"/>
                <a:stretch>
                  <a:fillRect/>
                </a:stretch>
              </p:blipFill>
              <p:spPr>
                <a:xfrm>
                  <a:off x="7750363" y="2199960"/>
                  <a:ext cx="106920" cy="151200"/>
                </a:xfrm>
                <a:prstGeom prst="rect">
                  <a:avLst/>
                </a:prstGeom>
              </p:spPr>
            </p:pic>
          </mc:Fallback>
        </mc:AlternateContent>
      </p:grpSp>
      <p:grpSp>
        <p:nvGrpSpPr>
          <p:cNvPr id="15" name="Group 14">
            <a:extLst>
              <a:ext uri="{FF2B5EF4-FFF2-40B4-BE49-F238E27FC236}">
                <a16:creationId xmlns:a16="http://schemas.microsoft.com/office/drawing/2014/main" id="{315BFDE3-A7C2-442E-85D8-B0A07B23906A}"/>
              </a:ext>
            </a:extLst>
          </p:cNvPr>
          <p:cNvGrpSpPr/>
          <p:nvPr/>
        </p:nvGrpSpPr>
        <p:grpSpPr>
          <a:xfrm>
            <a:off x="7358683" y="2455200"/>
            <a:ext cx="512280" cy="149400"/>
            <a:chOff x="7358683" y="2455200"/>
            <a:chExt cx="512280" cy="149400"/>
          </a:xfrm>
        </p:grpSpPr>
        <mc:AlternateContent xmlns:mc="http://schemas.openxmlformats.org/markup-compatibility/2006" xmlns:p14="http://schemas.microsoft.com/office/powerpoint/2010/main">
          <mc:Choice Requires="p14">
            <p:contentPart p14:bwMode="auto" r:id="rId13">
              <p14:nvContentPartPr>
                <p14:cNvPr id="10" name="Ink 9">
                  <a:extLst>
                    <a:ext uri="{FF2B5EF4-FFF2-40B4-BE49-F238E27FC236}">
                      <a16:creationId xmlns:a16="http://schemas.microsoft.com/office/drawing/2014/main" id="{679A36EA-249D-45F3-A03F-A286F7A9137F}"/>
                    </a:ext>
                  </a:extLst>
                </p14:cNvPr>
                <p14:cNvContentPartPr/>
                <p14:nvPr/>
              </p14:nvContentPartPr>
              <p14:xfrm>
                <a:off x="7358683" y="2489400"/>
                <a:ext cx="457200" cy="63000"/>
              </p14:xfrm>
            </p:contentPart>
          </mc:Choice>
          <mc:Fallback xmlns="">
            <p:pic>
              <p:nvPicPr>
                <p:cNvPr id="10" name="Ink 9">
                  <a:extLst>
                    <a:ext uri="{FF2B5EF4-FFF2-40B4-BE49-F238E27FC236}">
                      <a16:creationId xmlns:a16="http://schemas.microsoft.com/office/drawing/2014/main" id="{679A36EA-249D-45F3-A03F-A286F7A9137F}"/>
                    </a:ext>
                  </a:extLst>
                </p:cNvPr>
                <p:cNvPicPr/>
                <p:nvPr/>
              </p:nvPicPr>
              <p:blipFill>
                <a:blip r:embed="rId14"/>
                <a:stretch>
                  <a:fillRect/>
                </a:stretch>
              </p:blipFill>
              <p:spPr>
                <a:xfrm>
                  <a:off x="7349683" y="2480760"/>
                  <a:ext cx="47484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1" name="Ink 10">
                  <a:extLst>
                    <a:ext uri="{FF2B5EF4-FFF2-40B4-BE49-F238E27FC236}">
                      <a16:creationId xmlns:a16="http://schemas.microsoft.com/office/drawing/2014/main" id="{E7844604-CCC3-475A-A3DD-979100B7258B}"/>
                    </a:ext>
                  </a:extLst>
                </p14:cNvPr>
                <p14:cNvContentPartPr/>
                <p14:nvPr/>
              </p14:nvContentPartPr>
              <p14:xfrm>
                <a:off x="7750003" y="2455200"/>
                <a:ext cx="120960" cy="149400"/>
              </p14:xfrm>
            </p:contentPart>
          </mc:Choice>
          <mc:Fallback xmlns="">
            <p:pic>
              <p:nvPicPr>
                <p:cNvPr id="11" name="Ink 10">
                  <a:extLst>
                    <a:ext uri="{FF2B5EF4-FFF2-40B4-BE49-F238E27FC236}">
                      <a16:creationId xmlns:a16="http://schemas.microsoft.com/office/drawing/2014/main" id="{E7844604-CCC3-475A-A3DD-979100B7258B}"/>
                    </a:ext>
                  </a:extLst>
                </p:cNvPr>
                <p:cNvPicPr/>
                <p:nvPr/>
              </p:nvPicPr>
              <p:blipFill>
                <a:blip r:embed="rId16"/>
                <a:stretch>
                  <a:fillRect/>
                </a:stretch>
              </p:blipFill>
              <p:spPr>
                <a:xfrm>
                  <a:off x="7741363" y="2446560"/>
                  <a:ext cx="138600" cy="167040"/>
                </a:xfrm>
                <a:prstGeom prst="rect">
                  <a:avLst/>
                </a:prstGeom>
              </p:spPr>
            </p:pic>
          </mc:Fallback>
        </mc:AlternateContent>
      </p:grpSp>
      <p:grpSp>
        <p:nvGrpSpPr>
          <p:cNvPr id="14" name="Group 13">
            <a:extLst>
              <a:ext uri="{FF2B5EF4-FFF2-40B4-BE49-F238E27FC236}">
                <a16:creationId xmlns:a16="http://schemas.microsoft.com/office/drawing/2014/main" id="{8221A8F3-ECAC-449A-97E6-9C725E2BDE28}"/>
              </a:ext>
            </a:extLst>
          </p:cNvPr>
          <p:cNvGrpSpPr/>
          <p:nvPr/>
        </p:nvGrpSpPr>
        <p:grpSpPr>
          <a:xfrm>
            <a:off x="7361563" y="2725560"/>
            <a:ext cx="507960" cy="157320"/>
            <a:chOff x="7361563" y="2725560"/>
            <a:chExt cx="507960" cy="157320"/>
          </a:xfrm>
        </p:grpSpPr>
        <mc:AlternateContent xmlns:mc="http://schemas.openxmlformats.org/markup-compatibility/2006" xmlns:p14="http://schemas.microsoft.com/office/powerpoint/2010/main">
          <mc:Choice Requires="p14">
            <p:contentPart p14:bwMode="auto" r:id="rId17">
              <p14:nvContentPartPr>
                <p14:cNvPr id="12" name="Ink 11">
                  <a:extLst>
                    <a:ext uri="{FF2B5EF4-FFF2-40B4-BE49-F238E27FC236}">
                      <a16:creationId xmlns:a16="http://schemas.microsoft.com/office/drawing/2014/main" id="{9BDB8DD1-F12C-4128-A57C-E32F2E462258}"/>
                    </a:ext>
                  </a:extLst>
                </p14:cNvPr>
                <p14:cNvContentPartPr/>
                <p14:nvPr/>
              </p14:nvContentPartPr>
              <p14:xfrm>
                <a:off x="7361563" y="2752200"/>
                <a:ext cx="469800" cy="96480"/>
              </p14:xfrm>
            </p:contentPart>
          </mc:Choice>
          <mc:Fallback xmlns="">
            <p:pic>
              <p:nvPicPr>
                <p:cNvPr id="12" name="Ink 11">
                  <a:extLst>
                    <a:ext uri="{FF2B5EF4-FFF2-40B4-BE49-F238E27FC236}">
                      <a16:creationId xmlns:a16="http://schemas.microsoft.com/office/drawing/2014/main" id="{9BDB8DD1-F12C-4128-A57C-E32F2E462258}"/>
                    </a:ext>
                  </a:extLst>
                </p:cNvPr>
                <p:cNvPicPr/>
                <p:nvPr/>
              </p:nvPicPr>
              <p:blipFill>
                <a:blip r:embed="rId18"/>
                <a:stretch>
                  <a:fillRect/>
                </a:stretch>
              </p:blipFill>
              <p:spPr>
                <a:xfrm>
                  <a:off x="7352923" y="2743200"/>
                  <a:ext cx="48744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3" name="Ink 12">
                  <a:extLst>
                    <a:ext uri="{FF2B5EF4-FFF2-40B4-BE49-F238E27FC236}">
                      <a16:creationId xmlns:a16="http://schemas.microsoft.com/office/drawing/2014/main" id="{F0FB3BAB-DACB-4B25-8711-AF01325AA4D3}"/>
                    </a:ext>
                  </a:extLst>
                </p14:cNvPr>
                <p14:cNvContentPartPr/>
                <p14:nvPr/>
              </p14:nvContentPartPr>
              <p14:xfrm>
                <a:off x="7769083" y="2725560"/>
                <a:ext cx="100440" cy="157320"/>
              </p14:xfrm>
            </p:contentPart>
          </mc:Choice>
          <mc:Fallback xmlns="">
            <p:pic>
              <p:nvPicPr>
                <p:cNvPr id="13" name="Ink 12">
                  <a:extLst>
                    <a:ext uri="{FF2B5EF4-FFF2-40B4-BE49-F238E27FC236}">
                      <a16:creationId xmlns:a16="http://schemas.microsoft.com/office/drawing/2014/main" id="{F0FB3BAB-DACB-4B25-8711-AF01325AA4D3}"/>
                    </a:ext>
                  </a:extLst>
                </p:cNvPr>
                <p:cNvPicPr/>
                <p:nvPr/>
              </p:nvPicPr>
              <p:blipFill>
                <a:blip r:embed="rId20"/>
                <a:stretch>
                  <a:fillRect/>
                </a:stretch>
              </p:blipFill>
              <p:spPr>
                <a:xfrm>
                  <a:off x="7760443" y="2716920"/>
                  <a:ext cx="118080" cy="174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1">
            <p14:nvContentPartPr>
              <p14:cNvPr id="17" name="Ink 16">
                <a:extLst>
                  <a:ext uri="{FF2B5EF4-FFF2-40B4-BE49-F238E27FC236}">
                    <a16:creationId xmlns:a16="http://schemas.microsoft.com/office/drawing/2014/main" id="{62FD32A6-7B08-4FB2-8893-54111DBDCB20}"/>
                  </a:ext>
                </a:extLst>
              </p14:cNvPr>
              <p14:cNvContentPartPr/>
              <p14:nvPr/>
            </p14:nvContentPartPr>
            <p14:xfrm>
              <a:off x="8115043" y="2122560"/>
              <a:ext cx="360" cy="360"/>
            </p14:xfrm>
          </p:contentPart>
        </mc:Choice>
        <mc:Fallback xmlns="">
          <p:pic>
            <p:nvPicPr>
              <p:cNvPr id="17" name="Ink 16">
                <a:extLst>
                  <a:ext uri="{FF2B5EF4-FFF2-40B4-BE49-F238E27FC236}">
                    <a16:creationId xmlns:a16="http://schemas.microsoft.com/office/drawing/2014/main" id="{62FD32A6-7B08-4FB2-8893-54111DBDCB20}"/>
                  </a:ext>
                </a:extLst>
              </p:cNvPr>
              <p:cNvPicPr/>
              <p:nvPr/>
            </p:nvPicPr>
            <p:blipFill>
              <a:blip r:embed="rId22"/>
              <a:stretch>
                <a:fillRect/>
              </a:stretch>
            </p:blipFill>
            <p:spPr>
              <a:xfrm>
                <a:off x="8025043" y="19425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8" name="Ink 17">
                <a:extLst>
                  <a:ext uri="{FF2B5EF4-FFF2-40B4-BE49-F238E27FC236}">
                    <a16:creationId xmlns:a16="http://schemas.microsoft.com/office/drawing/2014/main" id="{5EFAE479-C852-4EB2-A1E1-74AFC1BA4764}"/>
                  </a:ext>
                </a:extLst>
              </p14:cNvPr>
              <p14:cNvContentPartPr/>
              <p14:nvPr/>
            </p14:nvContentPartPr>
            <p14:xfrm>
              <a:off x="7826323" y="2133360"/>
              <a:ext cx="2781360" cy="137160"/>
            </p14:xfrm>
          </p:contentPart>
        </mc:Choice>
        <mc:Fallback xmlns="">
          <p:pic>
            <p:nvPicPr>
              <p:cNvPr id="18" name="Ink 17">
                <a:extLst>
                  <a:ext uri="{FF2B5EF4-FFF2-40B4-BE49-F238E27FC236}">
                    <a16:creationId xmlns:a16="http://schemas.microsoft.com/office/drawing/2014/main" id="{5EFAE479-C852-4EB2-A1E1-74AFC1BA4764}"/>
                  </a:ext>
                </a:extLst>
              </p:cNvPr>
              <p:cNvPicPr/>
              <p:nvPr/>
            </p:nvPicPr>
            <p:blipFill>
              <a:blip r:embed="rId24"/>
              <a:stretch>
                <a:fillRect/>
              </a:stretch>
            </p:blipFill>
            <p:spPr>
              <a:xfrm>
                <a:off x="7736683" y="1953360"/>
                <a:ext cx="2961000" cy="4968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9" name="Ink 18">
                <a:extLst>
                  <a:ext uri="{FF2B5EF4-FFF2-40B4-BE49-F238E27FC236}">
                    <a16:creationId xmlns:a16="http://schemas.microsoft.com/office/drawing/2014/main" id="{8DCAC35C-8D91-47B7-BD49-0FA220BD9C67}"/>
                  </a:ext>
                </a:extLst>
              </p14:cNvPr>
              <p14:cNvContentPartPr/>
              <p14:nvPr/>
            </p14:nvContentPartPr>
            <p14:xfrm>
              <a:off x="7854043" y="2345400"/>
              <a:ext cx="2696760" cy="43920"/>
            </p14:xfrm>
          </p:contentPart>
        </mc:Choice>
        <mc:Fallback xmlns="">
          <p:pic>
            <p:nvPicPr>
              <p:cNvPr id="19" name="Ink 18">
                <a:extLst>
                  <a:ext uri="{FF2B5EF4-FFF2-40B4-BE49-F238E27FC236}">
                    <a16:creationId xmlns:a16="http://schemas.microsoft.com/office/drawing/2014/main" id="{8DCAC35C-8D91-47B7-BD49-0FA220BD9C67}"/>
                  </a:ext>
                </a:extLst>
              </p:cNvPr>
              <p:cNvPicPr/>
              <p:nvPr/>
            </p:nvPicPr>
            <p:blipFill>
              <a:blip r:embed="rId26"/>
              <a:stretch>
                <a:fillRect/>
              </a:stretch>
            </p:blipFill>
            <p:spPr>
              <a:xfrm>
                <a:off x="7764043" y="2165760"/>
                <a:ext cx="2876400" cy="4035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0" name="Ink 19">
                <a:extLst>
                  <a:ext uri="{FF2B5EF4-FFF2-40B4-BE49-F238E27FC236}">
                    <a16:creationId xmlns:a16="http://schemas.microsoft.com/office/drawing/2014/main" id="{0176A425-3DC1-4B4F-8B2C-8646A96E6B90}"/>
                  </a:ext>
                </a:extLst>
              </p14:cNvPr>
              <p14:cNvContentPartPr/>
              <p14:nvPr/>
            </p14:nvContentPartPr>
            <p14:xfrm>
              <a:off x="7875643" y="2590200"/>
              <a:ext cx="2682000" cy="33840"/>
            </p14:xfrm>
          </p:contentPart>
        </mc:Choice>
        <mc:Fallback xmlns="">
          <p:pic>
            <p:nvPicPr>
              <p:cNvPr id="20" name="Ink 19">
                <a:extLst>
                  <a:ext uri="{FF2B5EF4-FFF2-40B4-BE49-F238E27FC236}">
                    <a16:creationId xmlns:a16="http://schemas.microsoft.com/office/drawing/2014/main" id="{0176A425-3DC1-4B4F-8B2C-8646A96E6B90}"/>
                  </a:ext>
                </a:extLst>
              </p:cNvPr>
              <p:cNvPicPr/>
              <p:nvPr/>
            </p:nvPicPr>
            <p:blipFill>
              <a:blip r:embed="rId28"/>
              <a:stretch>
                <a:fillRect/>
              </a:stretch>
            </p:blipFill>
            <p:spPr>
              <a:xfrm>
                <a:off x="7785643" y="2410560"/>
                <a:ext cx="2861640" cy="3934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3" name="Ink 22">
                <a:extLst>
                  <a:ext uri="{FF2B5EF4-FFF2-40B4-BE49-F238E27FC236}">
                    <a16:creationId xmlns:a16="http://schemas.microsoft.com/office/drawing/2014/main" id="{8664879E-CEFE-45BB-A60B-1ED55D562CF4}"/>
                  </a:ext>
                </a:extLst>
              </p14:cNvPr>
              <p14:cNvContentPartPr/>
              <p14:nvPr/>
            </p14:nvContentPartPr>
            <p14:xfrm>
              <a:off x="6009403" y="2595960"/>
              <a:ext cx="1442160" cy="180720"/>
            </p14:xfrm>
          </p:contentPart>
        </mc:Choice>
        <mc:Fallback xmlns="">
          <p:pic>
            <p:nvPicPr>
              <p:cNvPr id="23" name="Ink 22">
                <a:extLst>
                  <a:ext uri="{FF2B5EF4-FFF2-40B4-BE49-F238E27FC236}">
                    <a16:creationId xmlns:a16="http://schemas.microsoft.com/office/drawing/2014/main" id="{8664879E-CEFE-45BB-A60B-1ED55D562CF4}"/>
                  </a:ext>
                </a:extLst>
              </p:cNvPr>
              <p:cNvPicPr/>
              <p:nvPr/>
            </p:nvPicPr>
            <p:blipFill>
              <a:blip r:embed="rId30"/>
              <a:stretch>
                <a:fillRect/>
              </a:stretch>
            </p:blipFill>
            <p:spPr>
              <a:xfrm>
                <a:off x="5919403" y="2416320"/>
                <a:ext cx="1621800" cy="5403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5" name="Ink 24">
                <a:extLst>
                  <a:ext uri="{FF2B5EF4-FFF2-40B4-BE49-F238E27FC236}">
                    <a16:creationId xmlns:a16="http://schemas.microsoft.com/office/drawing/2014/main" id="{55EAA3FC-F8CB-4E66-A062-3DDA1C47FAA3}"/>
                  </a:ext>
                </a:extLst>
              </p14:cNvPr>
              <p14:cNvContentPartPr/>
              <p14:nvPr/>
            </p14:nvContentPartPr>
            <p14:xfrm>
              <a:off x="5759203" y="2253240"/>
              <a:ext cx="1572480" cy="614160"/>
            </p14:xfrm>
          </p:contentPart>
        </mc:Choice>
        <mc:Fallback xmlns="">
          <p:pic>
            <p:nvPicPr>
              <p:cNvPr id="25" name="Ink 24">
                <a:extLst>
                  <a:ext uri="{FF2B5EF4-FFF2-40B4-BE49-F238E27FC236}">
                    <a16:creationId xmlns:a16="http://schemas.microsoft.com/office/drawing/2014/main" id="{55EAA3FC-F8CB-4E66-A062-3DDA1C47FAA3}"/>
                  </a:ext>
                </a:extLst>
              </p:cNvPr>
              <p:cNvPicPr/>
              <p:nvPr/>
            </p:nvPicPr>
            <p:blipFill>
              <a:blip r:embed="rId32"/>
              <a:stretch>
                <a:fillRect/>
              </a:stretch>
            </p:blipFill>
            <p:spPr>
              <a:xfrm>
                <a:off x="5669203" y="2073240"/>
                <a:ext cx="1752120" cy="973800"/>
              </a:xfrm>
              <a:prstGeom prst="rect">
                <a:avLst/>
              </a:prstGeom>
            </p:spPr>
          </p:pic>
        </mc:Fallback>
      </mc:AlternateContent>
    </p:spTree>
    <p:extLst>
      <p:ext uri="{BB962C8B-B14F-4D97-AF65-F5344CB8AC3E}">
        <p14:creationId xmlns:p14="http://schemas.microsoft.com/office/powerpoint/2010/main" val="29866372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8804B-B5DB-4CC8-B6B2-CDE7FD6B4717}"/>
              </a:ext>
            </a:extLst>
          </p:cNvPr>
          <p:cNvSpPr>
            <a:spLocks noGrp="1"/>
          </p:cNvSpPr>
          <p:nvPr>
            <p:ph type="title"/>
          </p:nvPr>
        </p:nvSpPr>
        <p:spPr>
          <a:xfrm>
            <a:off x="838200" y="170053"/>
            <a:ext cx="10515600" cy="780923"/>
          </a:xfrm>
        </p:spPr>
        <p:txBody>
          <a:bodyPr/>
          <a:lstStyle/>
          <a:p>
            <a:r>
              <a:rPr lang="en-IE" dirty="0"/>
              <a:t>Final Network Design</a:t>
            </a:r>
          </a:p>
        </p:txBody>
      </p:sp>
      <p:graphicFrame>
        <p:nvGraphicFramePr>
          <p:cNvPr id="7" name="Content Placeholder 6">
            <a:extLst>
              <a:ext uri="{FF2B5EF4-FFF2-40B4-BE49-F238E27FC236}">
                <a16:creationId xmlns:a16="http://schemas.microsoft.com/office/drawing/2014/main" id="{FA96E95F-F600-48BD-AF19-1ED70542D573}"/>
              </a:ext>
            </a:extLst>
          </p:cNvPr>
          <p:cNvGraphicFramePr>
            <a:graphicFrameLocks noGrp="1"/>
          </p:cNvGraphicFramePr>
          <p:nvPr>
            <p:ph idx="1"/>
            <p:extLst>
              <p:ext uri="{D42A27DB-BD31-4B8C-83A1-F6EECF244321}">
                <p14:modId xmlns:p14="http://schemas.microsoft.com/office/powerpoint/2010/main" val="228945341"/>
              </p:ext>
            </p:extLst>
          </p:nvPr>
        </p:nvGraphicFramePr>
        <p:xfrm>
          <a:off x="1395550" y="978407"/>
          <a:ext cx="8894498" cy="4901186"/>
        </p:xfrm>
        <a:graphic>
          <a:graphicData uri="http://schemas.openxmlformats.org/drawingml/2006/table">
            <a:tbl>
              <a:tblPr/>
              <a:tblGrid>
                <a:gridCol w="1662769">
                  <a:extLst>
                    <a:ext uri="{9D8B030D-6E8A-4147-A177-3AD203B41FA5}">
                      <a16:colId xmlns:a16="http://schemas.microsoft.com/office/drawing/2014/main" val="127785846"/>
                    </a:ext>
                  </a:extLst>
                </a:gridCol>
                <a:gridCol w="1068923">
                  <a:extLst>
                    <a:ext uri="{9D8B030D-6E8A-4147-A177-3AD203B41FA5}">
                      <a16:colId xmlns:a16="http://schemas.microsoft.com/office/drawing/2014/main" val="803837877"/>
                    </a:ext>
                  </a:extLst>
                </a:gridCol>
                <a:gridCol w="2053677">
                  <a:extLst>
                    <a:ext uri="{9D8B030D-6E8A-4147-A177-3AD203B41FA5}">
                      <a16:colId xmlns:a16="http://schemas.microsoft.com/office/drawing/2014/main" val="4187810482"/>
                    </a:ext>
                  </a:extLst>
                </a:gridCol>
                <a:gridCol w="2580151">
                  <a:extLst>
                    <a:ext uri="{9D8B030D-6E8A-4147-A177-3AD203B41FA5}">
                      <a16:colId xmlns:a16="http://schemas.microsoft.com/office/drawing/2014/main" val="3435016683"/>
                    </a:ext>
                  </a:extLst>
                </a:gridCol>
                <a:gridCol w="1528978">
                  <a:extLst>
                    <a:ext uri="{9D8B030D-6E8A-4147-A177-3AD203B41FA5}">
                      <a16:colId xmlns:a16="http://schemas.microsoft.com/office/drawing/2014/main" val="825110186"/>
                    </a:ext>
                  </a:extLst>
                </a:gridCol>
              </a:tblGrid>
              <a:tr h="873035">
                <a:tc>
                  <a:txBody>
                    <a:bodyPr/>
                    <a:lstStyle/>
                    <a:p>
                      <a:pPr algn="l" fontAlgn="ctr"/>
                      <a:r>
                        <a:rPr lang="en-IE" sz="1400" b="1">
                          <a:effectLst/>
                        </a:rPr>
                        <a:t>Network ID</a:t>
                      </a:r>
                    </a:p>
                    <a:p>
                      <a:pPr algn="l" fontAlgn="ctr"/>
                      <a:br>
                        <a:rPr lang="en-IE" sz="1400" b="1">
                          <a:effectLst/>
                        </a:rPr>
                      </a:br>
                      <a:endParaRPr lang="en-IE" sz="1400" b="1">
                        <a:effectLst/>
                      </a:endParaRPr>
                    </a:p>
                  </a:txBody>
                  <a:tcPr marL="18485" marR="18485" marT="18485" marB="18485" anchor="ctr">
                    <a:lnL>
                      <a:noFill/>
                    </a:lnL>
                    <a:lnR>
                      <a:noFill/>
                    </a:lnR>
                    <a:lnT>
                      <a:noFill/>
                    </a:lnT>
                    <a:lnB w="6350" cap="flat" cmpd="sng" algn="ctr">
                      <a:solidFill>
                        <a:srgbClr val="DDDDDD"/>
                      </a:solidFill>
                      <a:prstDash val="solid"/>
                      <a:round/>
                      <a:headEnd type="none" w="med" len="med"/>
                      <a:tailEnd type="none" w="med" len="med"/>
                    </a:lnB>
                    <a:solidFill>
                      <a:srgbClr val="D9EDF7"/>
                    </a:solidFill>
                  </a:tcPr>
                </a:tc>
                <a:tc>
                  <a:txBody>
                    <a:bodyPr/>
                    <a:lstStyle/>
                    <a:p>
                      <a:pPr algn="l" fontAlgn="ctr"/>
                      <a:r>
                        <a:rPr lang="en-IE" sz="1400" b="1" dirty="0">
                          <a:effectLst/>
                        </a:rPr>
                        <a:t>Subnet Mask</a:t>
                      </a:r>
                    </a:p>
                    <a:p>
                      <a:pPr algn="l" fontAlgn="ctr"/>
                      <a:br>
                        <a:rPr lang="en-IE" sz="1400" b="1" dirty="0">
                          <a:effectLst/>
                        </a:rPr>
                      </a:br>
                      <a:endParaRPr lang="en-IE" sz="1400" b="1" dirty="0">
                        <a:effectLst/>
                      </a:endParaRPr>
                    </a:p>
                  </a:txBody>
                  <a:tcPr marL="18485" marR="18485" marT="18485" marB="18485" anchor="ctr">
                    <a:lnL>
                      <a:noFill/>
                    </a:lnL>
                    <a:lnR>
                      <a:noFill/>
                    </a:lnR>
                    <a:lnT>
                      <a:noFill/>
                    </a:lnT>
                    <a:lnB w="6350" cap="flat" cmpd="sng" algn="ctr">
                      <a:solidFill>
                        <a:srgbClr val="DDDDDD"/>
                      </a:solidFill>
                      <a:prstDash val="solid"/>
                      <a:round/>
                      <a:headEnd type="none" w="med" len="med"/>
                      <a:tailEnd type="none" w="med" len="med"/>
                    </a:lnB>
                    <a:solidFill>
                      <a:srgbClr val="D9EDF7"/>
                    </a:solidFill>
                  </a:tcPr>
                </a:tc>
                <a:tc>
                  <a:txBody>
                    <a:bodyPr/>
                    <a:lstStyle/>
                    <a:p>
                      <a:pPr algn="l" fontAlgn="ctr"/>
                      <a:r>
                        <a:rPr lang="en-IE" sz="1400" b="1" dirty="0">
                          <a:effectLst/>
                        </a:rPr>
                        <a:t>Total Addresses(Inc. Network and Broadcast)</a:t>
                      </a:r>
                    </a:p>
                  </a:txBody>
                  <a:tcPr marL="18485" marR="18485" marT="18485" marB="18485" anchor="ctr">
                    <a:lnL>
                      <a:noFill/>
                    </a:lnL>
                    <a:lnR>
                      <a:noFill/>
                    </a:lnR>
                    <a:lnT>
                      <a:noFill/>
                    </a:lnT>
                    <a:lnB w="6350" cap="flat" cmpd="sng" algn="ctr">
                      <a:solidFill>
                        <a:srgbClr val="DDDDDD"/>
                      </a:solidFill>
                      <a:prstDash val="solid"/>
                      <a:round/>
                      <a:headEnd type="none" w="med" len="med"/>
                      <a:tailEnd type="none" w="med" len="med"/>
                    </a:lnB>
                    <a:solidFill>
                      <a:srgbClr val="D9EDF7"/>
                    </a:solidFill>
                  </a:tcPr>
                </a:tc>
                <a:tc>
                  <a:txBody>
                    <a:bodyPr/>
                    <a:lstStyle/>
                    <a:p>
                      <a:pPr algn="l" fontAlgn="ctr"/>
                      <a:r>
                        <a:rPr lang="en-IE" sz="1400" b="1" dirty="0">
                          <a:effectLst/>
                        </a:rPr>
                        <a:t>Usable Host Range</a:t>
                      </a:r>
                    </a:p>
                    <a:p>
                      <a:pPr algn="l" fontAlgn="ctr"/>
                      <a:br>
                        <a:rPr lang="en-IE" sz="1400" b="1" dirty="0">
                          <a:effectLst/>
                        </a:rPr>
                      </a:br>
                      <a:endParaRPr lang="en-IE" sz="1400" b="1" dirty="0">
                        <a:effectLst/>
                      </a:endParaRPr>
                    </a:p>
                  </a:txBody>
                  <a:tcPr marL="18485" marR="18485" marT="18485" marB="18485" anchor="ctr">
                    <a:lnL>
                      <a:noFill/>
                    </a:lnL>
                    <a:lnR>
                      <a:noFill/>
                    </a:lnR>
                    <a:lnT>
                      <a:noFill/>
                    </a:lnT>
                    <a:lnB w="6350" cap="flat" cmpd="sng" algn="ctr">
                      <a:solidFill>
                        <a:srgbClr val="DDDDDD"/>
                      </a:solidFill>
                      <a:prstDash val="solid"/>
                      <a:round/>
                      <a:headEnd type="none" w="med" len="med"/>
                      <a:tailEnd type="none" w="med" len="med"/>
                    </a:lnB>
                    <a:solidFill>
                      <a:srgbClr val="D9EDF7"/>
                    </a:solidFill>
                  </a:tcPr>
                </a:tc>
                <a:tc>
                  <a:txBody>
                    <a:bodyPr/>
                    <a:lstStyle/>
                    <a:p>
                      <a:pPr algn="l" fontAlgn="ctr"/>
                      <a:r>
                        <a:rPr lang="en-IE" sz="1400" b="1">
                          <a:effectLst/>
                        </a:rPr>
                        <a:t>Name of LAN </a:t>
                      </a:r>
                    </a:p>
                    <a:p>
                      <a:pPr algn="l" fontAlgn="ctr"/>
                      <a:br>
                        <a:rPr lang="en-IE" sz="1400" b="1">
                          <a:effectLst/>
                        </a:rPr>
                      </a:br>
                      <a:endParaRPr lang="en-IE" sz="1400" b="1">
                        <a:effectLst/>
                      </a:endParaRPr>
                    </a:p>
                  </a:txBody>
                  <a:tcPr marL="18485" marR="18485" marT="18485" marB="18485" anchor="ctr">
                    <a:lnL>
                      <a:noFill/>
                    </a:lnL>
                    <a:lnR>
                      <a:noFill/>
                    </a:lnR>
                    <a:lnT>
                      <a:noFill/>
                    </a:lnT>
                    <a:lnB w="6350" cap="flat" cmpd="sng" algn="ctr">
                      <a:solidFill>
                        <a:srgbClr val="DDDDDD"/>
                      </a:solidFill>
                      <a:prstDash val="solid"/>
                      <a:round/>
                      <a:headEnd type="none" w="med" len="med"/>
                      <a:tailEnd type="none" w="med" len="med"/>
                    </a:lnB>
                    <a:solidFill>
                      <a:srgbClr val="D9EDF7"/>
                    </a:solidFill>
                  </a:tcPr>
                </a:tc>
                <a:extLst>
                  <a:ext uri="{0D108BD9-81ED-4DB2-BD59-A6C34878D82A}">
                    <a16:rowId xmlns:a16="http://schemas.microsoft.com/office/drawing/2014/main" val="3097061715"/>
                  </a:ext>
                </a:extLst>
              </a:tr>
              <a:tr h="655323">
                <a:tc>
                  <a:txBody>
                    <a:bodyPr/>
                    <a:lstStyle/>
                    <a:p>
                      <a:pPr algn="l" fontAlgn="ctr"/>
                      <a:r>
                        <a:rPr lang="en-IE" sz="1400" dirty="0">
                          <a:effectLst/>
                        </a:rPr>
                        <a:t>192.168.4.0</a:t>
                      </a:r>
                    </a:p>
                  </a:txBody>
                  <a:tcPr marL="18485" marR="18485" marT="18485" marB="1848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3F3F3"/>
                    </a:solidFill>
                  </a:tcPr>
                </a:tc>
                <a:tc>
                  <a:txBody>
                    <a:bodyPr/>
                    <a:lstStyle/>
                    <a:p>
                      <a:pPr algn="l" fontAlgn="ctr"/>
                      <a:r>
                        <a:rPr lang="en-IE" sz="1400" dirty="0">
                          <a:effectLst/>
                        </a:rPr>
                        <a:t>/26</a:t>
                      </a:r>
                    </a:p>
                  </a:txBody>
                  <a:tcPr marL="18485" marR="18485" marT="18485" marB="1848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3F3F3"/>
                    </a:solidFill>
                  </a:tcPr>
                </a:tc>
                <a:tc>
                  <a:txBody>
                    <a:bodyPr/>
                    <a:lstStyle/>
                    <a:p>
                      <a:pPr algn="l" fontAlgn="ctr"/>
                      <a:r>
                        <a:rPr lang="en-IE" sz="1400" dirty="0">
                          <a:effectLst/>
                        </a:rPr>
                        <a:t>64</a:t>
                      </a:r>
                    </a:p>
                  </a:txBody>
                  <a:tcPr marL="18485" marR="18485" marT="18485" marB="1848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3F3F3"/>
                    </a:solidFill>
                  </a:tcPr>
                </a:tc>
                <a:tc>
                  <a:txBody>
                    <a:bodyPr/>
                    <a:lstStyle/>
                    <a:p>
                      <a:pPr algn="l" fontAlgn="ctr"/>
                      <a:r>
                        <a:rPr lang="en-IE" sz="1400" dirty="0">
                          <a:effectLst/>
                        </a:rPr>
                        <a:t>192.168.4.1–192.168.4.62</a:t>
                      </a:r>
                    </a:p>
                  </a:txBody>
                  <a:tcPr marL="18485" marR="18485" marT="18485" marB="1848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3F3F3"/>
                    </a:solidFill>
                  </a:tcPr>
                </a:tc>
                <a:tc>
                  <a:txBody>
                    <a:bodyPr/>
                    <a:lstStyle/>
                    <a:p>
                      <a:pPr algn="l" fontAlgn="ctr"/>
                      <a:r>
                        <a:rPr lang="en-IE" sz="1400" dirty="0">
                          <a:effectLst/>
                        </a:rPr>
                        <a:t>LAN 3</a:t>
                      </a:r>
                    </a:p>
                  </a:txBody>
                  <a:tcPr marL="18485" marR="18485" marT="18485" marB="1848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3F3F3"/>
                    </a:solidFill>
                  </a:tcPr>
                </a:tc>
                <a:extLst>
                  <a:ext uri="{0D108BD9-81ED-4DB2-BD59-A6C34878D82A}">
                    <a16:rowId xmlns:a16="http://schemas.microsoft.com/office/drawing/2014/main" val="2902138771"/>
                  </a:ext>
                </a:extLst>
              </a:tr>
              <a:tr h="751536">
                <a:tc>
                  <a:txBody>
                    <a:bodyPr/>
                    <a:lstStyle/>
                    <a:p>
                      <a:pPr algn="l" fontAlgn="ctr"/>
                      <a:r>
                        <a:rPr lang="en-IE" sz="1400" dirty="0">
                          <a:effectLst/>
                        </a:rPr>
                        <a:t>192.168.4.64</a:t>
                      </a:r>
                    </a:p>
                  </a:txBody>
                  <a:tcPr marL="18485" marR="18485" marT="18485" marB="1848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l" fontAlgn="ctr"/>
                      <a:r>
                        <a:rPr lang="en-IE" sz="1400" dirty="0">
                          <a:effectLst/>
                        </a:rPr>
                        <a:t>/27</a:t>
                      </a:r>
                    </a:p>
                  </a:txBody>
                  <a:tcPr marL="18485" marR="18485" marT="18485" marB="1848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l" fontAlgn="ctr"/>
                      <a:r>
                        <a:rPr lang="en-IE" sz="1400" dirty="0">
                          <a:effectLst/>
                        </a:rPr>
                        <a:t>32</a:t>
                      </a:r>
                    </a:p>
                  </a:txBody>
                  <a:tcPr marL="18485" marR="18485" marT="18485" marB="1848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l" fontAlgn="ctr"/>
                      <a:r>
                        <a:rPr lang="en-IE" sz="1400" dirty="0">
                          <a:effectLst/>
                        </a:rPr>
                        <a:t>192.168.4.65 – 192.168.4.94</a:t>
                      </a:r>
                    </a:p>
                  </a:txBody>
                  <a:tcPr marL="18485" marR="18485" marT="18485" marB="1848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l" fontAlgn="ctr"/>
                      <a:r>
                        <a:rPr lang="en-IE" sz="1400" dirty="0">
                          <a:effectLst/>
                        </a:rPr>
                        <a:t>LAN 1</a:t>
                      </a:r>
                    </a:p>
                  </a:txBody>
                  <a:tcPr marL="18485" marR="18485" marT="18485" marB="1848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2686161150"/>
                  </a:ext>
                </a:extLst>
              </a:tr>
              <a:tr h="655323">
                <a:tc>
                  <a:txBody>
                    <a:bodyPr/>
                    <a:lstStyle/>
                    <a:p>
                      <a:pPr algn="l" fontAlgn="ctr"/>
                      <a:r>
                        <a:rPr lang="en-IE" sz="1400" dirty="0">
                          <a:effectLst/>
                        </a:rPr>
                        <a:t>192.168.4.96</a:t>
                      </a:r>
                    </a:p>
                  </a:txBody>
                  <a:tcPr marL="18485" marR="18485" marT="18485" marB="1848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ctr"/>
                      <a:r>
                        <a:rPr lang="en-IE" sz="1400" dirty="0">
                          <a:effectLst/>
                        </a:rPr>
                        <a:t>/28</a:t>
                      </a:r>
                    </a:p>
                  </a:txBody>
                  <a:tcPr marL="18485" marR="18485" marT="18485" marB="1848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ctr"/>
                      <a:r>
                        <a:rPr lang="en-IE" sz="1400" dirty="0">
                          <a:effectLst/>
                        </a:rPr>
                        <a:t>16</a:t>
                      </a:r>
                    </a:p>
                  </a:txBody>
                  <a:tcPr marL="18485" marR="18485" marT="18485" marB="1848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ctr"/>
                      <a:r>
                        <a:rPr lang="en-IE" sz="1400" dirty="0">
                          <a:effectLst/>
                        </a:rPr>
                        <a:t>192.168.4.97– 192.168.4.110 </a:t>
                      </a:r>
                    </a:p>
                  </a:txBody>
                  <a:tcPr marL="18485" marR="18485" marT="18485" marB="1848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ctr"/>
                      <a:r>
                        <a:rPr lang="en-IE" sz="1400" dirty="0">
                          <a:effectLst/>
                        </a:rPr>
                        <a:t>LAN 2</a:t>
                      </a:r>
                    </a:p>
                  </a:txBody>
                  <a:tcPr marL="18485" marR="18485" marT="18485" marB="1848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849041536"/>
                  </a:ext>
                </a:extLst>
              </a:tr>
              <a:tr h="655323">
                <a:tc>
                  <a:txBody>
                    <a:bodyPr/>
                    <a:lstStyle/>
                    <a:p>
                      <a:pPr algn="l" fontAlgn="ctr"/>
                      <a:r>
                        <a:rPr lang="en-IE" sz="1400" dirty="0">
                          <a:effectLst/>
                        </a:rPr>
                        <a:t>192.168.4.112</a:t>
                      </a:r>
                    </a:p>
                  </a:txBody>
                  <a:tcPr marL="18485" marR="18485" marT="18485" marB="1848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l" fontAlgn="ctr"/>
                      <a:r>
                        <a:rPr lang="en-IE" sz="1400" dirty="0">
                          <a:effectLst/>
                        </a:rPr>
                        <a:t>/30</a:t>
                      </a:r>
                    </a:p>
                  </a:txBody>
                  <a:tcPr marL="18485" marR="18485" marT="18485" marB="1848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l" fontAlgn="ctr"/>
                      <a:r>
                        <a:rPr lang="en-IE" sz="1400" dirty="0">
                          <a:effectLst/>
                        </a:rPr>
                        <a:t>4</a:t>
                      </a:r>
                    </a:p>
                  </a:txBody>
                  <a:tcPr marL="18485" marR="18485" marT="18485" marB="1848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l" fontAlgn="ctr"/>
                      <a:r>
                        <a:rPr lang="en-IE" sz="1400" dirty="0">
                          <a:effectLst/>
                        </a:rPr>
                        <a:t>192.168.4.113–192.168.4.114</a:t>
                      </a:r>
                    </a:p>
                  </a:txBody>
                  <a:tcPr marL="18485" marR="18485" marT="18485" marB="1848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l" fontAlgn="ctr"/>
                      <a:r>
                        <a:rPr lang="en-IE" sz="1400" dirty="0">
                          <a:effectLst/>
                        </a:rPr>
                        <a:t>LINK Router1-2</a:t>
                      </a:r>
                    </a:p>
                  </a:txBody>
                  <a:tcPr marL="18485" marR="18485" marT="18485" marB="1848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2940020374"/>
                  </a:ext>
                </a:extLst>
              </a:tr>
              <a:tr h="655323">
                <a:tc>
                  <a:txBody>
                    <a:bodyPr/>
                    <a:lstStyle/>
                    <a:p>
                      <a:pPr algn="l" fontAlgn="ctr"/>
                      <a:r>
                        <a:rPr lang="en-IE" sz="1400" dirty="0">
                          <a:effectLst/>
                        </a:rPr>
                        <a:t>192.168.4.116</a:t>
                      </a:r>
                    </a:p>
                  </a:txBody>
                  <a:tcPr marL="18485" marR="18485" marT="18485" marB="1848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ctr"/>
                      <a:r>
                        <a:rPr lang="en-IE" sz="1400" dirty="0">
                          <a:effectLst/>
                        </a:rPr>
                        <a:t>/30</a:t>
                      </a:r>
                    </a:p>
                  </a:txBody>
                  <a:tcPr marL="18485" marR="18485" marT="18485" marB="1848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ctr"/>
                      <a:r>
                        <a:rPr lang="en-IE" sz="1400" dirty="0">
                          <a:effectLst/>
                        </a:rPr>
                        <a:t>4</a:t>
                      </a:r>
                    </a:p>
                  </a:txBody>
                  <a:tcPr marL="18485" marR="18485" marT="18485" marB="1848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ctr"/>
                      <a:r>
                        <a:rPr lang="en-IE" sz="1400" dirty="0">
                          <a:effectLst/>
                        </a:rPr>
                        <a:t>192.168.4.117–192.168.4.118</a:t>
                      </a:r>
                    </a:p>
                  </a:txBody>
                  <a:tcPr marL="18485" marR="18485" marT="18485" marB="1848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ctr"/>
                      <a:r>
                        <a:rPr lang="en-IE" sz="1400" dirty="0">
                          <a:effectLst/>
                        </a:rPr>
                        <a:t>LINK Router1-3</a:t>
                      </a:r>
                    </a:p>
                  </a:txBody>
                  <a:tcPr marL="18485" marR="18485" marT="18485" marB="18485"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858471226"/>
                  </a:ext>
                </a:extLst>
              </a:tr>
              <a:tr h="655323">
                <a:tc>
                  <a:txBody>
                    <a:bodyPr/>
                    <a:lstStyle/>
                    <a:p>
                      <a:pPr algn="l" fontAlgn="ctr"/>
                      <a:r>
                        <a:rPr lang="en-IE" sz="1400" dirty="0">
                          <a:effectLst/>
                        </a:rPr>
                        <a:t>192.168.4.120</a:t>
                      </a:r>
                    </a:p>
                  </a:txBody>
                  <a:tcPr marL="18485" marR="18485" marT="18485" marB="18485" anchor="ctr">
                    <a:lnL>
                      <a:noFill/>
                    </a:lnL>
                    <a:lnR>
                      <a:noFill/>
                    </a:lnR>
                    <a:lnT w="6350" cap="flat" cmpd="sng" algn="ctr">
                      <a:solidFill>
                        <a:srgbClr val="DDDDDD"/>
                      </a:solidFill>
                      <a:prstDash val="solid"/>
                      <a:round/>
                      <a:headEnd type="none" w="med" len="med"/>
                      <a:tailEnd type="none" w="med" len="med"/>
                    </a:lnT>
                    <a:lnB>
                      <a:noFill/>
                    </a:lnB>
                    <a:solidFill>
                      <a:srgbClr val="F9F9F9"/>
                    </a:solidFill>
                  </a:tcPr>
                </a:tc>
                <a:tc>
                  <a:txBody>
                    <a:bodyPr/>
                    <a:lstStyle/>
                    <a:p>
                      <a:pPr algn="l" fontAlgn="ctr"/>
                      <a:r>
                        <a:rPr lang="en-IE" sz="1400" dirty="0">
                          <a:effectLst/>
                        </a:rPr>
                        <a:t>/30</a:t>
                      </a:r>
                    </a:p>
                  </a:txBody>
                  <a:tcPr marL="18485" marR="18485" marT="18485" marB="18485" anchor="ctr">
                    <a:lnL>
                      <a:noFill/>
                    </a:lnL>
                    <a:lnR>
                      <a:noFill/>
                    </a:lnR>
                    <a:lnT w="6350" cap="flat" cmpd="sng" algn="ctr">
                      <a:solidFill>
                        <a:srgbClr val="DDDDDD"/>
                      </a:solidFill>
                      <a:prstDash val="solid"/>
                      <a:round/>
                      <a:headEnd type="none" w="med" len="med"/>
                      <a:tailEnd type="none" w="med" len="med"/>
                    </a:lnT>
                    <a:lnB>
                      <a:noFill/>
                    </a:lnB>
                    <a:solidFill>
                      <a:srgbClr val="F9F9F9"/>
                    </a:solidFill>
                  </a:tcPr>
                </a:tc>
                <a:tc>
                  <a:txBody>
                    <a:bodyPr/>
                    <a:lstStyle/>
                    <a:p>
                      <a:pPr algn="l" fontAlgn="ctr"/>
                      <a:r>
                        <a:rPr lang="en-IE" sz="1400" dirty="0">
                          <a:effectLst/>
                        </a:rPr>
                        <a:t>4</a:t>
                      </a:r>
                    </a:p>
                  </a:txBody>
                  <a:tcPr marL="18485" marR="18485" marT="18485" marB="18485" anchor="ctr">
                    <a:lnL>
                      <a:noFill/>
                    </a:lnL>
                    <a:lnR>
                      <a:noFill/>
                    </a:lnR>
                    <a:lnT w="6350" cap="flat" cmpd="sng" algn="ctr">
                      <a:solidFill>
                        <a:srgbClr val="DDDDDD"/>
                      </a:solidFill>
                      <a:prstDash val="solid"/>
                      <a:round/>
                      <a:headEnd type="none" w="med" len="med"/>
                      <a:tailEnd type="none" w="med" len="med"/>
                    </a:lnT>
                    <a:lnB>
                      <a:noFill/>
                    </a:lnB>
                    <a:solidFill>
                      <a:srgbClr val="F9F9F9"/>
                    </a:solidFill>
                  </a:tcPr>
                </a:tc>
                <a:tc>
                  <a:txBody>
                    <a:bodyPr/>
                    <a:lstStyle/>
                    <a:p>
                      <a:pPr algn="l" fontAlgn="ctr"/>
                      <a:r>
                        <a:rPr lang="en-IE" sz="1400" dirty="0">
                          <a:effectLst/>
                        </a:rPr>
                        <a:t>192.168.4.121–192.168.4.122</a:t>
                      </a:r>
                    </a:p>
                  </a:txBody>
                  <a:tcPr marL="18485" marR="18485" marT="18485" marB="18485" anchor="ctr">
                    <a:lnL>
                      <a:noFill/>
                    </a:lnL>
                    <a:lnR>
                      <a:noFill/>
                    </a:lnR>
                    <a:lnT w="6350" cap="flat" cmpd="sng" algn="ctr">
                      <a:solidFill>
                        <a:srgbClr val="DDDDDD"/>
                      </a:solidFill>
                      <a:prstDash val="solid"/>
                      <a:round/>
                      <a:headEnd type="none" w="med" len="med"/>
                      <a:tailEnd type="none" w="med" len="med"/>
                    </a:lnT>
                    <a:lnB>
                      <a:noFill/>
                    </a:lnB>
                    <a:solidFill>
                      <a:srgbClr val="F9F9F9"/>
                    </a:solidFill>
                  </a:tcPr>
                </a:tc>
                <a:tc>
                  <a:txBody>
                    <a:bodyPr/>
                    <a:lstStyle/>
                    <a:p>
                      <a:pPr algn="l" fontAlgn="ctr"/>
                      <a:r>
                        <a:rPr lang="en-IE" sz="1400" dirty="0">
                          <a:effectLst/>
                        </a:rPr>
                        <a:t>LINK Router2-3</a:t>
                      </a:r>
                    </a:p>
                  </a:txBody>
                  <a:tcPr marL="18485" marR="18485" marT="18485" marB="18485" anchor="ctr">
                    <a:lnL>
                      <a:noFill/>
                    </a:lnL>
                    <a:lnR>
                      <a:noFill/>
                    </a:lnR>
                    <a:lnT w="6350" cap="flat" cmpd="sng" algn="ctr">
                      <a:solidFill>
                        <a:srgbClr val="DDDDDD"/>
                      </a:solidFill>
                      <a:prstDash val="solid"/>
                      <a:round/>
                      <a:headEnd type="none" w="med" len="med"/>
                      <a:tailEnd type="none" w="med" len="med"/>
                    </a:lnT>
                    <a:lnB>
                      <a:noFill/>
                    </a:lnB>
                    <a:solidFill>
                      <a:srgbClr val="F9F9F9"/>
                    </a:solidFill>
                  </a:tcPr>
                </a:tc>
                <a:extLst>
                  <a:ext uri="{0D108BD9-81ED-4DB2-BD59-A6C34878D82A}">
                    <a16:rowId xmlns:a16="http://schemas.microsoft.com/office/drawing/2014/main" val="2552964676"/>
                  </a:ext>
                </a:extLst>
              </a:tr>
            </a:tbl>
          </a:graphicData>
        </a:graphic>
      </p:graphicFrame>
    </p:spTree>
    <p:extLst>
      <p:ext uri="{BB962C8B-B14F-4D97-AF65-F5344CB8AC3E}">
        <p14:creationId xmlns:p14="http://schemas.microsoft.com/office/powerpoint/2010/main" val="11560966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5D227-D39F-43C6-859E-5C51FB93E4DD}"/>
              </a:ext>
            </a:extLst>
          </p:cNvPr>
          <p:cNvSpPr>
            <a:spLocks noGrp="1"/>
          </p:cNvSpPr>
          <p:nvPr>
            <p:ph type="title"/>
          </p:nvPr>
        </p:nvSpPr>
        <p:spPr/>
        <p:txBody>
          <a:bodyPr/>
          <a:lstStyle/>
          <a:p>
            <a:r>
              <a:rPr lang="en-IE" dirty="0"/>
              <a:t>Summary: VLSM Network Design Method</a:t>
            </a:r>
          </a:p>
        </p:txBody>
      </p:sp>
      <p:sp>
        <p:nvSpPr>
          <p:cNvPr id="3" name="Content Placeholder 2">
            <a:extLst>
              <a:ext uri="{FF2B5EF4-FFF2-40B4-BE49-F238E27FC236}">
                <a16:creationId xmlns:a16="http://schemas.microsoft.com/office/drawing/2014/main" id="{3644DAEB-E60E-435D-9B23-7AB962DE016D}"/>
              </a:ext>
            </a:extLst>
          </p:cNvPr>
          <p:cNvSpPr>
            <a:spLocks noGrp="1"/>
          </p:cNvSpPr>
          <p:nvPr>
            <p:ph idx="1"/>
          </p:nvPr>
        </p:nvSpPr>
        <p:spPr/>
        <p:txBody>
          <a:bodyPr/>
          <a:lstStyle/>
          <a:p>
            <a:r>
              <a:rPr lang="en-IE" dirty="0"/>
              <a:t>Sort Subnets in descending order by Max number of hosts</a:t>
            </a:r>
          </a:p>
          <a:p>
            <a:r>
              <a:rPr lang="en-GB" dirty="0"/>
              <a:t>Select Largest Network and assign the most suitable network address by subnetting base network address.</a:t>
            </a:r>
          </a:p>
          <a:p>
            <a:r>
              <a:rPr lang="en-GB" dirty="0"/>
              <a:t>Assign address to next Largest Network (Subnet next unassigned network if possible)</a:t>
            </a:r>
          </a:p>
          <a:p>
            <a:r>
              <a:rPr lang="en-GB" dirty="0"/>
              <a:t>Repeat until all network address.</a:t>
            </a:r>
            <a:endParaRPr lang="en-IE" dirty="0"/>
          </a:p>
          <a:p>
            <a:endParaRPr lang="en-IE" dirty="0"/>
          </a:p>
        </p:txBody>
      </p:sp>
    </p:spTree>
    <p:extLst>
      <p:ext uri="{BB962C8B-B14F-4D97-AF65-F5344CB8AC3E}">
        <p14:creationId xmlns:p14="http://schemas.microsoft.com/office/powerpoint/2010/main" val="13690574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ADC8B-3C6D-4FF6-A805-4D2D5DE0964F}"/>
              </a:ext>
            </a:extLst>
          </p:cNvPr>
          <p:cNvSpPr>
            <a:spLocks noGrp="1"/>
          </p:cNvSpPr>
          <p:nvPr>
            <p:ph type="title"/>
          </p:nvPr>
        </p:nvSpPr>
        <p:spPr>
          <a:xfrm>
            <a:off x="753219" y="54882"/>
            <a:ext cx="10515600" cy="1325563"/>
          </a:xfrm>
        </p:spPr>
        <p:txBody>
          <a:bodyPr/>
          <a:lstStyle/>
          <a:p>
            <a:r>
              <a:rPr lang="en-IE" dirty="0"/>
              <a:t>Fixed Length Subnet Masks vs Variable Length Subnet Masks</a:t>
            </a:r>
          </a:p>
        </p:txBody>
      </p:sp>
      <p:graphicFrame>
        <p:nvGraphicFramePr>
          <p:cNvPr id="4" name="Content Placeholder 3">
            <a:extLst>
              <a:ext uri="{FF2B5EF4-FFF2-40B4-BE49-F238E27FC236}">
                <a16:creationId xmlns:a16="http://schemas.microsoft.com/office/drawing/2014/main" id="{A9E86919-17AF-4C02-9316-30979515EAF9}"/>
              </a:ext>
            </a:extLst>
          </p:cNvPr>
          <p:cNvGraphicFramePr>
            <a:graphicFrameLocks noGrp="1"/>
          </p:cNvGraphicFramePr>
          <p:nvPr>
            <p:ph idx="1"/>
            <p:extLst>
              <p:ext uri="{D42A27DB-BD31-4B8C-83A1-F6EECF244321}">
                <p14:modId xmlns:p14="http://schemas.microsoft.com/office/powerpoint/2010/main" val="3296757320"/>
              </p:ext>
            </p:extLst>
          </p:nvPr>
        </p:nvGraphicFramePr>
        <p:xfrm>
          <a:off x="2203334" y="1346736"/>
          <a:ext cx="7477114" cy="5133027"/>
        </p:xfrm>
        <a:graphic>
          <a:graphicData uri="http://schemas.openxmlformats.org/drawingml/2006/table">
            <a:tbl>
              <a:tblPr/>
              <a:tblGrid>
                <a:gridCol w="3738557">
                  <a:extLst>
                    <a:ext uri="{9D8B030D-6E8A-4147-A177-3AD203B41FA5}">
                      <a16:colId xmlns:a16="http://schemas.microsoft.com/office/drawing/2014/main" val="583118149"/>
                    </a:ext>
                  </a:extLst>
                </a:gridCol>
                <a:gridCol w="3738557">
                  <a:extLst>
                    <a:ext uri="{9D8B030D-6E8A-4147-A177-3AD203B41FA5}">
                      <a16:colId xmlns:a16="http://schemas.microsoft.com/office/drawing/2014/main" val="2488551097"/>
                    </a:ext>
                  </a:extLst>
                </a:gridCol>
              </a:tblGrid>
              <a:tr h="815857">
                <a:tc>
                  <a:txBody>
                    <a:bodyPr/>
                    <a:lstStyle/>
                    <a:p>
                      <a:pPr algn="l" fontAlgn="ctr"/>
                      <a:r>
                        <a:rPr lang="en-GB" sz="1400" b="1" dirty="0">
                          <a:effectLst/>
                        </a:rPr>
                        <a:t>FLSM (Fixed Length Subnet Masks) Subnetting</a:t>
                      </a:r>
                    </a:p>
                    <a:p>
                      <a:pPr algn="l" fontAlgn="ctr"/>
                      <a:br>
                        <a:rPr lang="en-GB" sz="1200" b="1" dirty="0">
                          <a:effectLst/>
                        </a:rPr>
                      </a:br>
                      <a:endParaRPr lang="en-GB" sz="1200" b="1" dirty="0">
                        <a:effectLst/>
                      </a:endParaRPr>
                    </a:p>
                  </a:txBody>
                  <a:tcPr marL="22406" marR="22406" marT="22406" marB="22406" anchor="ctr">
                    <a:lnL>
                      <a:noFill/>
                    </a:lnL>
                    <a:lnR>
                      <a:noFill/>
                    </a:lnR>
                    <a:lnT>
                      <a:noFill/>
                    </a:lnT>
                    <a:lnB w="6350" cap="flat" cmpd="sng" algn="ctr">
                      <a:solidFill>
                        <a:srgbClr val="DDDDDD"/>
                      </a:solidFill>
                      <a:prstDash val="solid"/>
                      <a:round/>
                      <a:headEnd type="none" w="med" len="med"/>
                      <a:tailEnd type="none" w="med" len="med"/>
                    </a:lnB>
                    <a:solidFill>
                      <a:srgbClr val="D9EDF7"/>
                    </a:solidFill>
                  </a:tcPr>
                </a:tc>
                <a:tc>
                  <a:txBody>
                    <a:bodyPr/>
                    <a:lstStyle/>
                    <a:p>
                      <a:pPr algn="l" fontAlgn="ctr"/>
                      <a:r>
                        <a:rPr lang="en-IE" sz="1200" b="1" dirty="0">
                          <a:effectLst/>
                        </a:rPr>
                        <a:t>VLSM (Variable Length Subnet Masks) Subnetting</a:t>
                      </a:r>
                    </a:p>
                    <a:p>
                      <a:pPr algn="l" fontAlgn="ctr"/>
                      <a:br>
                        <a:rPr lang="en-IE" sz="1200" b="1" dirty="0">
                          <a:effectLst/>
                        </a:rPr>
                      </a:br>
                      <a:endParaRPr lang="en-IE" sz="1200" b="1" dirty="0">
                        <a:effectLst/>
                      </a:endParaRPr>
                    </a:p>
                  </a:txBody>
                  <a:tcPr marL="22406" marR="22406" marT="22406" marB="22406" anchor="ctr">
                    <a:lnL>
                      <a:noFill/>
                    </a:lnL>
                    <a:lnR>
                      <a:noFill/>
                    </a:lnR>
                    <a:lnT>
                      <a:noFill/>
                    </a:lnT>
                    <a:lnB w="6350" cap="flat" cmpd="sng" algn="ctr">
                      <a:solidFill>
                        <a:srgbClr val="DDDDDD"/>
                      </a:solidFill>
                      <a:prstDash val="solid"/>
                      <a:round/>
                      <a:headEnd type="none" w="med" len="med"/>
                      <a:tailEnd type="none" w="med" len="med"/>
                    </a:lnB>
                    <a:solidFill>
                      <a:srgbClr val="D9EDF7"/>
                    </a:solidFill>
                  </a:tcPr>
                </a:tc>
                <a:extLst>
                  <a:ext uri="{0D108BD9-81ED-4DB2-BD59-A6C34878D82A}">
                    <a16:rowId xmlns:a16="http://schemas.microsoft.com/office/drawing/2014/main" val="1515913953"/>
                  </a:ext>
                </a:extLst>
              </a:tr>
              <a:tr h="578260">
                <a:tc>
                  <a:txBody>
                    <a:bodyPr/>
                    <a:lstStyle/>
                    <a:p>
                      <a:pPr algn="l" fontAlgn="ctr"/>
                      <a:r>
                        <a:rPr lang="en-IE" sz="1200" b="1" dirty="0">
                          <a:effectLst/>
                        </a:rPr>
                        <a:t>Old-fashioned </a:t>
                      </a:r>
                    </a:p>
                    <a:p>
                      <a:pPr algn="l" fontAlgn="ctr"/>
                      <a:endParaRPr lang="en-IE" sz="1200" b="1" dirty="0">
                        <a:effectLst/>
                      </a:endParaRPr>
                    </a:p>
                  </a:txBody>
                  <a:tcPr marL="22406" marR="22406" marT="22406" marB="22406"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ctr"/>
                      <a:r>
                        <a:rPr lang="en-IE" sz="1200" b="1">
                          <a:effectLst/>
                        </a:rPr>
                        <a:t>Modern</a:t>
                      </a:r>
                    </a:p>
                    <a:p>
                      <a:pPr algn="l" fontAlgn="ctr"/>
                      <a:br>
                        <a:rPr lang="en-IE" sz="1200" b="1">
                          <a:effectLst/>
                        </a:rPr>
                      </a:br>
                      <a:endParaRPr lang="en-IE" sz="1200" b="1">
                        <a:effectLst/>
                      </a:endParaRPr>
                    </a:p>
                  </a:txBody>
                  <a:tcPr marL="22406" marR="22406" marT="22406" marB="22406"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074312873"/>
                  </a:ext>
                </a:extLst>
              </a:tr>
              <a:tr h="578260">
                <a:tc>
                  <a:txBody>
                    <a:bodyPr/>
                    <a:lstStyle/>
                    <a:p>
                      <a:pPr algn="l" fontAlgn="ctr"/>
                      <a:r>
                        <a:rPr lang="en-GB" sz="1200" b="1" dirty="0">
                          <a:effectLst/>
                        </a:rPr>
                        <a:t>Subnets are equal in size</a:t>
                      </a:r>
                    </a:p>
                    <a:p>
                      <a:pPr algn="l" fontAlgn="ctr"/>
                      <a:endParaRPr lang="en-GB" sz="1200" b="1" dirty="0">
                        <a:effectLst/>
                      </a:endParaRPr>
                    </a:p>
                  </a:txBody>
                  <a:tcPr marL="22406" marR="22406" marT="22406" marB="22406"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l" fontAlgn="ctr"/>
                      <a:r>
                        <a:rPr lang="en-GB" sz="1200" b="1" dirty="0">
                          <a:effectLst/>
                        </a:rPr>
                        <a:t>Subnets are variable in size.</a:t>
                      </a:r>
                    </a:p>
                    <a:p>
                      <a:pPr algn="l" fontAlgn="ctr"/>
                      <a:br>
                        <a:rPr lang="en-GB" sz="1200" b="1" dirty="0">
                          <a:effectLst/>
                        </a:rPr>
                      </a:br>
                      <a:endParaRPr lang="en-GB" sz="1200" b="1" dirty="0">
                        <a:effectLst/>
                      </a:endParaRPr>
                    </a:p>
                  </a:txBody>
                  <a:tcPr marL="22406" marR="22406" marT="22406" marB="22406"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4066115533"/>
                  </a:ext>
                </a:extLst>
              </a:tr>
              <a:tr h="578260">
                <a:tc>
                  <a:txBody>
                    <a:bodyPr/>
                    <a:lstStyle/>
                    <a:p>
                      <a:pPr algn="l" fontAlgn="ctr"/>
                      <a:r>
                        <a:rPr lang="en-GB" sz="1200" b="1" dirty="0">
                          <a:effectLst/>
                        </a:rPr>
                        <a:t>Subnets have an equal number of hosts</a:t>
                      </a:r>
                    </a:p>
                    <a:p>
                      <a:pPr algn="l" fontAlgn="ctr"/>
                      <a:br>
                        <a:rPr lang="en-GB" sz="1200" b="1" dirty="0">
                          <a:effectLst/>
                        </a:rPr>
                      </a:br>
                      <a:endParaRPr lang="en-GB" sz="1200" b="1" dirty="0">
                        <a:effectLst/>
                      </a:endParaRPr>
                    </a:p>
                  </a:txBody>
                  <a:tcPr marL="22406" marR="22406" marT="22406" marB="22406"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ctr"/>
                      <a:r>
                        <a:rPr lang="en-GB" sz="1200" b="1">
                          <a:effectLst/>
                        </a:rPr>
                        <a:t>Subnets have a variable number of hosts</a:t>
                      </a:r>
                    </a:p>
                    <a:p>
                      <a:pPr algn="l" fontAlgn="ctr"/>
                      <a:br>
                        <a:rPr lang="en-GB" sz="1200" b="1">
                          <a:effectLst/>
                        </a:rPr>
                      </a:br>
                      <a:endParaRPr lang="en-GB" sz="1200" b="1">
                        <a:effectLst/>
                      </a:endParaRPr>
                    </a:p>
                  </a:txBody>
                  <a:tcPr marL="22406" marR="22406" marT="22406" marB="22406"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360748107"/>
                  </a:ext>
                </a:extLst>
              </a:tr>
              <a:tr h="756458">
                <a:tc>
                  <a:txBody>
                    <a:bodyPr/>
                    <a:lstStyle/>
                    <a:p>
                      <a:pPr algn="l" fontAlgn="ctr"/>
                      <a:r>
                        <a:rPr lang="en-GB" sz="1200" b="1" dirty="0">
                          <a:effectLst/>
                        </a:rPr>
                        <a:t>Supports both classful and classless routing protocols</a:t>
                      </a:r>
                    </a:p>
                    <a:p>
                      <a:pPr algn="l" fontAlgn="ctr"/>
                      <a:br>
                        <a:rPr lang="en-GB" sz="1200" b="1" dirty="0">
                          <a:effectLst/>
                        </a:rPr>
                      </a:br>
                      <a:endParaRPr lang="en-GB" sz="1200" b="1" dirty="0">
                        <a:effectLst/>
                      </a:endParaRPr>
                    </a:p>
                  </a:txBody>
                  <a:tcPr marL="22406" marR="22406" marT="22406" marB="22406"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l" fontAlgn="ctr"/>
                      <a:r>
                        <a:rPr lang="en-GB" sz="1200" b="1" dirty="0">
                          <a:effectLst/>
                        </a:rPr>
                        <a:t>Supports only classless routing protocols</a:t>
                      </a:r>
                    </a:p>
                    <a:p>
                      <a:pPr algn="l" fontAlgn="ctr"/>
                      <a:endParaRPr lang="en-GB" sz="1200" b="1" dirty="0">
                        <a:effectLst/>
                      </a:endParaRPr>
                    </a:p>
                  </a:txBody>
                  <a:tcPr marL="22406" marR="22406" marT="22406" marB="22406"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4065931251"/>
                  </a:ext>
                </a:extLst>
              </a:tr>
              <a:tr h="578260">
                <a:tc>
                  <a:txBody>
                    <a:bodyPr/>
                    <a:lstStyle/>
                    <a:p>
                      <a:pPr algn="l" fontAlgn="ctr"/>
                      <a:r>
                        <a:rPr lang="en-IE" sz="1200" b="1">
                          <a:effectLst/>
                        </a:rPr>
                        <a:t>Wastes more IP addresses</a:t>
                      </a:r>
                    </a:p>
                    <a:p>
                      <a:pPr algn="l" fontAlgn="ctr"/>
                      <a:br>
                        <a:rPr lang="en-IE" sz="1200" b="1">
                          <a:effectLst/>
                        </a:rPr>
                      </a:br>
                      <a:endParaRPr lang="en-IE" sz="1200" b="1">
                        <a:effectLst/>
                      </a:endParaRPr>
                    </a:p>
                  </a:txBody>
                  <a:tcPr marL="22406" marR="22406" marT="22406" marB="22406"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fontAlgn="ctr"/>
                      <a:r>
                        <a:rPr lang="en-IE" sz="1200" b="1" dirty="0">
                          <a:effectLst/>
                        </a:rPr>
                        <a:t>Wastes fewer IP addresses </a:t>
                      </a:r>
                    </a:p>
                    <a:p>
                      <a:pPr algn="l" fontAlgn="ctr"/>
                      <a:br>
                        <a:rPr lang="en-IE" sz="1200" b="1" dirty="0">
                          <a:effectLst/>
                        </a:rPr>
                      </a:br>
                      <a:endParaRPr lang="en-IE" sz="1200" b="1" dirty="0">
                        <a:effectLst/>
                      </a:endParaRPr>
                    </a:p>
                  </a:txBody>
                  <a:tcPr marL="22406" marR="22406" marT="22406" marB="22406"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210446707"/>
                  </a:ext>
                </a:extLst>
              </a:tr>
              <a:tr h="578260">
                <a:tc>
                  <a:txBody>
                    <a:bodyPr/>
                    <a:lstStyle/>
                    <a:p>
                      <a:pPr algn="l" fontAlgn="ctr"/>
                      <a:r>
                        <a:rPr lang="en-GB" sz="1200" b="1" dirty="0">
                          <a:effectLst/>
                        </a:rPr>
                        <a:t>Subnets use the same subnet mask</a:t>
                      </a:r>
                    </a:p>
                    <a:p>
                      <a:pPr algn="l" fontAlgn="ctr"/>
                      <a:br>
                        <a:rPr lang="en-GB" sz="1200" b="1" dirty="0">
                          <a:effectLst/>
                        </a:rPr>
                      </a:br>
                      <a:endParaRPr lang="en-GB" sz="1200" b="1" dirty="0">
                        <a:effectLst/>
                      </a:endParaRPr>
                    </a:p>
                  </a:txBody>
                  <a:tcPr marL="22406" marR="22406" marT="22406" marB="22406"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tc>
                  <a:txBody>
                    <a:bodyPr/>
                    <a:lstStyle/>
                    <a:p>
                      <a:pPr algn="l" fontAlgn="ctr"/>
                      <a:r>
                        <a:rPr lang="en-GB" sz="1200" b="1" dirty="0">
                          <a:effectLst/>
                        </a:rPr>
                        <a:t>Subnets use different subnet masks</a:t>
                      </a:r>
                    </a:p>
                    <a:p>
                      <a:pPr algn="l" fontAlgn="ctr"/>
                      <a:br>
                        <a:rPr lang="en-GB" sz="1200" b="1" dirty="0">
                          <a:effectLst/>
                        </a:rPr>
                      </a:br>
                      <a:endParaRPr lang="en-GB" sz="1200" b="1" dirty="0">
                        <a:effectLst/>
                      </a:endParaRPr>
                    </a:p>
                  </a:txBody>
                  <a:tcPr marL="22406" marR="22406" marT="22406" marB="22406"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2995531166"/>
                  </a:ext>
                </a:extLst>
              </a:tr>
              <a:tr h="578260">
                <a:tc>
                  <a:txBody>
                    <a:bodyPr/>
                    <a:lstStyle/>
                    <a:p>
                      <a:pPr algn="l" fontAlgn="ctr"/>
                      <a:r>
                        <a:rPr lang="en-IE" sz="1200" b="1" dirty="0">
                          <a:effectLst/>
                        </a:rPr>
                        <a:t>Simple configuration and administration</a:t>
                      </a:r>
                    </a:p>
                    <a:p>
                      <a:pPr algn="l" fontAlgn="ctr"/>
                      <a:br>
                        <a:rPr lang="en-IE" sz="1200" b="1" dirty="0">
                          <a:effectLst/>
                        </a:rPr>
                      </a:br>
                      <a:endParaRPr lang="en-IE" sz="1200" b="1" dirty="0">
                        <a:effectLst/>
                      </a:endParaRPr>
                    </a:p>
                  </a:txBody>
                  <a:tcPr marL="22406" marR="22406" marT="22406" marB="22406" anchor="ctr">
                    <a:lnL>
                      <a:noFill/>
                    </a:lnL>
                    <a:lnR>
                      <a:noFill/>
                    </a:lnR>
                    <a:lnT w="6350" cap="flat" cmpd="sng" algn="ctr">
                      <a:solidFill>
                        <a:srgbClr val="DDDDDD"/>
                      </a:solidFill>
                      <a:prstDash val="solid"/>
                      <a:round/>
                      <a:headEnd type="none" w="med" len="med"/>
                      <a:tailEnd type="none" w="med" len="med"/>
                    </a:lnT>
                    <a:lnB>
                      <a:noFill/>
                    </a:lnB>
                    <a:solidFill>
                      <a:srgbClr val="FFFFFF"/>
                    </a:solidFill>
                  </a:tcPr>
                </a:tc>
                <a:tc>
                  <a:txBody>
                    <a:bodyPr/>
                    <a:lstStyle/>
                    <a:p>
                      <a:pPr algn="l" fontAlgn="ctr"/>
                      <a:r>
                        <a:rPr lang="en-IE" sz="1200" b="1" dirty="0">
                          <a:effectLst/>
                        </a:rPr>
                        <a:t>Complex configuration and administration</a:t>
                      </a:r>
                    </a:p>
                  </a:txBody>
                  <a:tcPr marL="22406" marR="22406" marT="22406" marB="22406" anchor="ctr">
                    <a:lnL>
                      <a:noFill/>
                    </a:lnL>
                    <a:lnR>
                      <a:noFill/>
                    </a:lnR>
                    <a:lnT w="6350" cap="flat" cmpd="sng" algn="ctr">
                      <a:solidFill>
                        <a:srgbClr val="DDDDDD"/>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2104082026"/>
                  </a:ext>
                </a:extLst>
              </a:tr>
            </a:tbl>
          </a:graphicData>
        </a:graphic>
      </p:graphicFrame>
      <p:sp>
        <p:nvSpPr>
          <p:cNvPr id="5" name="TextBox 4">
            <a:extLst>
              <a:ext uri="{FF2B5EF4-FFF2-40B4-BE49-F238E27FC236}">
                <a16:creationId xmlns:a16="http://schemas.microsoft.com/office/drawing/2014/main" id="{4F911904-DB2A-4ED6-9DB6-0F522185BD02}"/>
              </a:ext>
            </a:extLst>
          </p:cNvPr>
          <p:cNvSpPr txBox="1"/>
          <p:nvPr/>
        </p:nvSpPr>
        <p:spPr>
          <a:xfrm>
            <a:off x="895235" y="6559563"/>
            <a:ext cx="3647152" cy="200055"/>
          </a:xfrm>
          <a:prstGeom prst="rect">
            <a:avLst/>
          </a:prstGeom>
          <a:noFill/>
        </p:spPr>
        <p:txBody>
          <a:bodyPr wrap="none" rtlCol="0">
            <a:spAutoFit/>
          </a:bodyPr>
          <a:lstStyle/>
          <a:p>
            <a:r>
              <a:rPr lang="en-IE" sz="700" dirty="0"/>
              <a:t>Source: https://www.comparitech.com/net-admin/variable-length-subnet-mask-vlsm-tutorial/</a:t>
            </a:r>
          </a:p>
        </p:txBody>
      </p:sp>
    </p:spTree>
    <p:extLst>
      <p:ext uri="{BB962C8B-B14F-4D97-AF65-F5344CB8AC3E}">
        <p14:creationId xmlns:p14="http://schemas.microsoft.com/office/powerpoint/2010/main" val="40678558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11127317" cy="975783"/>
          </a:xfrm>
        </p:spPr>
        <p:txBody>
          <a:bodyPr/>
          <a:lstStyle/>
          <a:p>
            <a:r>
              <a:rPr lang="en-CA" sz="2133" dirty="0"/>
              <a:t>Structured Design</a:t>
            </a:r>
            <a:br>
              <a:rPr lang="en-US" dirty="0"/>
            </a:br>
            <a:r>
              <a:rPr lang="en-US" sz="3200" dirty="0"/>
              <a:t>IPv4 Network Address Planning</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575962" y="1140559"/>
            <a:ext cx="11040076" cy="4098595"/>
          </a:xfrm>
        </p:spPr>
        <p:txBody>
          <a:bodyPr/>
          <a:lstStyle/>
          <a:p>
            <a:pPr marL="0" indent="0" algn="l"/>
            <a:r>
              <a:rPr lang="en-CA" sz="2133" dirty="0">
                <a:solidFill>
                  <a:srgbClr val="000000"/>
                </a:solidFill>
              </a:rPr>
              <a:t>IP network planning is crucial to develop a scalable solution to an enterprise network. </a:t>
            </a:r>
          </a:p>
          <a:p>
            <a:pPr marL="457189" indent="-457189" algn="l">
              <a:buFont typeface="Arial" panose="020B0604020202020204" pitchFamily="34" charset="0"/>
              <a:buChar char="•"/>
            </a:pPr>
            <a:r>
              <a:rPr lang="en-CA" sz="1867" dirty="0">
                <a:solidFill>
                  <a:srgbClr val="000000"/>
                </a:solidFill>
              </a:rPr>
              <a:t>To develop an IPv4 network wide addressing scheme, you need to know how many subnets are needed, how many hosts a particular subnet requires, what devices are part of the subnet, which parts of your network use private addresses, and which use public, and many other determining factors. </a:t>
            </a:r>
          </a:p>
          <a:p>
            <a:pPr marL="457189" indent="-457189" algn="l">
              <a:buFont typeface="Arial" panose="020B0604020202020204" pitchFamily="34" charset="0"/>
              <a:buChar char="•"/>
            </a:pPr>
            <a:endParaRPr lang="en-CA" sz="1867" dirty="0">
              <a:solidFill>
                <a:srgbClr val="000000"/>
              </a:solidFill>
            </a:endParaRPr>
          </a:p>
          <a:p>
            <a:pPr marL="0" indent="0" algn="l"/>
            <a:r>
              <a:rPr lang="en-CA" sz="2133" dirty="0">
                <a:solidFill>
                  <a:srgbClr val="000000"/>
                </a:solidFill>
              </a:rPr>
              <a:t>Examine the needs of an organization’s network usage and how the subnets will be structured. </a:t>
            </a:r>
          </a:p>
          <a:p>
            <a:pPr marL="457189" indent="-457189" algn="l">
              <a:buFont typeface="Arial" panose="020B0604020202020204" pitchFamily="34" charset="0"/>
              <a:buChar char="•"/>
            </a:pPr>
            <a:r>
              <a:rPr lang="en-CA" sz="1867" dirty="0">
                <a:solidFill>
                  <a:srgbClr val="000000"/>
                </a:solidFill>
              </a:rPr>
              <a:t>Perform a network requirement study by looking at the entire network to determining how each area will be segmented. </a:t>
            </a:r>
          </a:p>
          <a:p>
            <a:pPr marL="457189" indent="-457189" algn="l">
              <a:buFont typeface="Arial" panose="020B0604020202020204" pitchFamily="34" charset="0"/>
              <a:buChar char="•"/>
            </a:pPr>
            <a:r>
              <a:rPr lang="en-CA" sz="1867" dirty="0">
                <a:solidFill>
                  <a:srgbClr val="000000"/>
                </a:solidFill>
              </a:rPr>
              <a:t>Determine how many subnets are needed and how many hosts per subnet. </a:t>
            </a:r>
          </a:p>
          <a:p>
            <a:pPr marL="457189" indent="-457189" algn="l">
              <a:buFont typeface="Arial" panose="020B0604020202020204" pitchFamily="34" charset="0"/>
              <a:buChar char="•"/>
            </a:pPr>
            <a:r>
              <a:rPr lang="en-CA" sz="1867" dirty="0">
                <a:solidFill>
                  <a:srgbClr val="000000"/>
                </a:solidFill>
              </a:rPr>
              <a:t>Determine DHCP address pools and Layer 2 VLAN pools.</a:t>
            </a:r>
            <a:endParaRPr lang="en-US" sz="2133" dirty="0">
              <a:solidFill>
                <a:srgbClr val="000000"/>
              </a:solidFill>
            </a:endParaRPr>
          </a:p>
        </p:txBody>
      </p:sp>
    </p:spTree>
    <p:extLst>
      <p:ext uri="{BB962C8B-B14F-4D97-AF65-F5344CB8AC3E}">
        <p14:creationId xmlns:p14="http://schemas.microsoft.com/office/powerpoint/2010/main" val="2674475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11127317" cy="975783"/>
          </a:xfrm>
        </p:spPr>
        <p:txBody>
          <a:bodyPr/>
          <a:lstStyle/>
          <a:p>
            <a:r>
              <a:rPr lang="en-CA" sz="2133" dirty="0"/>
              <a:t>Structured Design</a:t>
            </a:r>
            <a:br>
              <a:rPr lang="en-US" dirty="0"/>
            </a:br>
            <a:r>
              <a:rPr lang="en-US" sz="3200" dirty="0"/>
              <a:t>Device Address Assignment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575962" y="1140559"/>
            <a:ext cx="11040076" cy="4098595"/>
          </a:xfrm>
        </p:spPr>
        <p:txBody>
          <a:bodyPr/>
          <a:lstStyle/>
          <a:p>
            <a:pPr marL="0" indent="0" algn="l"/>
            <a:r>
              <a:rPr lang="en-CA" sz="2133" dirty="0">
                <a:solidFill>
                  <a:srgbClr val="000000"/>
                </a:solidFill>
              </a:rPr>
              <a:t>Within a network, there are different types of devices that require addresses:</a:t>
            </a:r>
          </a:p>
          <a:p>
            <a:pPr marL="457189" indent="-457189" algn="l">
              <a:buFont typeface="Arial" panose="020B0604020202020204" pitchFamily="34" charset="0"/>
              <a:buChar char="•"/>
            </a:pPr>
            <a:r>
              <a:rPr lang="en-CA" sz="1867" b="1" dirty="0">
                <a:solidFill>
                  <a:srgbClr val="000000"/>
                </a:solidFill>
              </a:rPr>
              <a:t>End user clients </a:t>
            </a:r>
            <a:r>
              <a:rPr lang="en-CA" sz="1867" dirty="0">
                <a:solidFill>
                  <a:srgbClr val="000000"/>
                </a:solidFill>
              </a:rPr>
              <a:t>– Most use DHCP to reduce errors and burden on network support staff. IPv6 clients can obtain address information using DHCPv6 or SLAAC.</a:t>
            </a:r>
          </a:p>
          <a:p>
            <a:pPr marL="457189" indent="-457189" algn="l">
              <a:buFont typeface="Arial" panose="020B0604020202020204" pitchFamily="34" charset="0"/>
              <a:buChar char="•"/>
            </a:pPr>
            <a:r>
              <a:rPr lang="en-CA" sz="1867" b="1" dirty="0">
                <a:solidFill>
                  <a:srgbClr val="000000"/>
                </a:solidFill>
              </a:rPr>
              <a:t>Servers and peripherals </a:t>
            </a:r>
            <a:r>
              <a:rPr lang="en-CA" sz="1867" dirty="0">
                <a:solidFill>
                  <a:srgbClr val="000000"/>
                </a:solidFill>
              </a:rPr>
              <a:t>– These should have a predictable static IP address. </a:t>
            </a:r>
          </a:p>
          <a:p>
            <a:pPr marL="457189" indent="-457189" algn="l">
              <a:buFont typeface="Arial" panose="020B0604020202020204" pitchFamily="34" charset="0"/>
              <a:buChar char="•"/>
            </a:pPr>
            <a:r>
              <a:rPr lang="en-CA" sz="1867" b="1" dirty="0">
                <a:solidFill>
                  <a:srgbClr val="000000"/>
                </a:solidFill>
              </a:rPr>
              <a:t>Servers that are accessible from the internet </a:t>
            </a:r>
            <a:r>
              <a:rPr lang="en-CA" sz="1867" dirty="0">
                <a:solidFill>
                  <a:srgbClr val="000000"/>
                </a:solidFill>
              </a:rPr>
              <a:t>– Servers must have a public IPv4 address, most often accessed using NAT. </a:t>
            </a:r>
          </a:p>
          <a:p>
            <a:pPr marL="457189" indent="-457189" algn="l">
              <a:buFont typeface="Arial" panose="020B0604020202020204" pitchFamily="34" charset="0"/>
              <a:buChar char="•"/>
            </a:pPr>
            <a:r>
              <a:rPr lang="en-CA" sz="1867" b="1" dirty="0">
                <a:solidFill>
                  <a:srgbClr val="000000"/>
                </a:solidFill>
              </a:rPr>
              <a:t>Intermediary devices </a:t>
            </a:r>
            <a:r>
              <a:rPr lang="en-CA" sz="1867" dirty="0">
                <a:solidFill>
                  <a:srgbClr val="000000"/>
                </a:solidFill>
              </a:rPr>
              <a:t>– Devices are assigned addresses for network management, monitoring, and security. </a:t>
            </a:r>
          </a:p>
          <a:p>
            <a:pPr marL="457189" indent="-457189" algn="l">
              <a:buFont typeface="Arial" panose="020B0604020202020204" pitchFamily="34" charset="0"/>
              <a:buChar char="•"/>
            </a:pPr>
            <a:r>
              <a:rPr lang="en-CA" sz="1867" b="1" dirty="0">
                <a:solidFill>
                  <a:srgbClr val="000000"/>
                </a:solidFill>
              </a:rPr>
              <a:t>Gateway</a:t>
            </a:r>
            <a:r>
              <a:rPr lang="en-CA" sz="1867" dirty="0">
                <a:solidFill>
                  <a:srgbClr val="000000"/>
                </a:solidFill>
              </a:rPr>
              <a:t> – Routers and firewall devices are gateway for the hosts in that network.</a:t>
            </a:r>
          </a:p>
          <a:p>
            <a:pPr marL="457189" indent="-457189" algn="l">
              <a:buFont typeface="Arial" panose="020B0604020202020204" pitchFamily="34" charset="0"/>
              <a:buChar char="•"/>
            </a:pPr>
            <a:endParaRPr lang="en-CA" sz="2133" dirty="0">
              <a:solidFill>
                <a:srgbClr val="000000"/>
              </a:solidFill>
            </a:endParaRPr>
          </a:p>
          <a:p>
            <a:pPr marL="0" indent="0" algn="l"/>
            <a:r>
              <a:rPr lang="en-CA" sz="2133" dirty="0">
                <a:solidFill>
                  <a:srgbClr val="000000"/>
                </a:solidFill>
              </a:rPr>
              <a:t>When developing an IP addressing scheme, it is generally recommended that you have a set pattern of how addresses are allocated to each type of device. </a:t>
            </a:r>
            <a:endParaRPr lang="en-US" sz="2133" dirty="0">
              <a:solidFill>
                <a:srgbClr val="000000"/>
              </a:solidFill>
            </a:endParaRPr>
          </a:p>
        </p:txBody>
      </p:sp>
    </p:spTree>
    <p:extLst>
      <p:ext uri="{BB962C8B-B14F-4D97-AF65-F5344CB8AC3E}">
        <p14:creationId xmlns:p14="http://schemas.microsoft.com/office/powerpoint/2010/main" val="510327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51B25-46F3-4302-9C80-BEC7AF49038B}"/>
              </a:ext>
            </a:extLst>
          </p:cNvPr>
          <p:cNvSpPr>
            <a:spLocks noGrp="1"/>
          </p:cNvSpPr>
          <p:nvPr>
            <p:ph type="title"/>
          </p:nvPr>
        </p:nvSpPr>
        <p:spPr/>
        <p:txBody>
          <a:bodyPr/>
          <a:lstStyle/>
          <a:p>
            <a:r>
              <a:rPr lang="en-IE" dirty="0" err="1"/>
              <a:t>Supernetting</a:t>
            </a:r>
            <a:endParaRPr lang="en-IE" dirty="0"/>
          </a:p>
        </p:txBody>
      </p:sp>
      <p:sp>
        <p:nvSpPr>
          <p:cNvPr id="3" name="Content Placeholder 2">
            <a:extLst>
              <a:ext uri="{FF2B5EF4-FFF2-40B4-BE49-F238E27FC236}">
                <a16:creationId xmlns:a16="http://schemas.microsoft.com/office/drawing/2014/main" id="{AB437836-A23C-4916-A3F6-8B9A80FDF6D3}"/>
              </a:ext>
            </a:extLst>
          </p:cNvPr>
          <p:cNvSpPr>
            <a:spLocks noGrp="1"/>
          </p:cNvSpPr>
          <p:nvPr>
            <p:ph idx="1"/>
          </p:nvPr>
        </p:nvSpPr>
        <p:spPr/>
        <p:txBody>
          <a:bodyPr/>
          <a:lstStyle/>
          <a:p>
            <a:r>
              <a:rPr lang="en-GB" dirty="0"/>
              <a:t>Also known as route aggregation or CIDR</a:t>
            </a:r>
            <a:endParaRPr lang="en-IE" dirty="0"/>
          </a:p>
          <a:p>
            <a:r>
              <a:rPr lang="en-IE" dirty="0"/>
              <a:t>Often used in  “route summarisation”</a:t>
            </a:r>
          </a:p>
          <a:p>
            <a:r>
              <a:rPr lang="en-GB" dirty="0"/>
              <a:t>Routes to multiple networks/subnets with similar network prefixes are combined into a single routing entry</a:t>
            </a:r>
          </a:p>
          <a:p>
            <a:r>
              <a:rPr lang="en-GB" dirty="0">
                <a:solidFill>
                  <a:srgbClr val="374151"/>
                </a:solidFill>
                <a:latin typeface="Söhne"/>
              </a:rPr>
              <a:t>C</a:t>
            </a:r>
            <a:r>
              <a:rPr lang="en-GB" b="0" i="0" dirty="0">
                <a:solidFill>
                  <a:srgbClr val="374151"/>
                </a:solidFill>
                <a:effectLst/>
                <a:latin typeface="Söhne"/>
              </a:rPr>
              <a:t>ommon in larger networks and on the internet to ensure efficient use of IP addresses and to reduce the size of routing tables.</a:t>
            </a:r>
            <a:endParaRPr lang="en-IE" dirty="0"/>
          </a:p>
          <a:p>
            <a:pPr marL="0" indent="0">
              <a:buNone/>
            </a:pPr>
            <a:endParaRPr lang="en-IE" dirty="0"/>
          </a:p>
        </p:txBody>
      </p:sp>
    </p:spTree>
    <p:extLst>
      <p:ext uri="{BB962C8B-B14F-4D97-AF65-F5344CB8AC3E}">
        <p14:creationId xmlns:p14="http://schemas.microsoft.com/office/powerpoint/2010/main" val="18059478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1ED85-43D1-3CC8-D6A6-6A62007005DA}"/>
              </a:ext>
            </a:extLst>
          </p:cNvPr>
          <p:cNvSpPr>
            <a:spLocks noGrp="1"/>
          </p:cNvSpPr>
          <p:nvPr>
            <p:ph type="title"/>
          </p:nvPr>
        </p:nvSpPr>
        <p:spPr/>
        <p:txBody>
          <a:bodyPr/>
          <a:lstStyle/>
          <a:p>
            <a:r>
              <a:rPr lang="en-IE" dirty="0" err="1"/>
              <a:t>Superneting</a:t>
            </a:r>
            <a:r>
              <a:rPr lang="en-IE" dirty="0"/>
              <a:t> and Subnetting</a:t>
            </a:r>
          </a:p>
        </p:txBody>
      </p:sp>
      <p:sp>
        <p:nvSpPr>
          <p:cNvPr id="3" name="Content Placeholder 2">
            <a:extLst>
              <a:ext uri="{FF2B5EF4-FFF2-40B4-BE49-F238E27FC236}">
                <a16:creationId xmlns:a16="http://schemas.microsoft.com/office/drawing/2014/main" id="{A6C2203C-76C4-D6B0-585F-70D19B9D324D}"/>
              </a:ext>
            </a:extLst>
          </p:cNvPr>
          <p:cNvSpPr>
            <a:spLocks noGrp="1"/>
          </p:cNvSpPr>
          <p:nvPr>
            <p:ph idx="1"/>
          </p:nvPr>
        </p:nvSpPr>
        <p:spPr/>
        <p:txBody>
          <a:bodyPr>
            <a:normAutofit fontScale="92500" lnSpcReduction="10000"/>
          </a:bodyPr>
          <a:lstStyle/>
          <a:p>
            <a:r>
              <a:rPr lang="en-GB" dirty="0"/>
              <a:t>At the local level, an organisation might use subnetting to segment its internal networks(like the example above)</a:t>
            </a:r>
          </a:p>
          <a:p>
            <a:r>
              <a:rPr lang="en-GB" dirty="0"/>
              <a:t>At a higher hierarchical level, when advertising routes to external entities or upstream providers, </a:t>
            </a:r>
            <a:r>
              <a:rPr lang="en-GB" dirty="0" err="1"/>
              <a:t>supernetting</a:t>
            </a:r>
            <a:r>
              <a:rPr lang="en-GB" dirty="0"/>
              <a:t> can be used. Instead of advertising each individual subnet, the organization can advertise a </a:t>
            </a:r>
            <a:r>
              <a:rPr lang="en-GB" b="1" dirty="0"/>
              <a:t>summarized or aggregated route</a:t>
            </a:r>
            <a:r>
              <a:rPr lang="en-GB" dirty="0"/>
              <a:t>. </a:t>
            </a:r>
          </a:p>
          <a:p>
            <a:r>
              <a:rPr lang="en-GB" dirty="0"/>
              <a:t>This reduces the number of routes that external entities need to know about, which in turn reduces the size of their routing tables.</a:t>
            </a:r>
          </a:p>
          <a:p>
            <a:r>
              <a:rPr lang="en-GB" dirty="0"/>
              <a:t>This combination allows for detailed network organization internally (through subnetting) while presenting a simplified view to the outside world (through </a:t>
            </a:r>
            <a:r>
              <a:rPr lang="en-GB" dirty="0" err="1"/>
              <a:t>supernetting</a:t>
            </a:r>
            <a:r>
              <a:rPr lang="en-GB" dirty="0"/>
              <a:t>).</a:t>
            </a:r>
            <a:endParaRPr lang="en-IE" dirty="0"/>
          </a:p>
        </p:txBody>
      </p:sp>
    </p:spTree>
    <p:extLst>
      <p:ext uri="{BB962C8B-B14F-4D97-AF65-F5344CB8AC3E}">
        <p14:creationId xmlns:p14="http://schemas.microsoft.com/office/powerpoint/2010/main" val="34425143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2468F-7592-4AF8-8447-BC9102491574}"/>
              </a:ext>
            </a:extLst>
          </p:cNvPr>
          <p:cNvSpPr>
            <a:spLocks noGrp="1"/>
          </p:cNvSpPr>
          <p:nvPr>
            <p:ph type="title"/>
          </p:nvPr>
        </p:nvSpPr>
        <p:spPr>
          <a:xfrm>
            <a:off x="364260" y="157395"/>
            <a:ext cx="7996431" cy="1358287"/>
          </a:xfrm>
        </p:spPr>
        <p:txBody>
          <a:bodyPr/>
          <a:lstStyle/>
          <a:p>
            <a:br>
              <a:rPr lang="en-IE" dirty="0"/>
            </a:br>
            <a:r>
              <a:rPr lang="en-IE" dirty="0" err="1"/>
              <a:t>Supernetting</a:t>
            </a:r>
            <a:r>
              <a:rPr lang="en-IE" dirty="0"/>
              <a:t> example</a:t>
            </a:r>
          </a:p>
        </p:txBody>
      </p:sp>
      <p:sp>
        <p:nvSpPr>
          <p:cNvPr id="3" name="Content Placeholder 2">
            <a:extLst>
              <a:ext uri="{FF2B5EF4-FFF2-40B4-BE49-F238E27FC236}">
                <a16:creationId xmlns:a16="http://schemas.microsoft.com/office/drawing/2014/main" id="{C1C071DF-95DE-4148-8F54-DA06BD332D03}"/>
              </a:ext>
            </a:extLst>
          </p:cNvPr>
          <p:cNvSpPr>
            <a:spLocks noGrp="1"/>
          </p:cNvSpPr>
          <p:nvPr>
            <p:ph idx="1"/>
          </p:nvPr>
        </p:nvSpPr>
        <p:spPr>
          <a:xfrm>
            <a:off x="838200" y="1825625"/>
            <a:ext cx="4838700" cy="4351338"/>
          </a:xfrm>
        </p:spPr>
        <p:txBody>
          <a:bodyPr/>
          <a:lstStyle/>
          <a:p>
            <a:pPr marL="0" indent="0">
              <a:buNone/>
            </a:pPr>
            <a:r>
              <a:rPr lang="en-IE" dirty="0"/>
              <a:t>Combine the following into one summarised route</a:t>
            </a:r>
            <a:br>
              <a:rPr lang="en-IE" dirty="0"/>
            </a:br>
            <a:r>
              <a:rPr lang="en-IE" dirty="0"/>
              <a:t>	192.168.0.0/24</a:t>
            </a:r>
          </a:p>
          <a:p>
            <a:pPr marL="914400" lvl="2" indent="0">
              <a:buNone/>
            </a:pPr>
            <a:r>
              <a:rPr lang="en-IE" dirty="0"/>
              <a:t>192.168.1.0/24</a:t>
            </a:r>
          </a:p>
          <a:p>
            <a:pPr marL="914400" lvl="2" indent="0">
              <a:buNone/>
            </a:pPr>
            <a:r>
              <a:rPr lang="en-IE" dirty="0"/>
              <a:t>192.168.2.0/24</a:t>
            </a:r>
          </a:p>
          <a:p>
            <a:pPr marL="914400" lvl="2" indent="0">
              <a:buNone/>
            </a:pPr>
            <a:r>
              <a:rPr lang="en-IE" dirty="0"/>
              <a:t>192.168.3.0/24</a:t>
            </a:r>
          </a:p>
          <a:p>
            <a:pPr marL="914400" lvl="2" indent="0">
              <a:buNone/>
            </a:pPr>
            <a:endParaRPr lang="en-IE" dirty="0"/>
          </a:p>
        </p:txBody>
      </p:sp>
      <p:sp>
        <p:nvSpPr>
          <p:cNvPr id="5" name="TextBox 4">
            <a:extLst>
              <a:ext uri="{FF2B5EF4-FFF2-40B4-BE49-F238E27FC236}">
                <a16:creationId xmlns:a16="http://schemas.microsoft.com/office/drawing/2014/main" id="{1CDDFF0D-087C-4E75-A0BF-0F4F1B64ED0F}"/>
              </a:ext>
            </a:extLst>
          </p:cNvPr>
          <p:cNvSpPr txBox="1"/>
          <p:nvPr/>
        </p:nvSpPr>
        <p:spPr>
          <a:xfrm>
            <a:off x="4588328" y="2609952"/>
            <a:ext cx="6096000" cy="369332"/>
          </a:xfrm>
          <a:prstGeom prst="rect">
            <a:avLst/>
          </a:prstGeom>
          <a:noFill/>
        </p:spPr>
        <p:txBody>
          <a:bodyPr wrap="square">
            <a:spAutoFit/>
          </a:bodyPr>
          <a:lstStyle/>
          <a:p>
            <a:r>
              <a:rPr lang="en-IE" dirty="0">
                <a:solidFill>
                  <a:schemeClr val="accent2">
                    <a:lumMod val="75000"/>
                  </a:schemeClr>
                </a:solidFill>
              </a:rPr>
              <a:t>11000000.10101000.000000</a:t>
            </a:r>
            <a:r>
              <a:rPr lang="en-IE" dirty="0"/>
              <a:t>00.00000000</a:t>
            </a:r>
          </a:p>
        </p:txBody>
      </p:sp>
      <p:sp>
        <p:nvSpPr>
          <p:cNvPr id="7" name="TextBox 6">
            <a:extLst>
              <a:ext uri="{FF2B5EF4-FFF2-40B4-BE49-F238E27FC236}">
                <a16:creationId xmlns:a16="http://schemas.microsoft.com/office/drawing/2014/main" id="{A80E62B9-4971-41AB-8836-F7FBC612B2F3}"/>
              </a:ext>
            </a:extLst>
          </p:cNvPr>
          <p:cNvSpPr txBox="1"/>
          <p:nvPr/>
        </p:nvSpPr>
        <p:spPr>
          <a:xfrm>
            <a:off x="4588328" y="3013240"/>
            <a:ext cx="6196692" cy="369332"/>
          </a:xfrm>
          <a:prstGeom prst="rect">
            <a:avLst/>
          </a:prstGeom>
          <a:noFill/>
        </p:spPr>
        <p:txBody>
          <a:bodyPr wrap="square">
            <a:spAutoFit/>
          </a:bodyPr>
          <a:lstStyle/>
          <a:p>
            <a:r>
              <a:rPr lang="en-IE" dirty="0">
                <a:solidFill>
                  <a:schemeClr val="accent2">
                    <a:lumMod val="75000"/>
                  </a:schemeClr>
                </a:solidFill>
              </a:rPr>
              <a:t>11000000.10101000.000000</a:t>
            </a:r>
            <a:r>
              <a:rPr lang="en-IE" dirty="0"/>
              <a:t>01.00000000</a:t>
            </a:r>
          </a:p>
        </p:txBody>
      </p:sp>
      <p:sp>
        <p:nvSpPr>
          <p:cNvPr id="9" name="TextBox 8">
            <a:extLst>
              <a:ext uri="{FF2B5EF4-FFF2-40B4-BE49-F238E27FC236}">
                <a16:creationId xmlns:a16="http://schemas.microsoft.com/office/drawing/2014/main" id="{101ED8B1-A7BE-44EC-ABFA-BDDAA62C3868}"/>
              </a:ext>
            </a:extLst>
          </p:cNvPr>
          <p:cNvSpPr txBox="1"/>
          <p:nvPr/>
        </p:nvSpPr>
        <p:spPr>
          <a:xfrm>
            <a:off x="4563835" y="3399166"/>
            <a:ext cx="6245678" cy="369332"/>
          </a:xfrm>
          <a:prstGeom prst="rect">
            <a:avLst/>
          </a:prstGeom>
          <a:noFill/>
        </p:spPr>
        <p:txBody>
          <a:bodyPr wrap="square">
            <a:spAutoFit/>
          </a:bodyPr>
          <a:lstStyle/>
          <a:p>
            <a:r>
              <a:rPr lang="en-IE" dirty="0">
                <a:solidFill>
                  <a:schemeClr val="accent2">
                    <a:lumMod val="75000"/>
                  </a:schemeClr>
                </a:solidFill>
              </a:rPr>
              <a:t>11000000.10101000.000000</a:t>
            </a:r>
            <a:r>
              <a:rPr lang="en-IE" dirty="0"/>
              <a:t>10.00000000</a:t>
            </a:r>
          </a:p>
        </p:txBody>
      </p:sp>
      <p:sp>
        <p:nvSpPr>
          <p:cNvPr id="11" name="TextBox 10">
            <a:extLst>
              <a:ext uri="{FF2B5EF4-FFF2-40B4-BE49-F238E27FC236}">
                <a16:creationId xmlns:a16="http://schemas.microsoft.com/office/drawing/2014/main" id="{3B1A0E60-393C-448B-83A0-714AF360ACA5}"/>
              </a:ext>
            </a:extLst>
          </p:cNvPr>
          <p:cNvSpPr txBox="1"/>
          <p:nvPr/>
        </p:nvSpPr>
        <p:spPr>
          <a:xfrm>
            <a:off x="4539343" y="3763611"/>
            <a:ext cx="6270170" cy="369332"/>
          </a:xfrm>
          <a:prstGeom prst="rect">
            <a:avLst/>
          </a:prstGeom>
          <a:noFill/>
        </p:spPr>
        <p:txBody>
          <a:bodyPr wrap="square">
            <a:spAutoFit/>
          </a:bodyPr>
          <a:lstStyle/>
          <a:p>
            <a:r>
              <a:rPr lang="en-IE" dirty="0">
                <a:solidFill>
                  <a:schemeClr val="accent2">
                    <a:lumMod val="75000"/>
                  </a:schemeClr>
                </a:solidFill>
              </a:rPr>
              <a:t>11000000.10101000.000000</a:t>
            </a:r>
            <a:r>
              <a:rPr lang="en-IE" dirty="0"/>
              <a:t>11.00000000</a:t>
            </a:r>
          </a:p>
        </p:txBody>
      </p:sp>
      <p:sp>
        <p:nvSpPr>
          <p:cNvPr id="12" name="TextBox 11">
            <a:extLst>
              <a:ext uri="{FF2B5EF4-FFF2-40B4-BE49-F238E27FC236}">
                <a16:creationId xmlns:a16="http://schemas.microsoft.com/office/drawing/2014/main" id="{54F963AB-92DE-431C-B9AD-A51B16A74C81}"/>
              </a:ext>
            </a:extLst>
          </p:cNvPr>
          <p:cNvSpPr txBox="1"/>
          <p:nvPr/>
        </p:nvSpPr>
        <p:spPr>
          <a:xfrm>
            <a:off x="762000" y="4561114"/>
            <a:ext cx="7794171" cy="1754326"/>
          </a:xfrm>
          <a:prstGeom prst="rect">
            <a:avLst/>
          </a:prstGeom>
          <a:noFill/>
        </p:spPr>
        <p:txBody>
          <a:bodyPr wrap="square" rtlCol="0">
            <a:spAutoFit/>
          </a:bodyPr>
          <a:lstStyle/>
          <a:p>
            <a:pPr marL="342900" indent="-342900">
              <a:buFont typeface="+mj-lt"/>
              <a:buAutoNum type="arabicPeriod"/>
            </a:pPr>
            <a:r>
              <a:rPr lang="en-IE" dirty="0"/>
              <a:t>Write Network IP addresses in binary</a:t>
            </a:r>
          </a:p>
          <a:p>
            <a:pPr marL="342900" indent="-342900">
              <a:buFont typeface="+mj-lt"/>
              <a:buAutoNum type="arabicPeriod"/>
            </a:pPr>
            <a:r>
              <a:rPr lang="en-GB" dirty="0"/>
              <a:t>Find matching bits from left to right</a:t>
            </a:r>
          </a:p>
          <a:p>
            <a:pPr marL="342900" indent="-342900">
              <a:buFont typeface="+mj-lt"/>
              <a:buAutoNum type="arabicPeriod"/>
            </a:pPr>
            <a:r>
              <a:rPr lang="en-GB" dirty="0"/>
              <a:t>Keep the matching numbers and add the remaining zeros, this is your </a:t>
            </a:r>
            <a:r>
              <a:rPr lang="en-GB" dirty="0" err="1"/>
              <a:t>SuperNet</a:t>
            </a:r>
            <a:r>
              <a:rPr lang="en-GB" dirty="0"/>
              <a:t> (Summarised network address</a:t>
            </a:r>
          </a:p>
          <a:p>
            <a:pPr marL="342900" indent="-342900">
              <a:buFont typeface="+mj-lt"/>
              <a:buAutoNum type="arabicPeriod"/>
            </a:pPr>
            <a:r>
              <a:rPr lang="en-GB" dirty="0"/>
              <a:t>For the subnet mask. Put “1s” in the matching networking part</a:t>
            </a:r>
            <a:endParaRPr lang="en-IE" dirty="0"/>
          </a:p>
          <a:p>
            <a:pPr marL="342900" indent="-342900">
              <a:buFont typeface="+mj-lt"/>
              <a:buAutoNum type="arabicPeriod"/>
            </a:pPr>
            <a:endParaRPr lang="en-IE" dirty="0"/>
          </a:p>
        </p:txBody>
      </p:sp>
      <p:sp>
        <p:nvSpPr>
          <p:cNvPr id="14" name="TextBox 13">
            <a:extLst>
              <a:ext uri="{FF2B5EF4-FFF2-40B4-BE49-F238E27FC236}">
                <a16:creationId xmlns:a16="http://schemas.microsoft.com/office/drawing/2014/main" id="{53627577-B7B4-4E01-A730-FDD9E15A81C8}"/>
              </a:ext>
            </a:extLst>
          </p:cNvPr>
          <p:cNvSpPr txBox="1"/>
          <p:nvPr/>
        </p:nvSpPr>
        <p:spPr>
          <a:xfrm>
            <a:off x="6384471" y="4291576"/>
            <a:ext cx="6096000" cy="400110"/>
          </a:xfrm>
          <a:prstGeom prst="rect">
            <a:avLst/>
          </a:prstGeom>
          <a:noFill/>
        </p:spPr>
        <p:txBody>
          <a:bodyPr wrap="square">
            <a:spAutoFit/>
          </a:bodyPr>
          <a:lstStyle/>
          <a:p>
            <a:r>
              <a:rPr lang="en-IE" dirty="0"/>
              <a:t>11000000.10101000.00000000.00000000 = </a:t>
            </a:r>
            <a:r>
              <a:rPr lang="en-IE" sz="2000" b="1" dirty="0"/>
              <a:t>192.168.0.0</a:t>
            </a:r>
            <a:endParaRPr lang="en-IE" b="1" dirty="0"/>
          </a:p>
        </p:txBody>
      </p:sp>
      <p:sp>
        <p:nvSpPr>
          <p:cNvPr id="16" name="TextBox 15">
            <a:extLst>
              <a:ext uri="{FF2B5EF4-FFF2-40B4-BE49-F238E27FC236}">
                <a16:creationId xmlns:a16="http://schemas.microsoft.com/office/drawing/2014/main" id="{14492977-FB20-4730-81DA-A32FBF3325E6}"/>
              </a:ext>
            </a:extLst>
          </p:cNvPr>
          <p:cNvSpPr txBox="1"/>
          <p:nvPr/>
        </p:nvSpPr>
        <p:spPr>
          <a:xfrm>
            <a:off x="6384471" y="4634875"/>
            <a:ext cx="6240234" cy="369332"/>
          </a:xfrm>
          <a:prstGeom prst="rect">
            <a:avLst/>
          </a:prstGeom>
          <a:noFill/>
        </p:spPr>
        <p:txBody>
          <a:bodyPr wrap="square">
            <a:spAutoFit/>
          </a:bodyPr>
          <a:lstStyle/>
          <a:p>
            <a:r>
              <a:rPr lang="en-IE" dirty="0"/>
              <a:t>11111111.11111111.11111100.00000000 = </a:t>
            </a:r>
            <a:r>
              <a:rPr lang="en-IE" b="1" dirty="0"/>
              <a:t>255.255.252.0</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3F83B5EE-1051-A914-B31C-FDD064D2369C}"/>
                  </a:ext>
                </a:extLst>
              </p14:cNvPr>
              <p14:cNvContentPartPr/>
              <p14:nvPr/>
            </p14:nvContentPartPr>
            <p14:xfrm>
              <a:off x="7320000" y="1047797"/>
              <a:ext cx="858240" cy="992880"/>
            </p14:xfrm>
          </p:contentPart>
        </mc:Choice>
        <mc:Fallback xmlns="">
          <p:pic>
            <p:nvPicPr>
              <p:cNvPr id="4" name="Ink 3">
                <a:extLst>
                  <a:ext uri="{FF2B5EF4-FFF2-40B4-BE49-F238E27FC236}">
                    <a16:creationId xmlns:a16="http://schemas.microsoft.com/office/drawing/2014/main" id="{3F83B5EE-1051-A914-B31C-FDD064D2369C}"/>
                  </a:ext>
                </a:extLst>
              </p:cNvPr>
              <p:cNvPicPr/>
              <p:nvPr/>
            </p:nvPicPr>
            <p:blipFill>
              <a:blip r:embed="rId3"/>
              <a:stretch>
                <a:fillRect/>
              </a:stretch>
            </p:blipFill>
            <p:spPr>
              <a:xfrm>
                <a:off x="7311360" y="1038797"/>
                <a:ext cx="875880" cy="1010520"/>
              </a:xfrm>
              <a:prstGeom prst="rect">
                <a:avLst/>
              </a:prstGeom>
            </p:spPr>
          </p:pic>
        </mc:Fallback>
      </mc:AlternateContent>
      <p:grpSp>
        <p:nvGrpSpPr>
          <p:cNvPr id="15" name="Group 14">
            <a:extLst>
              <a:ext uri="{FF2B5EF4-FFF2-40B4-BE49-F238E27FC236}">
                <a16:creationId xmlns:a16="http://schemas.microsoft.com/office/drawing/2014/main" id="{7E33B8B2-45BC-E9E0-A014-8CC1E1858143}"/>
              </a:ext>
            </a:extLst>
          </p:cNvPr>
          <p:cNvGrpSpPr/>
          <p:nvPr/>
        </p:nvGrpSpPr>
        <p:grpSpPr>
          <a:xfrm>
            <a:off x="9829920" y="498077"/>
            <a:ext cx="876240" cy="1679760"/>
            <a:chOff x="9829920" y="498077"/>
            <a:chExt cx="876240" cy="1679760"/>
          </a:xfrm>
        </p:grpSpPr>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180ABE04-85D6-B472-2B40-C71081D066D8}"/>
                    </a:ext>
                  </a:extLst>
                </p14:cNvPr>
                <p14:cNvContentPartPr/>
                <p14:nvPr/>
              </p14:nvContentPartPr>
              <p14:xfrm>
                <a:off x="9829920" y="1078397"/>
                <a:ext cx="871200" cy="1099440"/>
              </p14:xfrm>
            </p:contentPart>
          </mc:Choice>
          <mc:Fallback xmlns="">
            <p:pic>
              <p:nvPicPr>
                <p:cNvPr id="6" name="Ink 5">
                  <a:extLst>
                    <a:ext uri="{FF2B5EF4-FFF2-40B4-BE49-F238E27FC236}">
                      <a16:creationId xmlns:a16="http://schemas.microsoft.com/office/drawing/2014/main" id="{180ABE04-85D6-B472-2B40-C71081D066D8}"/>
                    </a:ext>
                  </a:extLst>
                </p:cNvPr>
                <p:cNvPicPr/>
                <p:nvPr/>
              </p:nvPicPr>
              <p:blipFill>
                <a:blip r:embed="rId5"/>
                <a:stretch>
                  <a:fillRect/>
                </a:stretch>
              </p:blipFill>
              <p:spPr>
                <a:xfrm>
                  <a:off x="9821280" y="1069757"/>
                  <a:ext cx="888840" cy="11170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AE382C3C-A4B1-A533-5446-685444897FEE}"/>
                    </a:ext>
                  </a:extLst>
                </p14:cNvPr>
                <p14:cNvContentPartPr/>
                <p14:nvPr/>
              </p14:nvContentPartPr>
              <p14:xfrm>
                <a:off x="10353720" y="1074077"/>
                <a:ext cx="10080" cy="12960"/>
              </p14:xfrm>
            </p:contentPart>
          </mc:Choice>
          <mc:Fallback xmlns="">
            <p:pic>
              <p:nvPicPr>
                <p:cNvPr id="8" name="Ink 7">
                  <a:extLst>
                    <a:ext uri="{FF2B5EF4-FFF2-40B4-BE49-F238E27FC236}">
                      <a16:creationId xmlns:a16="http://schemas.microsoft.com/office/drawing/2014/main" id="{AE382C3C-A4B1-A533-5446-685444897FEE}"/>
                    </a:ext>
                  </a:extLst>
                </p:cNvPr>
                <p:cNvPicPr/>
                <p:nvPr/>
              </p:nvPicPr>
              <p:blipFill>
                <a:blip r:embed="rId7"/>
                <a:stretch>
                  <a:fillRect/>
                </a:stretch>
              </p:blipFill>
              <p:spPr>
                <a:xfrm>
                  <a:off x="10345080" y="1065077"/>
                  <a:ext cx="2772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3F5088C4-B1E6-04A2-EA11-A680BD94C72C}"/>
                    </a:ext>
                  </a:extLst>
                </p14:cNvPr>
                <p14:cNvContentPartPr/>
                <p14:nvPr/>
              </p14:nvContentPartPr>
              <p14:xfrm>
                <a:off x="10373880" y="1074077"/>
                <a:ext cx="28080" cy="37440"/>
              </p14:xfrm>
            </p:contentPart>
          </mc:Choice>
          <mc:Fallback xmlns="">
            <p:pic>
              <p:nvPicPr>
                <p:cNvPr id="10" name="Ink 9">
                  <a:extLst>
                    <a:ext uri="{FF2B5EF4-FFF2-40B4-BE49-F238E27FC236}">
                      <a16:creationId xmlns:a16="http://schemas.microsoft.com/office/drawing/2014/main" id="{3F5088C4-B1E6-04A2-EA11-A680BD94C72C}"/>
                    </a:ext>
                  </a:extLst>
                </p:cNvPr>
                <p:cNvPicPr/>
                <p:nvPr/>
              </p:nvPicPr>
              <p:blipFill>
                <a:blip r:embed="rId9"/>
                <a:stretch>
                  <a:fillRect/>
                </a:stretch>
              </p:blipFill>
              <p:spPr>
                <a:xfrm>
                  <a:off x="10364880" y="1065077"/>
                  <a:ext cx="4572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3" name="Ink 12">
                  <a:extLst>
                    <a:ext uri="{FF2B5EF4-FFF2-40B4-BE49-F238E27FC236}">
                      <a16:creationId xmlns:a16="http://schemas.microsoft.com/office/drawing/2014/main" id="{8E1655F0-033D-FC4D-4BEA-829A44E65661}"/>
                    </a:ext>
                  </a:extLst>
                </p14:cNvPr>
                <p14:cNvContentPartPr/>
                <p14:nvPr/>
              </p14:nvContentPartPr>
              <p14:xfrm>
                <a:off x="10364520" y="498077"/>
                <a:ext cx="341640" cy="642960"/>
              </p14:xfrm>
            </p:contentPart>
          </mc:Choice>
          <mc:Fallback xmlns="">
            <p:pic>
              <p:nvPicPr>
                <p:cNvPr id="13" name="Ink 12">
                  <a:extLst>
                    <a:ext uri="{FF2B5EF4-FFF2-40B4-BE49-F238E27FC236}">
                      <a16:creationId xmlns:a16="http://schemas.microsoft.com/office/drawing/2014/main" id="{8E1655F0-033D-FC4D-4BEA-829A44E65661}"/>
                    </a:ext>
                  </a:extLst>
                </p:cNvPr>
                <p:cNvPicPr/>
                <p:nvPr/>
              </p:nvPicPr>
              <p:blipFill>
                <a:blip r:embed="rId11"/>
                <a:stretch>
                  <a:fillRect/>
                </a:stretch>
              </p:blipFill>
              <p:spPr>
                <a:xfrm>
                  <a:off x="10355880" y="489077"/>
                  <a:ext cx="359280" cy="660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17" name="Ink 16">
                <a:extLst>
                  <a:ext uri="{FF2B5EF4-FFF2-40B4-BE49-F238E27FC236}">
                    <a16:creationId xmlns:a16="http://schemas.microsoft.com/office/drawing/2014/main" id="{73B2D565-A6DA-240A-2D90-DC36E96110D1}"/>
                  </a:ext>
                </a:extLst>
              </p14:cNvPr>
              <p14:cNvContentPartPr/>
              <p14:nvPr/>
            </p14:nvContentPartPr>
            <p14:xfrm>
              <a:off x="10443720" y="2190797"/>
              <a:ext cx="493920" cy="809280"/>
            </p14:xfrm>
          </p:contentPart>
        </mc:Choice>
        <mc:Fallback xmlns="">
          <p:pic>
            <p:nvPicPr>
              <p:cNvPr id="17" name="Ink 16">
                <a:extLst>
                  <a:ext uri="{FF2B5EF4-FFF2-40B4-BE49-F238E27FC236}">
                    <a16:creationId xmlns:a16="http://schemas.microsoft.com/office/drawing/2014/main" id="{73B2D565-A6DA-240A-2D90-DC36E96110D1}"/>
                  </a:ext>
                </a:extLst>
              </p:cNvPr>
              <p:cNvPicPr/>
              <p:nvPr/>
            </p:nvPicPr>
            <p:blipFill>
              <a:blip r:embed="rId13"/>
              <a:stretch>
                <a:fillRect/>
              </a:stretch>
            </p:blipFill>
            <p:spPr>
              <a:xfrm>
                <a:off x="10435080" y="2181797"/>
                <a:ext cx="511560" cy="8269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8" name="Ink 17">
                <a:extLst>
                  <a:ext uri="{FF2B5EF4-FFF2-40B4-BE49-F238E27FC236}">
                    <a16:creationId xmlns:a16="http://schemas.microsoft.com/office/drawing/2014/main" id="{2FD1C038-03B2-9E79-41BE-2C5BC543E3ED}"/>
                  </a:ext>
                </a:extLst>
              </p14:cNvPr>
              <p14:cNvContentPartPr/>
              <p14:nvPr/>
            </p14:nvContentPartPr>
            <p14:xfrm>
              <a:off x="10692120" y="1655837"/>
              <a:ext cx="667440" cy="22680"/>
            </p14:xfrm>
          </p:contentPart>
        </mc:Choice>
        <mc:Fallback xmlns="">
          <p:pic>
            <p:nvPicPr>
              <p:cNvPr id="18" name="Ink 17">
                <a:extLst>
                  <a:ext uri="{FF2B5EF4-FFF2-40B4-BE49-F238E27FC236}">
                    <a16:creationId xmlns:a16="http://schemas.microsoft.com/office/drawing/2014/main" id="{2FD1C038-03B2-9E79-41BE-2C5BC543E3ED}"/>
                  </a:ext>
                </a:extLst>
              </p:cNvPr>
              <p:cNvPicPr/>
              <p:nvPr/>
            </p:nvPicPr>
            <p:blipFill>
              <a:blip r:embed="rId15"/>
              <a:stretch>
                <a:fillRect/>
              </a:stretch>
            </p:blipFill>
            <p:spPr>
              <a:xfrm>
                <a:off x="10683120" y="1646837"/>
                <a:ext cx="68508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9" name="Ink 18">
                <a:extLst>
                  <a:ext uri="{FF2B5EF4-FFF2-40B4-BE49-F238E27FC236}">
                    <a16:creationId xmlns:a16="http://schemas.microsoft.com/office/drawing/2014/main" id="{A62BB992-0DE0-6B2D-968F-EA3FBE0EEE89}"/>
                  </a:ext>
                </a:extLst>
              </p14:cNvPr>
              <p14:cNvContentPartPr/>
              <p14:nvPr/>
            </p14:nvContentPartPr>
            <p14:xfrm>
              <a:off x="8196600" y="1587077"/>
              <a:ext cx="1630440" cy="119160"/>
            </p14:xfrm>
          </p:contentPart>
        </mc:Choice>
        <mc:Fallback xmlns="">
          <p:pic>
            <p:nvPicPr>
              <p:cNvPr id="19" name="Ink 18">
                <a:extLst>
                  <a:ext uri="{FF2B5EF4-FFF2-40B4-BE49-F238E27FC236}">
                    <a16:creationId xmlns:a16="http://schemas.microsoft.com/office/drawing/2014/main" id="{A62BB992-0DE0-6B2D-968F-EA3FBE0EEE89}"/>
                  </a:ext>
                </a:extLst>
              </p:cNvPr>
              <p:cNvPicPr/>
              <p:nvPr/>
            </p:nvPicPr>
            <p:blipFill>
              <a:blip r:embed="rId17"/>
              <a:stretch>
                <a:fillRect/>
              </a:stretch>
            </p:blipFill>
            <p:spPr>
              <a:xfrm>
                <a:off x="8187600" y="1578077"/>
                <a:ext cx="164808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0" name="Ink 19">
                <a:extLst>
                  <a:ext uri="{FF2B5EF4-FFF2-40B4-BE49-F238E27FC236}">
                    <a16:creationId xmlns:a16="http://schemas.microsoft.com/office/drawing/2014/main" id="{3EE14A27-12A3-2EB1-0BA6-D2986838F419}"/>
                  </a:ext>
                </a:extLst>
              </p14:cNvPr>
              <p14:cNvContentPartPr/>
              <p14:nvPr/>
            </p14:nvContentPartPr>
            <p14:xfrm>
              <a:off x="7225320" y="689237"/>
              <a:ext cx="353880" cy="581760"/>
            </p14:xfrm>
          </p:contentPart>
        </mc:Choice>
        <mc:Fallback xmlns="">
          <p:pic>
            <p:nvPicPr>
              <p:cNvPr id="20" name="Ink 19">
                <a:extLst>
                  <a:ext uri="{FF2B5EF4-FFF2-40B4-BE49-F238E27FC236}">
                    <a16:creationId xmlns:a16="http://schemas.microsoft.com/office/drawing/2014/main" id="{3EE14A27-12A3-2EB1-0BA6-D2986838F419}"/>
                  </a:ext>
                </a:extLst>
              </p:cNvPr>
              <p:cNvPicPr/>
              <p:nvPr/>
            </p:nvPicPr>
            <p:blipFill>
              <a:blip r:embed="rId19"/>
              <a:stretch>
                <a:fillRect/>
              </a:stretch>
            </p:blipFill>
            <p:spPr>
              <a:xfrm>
                <a:off x="7216680" y="680597"/>
                <a:ext cx="371520" cy="5994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1" name="Ink 20">
                <a:extLst>
                  <a:ext uri="{FF2B5EF4-FFF2-40B4-BE49-F238E27FC236}">
                    <a16:creationId xmlns:a16="http://schemas.microsoft.com/office/drawing/2014/main" id="{10AB8AE5-7294-1454-BFE5-C3FED065FFB7}"/>
                  </a:ext>
                </a:extLst>
              </p14:cNvPr>
              <p14:cNvContentPartPr/>
              <p14:nvPr/>
            </p14:nvContentPartPr>
            <p14:xfrm>
              <a:off x="6889800" y="1847717"/>
              <a:ext cx="621360" cy="430200"/>
            </p14:xfrm>
          </p:contentPart>
        </mc:Choice>
        <mc:Fallback xmlns="">
          <p:pic>
            <p:nvPicPr>
              <p:cNvPr id="21" name="Ink 20">
                <a:extLst>
                  <a:ext uri="{FF2B5EF4-FFF2-40B4-BE49-F238E27FC236}">
                    <a16:creationId xmlns:a16="http://schemas.microsoft.com/office/drawing/2014/main" id="{10AB8AE5-7294-1454-BFE5-C3FED065FFB7}"/>
                  </a:ext>
                </a:extLst>
              </p:cNvPr>
              <p:cNvPicPr/>
              <p:nvPr/>
            </p:nvPicPr>
            <p:blipFill>
              <a:blip r:embed="rId21"/>
              <a:stretch>
                <a:fillRect/>
              </a:stretch>
            </p:blipFill>
            <p:spPr>
              <a:xfrm>
                <a:off x="6880800" y="1839077"/>
                <a:ext cx="639000" cy="447840"/>
              </a:xfrm>
              <a:prstGeom prst="rect">
                <a:avLst/>
              </a:prstGeom>
            </p:spPr>
          </p:pic>
        </mc:Fallback>
      </mc:AlternateContent>
      <p:grpSp>
        <p:nvGrpSpPr>
          <p:cNvPr id="60" name="Group 59">
            <a:extLst>
              <a:ext uri="{FF2B5EF4-FFF2-40B4-BE49-F238E27FC236}">
                <a16:creationId xmlns:a16="http://schemas.microsoft.com/office/drawing/2014/main" id="{120E3703-DE5E-5C11-AA5A-8ACD0D8D62A7}"/>
              </a:ext>
            </a:extLst>
          </p:cNvPr>
          <p:cNvGrpSpPr/>
          <p:nvPr/>
        </p:nvGrpSpPr>
        <p:grpSpPr>
          <a:xfrm>
            <a:off x="11931240" y="2145077"/>
            <a:ext cx="166320" cy="87840"/>
            <a:chOff x="11931240" y="2145077"/>
            <a:chExt cx="166320" cy="87840"/>
          </a:xfrm>
        </p:grpSpPr>
        <mc:AlternateContent xmlns:mc="http://schemas.openxmlformats.org/markup-compatibility/2006" xmlns:p14="http://schemas.microsoft.com/office/powerpoint/2010/main">
          <mc:Choice Requires="p14">
            <p:contentPart p14:bwMode="auto" r:id="rId22">
              <p14:nvContentPartPr>
                <p14:cNvPr id="55" name="Ink 54">
                  <a:extLst>
                    <a:ext uri="{FF2B5EF4-FFF2-40B4-BE49-F238E27FC236}">
                      <a16:creationId xmlns:a16="http://schemas.microsoft.com/office/drawing/2014/main" id="{76265630-D005-C769-3F06-C830931D1B31}"/>
                    </a:ext>
                  </a:extLst>
                </p14:cNvPr>
                <p14:cNvContentPartPr/>
                <p14:nvPr/>
              </p14:nvContentPartPr>
              <p14:xfrm>
                <a:off x="11931240" y="2145077"/>
                <a:ext cx="16560" cy="20880"/>
              </p14:xfrm>
            </p:contentPart>
          </mc:Choice>
          <mc:Fallback xmlns="">
            <p:pic>
              <p:nvPicPr>
                <p:cNvPr id="55" name="Ink 54">
                  <a:extLst>
                    <a:ext uri="{FF2B5EF4-FFF2-40B4-BE49-F238E27FC236}">
                      <a16:creationId xmlns:a16="http://schemas.microsoft.com/office/drawing/2014/main" id="{76265630-D005-C769-3F06-C830931D1B31}"/>
                    </a:ext>
                  </a:extLst>
                </p:cNvPr>
                <p:cNvPicPr/>
                <p:nvPr/>
              </p:nvPicPr>
              <p:blipFill>
                <a:blip r:embed="rId23"/>
                <a:stretch>
                  <a:fillRect/>
                </a:stretch>
              </p:blipFill>
              <p:spPr>
                <a:xfrm>
                  <a:off x="11922240" y="2136437"/>
                  <a:ext cx="3420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58" name="Ink 57">
                  <a:extLst>
                    <a:ext uri="{FF2B5EF4-FFF2-40B4-BE49-F238E27FC236}">
                      <a16:creationId xmlns:a16="http://schemas.microsoft.com/office/drawing/2014/main" id="{38785E13-F3F7-4977-DC82-B08E608EECAB}"/>
                    </a:ext>
                  </a:extLst>
                </p14:cNvPr>
                <p14:cNvContentPartPr/>
                <p14:nvPr/>
              </p14:nvContentPartPr>
              <p14:xfrm>
                <a:off x="12086400" y="2230757"/>
                <a:ext cx="11160" cy="2160"/>
              </p14:xfrm>
            </p:contentPart>
          </mc:Choice>
          <mc:Fallback xmlns="">
            <p:pic>
              <p:nvPicPr>
                <p:cNvPr id="58" name="Ink 57">
                  <a:extLst>
                    <a:ext uri="{FF2B5EF4-FFF2-40B4-BE49-F238E27FC236}">
                      <a16:creationId xmlns:a16="http://schemas.microsoft.com/office/drawing/2014/main" id="{38785E13-F3F7-4977-DC82-B08E608EECAB}"/>
                    </a:ext>
                  </a:extLst>
                </p:cNvPr>
                <p:cNvPicPr/>
                <p:nvPr/>
              </p:nvPicPr>
              <p:blipFill>
                <a:blip r:embed="rId25"/>
                <a:stretch>
                  <a:fillRect/>
                </a:stretch>
              </p:blipFill>
              <p:spPr>
                <a:xfrm>
                  <a:off x="12077760" y="2221757"/>
                  <a:ext cx="28800" cy="19800"/>
                </a:xfrm>
                <a:prstGeom prst="rect">
                  <a:avLst/>
                </a:prstGeom>
              </p:spPr>
            </p:pic>
          </mc:Fallback>
        </mc:AlternateContent>
      </p:grpSp>
      <p:grpSp>
        <p:nvGrpSpPr>
          <p:cNvPr id="78" name="Group 77">
            <a:extLst>
              <a:ext uri="{FF2B5EF4-FFF2-40B4-BE49-F238E27FC236}">
                <a16:creationId xmlns:a16="http://schemas.microsoft.com/office/drawing/2014/main" id="{E52618C9-4373-369B-2772-A98243E07AEF}"/>
              </a:ext>
            </a:extLst>
          </p:cNvPr>
          <p:cNvGrpSpPr/>
          <p:nvPr/>
        </p:nvGrpSpPr>
        <p:grpSpPr>
          <a:xfrm>
            <a:off x="10369200" y="169037"/>
            <a:ext cx="1573200" cy="637560"/>
            <a:chOff x="10369200" y="169037"/>
            <a:chExt cx="1573200" cy="637560"/>
          </a:xfrm>
        </p:grpSpPr>
        <mc:AlternateContent xmlns:mc="http://schemas.openxmlformats.org/markup-compatibility/2006" xmlns:p14="http://schemas.microsoft.com/office/powerpoint/2010/main">
          <mc:Choice Requires="p14">
            <p:contentPart p14:bwMode="auto" r:id="rId26">
              <p14:nvContentPartPr>
                <p14:cNvPr id="61" name="Ink 60">
                  <a:extLst>
                    <a:ext uri="{FF2B5EF4-FFF2-40B4-BE49-F238E27FC236}">
                      <a16:creationId xmlns:a16="http://schemas.microsoft.com/office/drawing/2014/main" id="{2E24FE34-977F-DF0E-EAD7-E254E65C4A03}"/>
                    </a:ext>
                  </a:extLst>
                </p14:cNvPr>
                <p14:cNvContentPartPr/>
                <p14:nvPr/>
              </p14:nvContentPartPr>
              <p14:xfrm>
                <a:off x="10369200" y="185597"/>
                <a:ext cx="98280" cy="250200"/>
              </p14:xfrm>
            </p:contentPart>
          </mc:Choice>
          <mc:Fallback xmlns="">
            <p:pic>
              <p:nvPicPr>
                <p:cNvPr id="61" name="Ink 60">
                  <a:extLst>
                    <a:ext uri="{FF2B5EF4-FFF2-40B4-BE49-F238E27FC236}">
                      <a16:creationId xmlns:a16="http://schemas.microsoft.com/office/drawing/2014/main" id="{2E24FE34-977F-DF0E-EAD7-E254E65C4A03}"/>
                    </a:ext>
                  </a:extLst>
                </p:cNvPr>
                <p:cNvPicPr/>
                <p:nvPr/>
              </p:nvPicPr>
              <p:blipFill>
                <a:blip r:embed="rId27"/>
                <a:stretch>
                  <a:fillRect/>
                </a:stretch>
              </p:blipFill>
              <p:spPr>
                <a:xfrm>
                  <a:off x="10360560" y="176957"/>
                  <a:ext cx="115920" cy="2678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62" name="Ink 61">
                  <a:extLst>
                    <a:ext uri="{FF2B5EF4-FFF2-40B4-BE49-F238E27FC236}">
                      <a16:creationId xmlns:a16="http://schemas.microsoft.com/office/drawing/2014/main" id="{15EE66E5-7139-07CC-41E8-405A6B428CBA}"/>
                    </a:ext>
                  </a:extLst>
                </p14:cNvPr>
                <p14:cNvContentPartPr/>
                <p14:nvPr/>
              </p14:nvContentPartPr>
              <p14:xfrm>
                <a:off x="10459200" y="169037"/>
                <a:ext cx="95040" cy="268560"/>
              </p14:xfrm>
            </p:contentPart>
          </mc:Choice>
          <mc:Fallback xmlns="">
            <p:pic>
              <p:nvPicPr>
                <p:cNvPr id="62" name="Ink 61">
                  <a:extLst>
                    <a:ext uri="{FF2B5EF4-FFF2-40B4-BE49-F238E27FC236}">
                      <a16:creationId xmlns:a16="http://schemas.microsoft.com/office/drawing/2014/main" id="{15EE66E5-7139-07CC-41E8-405A6B428CBA}"/>
                    </a:ext>
                  </a:extLst>
                </p:cNvPr>
                <p:cNvPicPr/>
                <p:nvPr/>
              </p:nvPicPr>
              <p:blipFill>
                <a:blip r:embed="rId29"/>
                <a:stretch>
                  <a:fillRect/>
                </a:stretch>
              </p:blipFill>
              <p:spPr>
                <a:xfrm>
                  <a:off x="10450200" y="160037"/>
                  <a:ext cx="112680" cy="2862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63" name="Ink 62">
                  <a:extLst>
                    <a:ext uri="{FF2B5EF4-FFF2-40B4-BE49-F238E27FC236}">
                      <a16:creationId xmlns:a16="http://schemas.microsoft.com/office/drawing/2014/main" id="{CD88836A-2C87-028B-59AB-946571D113F0}"/>
                    </a:ext>
                  </a:extLst>
                </p14:cNvPr>
                <p14:cNvContentPartPr/>
                <p14:nvPr/>
              </p14:nvContentPartPr>
              <p14:xfrm>
                <a:off x="10522920" y="187397"/>
                <a:ext cx="127800" cy="263880"/>
              </p14:xfrm>
            </p:contentPart>
          </mc:Choice>
          <mc:Fallback xmlns="">
            <p:pic>
              <p:nvPicPr>
                <p:cNvPr id="63" name="Ink 62">
                  <a:extLst>
                    <a:ext uri="{FF2B5EF4-FFF2-40B4-BE49-F238E27FC236}">
                      <a16:creationId xmlns:a16="http://schemas.microsoft.com/office/drawing/2014/main" id="{CD88836A-2C87-028B-59AB-946571D113F0}"/>
                    </a:ext>
                  </a:extLst>
                </p:cNvPr>
                <p:cNvPicPr/>
                <p:nvPr/>
              </p:nvPicPr>
              <p:blipFill>
                <a:blip r:embed="rId31"/>
                <a:stretch>
                  <a:fillRect/>
                </a:stretch>
              </p:blipFill>
              <p:spPr>
                <a:xfrm>
                  <a:off x="10513920" y="178757"/>
                  <a:ext cx="145440" cy="2815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64" name="Ink 63">
                  <a:extLst>
                    <a:ext uri="{FF2B5EF4-FFF2-40B4-BE49-F238E27FC236}">
                      <a16:creationId xmlns:a16="http://schemas.microsoft.com/office/drawing/2014/main" id="{31491298-721B-9EA9-0BD3-3AE15867D2E7}"/>
                    </a:ext>
                  </a:extLst>
                </p14:cNvPr>
                <p14:cNvContentPartPr/>
                <p14:nvPr/>
              </p14:nvContentPartPr>
              <p14:xfrm>
                <a:off x="10670160" y="435437"/>
                <a:ext cx="6840" cy="3240"/>
              </p14:xfrm>
            </p:contentPart>
          </mc:Choice>
          <mc:Fallback xmlns="">
            <p:pic>
              <p:nvPicPr>
                <p:cNvPr id="64" name="Ink 63">
                  <a:extLst>
                    <a:ext uri="{FF2B5EF4-FFF2-40B4-BE49-F238E27FC236}">
                      <a16:creationId xmlns:a16="http://schemas.microsoft.com/office/drawing/2014/main" id="{31491298-721B-9EA9-0BD3-3AE15867D2E7}"/>
                    </a:ext>
                  </a:extLst>
                </p:cNvPr>
                <p:cNvPicPr/>
                <p:nvPr/>
              </p:nvPicPr>
              <p:blipFill>
                <a:blip r:embed="rId33"/>
                <a:stretch>
                  <a:fillRect/>
                </a:stretch>
              </p:blipFill>
              <p:spPr>
                <a:xfrm>
                  <a:off x="10661520" y="426797"/>
                  <a:ext cx="2448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65" name="Ink 64">
                  <a:extLst>
                    <a:ext uri="{FF2B5EF4-FFF2-40B4-BE49-F238E27FC236}">
                      <a16:creationId xmlns:a16="http://schemas.microsoft.com/office/drawing/2014/main" id="{1AADEE5D-A89F-990D-85C1-7F69F1554289}"/>
                    </a:ext>
                  </a:extLst>
                </p14:cNvPr>
                <p14:cNvContentPartPr/>
                <p14:nvPr/>
              </p14:nvContentPartPr>
              <p14:xfrm>
                <a:off x="10759080" y="259397"/>
                <a:ext cx="67680" cy="186120"/>
              </p14:xfrm>
            </p:contentPart>
          </mc:Choice>
          <mc:Fallback xmlns="">
            <p:pic>
              <p:nvPicPr>
                <p:cNvPr id="65" name="Ink 64">
                  <a:extLst>
                    <a:ext uri="{FF2B5EF4-FFF2-40B4-BE49-F238E27FC236}">
                      <a16:creationId xmlns:a16="http://schemas.microsoft.com/office/drawing/2014/main" id="{1AADEE5D-A89F-990D-85C1-7F69F1554289}"/>
                    </a:ext>
                  </a:extLst>
                </p:cNvPr>
                <p:cNvPicPr/>
                <p:nvPr/>
              </p:nvPicPr>
              <p:blipFill>
                <a:blip r:embed="rId35"/>
                <a:stretch>
                  <a:fillRect/>
                </a:stretch>
              </p:blipFill>
              <p:spPr>
                <a:xfrm>
                  <a:off x="10750080" y="250757"/>
                  <a:ext cx="8532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66" name="Ink 65">
                  <a:extLst>
                    <a:ext uri="{FF2B5EF4-FFF2-40B4-BE49-F238E27FC236}">
                      <a16:creationId xmlns:a16="http://schemas.microsoft.com/office/drawing/2014/main" id="{F97008CC-769A-48D8-0AEC-4F436CEC6205}"/>
                    </a:ext>
                  </a:extLst>
                </p14:cNvPr>
                <p14:cNvContentPartPr/>
                <p14:nvPr/>
              </p14:nvContentPartPr>
              <p14:xfrm>
                <a:off x="10842240" y="264797"/>
                <a:ext cx="75240" cy="245520"/>
              </p14:xfrm>
            </p:contentPart>
          </mc:Choice>
          <mc:Fallback xmlns="">
            <p:pic>
              <p:nvPicPr>
                <p:cNvPr id="66" name="Ink 65">
                  <a:extLst>
                    <a:ext uri="{FF2B5EF4-FFF2-40B4-BE49-F238E27FC236}">
                      <a16:creationId xmlns:a16="http://schemas.microsoft.com/office/drawing/2014/main" id="{F97008CC-769A-48D8-0AEC-4F436CEC6205}"/>
                    </a:ext>
                  </a:extLst>
                </p:cNvPr>
                <p:cNvPicPr/>
                <p:nvPr/>
              </p:nvPicPr>
              <p:blipFill>
                <a:blip r:embed="rId37"/>
                <a:stretch>
                  <a:fillRect/>
                </a:stretch>
              </p:blipFill>
              <p:spPr>
                <a:xfrm>
                  <a:off x="10833600" y="255797"/>
                  <a:ext cx="92880" cy="2631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67" name="Ink 66">
                  <a:extLst>
                    <a:ext uri="{FF2B5EF4-FFF2-40B4-BE49-F238E27FC236}">
                      <a16:creationId xmlns:a16="http://schemas.microsoft.com/office/drawing/2014/main" id="{92ED329D-8951-3E98-8B8D-3A4B21828E78}"/>
                    </a:ext>
                  </a:extLst>
                </p14:cNvPr>
                <p14:cNvContentPartPr/>
                <p14:nvPr/>
              </p14:nvContentPartPr>
              <p14:xfrm>
                <a:off x="10972560" y="303677"/>
                <a:ext cx="108720" cy="230040"/>
              </p14:xfrm>
            </p:contentPart>
          </mc:Choice>
          <mc:Fallback xmlns="">
            <p:pic>
              <p:nvPicPr>
                <p:cNvPr id="67" name="Ink 66">
                  <a:extLst>
                    <a:ext uri="{FF2B5EF4-FFF2-40B4-BE49-F238E27FC236}">
                      <a16:creationId xmlns:a16="http://schemas.microsoft.com/office/drawing/2014/main" id="{92ED329D-8951-3E98-8B8D-3A4B21828E78}"/>
                    </a:ext>
                  </a:extLst>
                </p:cNvPr>
                <p:cNvPicPr/>
                <p:nvPr/>
              </p:nvPicPr>
              <p:blipFill>
                <a:blip r:embed="rId39"/>
                <a:stretch>
                  <a:fillRect/>
                </a:stretch>
              </p:blipFill>
              <p:spPr>
                <a:xfrm>
                  <a:off x="10963920" y="294677"/>
                  <a:ext cx="12636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68" name="Ink 67">
                  <a:extLst>
                    <a:ext uri="{FF2B5EF4-FFF2-40B4-BE49-F238E27FC236}">
                      <a16:creationId xmlns:a16="http://schemas.microsoft.com/office/drawing/2014/main" id="{424AE4B7-AAE5-4252-15DF-E3F63CCB5612}"/>
                    </a:ext>
                  </a:extLst>
                </p14:cNvPr>
                <p14:cNvContentPartPr/>
                <p14:nvPr/>
              </p14:nvContentPartPr>
              <p14:xfrm>
                <a:off x="11076600" y="519677"/>
                <a:ext cx="28440" cy="9000"/>
              </p14:xfrm>
            </p:contentPart>
          </mc:Choice>
          <mc:Fallback xmlns="">
            <p:pic>
              <p:nvPicPr>
                <p:cNvPr id="68" name="Ink 67">
                  <a:extLst>
                    <a:ext uri="{FF2B5EF4-FFF2-40B4-BE49-F238E27FC236}">
                      <a16:creationId xmlns:a16="http://schemas.microsoft.com/office/drawing/2014/main" id="{424AE4B7-AAE5-4252-15DF-E3F63CCB5612}"/>
                    </a:ext>
                  </a:extLst>
                </p:cNvPr>
                <p:cNvPicPr/>
                <p:nvPr/>
              </p:nvPicPr>
              <p:blipFill>
                <a:blip r:embed="rId41"/>
                <a:stretch>
                  <a:fillRect/>
                </a:stretch>
              </p:blipFill>
              <p:spPr>
                <a:xfrm>
                  <a:off x="11067600" y="511037"/>
                  <a:ext cx="4608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70" name="Ink 69">
                  <a:extLst>
                    <a:ext uri="{FF2B5EF4-FFF2-40B4-BE49-F238E27FC236}">
                      <a16:creationId xmlns:a16="http://schemas.microsoft.com/office/drawing/2014/main" id="{DF3D38B0-AB6E-C384-1A29-7A4049984EE2}"/>
                    </a:ext>
                  </a:extLst>
                </p14:cNvPr>
                <p14:cNvContentPartPr/>
                <p14:nvPr/>
              </p14:nvContentPartPr>
              <p14:xfrm>
                <a:off x="11225640" y="344717"/>
                <a:ext cx="102240" cy="262800"/>
              </p14:xfrm>
            </p:contentPart>
          </mc:Choice>
          <mc:Fallback xmlns="">
            <p:pic>
              <p:nvPicPr>
                <p:cNvPr id="70" name="Ink 69">
                  <a:extLst>
                    <a:ext uri="{FF2B5EF4-FFF2-40B4-BE49-F238E27FC236}">
                      <a16:creationId xmlns:a16="http://schemas.microsoft.com/office/drawing/2014/main" id="{DF3D38B0-AB6E-C384-1A29-7A4049984EE2}"/>
                    </a:ext>
                  </a:extLst>
                </p:cNvPr>
                <p:cNvPicPr/>
                <p:nvPr/>
              </p:nvPicPr>
              <p:blipFill>
                <a:blip r:embed="rId43"/>
                <a:stretch>
                  <a:fillRect/>
                </a:stretch>
              </p:blipFill>
              <p:spPr>
                <a:xfrm>
                  <a:off x="11216640" y="336077"/>
                  <a:ext cx="119880" cy="2804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71" name="Ink 70">
                  <a:extLst>
                    <a:ext uri="{FF2B5EF4-FFF2-40B4-BE49-F238E27FC236}">
                      <a16:creationId xmlns:a16="http://schemas.microsoft.com/office/drawing/2014/main" id="{80A633E4-79F2-5894-2677-1DE987C2F3B9}"/>
                    </a:ext>
                  </a:extLst>
                </p14:cNvPr>
                <p14:cNvContentPartPr/>
                <p14:nvPr/>
              </p14:nvContentPartPr>
              <p14:xfrm>
                <a:off x="11351280" y="609677"/>
                <a:ext cx="360" cy="360"/>
              </p14:xfrm>
            </p:contentPart>
          </mc:Choice>
          <mc:Fallback xmlns="">
            <p:pic>
              <p:nvPicPr>
                <p:cNvPr id="71" name="Ink 70">
                  <a:extLst>
                    <a:ext uri="{FF2B5EF4-FFF2-40B4-BE49-F238E27FC236}">
                      <a16:creationId xmlns:a16="http://schemas.microsoft.com/office/drawing/2014/main" id="{80A633E4-79F2-5894-2677-1DE987C2F3B9}"/>
                    </a:ext>
                  </a:extLst>
                </p:cNvPr>
                <p:cNvPicPr/>
                <p:nvPr/>
              </p:nvPicPr>
              <p:blipFill>
                <a:blip r:embed="rId45"/>
                <a:stretch>
                  <a:fillRect/>
                </a:stretch>
              </p:blipFill>
              <p:spPr>
                <a:xfrm>
                  <a:off x="11342280" y="601037"/>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72" name="Ink 71">
                  <a:extLst>
                    <a:ext uri="{FF2B5EF4-FFF2-40B4-BE49-F238E27FC236}">
                      <a16:creationId xmlns:a16="http://schemas.microsoft.com/office/drawing/2014/main" id="{B236B802-3D1C-2CCD-2A40-57F5D7CF7EB3}"/>
                    </a:ext>
                  </a:extLst>
                </p14:cNvPr>
                <p14:cNvContentPartPr/>
                <p14:nvPr/>
              </p14:nvContentPartPr>
              <p14:xfrm>
                <a:off x="11455320" y="428597"/>
                <a:ext cx="105480" cy="207000"/>
              </p14:xfrm>
            </p:contentPart>
          </mc:Choice>
          <mc:Fallback xmlns="">
            <p:pic>
              <p:nvPicPr>
                <p:cNvPr id="72" name="Ink 71">
                  <a:extLst>
                    <a:ext uri="{FF2B5EF4-FFF2-40B4-BE49-F238E27FC236}">
                      <a16:creationId xmlns:a16="http://schemas.microsoft.com/office/drawing/2014/main" id="{B236B802-3D1C-2CCD-2A40-57F5D7CF7EB3}"/>
                    </a:ext>
                  </a:extLst>
                </p:cNvPr>
                <p:cNvPicPr/>
                <p:nvPr/>
              </p:nvPicPr>
              <p:blipFill>
                <a:blip r:embed="rId47"/>
                <a:stretch>
                  <a:fillRect/>
                </a:stretch>
              </p:blipFill>
              <p:spPr>
                <a:xfrm>
                  <a:off x="11446680" y="419597"/>
                  <a:ext cx="123120"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74" name="Ink 73">
                  <a:extLst>
                    <a:ext uri="{FF2B5EF4-FFF2-40B4-BE49-F238E27FC236}">
                      <a16:creationId xmlns:a16="http://schemas.microsoft.com/office/drawing/2014/main" id="{DE502787-BBE1-9FB7-2ACD-160A28789096}"/>
                    </a:ext>
                  </a:extLst>
                </p14:cNvPr>
                <p14:cNvContentPartPr/>
                <p14:nvPr/>
              </p14:nvContentPartPr>
              <p14:xfrm>
                <a:off x="11436600" y="417797"/>
                <a:ext cx="334080" cy="361440"/>
              </p14:xfrm>
            </p:contentPart>
          </mc:Choice>
          <mc:Fallback xmlns="">
            <p:pic>
              <p:nvPicPr>
                <p:cNvPr id="74" name="Ink 73">
                  <a:extLst>
                    <a:ext uri="{FF2B5EF4-FFF2-40B4-BE49-F238E27FC236}">
                      <a16:creationId xmlns:a16="http://schemas.microsoft.com/office/drawing/2014/main" id="{DE502787-BBE1-9FB7-2ACD-160A28789096}"/>
                    </a:ext>
                  </a:extLst>
                </p:cNvPr>
                <p:cNvPicPr/>
                <p:nvPr/>
              </p:nvPicPr>
              <p:blipFill>
                <a:blip r:embed="rId49"/>
                <a:stretch>
                  <a:fillRect/>
                </a:stretch>
              </p:blipFill>
              <p:spPr>
                <a:xfrm>
                  <a:off x="11427600" y="408797"/>
                  <a:ext cx="351720" cy="3790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75" name="Ink 74">
                  <a:extLst>
                    <a:ext uri="{FF2B5EF4-FFF2-40B4-BE49-F238E27FC236}">
                      <a16:creationId xmlns:a16="http://schemas.microsoft.com/office/drawing/2014/main" id="{4F6E33CF-E644-13F0-6108-8EF94F7193F6}"/>
                    </a:ext>
                  </a:extLst>
                </p14:cNvPr>
                <p14:cNvContentPartPr/>
                <p14:nvPr/>
              </p14:nvContentPartPr>
              <p14:xfrm>
                <a:off x="11692560" y="548837"/>
                <a:ext cx="127440" cy="164160"/>
              </p14:xfrm>
            </p:contentPart>
          </mc:Choice>
          <mc:Fallback xmlns="">
            <p:pic>
              <p:nvPicPr>
                <p:cNvPr id="75" name="Ink 74">
                  <a:extLst>
                    <a:ext uri="{FF2B5EF4-FFF2-40B4-BE49-F238E27FC236}">
                      <a16:creationId xmlns:a16="http://schemas.microsoft.com/office/drawing/2014/main" id="{4F6E33CF-E644-13F0-6108-8EF94F7193F6}"/>
                    </a:ext>
                  </a:extLst>
                </p:cNvPr>
                <p:cNvPicPr/>
                <p:nvPr/>
              </p:nvPicPr>
              <p:blipFill>
                <a:blip r:embed="rId51"/>
                <a:stretch>
                  <a:fillRect/>
                </a:stretch>
              </p:blipFill>
              <p:spPr>
                <a:xfrm>
                  <a:off x="11683920" y="539837"/>
                  <a:ext cx="145080" cy="1818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76" name="Ink 75">
                  <a:extLst>
                    <a:ext uri="{FF2B5EF4-FFF2-40B4-BE49-F238E27FC236}">
                      <a16:creationId xmlns:a16="http://schemas.microsoft.com/office/drawing/2014/main" id="{3B080B57-1B0C-EF40-FDAF-C8926EB54D52}"/>
                    </a:ext>
                  </a:extLst>
                </p14:cNvPr>
                <p14:cNvContentPartPr/>
                <p14:nvPr/>
              </p14:nvContentPartPr>
              <p14:xfrm>
                <a:off x="11850960" y="563957"/>
                <a:ext cx="91440" cy="184680"/>
              </p14:xfrm>
            </p:contentPart>
          </mc:Choice>
          <mc:Fallback xmlns="">
            <p:pic>
              <p:nvPicPr>
                <p:cNvPr id="76" name="Ink 75">
                  <a:extLst>
                    <a:ext uri="{FF2B5EF4-FFF2-40B4-BE49-F238E27FC236}">
                      <a16:creationId xmlns:a16="http://schemas.microsoft.com/office/drawing/2014/main" id="{3B080B57-1B0C-EF40-FDAF-C8926EB54D52}"/>
                    </a:ext>
                  </a:extLst>
                </p:cNvPr>
                <p:cNvPicPr/>
                <p:nvPr/>
              </p:nvPicPr>
              <p:blipFill>
                <a:blip r:embed="rId53"/>
                <a:stretch>
                  <a:fillRect/>
                </a:stretch>
              </p:blipFill>
              <p:spPr>
                <a:xfrm>
                  <a:off x="11842320" y="554957"/>
                  <a:ext cx="10908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77" name="Ink 76">
                  <a:extLst>
                    <a:ext uri="{FF2B5EF4-FFF2-40B4-BE49-F238E27FC236}">
                      <a16:creationId xmlns:a16="http://schemas.microsoft.com/office/drawing/2014/main" id="{C068AE45-0329-1F4D-F6EA-4774B49A2E89}"/>
                    </a:ext>
                  </a:extLst>
                </p14:cNvPr>
                <p14:cNvContentPartPr/>
                <p14:nvPr/>
              </p14:nvContentPartPr>
              <p14:xfrm>
                <a:off x="11872560" y="653237"/>
                <a:ext cx="58680" cy="153360"/>
              </p14:xfrm>
            </p:contentPart>
          </mc:Choice>
          <mc:Fallback xmlns="">
            <p:pic>
              <p:nvPicPr>
                <p:cNvPr id="77" name="Ink 76">
                  <a:extLst>
                    <a:ext uri="{FF2B5EF4-FFF2-40B4-BE49-F238E27FC236}">
                      <a16:creationId xmlns:a16="http://schemas.microsoft.com/office/drawing/2014/main" id="{C068AE45-0329-1F4D-F6EA-4774B49A2E89}"/>
                    </a:ext>
                  </a:extLst>
                </p:cNvPr>
                <p:cNvPicPr/>
                <p:nvPr/>
              </p:nvPicPr>
              <p:blipFill>
                <a:blip r:embed="rId55"/>
                <a:stretch>
                  <a:fillRect/>
                </a:stretch>
              </p:blipFill>
              <p:spPr>
                <a:xfrm>
                  <a:off x="11863920" y="644597"/>
                  <a:ext cx="76320" cy="171000"/>
                </a:xfrm>
                <a:prstGeom prst="rect">
                  <a:avLst/>
                </a:prstGeom>
              </p:spPr>
            </p:pic>
          </mc:Fallback>
        </mc:AlternateContent>
      </p:grpSp>
      <p:grpSp>
        <p:nvGrpSpPr>
          <p:cNvPr id="95" name="Group 94">
            <a:extLst>
              <a:ext uri="{FF2B5EF4-FFF2-40B4-BE49-F238E27FC236}">
                <a16:creationId xmlns:a16="http://schemas.microsoft.com/office/drawing/2014/main" id="{47B17EC3-E46A-E12B-1B62-D1531C382855}"/>
              </a:ext>
            </a:extLst>
          </p:cNvPr>
          <p:cNvGrpSpPr/>
          <p:nvPr/>
        </p:nvGrpSpPr>
        <p:grpSpPr>
          <a:xfrm>
            <a:off x="10780320" y="1358117"/>
            <a:ext cx="1404000" cy="595800"/>
            <a:chOff x="10780320" y="1358117"/>
            <a:chExt cx="1404000" cy="595800"/>
          </a:xfrm>
        </p:grpSpPr>
        <mc:AlternateContent xmlns:mc="http://schemas.openxmlformats.org/markup-compatibility/2006" xmlns:p14="http://schemas.microsoft.com/office/powerpoint/2010/main">
          <mc:Choice Requires="p14">
            <p:contentPart p14:bwMode="auto" r:id="rId56">
              <p14:nvContentPartPr>
                <p14:cNvPr id="79" name="Ink 78">
                  <a:extLst>
                    <a:ext uri="{FF2B5EF4-FFF2-40B4-BE49-F238E27FC236}">
                      <a16:creationId xmlns:a16="http://schemas.microsoft.com/office/drawing/2014/main" id="{A0B9B215-0000-B199-DA67-F18B1D918C23}"/>
                    </a:ext>
                  </a:extLst>
                </p14:cNvPr>
                <p14:cNvContentPartPr/>
                <p14:nvPr/>
              </p14:nvContentPartPr>
              <p14:xfrm>
                <a:off x="10780320" y="1358117"/>
                <a:ext cx="68760" cy="237240"/>
              </p14:xfrm>
            </p:contentPart>
          </mc:Choice>
          <mc:Fallback xmlns="">
            <p:pic>
              <p:nvPicPr>
                <p:cNvPr id="79" name="Ink 78">
                  <a:extLst>
                    <a:ext uri="{FF2B5EF4-FFF2-40B4-BE49-F238E27FC236}">
                      <a16:creationId xmlns:a16="http://schemas.microsoft.com/office/drawing/2014/main" id="{A0B9B215-0000-B199-DA67-F18B1D918C23}"/>
                    </a:ext>
                  </a:extLst>
                </p:cNvPr>
                <p:cNvPicPr/>
                <p:nvPr/>
              </p:nvPicPr>
              <p:blipFill>
                <a:blip r:embed="rId57"/>
                <a:stretch>
                  <a:fillRect/>
                </a:stretch>
              </p:blipFill>
              <p:spPr>
                <a:xfrm>
                  <a:off x="10771320" y="1349477"/>
                  <a:ext cx="86400" cy="2548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80" name="Ink 79">
                  <a:extLst>
                    <a:ext uri="{FF2B5EF4-FFF2-40B4-BE49-F238E27FC236}">
                      <a16:creationId xmlns:a16="http://schemas.microsoft.com/office/drawing/2014/main" id="{347E572A-0BB6-2588-A8CE-26327189847C}"/>
                    </a:ext>
                  </a:extLst>
                </p14:cNvPr>
                <p14:cNvContentPartPr/>
                <p14:nvPr/>
              </p14:nvContentPartPr>
              <p14:xfrm>
                <a:off x="10885800" y="1388357"/>
                <a:ext cx="70560" cy="205920"/>
              </p14:xfrm>
            </p:contentPart>
          </mc:Choice>
          <mc:Fallback xmlns="">
            <p:pic>
              <p:nvPicPr>
                <p:cNvPr id="80" name="Ink 79">
                  <a:extLst>
                    <a:ext uri="{FF2B5EF4-FFF2-40B4-BE49-F238E27FC236}">
                      <a16:creationId xmlns:a16="http://schemas.microsoft.com/office/drawing/2014/main" id="{347E572A-0BB6-2588-A8CE-26327189847C}"/>
                    </a:ext>
                  </a:extLst>
                </p:cNvPr>
                <p:cNvPicPr/>
                <p:nvPr/>
              </p:nvPicPr>
              <p:blipFill>
                <a:blip r:embed="rId59"/>
                <a:stretch>
                  <a:fillRect/>
                </a:stretch>
              </p:blipFill>
              <p:spPr>
                <a:xfrm>
                  <a:off x="10876800" y="1379717"/>
                  <a:ext cx="8820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81" name="Ink 80">
                  <a:extLst>
                    <a:ext uri="{FF2B5EF4-FFF2-40B4-BE49-F238E27FC236}">
                      <a16:creationId xmlns:a16="http://schemas.microsoft.com/office/drawing/2014/main" id="{C8F14A86-552D-4E59-2997-3CD0595945DC}"/>
                    </a:ext>
                  </a:extLst>
                </p14:cNvPr>
                <p14:cNvContentPartPr/>
                <p14:nvPr/>
              </p14:nvContentPartPr>
              <p14:xfrm>
                <a:off x="11001000" y="1378637"/>
                <a:ext cx="110520" cy="185040"/>
              </p14:xfrm>
            </p:contentPart>
          </mc:Choice>
          <mc:Fallback xmlns="">
            <p:pic>
              <p:nvPicPr>
                <p:cNvPr id="81" name="Ink 80">
                  <a:extLst>
                    <a:ext uri="{FF2B5EF4-FFF2-40B4-BE49-F238E27FC236}">
                      <a16:creationId xmlns:a16="http://schemas.microsoft.com/office/drawing/2014/main" id="{C8F14A86-552D-4E59-2997-3CD0595945DC}"/>
                    </a:ext>
                  </a:extLst>
                </p:cNvPr>
                <p:cNvPicPr/>
                <p:nvPr/>
              </p:nvPicPr>
              <p:blipFill>
                <a:blip r:embed="rId61"/>
                <a:stretch>
                  <a:fillRect/>
                </a:stretch>
              </p:blipFill>
              <p:spPr>
                <a:xfrm>
                  <a:off x="10992000" y="1369997"/>
                  <a:ext cx="12816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82" name="Ink 81">
                  <a:extLst>
                    <a:ext uri="{FF2B5EF4-FFF2-40B4-BE49-F238E27FC236}">
                      <a16:creationId xmlns:a16="http://schemas.microsoft.com/office/drawing/2014/main" id="{7E91A282-53E2-FF2A-F27A-59E503F88312}"/>
                    </a:ext>
                  </a:extLst>
                </p14:cNvPr>
                <p14:cNvContentPartPr/>
                <p14:nvPr/>
              </p14:nvContentPartPr>
              <p14:xfrm>
                <a:off x="11159040" y="1562237"/>
                <a:ext cx="20520" cy="9360"/>
              </p14:xfrm>
            </p:contentPart>
          </mc:Choice>
          <mc:Fallback xmlns="">
            <p:pic>
              <p:nvPicPr>
                <p:cNvPr id="82" name="Ink 81">
                  <a:extLst>
                    <a:ext uri="{FF2B5EF4-FFF2-40B4-BE49-F238E27FC236}">
                      <a16:creationId xmlns:a16="http://schemas.microsoft.com/office/drawing/2014/main" id="{7E91A282-53E2-FF2A-F27A-59E503F88312}"/>
                    </a:ext>
                  </a:extLst>
                </p:cNvPr>
                <p:cNvPicPr/>
                <p:nvPr/>
              </p:nvPicPr>
              <p:blipFill>
                <a:blip r:embed="rId63"/>
                <a:stretch>
                  <a:fillRect/>
                </a:stretch>
              </p:blipFill>
              <p:spPr>
                <a:xfrm>
                  <a:off x="11150400" y="1553597"/>
                  <a:ext cx="3816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83" name="Ink 82">
                  <a:extLst>
                    <a:ext uri="{FF2B5EF4-FFF2-40B4-BE49-F238E27FC236}">
                      <a16:creationId xmlns:a16="http://schemas.microsoft.com/office/drawing/2014/main" id="{CD1A2111-9406-A167-A034-A182ABC5E7C4}"/>
                    </a:ext>
                  </a:extLst>
                </p14:cNvPr>
                <p14:cNvContentPartPr/>
                <p14:nvPr/>
              </p14:nvContentPartPr>
              <p14:xfrm>
                <a:off x="11254080" y="1414277"/>
                <a:ext cx="37440" cy="142920"/>
              </p14:xfrm>
            </p:contentPart>
          </mc:Choice>
          <mc:Fallback xmlns="">
            <p:pic>
              <p:nvPicPr>
                <p:cNvPr id="83" name="Ink 82">
                  <a:extLst>
                    <a:ext uri="{FF2B5EF4-FFF2-40B4-BE49-F238E27FC236}">
                      <a16:creationId xmlns:a16="http://schemas.microsoft.com/office/drawing/2014/main" id="{CD1A2111-9406-A167-A034-A182ABC5E7C4}"/>
                    </a:ext>
                  </a:extLst>
                </p:cNvPr>
                <p:cNvPicPr/>
                <p:nvPr/>
              </p:nvPicPr>
              <p:blipFill>
                <a:blip r:embed="rId65"/>
                <a:stretch>
                  <a:fillRect/>
                </a:stretch>
              </p:blipFill>
              <p:spPr>
                <a:xfrm>
                  <a:off x="11245080" y="1405637"/>
                  <a:ext cx="5508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84" name="Ink 83">
                  <a:extLst>
                    <a:ext uri="{FF2B5EF4-FFF2-40B4-BE49-F238E27FC236}">
                      <a16:creationId xmlns:a16="http://schemas.microsoft.com/office/drawing/2014/main" id="{63C80596-7DE8-2578-7DFD-12A60739761A}"/>
                    </a:ext>
                  </a:extLst>
                </p14:cNvPr>
                <p14:cNvContentPartPr/>
                <p14:nvPr/>
              </p14:nvContentPartPr>
              <p14:xfrm>
                <a:off x="11342640" y="1384037"/>
                <a:ext cx="89640" cy="222480"/>
              </p14:xfrm>
            </p:contentPart>
          </mc:Choice>
          <mc:Fallback xmlns="">
            <p:pic>
              <p:nvPicPr>
                <p:cNvPr id="84" name="Ink 83">
                  <a:extLst>
                    <a:ext uri="{FF2B5EF4-FFF2-40B4-BE49-F238E27FC236}">
                      <a16:creationId xmlns:a16="http://schemas.microsoft.com/office/drawing/2014/main" id="{63C80596-7DE8-2578-7DFD-12A60739761A}"/>
                    </a:ext>
                  </a:extLst>
                </p:cNvPr>
                <p:cNvPicPr/>
                <p:nvPr/>
              </p:nvPicPr>
              <p:blipFill>
                <a:blip r:embed="rId67"/>
                <a:stretch>
                  <a:fillRect/>
                </a:stretch>
              </p:blipFill>
              <p:spPr>
                <a:xfrm>
                  <a:off x="11333640" y="1375037"/>
                  <a:ext cx="107280" cy="2401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85" name="Ink 84">
                  <a:extLst>
                    <a:ext uri="{FF2B5EF4-FFF2-40B4-BE49-F238E27FC236}">
                      <a16:creationId xmlns:a16="http://schemas.microsoft.com/office/drawing/2014/main" id="{5D6EA68A-B29D-C3FC-E88A-634BB97A003A}"/>
                    </a:ext>
                  </a:extLst>
                </p14:cNvPr>
                <p14:cNvContentPartPr/>
                <p14:nvPr/>
              </p14:nvContentPartPr>
              <p14:xfrm>
                <a:off x="11467200" y="1432637"/>
                <a:ext cx="106200" cy="207360"/>
              </p14:xfrm>
            </p:contentPart>
          </mc:Choice>
          <mc:Fallback xmlns="">
            <p:pic>
              <p:nvPicPr>
                <p:cNvPr id="85" name="Ink 84">
                  <a:extLst>
                    <a:ext uri="{FF2B5EF4-FFF2-40B4-BE49-F238E27FC236}">
                      <a16:creationId xmlns:a16="http://schemas.microsoft.com/office/drawing/2014/main" id="{5D6EA68A-B29D-C3FC-E88A-634BB97A003A}"/>
                    </a:ext>
                  </a:extLst>
                </p:cNvPr>
                <p:cNvPicPr/>
                <p:nvPr/>
              </p:nvPicPr>
              <p:blipFill>
                <a:blip r:embed="rId69"/>
                <a:stretch>
                  <a:fillRect/>
                </a:stretch>
              </p:blipFill>
              <p:spPr>
                <a:xfrm>
                  <a:off x="11458560" y="1423997"/>
                  <a:ext cx="12384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86" name="Ink 85">
                  <a:extLst>
                    <a:ext uri="{FF2B5EF4-FFF2-40B4-BE49-F238E27FC236}">
                      <a16:creationId xmlns:a16="http://schemas.microsoft.com/office/drawing/2014/main" id="{CF69139A-CD6F-6F77-CD0E-3AC6DF04F607}"/>
                    </a:ext>
                  </a:extLst>
                </p14:cNvPr>
                <p14:cNvContentPartPr/>
                <p14:nvPr/>
              </p14:nvContentPartPr>
              <p14:xfrm>
                <a:off x="11607960" y="1606517"/>
                <a:ext cx="4320" cy="1440"/>
              </p14:xfrm>
            </p:contentPart>
          </mc:Choice>
          <mc:Fallback xmlns="">
            <p:pic>
              <p:nvPicPr>
                <p:cNvPr id="86" name="Ink 85">
                  <a:extLst>
                    <a:ext uri="{FF2B5EF4-FFF2-40B4-BE49-F238E27FC236}">
                      <a16:creationId xmlns:a16="http://schemas.microsoft.com/office/drawing/2014/main" id="{CF69139A-CD6F-6F77-CD0E-3AC6DF04F607}"/>
                    </a:ext>
                  </a:extLst>
                </p:cNvPr>
                <p:cNvPicPr/>
                <p:nvPr/>
              </p:nvPicPr>
              <p:blipFill>
                <a:blip r:embed="rId45"/>
                <a:stretch>
                  <a:fillRect/>
                </a:stretch>
              </p:blipFill>
              <p:spPr>
                <a:xfrm>
                  <a:off x="11598960" y="1597517"/>
                  <a:ext cx="2196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88" name="Ink 87">
                  <a:extLst>
                    <a:ext uri="{FF2B5EF4-FFF2-40B4-BE49-F238E27FC236}">
                      <a16:creationId xmlns:a16="http://schemas.microsoft.com/office/drawing/2014/main" id="{9321B22F-9B5B-F77E-2021-B97CC41950D7}"/>
                    </a:ext>
                  </a:extLst>
                </p14:cNvPr>
                <p14:cNvContentPartPr/>
                <p14:nvPr/>
              </p14:nvContentPartPr>
              <p14:xfrm>
                <a:off x="11673840" y="1460357"/>
                <a:ext cx="60120" cy="192960"/>
              </p14:xfrm>
            </p:contentPart>
          </mc:Choice>
          <mc:Fallback xmlns="">
            <p:pic>
              <p:nvPicPr>
                <p:cNvPr id="88" name="Ink 87">
                  <a:extLst>
                    <a:ext uri="{FF2B5EF4-FFF2-40B4-BE49-F238E27FC236}">
                      <a16:creationId xmlns:a16="http://schemas.microsoft.com/office/drawing/2014/main" id="{9321B22F-9B5B-F77E-2021-B97CC41950D7}"/>
                    </a:ext>
                  </a:extLst>
                </p:cNvPr>
                <p:cNvPicPr/>
                <p:nvPr/>
              </p:nvPicPr>
              <p:blipFill>
                <a:blip r:embed="rId72"/>
                <a:stretch>
                  <a:fillRect/>
                </a:stretch>
              </p:blipFill>
              <p:spPr>
                <a:xfrm>
                  <a:off x="11664840" y="1451357"/>
                  <a:ext cx="7776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89" name="Ink 88">
                  <a:extLst>
                    <a:ext uri="{FF2B5EF4-FFF2-40B4-BE49-F238E27FC236}">
                      <a16:creationId xmlns:a16="http://schemas.microsoft.com/office/drawing/2014/main" id="{BF9017F9-CE16-F775-85DF-FC4C4A3F103B}"/>
                    </a:ext>
                  </a:extLst>
                </p14:cNvPr>
                <p14:cNvContentPartPr/>
                <p14:nvPr/>
              </p14:nvContentPartPr>
              <p14:xfrm>
                <a:off x="11743320" y="1672397"/>
                <a:ext cx="17280" cy="16920"/>
              </p14:xfrm>
            </p:contentPart>
          </mc:Choice>
          <mc:Fallback xmlns="">
            <p:pic>
              <p:nvPicPr>
                <p:cNvPr id="89" name="Ink 88">
                  <a:extLst>
                    <a:ext uri="{FF2B5EF4-FFF2-40B4-BE49-F238E27FC236}">
                      <a16:creationId xmlns:a16="http://schemas.microsoft.com/office/drawing/2014/main" id="{BF9017F9-CE16-F775-85DF-FC4C4A3F103B}"/>
                    </a:ext>
                  </a:extLst>
                </p:cNvPr>
                <p:cNvPicPr/>
                <p:nvPr/>
              </p:nvPicPr>
              <p:blipFill>
                <a:blip r:embed="rId74"/>
                <a:stretch>
                  <a:fillRect/>
                </a:stretch>
              </p:blipFill>
              <p:spPr>
                <a:xfrm>
                  <a:off x="11734680" y="1663397"/>
                  <a:ext cx="3492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90" name="Ink 89">
                  <a:extLst>
                    <a:ext uri="{FF2B5EF4-FFF2-40B4-BE49-F238E27FC236}">
                      <a16:creationId xmlns:a16="http://schemas.microsoft.com/office/drawing/2014/main" id="{A70573DF-E2A2-B89A-D1AB-C53AE6DB1B5D}"/>
                    </a:ext>
                  </a:extLst>
                </p14:cNvPr>
                <p14:cNvContentPartPr/>
                <p14:nvPr/>
              </p14:nvContentPartPr>
              <p14:xfrm>
                <a:off x="11848800" y="1507877"/>
                <a:ext cx="114480" cy="209880"/>
              </p14:xfrm>
            </p:contentPart>
          </mc:Choice>
          <mc:Fallback xmlns="">
            <p:pic>
              <p:nvPicPr>
                <p:cNvPr id="90" name="Ink 89">
                  <a:extLst>
                    <a:ext uri="{FF2B5EF4-FFF2-40B4-BE49-F238E27FC236}">
                      <a16:creationId xmlns:a16="http://schemas.microsoft.com/office/drawing/2014/main" id="{A70573DF-E2A2-B89A-D1AB-C53AE6DB1B5D}"/>
                    </a:ext>
                  </a:extLst>
                </p:cNvPr>
                <p:cNvPicPr/>
                <p:nvPr/>
              </p:nvPicPr>
              <p:blipFill>
                <a:blip r:embed="rId76"/>
                <a:stretch>
                  <a:fillRect/>
                </a:stretch>
              </p:blipFill>
              <p:spPr>
                <a:xfrm>
                  <a:off x="11840160" y="1499237"/>
                  <a:ext cx="13212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91" name="Ink 90">
                  <a:extLst>
                    <a:ext uri="{FF2B5EF4-FFF2-40B4-BE49-F238E27FC236}">
                      <a16:creationId xmlns:a16="http://schemas.microsoft.com/office/drawing/2014/main" id="{4DDF37E8-8055-6A7E-95CC-347AF72CB0BA}"/>
                    </a:ext>
                  </a:extLst>
                </p14:cNvPr>
                <p14:cNvContentPartPr/>
                <p14:nvPr/>
              </p14:nvContentPartPr>
              <p14:xfrm>
                <a:off x="11899200" y="1566197"/>
                <a:ext cx="211320" cy="292680"/>
              </p14:xfrm>
            </p:contentPart>
          </mc:Choice>
          <mc:Fallback xmlns="">
            <p:pic>
              <p:nvPicPr>
                <p:cNvPr id="91" name="Ink 90">
                  <a:extLst>
                    <a:ext uri="{FF2B5EF4-FFF2-40B4-BE49-F238E27FC236}">
                      <a16:creationId xmlns:a16="http://schemas.microsoft.com/office/drawing/2014/main" id="{4DDF37E8-8055-6A7E-95CC-347AF72CB0BA}"/>
                    </a:ext>
                  </a:extLst>
                </p:cNvPr>
                <p:cNvPicPr/>
                <p:nvPr/>
              </p:nvPicPr>
              <p:blipFill>
                <a:blip r:embed="rId78"/>
                <a:stretch>
                  <a:fillRect/>
                </a:stretch>
              </p:blipFill>
              <p:spPr>
                <a:xfrm>
                  <a:off x="11890200" y="1557557"/>
                  <a:ext cx="228960" cy="31032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92" name="Ink 91">
                  <a:extLst>
                    <a:ext uri="{FF2B5EF4-FFF2-40B4-BE49-F238E27FC236}">
                      <a16:creationId xmlns:a16="http://schemas.microsoft.com/office/drawing/2014/main" id="{DDC7AA02-80BD-BFA7-F77E-89FA35050E2B}"/>
                    </a:ext>
                  </a:extLst>
                </p14:cNvPr>
                <p14:cNvContentPartPr/>
                <p14:nvPr/>
              </p14:nvContentPartPr>
              <p14:xfrm>
                <a:off x="12031680" y="1679237"/>
                <a:ext cx="74880" cy="179640"/>
              </p14:xfrm>
            </p:contentPart>
          </mc:Choice>
          <mc:Fallback xmlns="">
            <p:pic>
              <p:nvPicPr>
                <p:cNvPr id="92" name="Ink 91">
                  <a:extLst>
                    <a:ext uri="{FF2B5EF4-FFF2-40B4-BE49-F238E27FC236}">
                      <a16:creationId xmlns:a16="http://schemas.microsoft.com/office/drawing/2014/main" id="{DDC7AA02-80BD-BFA7-F77E-89FA35050E2B}"/>
                    </a:ext>
                  </a:extLst>
                </p:cNvPr>
                <p:cNvPicPr/>
                <p:nvPr/>
              </p:nvPicPr>
              <p:blipFill>
                <a:blip r:embed="rId80"/>
                <a:stretch>
                  <a:fillRect/>
                </a:stretch>
              </p:blipFill>
              <p:spPr>
                <a:xfrm>
                  <a:off x="12023040" y="1670597"/>
                  <a:ext cx="9252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93" name="Ink 92">
                  <a:extLst>
                    <a:ext uri="{FF2B5EF4-FFF2-40B4-BE49-F238E27FC236}">
                      <a16:creationId xmlns:a16="http://schemas.microsoft.com/office/drawing/2014/main" id="{9D901642-3CFF-A1F6-70A6-1185292014E9}"/>
                    </a:ext>
                  </a:extLst>
                </p14:cNvPr>
                <p14:cNvContentPartPr/>
                <p14:nvPr/>
              </p14:nvContentPartPr>
              <p14:xfrm>
                <a:off x="12103320" y="1738997"/>
                <a:ext cx="81000" cy="138960"/>
              </p14:xfrm>
            </p:contentPart>
          </mc:Choice>
          <mc:Fallback xmlns="">
            <p:pic>
              <p:nvPicPr>
                <p:cNvPr id="93" name="Ink 92">
                  <a:extLst>
                    <a:ext uri="{FF2B5EF4-FFF2-40B4-BE49-F238E27FC236}">
                      <a16:creationId xmlns:a16="http://schemas.microsoft.com/office/drawing/2014/main" id="{9D901642-3CFF-A1F6-70A6-1185292014E9}"/>
                    </a:ext>
                  </a:extLst>
                </p:cNvPr>
                <p:cNvPicPr/>
                <p:nvPr/>
              </p:nvPicPr>
              <p:blipFill>
                <a:blip r:embed="rId82"/>
                <a:stretch>
                  <a:fillRect/>
                </a:stretch>
              </p:blipFill>
              <p:spPr>
                <a:xfrm>
                  <a:off x="12094680" y="1729997"/>
                  <a:ext cx="9864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94" name="Ink 93">
                  <a:extLst>
                    <a:ext uri="{FF2B5EF4-FFF2-40B4-BE49-F238E27FC236}">
                      <a16:creationId xmlns:a16="http://schemas.microsoft.com/office/drawing/2014/main" id="{AA3F25DF-32E9-00EE-AE7F-26ECA479B77E}"/>
                    </a:ext>
                  </a:extLst>
                </p14:cNvPr>
                <p14:cNvContentPartPr/>
                <p14:nvPr/>
              </p14:nvContentPartPr>
              <p14:xfrm>
                <a:off x="12111240" y="1796597"/>
                <a:ext cx="55800" cy="157320"/>
              </p14:xfrm>
            </p:contentPart>
          </mc:Choice>
          <mc:Fallback xmlns="">
            <p:pic>
              <p:nvPicPr>
                <p:cNvPr id="94" name="Ink 93">
                  <a:extLst>
                    <a:ext uri="{FF2B5EF4-FFF2-40B4-BE49-F238E27FC236}">
                      <a16:creationId xmlns:a16="http://schemas.microsoft.com/office/drawing/2014/main" id="{AA3F25DF-32E9-00EE-AE7F-26ECA479B77E}"/>
                    </a:ext>
                  </a:extLst>
                </p:cNvPr>
                <p:cNvPicPr/>
                <p:nvPr/>
              </p:nvPicPr>
              <p:blipFill>
                <a:blip r:embed="rId84"/>
                <a:stretch>
                  <a:fillRect/>
                </a:stretch>
              </p:blipFill>
              <p:spPr>
                <a:xfrm>
                  <a:off x="12102240" y="1787957"/>
                  <a:ext cx="73440" cy="174960"/>
                </a:xfrm>
                <a:prstGeom prst="rect">
                  <a:avLst/>
                </a:prstGeom>
              </p:spPr>
            </p:pic>
          </mc:Fallback>
        </mc:AlternateContent>
      </p:grpSp>
      <p:grpSp>
        <p:nvGrpSpPr>
          <p:cNvPr id="116" name="Group 115">
            <a:extLst>
              <a:ext uri="{FF2B5EF4-FFF2-40B4-BE49-F238E27FC236}">
                <a16:creationId xmlns:a16="http://schemas.microsoft.com/office/drawing/2014/main" id="{C6D20D0E-3225-6F07-2AF1-7C6F81D97D52}"/>
              </a:ext>
            </a:extLst>
          </p:cNvPr>
          <p:cNvGrpSpPr/>
          <p:nvPr/>
        </p:nvGrpSpPr>
        <p:grpSpPr>
          <a:xfrm>
            <a:off x="10638120" y="2361797"/>
            <a:ext cx="1347840" cy="608760"/>
            <a:chOff x="10638120" y="2361797"/>
            <a:chExt cx="1347840" cy="608760"/>
          </a:xfrm>
        </p:grpSpPr>
        <mc:AlternateContent xmlns:mc="http://schemas.openxmlformats.org/markup-compatibility/2006" xmlns:p14="http://schemas.microsoft.com/office/powerpoint/2010/main">
          <mc:Choice Requires="p14">
            <p:contentPart p14:bwMode="auto" r:id="rId85">
              <p14:nvContentPartPr>
                <p14:cNvPr id="96" name="Ink 95">
                  <a:extLst>
                    <a:ext uri="{FF2B5EF4-FFF2-40B4-BE49-F238E27FC236}">
                      <a16:creationId xmlns:a16="http://schemas.microsoft.com/office/drawing/2014/main" id="{C035BFFA-AFCA-8C75-BB73-48108B8C2AF1}"/>
                    </a:ext>
                  </a:extLst>
                </p14:cNvPr>
                <p14:cNvContentPartPr/>
                <p14:nvPr/>
              </p14:nvContentPartPr>
              <p14:xfrm>
                <a:off x="10638120" y="2361797"/>
                <a:ext cx="42120" cy="190440"/>
              </p14:xfrm>
            </p:contentPart>
          </mc:Choice>
          <mc:Fallback xmlns="">
            <p:pic>
              <p:nvPicPr>
                <p:cNvPr id="96" name="Ink 95">
                  <a:extLst>
                    <a:ext uri="{FF2B5EF4-FFF2-40B4-BE49-F238E27FC236}">
                      <a16:creationId xmlns:a16="http://schemas.microsoft.com/office/drawing/2014/main" id="{C035BFFA-AFCA-8C75-BB73-48108B8C2AF1}"/>
                    </a:ext>
                  </a:extLst>
                </p:cNvPr>
                <p:cNvPicPr/>
                <p:nvPr/>
              </p:nvPicPr>
              <p:blipFill>
                <a:blip r:embed="rId86"/>
                <a:stretch>
                  <a:fillRect/>
                </a:stretch>
              </p:blipFill>
              <p:spPr>
                <a:xfrm>
                  <a:off x="10629480" y="2353157"/>
                  <a:ext cx="5976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97" name="Ink 96">
                  <a:extLst>
                    <a:ext uri="{FF2B5EF4-FFF2-40B4-BE49-F238E27FC236}">
                      <a16:creationId xmlns:a16="http://schemas.microsoft.com/office/drawing/2014/main" id="{DBE9F323-1A5E-47DB-7687-0A569D4BAAB9}"/>
                    </a:ext>
                  </a:extLst>
                </p14:cNvPr>
                <p14:cNvContentPartPr/>
                <p14:nvPr/>
              </p14:nvContentPartPr>
              <p14:xfrm>
                <a:off x="10737120" y="2385197"/>
                <a:ext cx="106920" cy="200880"/>
              </p14:xfrm>
            </p:contentPart>
          </mc:Choice>
          <mc:Fallback xmlns="">
            <p:pic>
              <p:nvPicPr>
                <p:cNvPr id="97" name="Ink 96">
                  <a:extLst>
                    <a:ext uri="{FF2B5EF4-FFF2-40B4-BE49-F238E27FC236}">
                      <a16:creationId xmlns:a16="http://schemas.microsoft.com/office/drawing/2014/main" id="{DBE9F323-1A5E-47DB-7687-0A569D4BAAB9}"/>
                    </a:ext>
                  </a:extLst>
                </p:cNvPr>
                <p:cNvPicPr/>
                <p:nvPr/>
              </p:nvPicPr>
              <p:blipFill>
                <a:blip r:embed="rId88"/>
                <a:stretch>
                  <a:fillRect/>
                </a:stretch>
              </p:blipFill>
              <p:spPr>
                <a:xfrm>
                  <a:off x="10728480" y="2376197"/>
                  <a:ext cx="124560"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98" name="Ink 97">
                  <a:extLst>
                    <a:ext uri="{FF2B5EF4-FFF2-40B4-BE49-F238E27FC236}">
                      <a16:creationId xmlns:a16="http://schemas.microsoft.com/office/drawing/2014/main" id="{4A4146E3-D2B0-8510-5207-BB5000A5BB49}"/>
                    </a:ext>
                  </a:extLst>
                </p14:cNvPr>
                <p14:cNvContentPartPr/>
                <p14:nvPr/>
              </p14:nvContentPartPr>
              <p14:xfrm>
                <a:off x="10856640" y="2436317"/>
                <a:ext cx="61560" cy="174240"/>
              </p14:xfrm>
            </p:contentPart>
          </mc:Choice>
          <mc:Fallback xmlns="">
            <p:pic>
              <p:nvPicPr>
                <p:cNvPr id="98" name="Ink 97">
                  <a:extLst>
                    <a:ext uri="{FF2B5EF4-FFF2-40B4-BE49-F238E27FC236}">
                      <a16:creationId xmlns:a16="http://schemas.microsoft.com/office/drawing/2014/main" id="{4A4146E3-D2B0-8510-5207-BB5000A5BB49}"/>
                    </a:ext>
                  </a:extLst>
                </p:cNvPr>
                <p:cNvPicPr/>
                <p:nvPr/>
              </p:nvPicPr>
              <p:blipFill>
                <a:blip r:embed="rId90"/>
                <a:stretch>
                  <a:fillRect/>
                </a:stretch>
              </p:blipFill>
              <p:spPr>
                <a:xfrm>
                  <a:off x="10847640" y="2427677"/>
                  <a:ext cx="7920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99" name="Ink 98">
                  <a:extLst>
                    <a:ext uri="{FF2B5EF4-FFF2-40B4-BE49-F238E27FC236}">
                      <a16:creationId xmlns:a16="http://schemas.microsoft.com/office/drawing/2014/main" id="{2381ED2A-7426-C8A3-99DE-080F45A52965}"/>
                    </a:ext>
                  </a:extLst>
                </p14:cNvPr>
                <p14:cNvContentPartPr/>
                <p14:nvPr/>
              </p14:nvContentPartPr>
              <p14:xfrm>
                <a:off x="10970040" y="2613077"/>
                <a:ext cx="1440" cy="2520"/>
              </p14:xfrm>
            </p:contentPart>
          </mc:Choice>
          <mc:Fallback xmlns="">
            <p:pic>
              <p:nvPicPr>
                <p:cNvPr id="99" name="Ink 98">
                  <a:extLst>
                    <a:ext uri="{FF2B5EF4-FFF2-40B4-BE49-F238E27FC236}">
                      <a16:creationId xmlns:a16="http://schemas.microsoft.com/office/drawing/2014/main" id="{2381ED2A-7426-C8A3-99DE-080F45A52965}"/>
                    </a:ext>
                  </a:extLst>
                </p:cNvPr>
                <p:cNvPicPr/>
                <p:nvPr/>
              </p:nvPicPr>
              <p:blipFill>
                <a:blip r:embed="rId45"/>
                <a:stretch>
                  <a:fillRect/>
                </a:stretch>
              </p:blipFill>
              <p:spPr>
                <a:xfrm>
                  <a:off x="10961040" y="2604077"/>
                  <a:ext cx="1908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00" name="Ink 99">
                  <a:extLst>
                    <a:ext uri="{FF2B5EF4-FFF2-40B4-BE49-F238E27FC236}">
                      <a16:creationId xmlns:a16="http://schemas.microsoft.com/office/drawing/2014/main" id="{7D9C6389-39B7-F89B-0551-F5533603AA44}"/>
                    </a:ext>
                  </a:extLst>
                </p14:cNvPr>
                <p14:cNvContentPartPr/>
                <p14:nvPr/>
              </p14:nvContentPartPr>
              <p14:xfrm>
                <a:off x="11038080" y="2480597"/>
                <a:ext cx="64080" cy="165600"/>
              </p14:xfrm>
            </p:contentPart>
          </mc:Choice>
          <mc:Fallback xmlns="">
            <p:pic>
              <p:nvPicPr>
                <p:cNvPr id="100" name="Ink 99">
                  <a:extLst>
                    <a:ext uri="{FF2B5EF4-FFF2-40B4-BE49-F238E27FC236}">
                      <a16:creationId xmlns:a16="http://schemas.microsoft.com/office/drawing/2014/main" id="{7D9C6389-39B7-F89B-0551-F5533603AA44}"/>
                    </a:ext>
                  </a:extLst>
                </p:cNvPr>
                <p:cNvPicPr/>
                <p:nvPr/>
              </p:nvPicPr>
              <p:blipFill>
                <a:blip r:embed="rId93"/>
                <a:stretch>
                  <a:fillRect/>
                </a:stretch>
              </p:blipFill>
              <p:spPr>
                <a:xfrm>
                  <a:off x="11029440" y="2471597"/>
                  <a:ext cx="8172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01" name="Ink 100">
                  <a:extLst>
                    <a:ext uri="{FF2B5EF4-FFF2-40B4-BE49-F238E27FC236}">
                      <a16:creationId xmlns:a16="http://schemas.microsoft.com/office/drawing/2014/main" id="{639E65CE-AD34-CD2F-AA80-9E8E828F400E}"/>
                    </a:ext>
                  </a:extLst>
                </p14:cNvPr>
                <p14:cNvContentPartPr/>
                <p14:nvPr/>
              </p14:nvContentPartPr>
              <p14:xfrm>
                <a:off x="11093520" y="2532797"/>
                <a:ext cx="62640" cy="169560"/>
              </p14:xfrm>
            </p:contentPart>
          </mc:Choice>
          <mc:Fallback xmlns="">
            <p:pic>
              <p:nvPicPr>
                <p:cNvPr id="101" name="Ink 100">
                  <a:extLst>
                    <a:ext uri="{FF2B5EF4-FFF2-40B4-BE49-F238E27FC236}">
                      <a16:creationId xmlns:a16="http://schemas.microsoft.com/office/drawing/2014/main" id="{639E65CE-AD34-CD2F-AA80-9E8E828F400E}"/>
                    </a:ext>
                  </a:extLst>
                </p:cNvPr>
                <p:cNvPicPr/>
                <p:nvPr/>
              </p:nvPicPr>
              <p:blipFill>
                <a:blip r:embed="rId95"/>
                <a:stretch>
                  <a:fillRect/>
                </a:stretch>
              </p:blipFill>
              <p:spPr>
                <a:xfrm>
                  <a:off x="11084880" y="2523797"/>
                  <a:ext cx="8028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02" name="Ink 101">
                  <a:extLst>
                    <a:ext uri="{FF2B5EF4-FFF2-40B4-BE49-F238E27FC236}">
                      <a16:creationId xmlns:a16="http://schemas.microsoft.com/office/drawing/2014/main" id="{1C1AAC9E-F0E2-7AEF-B3FF-21CE2A981A2F}"/>
                    </a:ext>
                  </a:extLst>
                </p14:cNvPr>
                <p14:cNvContentPartPr/>
                <p14:nvPr/>
              </p14:nvContentPartPr>
              <p14:xfrm>
                <a:off x="11190720" y="2564117"/>
                <a:ext cx="118800" cy="163080"/>
              </p14:xfrm>
            </p:contentPart>
          </mc:Choice>
          <mc:Fallback xmlns="">
            <p:pic>
              <p:nvPicPr>
                <p:cNvPr id="102" name="Ink 101">
                  <a:extLst>
                    <a:ext uri="{FF2B5EF4-FFF2-40B4-BE49-F238E27FC236}">
                      <a16:creationId xmlns:a16="http://schemas.microsoft.com/office/drawing/2014/main" id="{1C1AAC9E-F0E2-7AEF-B3FF-21CE2A981A2F}"/>
                    </a:ext>
                  </a:extLst>
                </p:cNvPr>
                <p:cNvPicPr/>
                <p:nvPr/>
              </p:nvPicPr>
              <p:blipFill>
                <a:blip r:embed="rId97"/>
                <a:stretch>
                  <a:fillRect/>
                </a:stretch>
              </p:blipFill>
              <p:spPr>
                <a:xfrm>
                  <a:off x="11182080" y="2555477"/>
                  <a:ext cx="13644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103" name="Ink 102">
                  <a:extLst>
                    <a:ext uri="{FF2B5EF4-FFF2-40B4-BE49-F238E27FC236}">
                      <a16:creationId xmlns:a16="http://schemas.microsoft.com/office/drawing/2014/main" id="{1FFA58A4-574A-9DC9-71E2-ED096D75D007}"/>
                    </a:ext>
                  </a:extLst>
                </p14:cNvPr>
                <p14:cNvContentPartPr/>
                <p14:nvPr/>
              </p14:nvContentPartPr>
              <p14:xfrm>
                <a:off x="11300160" y="2698397"/>
                <a:ext cx="3240" cy="2520"/>
              </p14:xfrm>
            </p:contentPart>
          </mc:Choice>
          <mc:Fallback xmlns="">
            <p:pic>
              <p:nvPicPr>
                <p:cNvPr id="103" name="Ink 102">
                  <a:extLst>
                    <a:ext uri="{FF2B5EF4-FFF2-40B4-BE49-F238E27FC236}">
                      <a16:creationId xmlns:a16="http://schemas.microsoft.com/office/drawing/2014/main" id="{1FFA58A4-574A-9DC9-71E2-ED096D75D007}"/>
                    </a:ext>
                  </a:extLst>
                </p:cNvPr>
                <p:cNvPicPr/>
                <p:nvPr/>
              </p:nvPicPr>
              <p:blipFill>
                <a:blip r:embed="rId99"/>
                <a:stretch>
                  <a:fillRect/>
                </a:stretch>
              </p:blipFill>
              <p:spPr>
                <a:xfrm>
                  <a:off x="11291160" y="2689397"/>
                  <a:ext cx="20880" cy="201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104" name="Ink 103">
                  <a:extLst>
                    <a:ext uri="{FF2B5EF4-FFF2-40B4-BE49-F238E27FC236}">
                      <a16:creationId xmlns:a16="http://schemas.microsoft.com/office/drawing/2014/main" id="{4D102A4C-F53A-77BB-3975-B2E827295814}"/>
                    </a:ext>
                  </a:extLst>
                </p14:cNvPr>
                <p14:cNvContentPartPr/>
                <p14:nvPr/>
              </p14:nvContentPartPr>
              <p14:xfrm>
                <a:off x="11391600" y="2608397"/>
                <a:ext cx="53640" cy="150840"/>
              </p14:xfrm>
            </p:contentPart>
          </mc:Choice>
          <mc:Fallback xmlns="">
            <p:pic>
              <p:nvPicPr>
                <p:cNvPr id="104" name="Ink 103">
                  <a:extLst>
                    <a:ext uri="{FF2B5EF4-FFF2-40B4-BE49-F238E27FC236}">
                      <a16:creationId xmlns:a16="http://schemas.microsoft.com/office/drawing/2014/main" id="{4D102A4C-F53A-77BB-3975-B2E827295814}"/>
                    </a:ext>
                  </a:extLst>
                </p:cNvPr>
                <p:cNvPicPr/>
                <p:nvPr/>
              </p:nvPicPr>
              <p:blipFill>
                <a:blip r:embed="rId101"/>
                <a:stretch>
                  <a:fillRect/>
                </a:stretch>
              </p:blipFill>
              <p:spPr>
                <a:xfrm>
                  <a:off x="11382960" y="2599397"/>
                  <a:ext cx="7128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05" name="Ink 104">
                  <a:extLst>
                    <a:ext uri="{FF2B5EF4-FFF2-40B4-BE49-F238E27FC236}">
                      <a16:creationId xmlns:a16="http://schemas.microsoft.com/office/drawing/2014/main" id="{2A14C9F2-7BE0-0E5D-7EB5-EDEC54F08EFB}"/>
                    </a:ext>
                  </a:extLst>
                </p14:cNvPr>
                <p14:cNvContentPartPr/>
                <p14:nvPr/>
              </p14:nvContentPartPr>
              <p14:xfrm>
                <a:off x="11520120" y="2784797"/>
                <a:ext cx="5040" cy="2160"/>
              </p14:xfrm>
            </p:contentPart>
          </mc:Choice>
          <mc:Fallback xmlns="">
            <p:pic>
              <p:nvPicPr>
                <p:cNvPr id="105" name="Ink 104">
                  <a:extLst>
                    <a:ext uri="{FF2B5EF4-FFF2-40B4-BE49-F238E27FC236}">
                      <a16:creationId xmlns:a16="http://schemas.microsoft.com/office/drawing/2014/main" id="{2A14C9F2-7BE0-0E5D-7EB5-EDEC54F08EFB}"/>
                    </a:ext>
                  </a:extLst>
                </p:cNvPr>
                <p:cNvPicPr/>
                <p:nvPr/>
              </p:nvPicPr>
              <p:blipFill>
                <a:blip r:embed="rId45"/>
                <a:stretch>
                  <a:fillRect/>
                </a:stretch>
              </p:blipFill>
              <p:spPr>
                <a:xfrm>
                  <a:off x="11511480" y="2776157"/>
                  <a:ext cx="2268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106" name="Ink 105">
                  <a:extLst>
                    <a:ext uri="{FF2B5EF4-FFF2-40B4-BE49-F238E27FC236}">
                      <a16:creationId xmlns:a16="http://schemas.microsoft.com/office/drawing/2014/main" id="{07FB1899-3146-D686-BDFB-BF3387C404F9}"/>
                    </a:ext>
                  </a:extLst>
                </p14:cNvPr>
                <p14:cNvContentPartPr/>
                <p14:nvPr/>
              </p14:nvContentPartPr>
              <p14:xfrm>
                <a:off x="11588520" y="2643317"/>
                <a:ext cx="102600" cy="192960"/>
              </p14:xfrm>
            </p:contentPart>
          </mc:Choice>
          <mc:Fallback xmlns="">
            <p:pic>
              <p:nvPicPr>
                <p:cNvPr id="106" name="Ink 105">
                  <a:extLst>
                    <a:ext uri="{FF2B5EF4-FFF2-40B4-BE49-F238E27FC236}">
                      <a16:creationId xmlns:a16="http://schemas.microsoft.com/office/drawing/2014/main" id="{07FB1899-3146-D686-BDFB-BF3387C404F9}"/>
                    </a:ext>
                  </a:extLst>
                </p:cNvPr>
                <p:cNvPicPr/>
                <p:nvPr/>
              </p:nvPicPr>
              <p:blipFill>
                <a:blip r:embed="rId104"/>
                <a:stretch>
                  <a:fillRect/>
                </a:stretch>
              </p:blipFill>
              <p:spPr>
                <a:xfrm>
                  <a:off x="11579520" y="2634317"/>
                  <a:ext cx="12024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107" name="Ink 106">
                  <a:extLst>
                    <a:ext uri="{FF2B5EF4-FFF2-40B4-BE49-F238E27FC236}">
                      <a16:creationId xmlns:a16="http://schemas.microsoft.com/office/drawing/2014/main" id="{6D348448-C0BF-90B4-BA1C-E9D863A11F35}"/>
                    </a:ext>
                  </a:extLst>
                </p14:cNvPr>
                <p14:cNvContentPartPr/>
                <p14:nvPr/>
              </p14:nvContentPartPr>
              <p14:xfrm>
                <a:off x="11611920" y="2699477"/>
                <a:ext cx="206640" cy="233640"/>
              </p14:xfrm>
            </p:contentPart>
          </mc:Choice>
          <mc:Fallback xmlns="">
            <p:pic>
              <p:nvPicPr>
                <p:cNvPr id="107" name="Ink 106">
                  <a:extLst>
                    <a:ext uri="{FF2B5EF4-FFF2-40B4-BE49-F238E27FC236}">
                      <a16:creationId xmlns:a16="http://schemas.microsoft.com/office/drawing/2014/main" id="{6D348448-C0BF-90B4-BA1C-E9D863A11F35}"/>
                    </a:ext>
                  </a:extLst>
                </p:cNvPr>
                <p:cNvPicPr/>
                <p:nvPr/>
              </p:nvPicPr>
              <p:blipFill>
                <a:blip r:embed="rId106"/>
                <a:stretch>
                  <a:fillRect/>
                </a:stretch>
              </p:blipFill>
              <p:spPr>
                <a:xfrm>
                  <a:off x="11602920" y="2690477"/>
                  <a:ext cx="22428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108" name="Ink 107">
                  <a:extLst>
                    <a:ext uri="{FF2B5EF4-FFF2-40B4-BE49-F238E27FC236}">
                      <a16:creationId xmlns:a16="http://schemas.microsoft.com/office/drawing/2014/main" id="{DE1818B8-ECE5-4BF7-98A2-0B5BA7E83C60}"/>
                    </a:ext>
                  </a:extLst>
                </p14:cNvPr>
                <p14:cNvContentPartPr/>
                <p14:nvPr/>
              </p14:nvContentPartPr>
              <p14:xfrm>
                <a:off x="11785440" y="2770037"/>
                <a:ext cx="101160" cy="138960"/>
              </p14:xfrm>
            </p:contentPart>
          </mc:Choice>
          <mc:Fallback xmlns="">
            <p:pic>
              <p:nvPicPr>
                <p:cNvPr id="108" name="Ink 107">
                  <a:extLst>
                    <a:ext uri="{FF2B5EF4-FFF2-40B4-BE49-F238E27FC236}">
                      <a16:creationId xmlns:a16="http://schemas.microsoft.com/office/drawing/2014/main" id="{DE1818B8-ECE5-4BF7-98A2-0B5BA7E83C60}"/>
                    </a:ext>
                  </a:extLst>
                </p:cNvPr>
                <p:cNvPicPr/>
                <p:nvPr/>
              </p:nvPicPr>
              <p:blipFill>
                <a:blip r:embed="rId108"/>
                <a:stretch>
                  <a:fillRect/>
                </a:stretch>
              </p:blipFill>
              <p:spPr>
                <a:xfrm>
                  <a:off x="11776800" y="2761397"/>
                  <a:ext cx="11880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109" name="Ink 108">
                  <a:extLst>
                    <a:ext uri="{FF2B5EF4-FFF2-40B4-BE49-F238E27FC236}">
                      <a16:creationId xmlns:a16="http://schemas.microsoft.com/office/drawing/2014/main" id="{BBEAC805-04F4-0701-72B4-D491D1E18C64}"/>
                    </a:ext>
                  </a:extLst>
                </p14:cNvPr>
                <p14:cNvContentPartPr/>
                <p14:nvPr/>
              </p14:nvContentPartPr>
              <p14:xfrm>
                <a:off x="11921880" y="2786597"/>
                <a:ext cx="56520" cy="108000"/>
              </p14:xfrm>
            </p:contentPart>
          </mc:Choice>
          <mc:Fallback xmlns="">
            <p:pic>
              <p:nvPicPr>
                <p:cNvPr id="109" name="Ink 108">
                  <a:extLst>
                    <a:ext uri="{FF2B5EF4-FFF2-40B4-BE49-F238E27FC236}">
                      <a16:creationId xmlns:a16="http://schemas.microsoft.com/office/drawing/2014/main" id="{BBEAC805-04F4-0701-72B4-D491D1E18C64}"/>
                    </a:ext>
                  </a:extLst>
                </p:cNvPr>
                <p:cNvPicPr/>
                <p:nvPr/>
              </p:nvPicPr>
              <p:blipFill>
                <a:blip r:embed="rId110"/>
                <a:stretch>
                  <a:fillRect/>
                </a:stretch>
              </p:blipFill>
              <p:spPr>
                <a:xfrm>
                  <a:off x="11913240" y="2777597"/>
                  <a:ext cx="7416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110" name="Ink 109">
                  <a:extLst>
                    <a:ext uri="{FF2B5EF4-FFF2-40B4-BE49-F238E27FC236}">
                      <a16:creationId xmlns:a16="http://schemas.microsoft.com/office/drawing/2014/main" id="{8ABEA981-E2B9-9237-EF49-08DEE41CD641}"/>
                    </a:ext>
                  </a:extLst>
                </p14:cNvPr>
                <p14:cNvContentPartPr/>
                <p14:nvPr/>
              </p14:nvContentPartPr>
              <p14:xfrm>
                <a:off x="11919000" y="2822237"/>
                <a:ext cx="66960" cy="148320"/>
              </p14:xfrm>
            </p:contentPart>
          </mc:Choice>
          <mc:Fallback xmlns="">
            <p:pic>
              <p:nvPicPr>
                <p:cNvPr id="110" name="Ink 109">
                  <a:extLst>
                    <a:ext uri="{FF2B5EF4-FFF2-40B4-BE49-F238E27FC236}">
                      <a16:creationId xmlns:a16="http://schemas.microsoft.com/office/drawing/2014/main" id="{8ABEA981-E2B9-9237-EF49-08DEE41CD641}"/>
                    </a:ext>
                  </a:extLst>
                </p:cNvPr>
                <p:cNvPicPr/>
                <p:nvPr/>
              </p:nvPicPr>
              <p:blipFill>
                <a:blip r:embed="rId112"/>
                <a:stretch>
                  <a:fillRect/>
                </a:stretch>
              </p:blipFill>
              <p:spPr>
                <a:xfrm>
                  <a:off x="11910360" y="2813237"/>
                  <a:ext cx="8460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115" name="Ink 114">
                  <a:extLst>
                    <a:ext uri="{FF2B5EF4-FFF2-40B4-BE49-F238E27FC236}">
                      <a16:creationId xmlns:a16="http://schemas.microsoft.com/office/drawing/2014/main" id="{4C01AC49-41AA-9101-56B7-0FC9683DD878}"/>
                    </a:ext>
                  </a:extLst>
                </p14:cNvPr>
                <p14:cNvContentPartPr/>
                <p14:nvPr/>
              </p14:nvContentPartPr>
              <p14:xfrm>
                <a:off x="11509320" y="2654117"/>
                <a:ext cx="360" cy="360"/>
              </p14:xfrm>
            </p:contentPart>
          </mc:Choice>
          <mc:Fallback xmlns="">
            <p:pic>
              <p:nvPicPr>
                <p:cNvPr id="115" name="Ink 114">
                  <a:extLst>
                    <a:ext uri="{FF2B5EF4-FFF2-40B4-BE49-F238E27FC236}">
                      <a16:creationId xmlns:a16="http://schemas.microsoft.com/office/drawing/2014/main" id="{4C01AC49-41AA-9101-56B7-0FC9683DD878}"/>
                    </a:ext>
                  </a:extLst>
                </p:cNvPr>
                <p:cNvPicPr/>
                <p:nvPr/>
              </p:nvPicPr>
              <p:blipFill>
                <a:blip r:embed="rId45"/>
                <a:stretch>
                  <a:fillRect/>
                </a:stretch>
              </p:blipFill>
              <p:spPr>
                <a:xfrm>
                  <a:off x="11500320" y="2645477"/>
                  <a:ext cx="18000" cy="18000"/>
                </a:xfrm>
                <a:prstGeom prst="rect">
                  <a:avLst/>
                </a:prstGeom>
              </p:spPr>
            </p:pic>
          </mc:Fallback>
        </mc:AlternateContent>
      </p:grpSp>
    </p:spTree>
    <p:extLst>
      <p:ext uri="{BB962C8B-B14F-4D97-AF65-F5344CB8AC3E}">
        <p14:creationId xmlns:p14="http://schemas.microsoft.com/office/powerpoint/2010/main" val="37552093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86F2C-5C2B-EA9F-91F8-DF320D7F9F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10ABE6-A5C8-352C-0719-CB9DC24EF3F1}"/>
              </a:ext>
            </a:extLst>
          </p:cNvPr>
          <p:cNvSpPr>
            <a:spLocks noGrp="1"/>
          </p:cNvSpPr>
          <p:nvPr>
            <p:ph type="title"/>
          </p:nvPr>
        </p:nvSpPr>
        <p:spPr>
          <a:xfrm>
            <a:off x="1756132" y="108893"/>
            <a:ext cx="8465106" cy="868138"/>
          </a:xfrm>
        </p:spPr>
        <p:txBody>
          <a:bodyPr>
            <a:normAutofit/>
          </a:bodyPr>
          <a:lstStyle/>
          <a:p>
            <a:r>
              <a:rPr lang="en-IE" dirty="0"/>
              <a:t>IPv4 Address Subnetting Exercises</a:t>
            </a:r>
          </a:p>
        </p:txBody>
      </p:sp>
      <p:pic>
        <p:nvPicPr>
          <p:cNvPr id="25" name="Picture 24">
            <a:extLst>
              <a:ext uri="{FF2B5EF4-FFF2-40B4-BE49-F238E27FC236}">
                <a16:creationId xmlns:a16="http://schemas.microsoft.com/office/drawing/2014/main" id="{52F6D048-4484-9A83-49DC-9758BE3141A4}"/>
              </a:ext>
            </a:extLst>
          </p:cNvPr>
          <p:cNvPicPr>
            <a:picLocks noChangeAspect="1"/>
          </p:cNvPicPr>
          <p:nvPr/>
        </p:nvPicPr>
        <p:blipFill>
          <a:blip r:embed="rId2"/>
          <a:stretch>
            <a:fillRect/>
          </a:stretch>
        </p:blipFill>
        <p:spPr>
          <a:xfrm>
            <a:off x="240162" y="1142202"/>
            <a:ext cx="6033269" cy="2653184"/>
          </a:xfrm>
          <a:prstGeom prst="rect">
            <a:avLst/>
          </a:prstGeom>
        </p:spPr>
      </p:pic>
      <p:pic>
        <p:nvPicPr>
          <p:cNvPr id="27" name="Picture 26">
            <a:extLst>
              <a:ext uri="{FF2B5EF4-FFF2-40B4-BE49-F238E27FC236}">
                <a16:creationId xmlns:a16="http://schemas.microsoft.com/office/drawing/2014/main" id="{7BF3F52F-F778-7B36-5E13-CF84509AA676}"/>
              </a:ext>
            </a:extLst>
          </p:cNvPr>
          <p:cNvPicPr>
            <a:picLocks noChangeAspect="1"/>
          </p:cNvPicPr>
          <p:nvPr/>
        </p:nvPicPr>
        <p:blipFill>
          <a:blip r:embed="rId3"/>
          <a:stretch>
            <a:fillRect/>
          </a:stretch>
        </p:blipFill>
        <p:spPr>
          <a:xfrm>
            <a:off x="6217087" y="2891953"/>
            <a:ext cx="5734754" cy="3857154"/>
          </a:xfrm>
          <a:prstGeom prst="rect">
            <a:avLst/>
          </a:prstGeom>
        </p:spPr>
      </p:pic>
    </p:spTree>
    <p:extLst>
      <p:ext uri="{BB962C8B-B14F-4D97-AF65-F5344CB8AC3E}">
        <p14:creationId xmlns:p14="http://schemas.microsoft.com/office/powerpoint/2010/main" val="109077434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1966</TotalTime>
  <Words>4428</Words>
  <Application>Microsoft Office PowerPoint</Application>
  <PresentationFormat>Widescreen</PresentationFormat>
  <Paragraphs>598</Paragraphs>
  <Slides>32</Slides>
  <Notes>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Arial</vt:lpstr>
      <vt:lpstr>Calibri</vt:lpstr>
      <vt:lpstr>Calibri Light</vt:lpstr>
      <vt:lpstr>CiscoSans</vt:lpstr>
      <vt:lpstr>Courier New</vt:lpstr>
      <vt:lpstr>Google Sans</vt:lpstr>
      <vt:lpstr>Nunito</vt:lpstr>
      <vt:lpstr>Söhne</vt:lpstr>
      <vt:lpstr>Office Theme</vt:lpstr>
      <vt:lpstr>Variable Length Subnet Mask</vt:lpstr>
      <vt:lpstr>Learning Objectives</vt:lpstr>
      <vt:lpstr>Agenda</vt:lpstr>
      <vt:lpstr>Subnet to Meet Requirements Subnet Private versus Public IPv4 Address Space</vt:lpstr>
      <vt:lpstr>Subnetting: Minimise “Wasted” Addresses</vt:lpstr>
      <vt:lpstr>Create Subnets with a Slash 16 prefix</vt:lpstr>
      <vt:lpstr>Subnet to Meet Requirements Example: Efficient IPv4 Subnetting</vt:lpstr>
      <vt:lpstr>Basic IPv4 Subnetting Explanation – Video </vt:lpstr>
      <vt:lpstr>Basic VSLM Explanation – Video </vt:lpstr>
      <vt:lpstr>VSLM Explanation – Video </vt:lpstr>
      <vt:lpstr>Subnetting Problem/Task</vt:lpstr>
      <vt:lpstr>Minimise “wasted IP” addresses</vt:lpstr>
      <vt:lpstr>Visual Representation</vt:lpstr>
      <vt:lpstr>VLSM</vt:lpstr>
      <vt:lpstr>PowerPoint Presentation</vt:lpstr>
      <vt:lpstr>Example: Subnetting Reference Table</vt:lpstr>
      <vt:lpstr>Example: Network Sizes</vt:lpstr>
      <vt:lpstr>1. Sort Networks, by max hosts,  in descending order</vt:lpstr>
      <vt:lpstr>2: Assign Network Address to Largest Network (LAN 3)</vt:lpstr>
      <vt:lpstr>PowerPoint Presentation</vt:lpstr>
      <vt:lpstr>3. Third Largest Network</vt:lpstr>
      <vt:lpstr>4. Links</vt:lpstr>
      <vt:lpstr>PowerPoint Presentation</vt:lpstr>
      <vt:lpstr>Final Network Design</vt:lpstr>
      <vt:lpstr>Summary: VLSM Network Design Method</vt:lpstr>
      <vt:lpstr>Fixed Length Subnet Masks vs Variable Length Subnet Masks</vt:lpstr>
      <vt:lpstr>Structured Design IPv4 Network Address Planning</vt:lpstr>
      <vt:lpstr>Structured Design Device Address Assignment</vt:lpstr>
      <vt:lpstr>Supernetting</vt:lpstr>
      <vt:lpstr>Superneting and Subnetting</vt:lpstr>
      <vt:lpstr> Supernetting example</vt:lpstr>
      <vt:lpstr>IPv4 Address Subnetting Exercises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Frank X Walsh</dc:creator>
  <cp:lastModifiedBy>Mujahid Tabassum</cp:lastModifiedBy>
  <cp:revision>38</cp:revision>
  <dcterms:created xsi:type="dcterms:W3CDTF">2020-10-11T13:28:21Z</dcterms:created>
  <dcterms:modified xsi:type="dcterms:W3CDTF">2026-03-16T10:41:59Z</dcterms:modified>
</cp:coreProperties>
</file>