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</p:sldMasterIdLst>
  <p:notesMasterIdLst>
    <p:notesMasterId r:id="rId35"/>
  </p:notesMasterIdLst>
  <p:sldIdLst>
    <p:sldId id="256" r:id="rId5"/>
    <p:sldId id="283" r:id="rId6"/>
    <p:sldId id="281" r:id="rId7"/>
    <p:sldId id="292" r:id="rId8"/>
    <p:sldId id="284" r:id="rId9"/>
    <p:sldId id="258" r:id="rId10"/>
    <p:sldId id="261" r:id="rId11"/>
    <p:sldId id="295" r:id="rId12"/>
    <p:sldId id="398" r:id="rId13"/>
    <p:sldId id="396" r:id="rId14"/>
    <p:sldId id="2147348786" r:id="rId15"/>
    <p:sldId id="397" r:id="rId16"/>
    <p:sldId id="399" r:id="rId17"/>
    <p:sldId id="925" r:id="rId18"/>
    <p:sldId id="296" r:id="rId19"/>
    <p:sldId id="294" r:id="rId20"/>
    <p:sldId id="290" r:id="rId21"/>
    <p:sldId id="293" r:id="rId22"/>
    <p:sldId id="291" r:id="rId23"/>
    <p:sldId id="297" r:id="rId24"/>
    <p:sldId id="266" r:id="rId25"/>
    <p:sldId id="267" r:id="rId26"/>
    <p:sldId id="268" r:id="rId27"/>
    <p:sldId id="270" r:id="rId28"/>
    <p:sldId id="285" r:id="rId29"/>
    <p:sldId id="271" r:id="rId30"/>
    <p:sldId id="289" r:id="rId31"/>
    <p:sldId id="273" r:id="rId32"/>
    <p:sldId id="269" r:id="rId33"/>
    <p:sldId id="26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1" autoAdjust="0"/>
    <p:restoredTop sz="94660"/>
  </p:normalViewPr>
  <p:slideViewPr>
    <p:cSldViewPr>
      <p:cViewPr varScale="1">
        <p:scale>
          <a:sx n="99" d="100"/>
          <a:sy n="99" d="100"/>
        </p:scale>
        <p:origin x="76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218C2E-C2D5-4F19-A7BE-C2A736573679}" type="doc">
      <dgm:prSet loTypeId="urn:microsoft.com/office/officeart/2005/8/layout/hierarchy1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E"/>
        </a:p>
      </dgm:t>
    </dgm:pt>
    <dgm:pt modelId="{EAB8E5AC-51F0-4768-9CB3-8A1064E458B5}">
      <dgm:prSet phldrT="[Text]"/>
      <dgm:spPr/>
      <dgm:t>
        <a:bodyPr/>
        <a:lstStyle/>
        <a:p>
          <a:r>
            <a:rPr lang="en-IE" b="1" dirty="0"/>
            <a:t>home</a:t>
          </a:r>
        </a:p>
      </dgm:t>
    </dgm:pt>
    <dgm:pt modelId="{2A190009-7DCF-4814-BC66-81EBBBE68AE7}" type="parTrans" cxnId="{FFECF0E7-5CC4-43BC-98DE-64BF51D49E58}">
      <dgm:prSet/>
      <dgm:spPr/>
      <dgm:t>
        <a:bodyPr/>
        <a:lstStyle/>
        <a:p>
          <a:endParaRPr lang="en-IE" b="1"/>
        </a:p>
      </dgm:t>
    </dgm:pt>
    <dgm:pt modelId="{D255B4F9-5DC0-4ACF-8D10-1356353CA823}" type="sibTrans" cxnId="{FFECF0E7-5CC4-43BC-98DE-64BF51D49E58}">
      <dgm:prSet/>
      <dgm:spPr/>
      <dgm:t>
        <a:bodyPr/>
        <a:lstStyle/>
        <a:p>
          <a:endParaRPr lang="en-IE" b="1"/>
        </a:p>
      </dgm:t>
    </dgm:pt>
    <dgm:pt modelId="{36917451-A59D-4907-BE26-DD9DC754F68C}" type="asst">
      <dgm:prSet phldrT="[Text]"/>
      <dgm:spPr/>
      <dgm:t>
        <a:bodyPr/>
        <a:lstStyle/>
        <a:p>
          <a:r>
            <a:rPr lang="en-IE" b="1" dirty="0" err="1"/>
            <a:t>OnSiteSETU</a:t>
          </a:r>
          <a:endParaRPr lang="en-IE" b="1" dirty="0"/>
        </a:p>
      </dgm:t>
    </dgm:pt>
    <dgm:pt modelId="{1F9014AC-82CF-418B-9FA6-3B762922C45A}" type="parTrans" cxnId="{3D93C5E0-35DE-41FC-86AF-65A732A987B7}">
      <dgm:prSet/>
      <dgm:spPr/>
      <dgm:t>
        <a:bodyPr/>
        <a:lstStyle/>
        <a:p>
          <a:endParaRPr lang="en-IE" b="1"/>
        </a:p>
      </dgm:t>
    </dgm:pt>
    <dgm:pt modelId="{BE164471-35A4-40E9-B29B-B3163D7C5677}" type="sibTrans" cxnId="{3D93C5E0-35DE-41FC-86AF-65A732A987B7}">
      <dgm:prSet/>
      <dgm:spPr/>
      <dgm:t>
        <a:bodyPr/>
        <a:lstStyle/>
        <a:p>
          <a:endParaRPr lang="en-IE" b="1"/>
        </a:p>
      </dgm:t>
    </dgm:pt>
    <dgm:pt modelId="{7FB35AEC-3F29-4EF4-9F02-C12D8E89EAE6}" type="asst">
      <dgm:prSet phldrT="[Text]"/>
      <dgm:spPr/>
      <dgm:t>
        <a:bodyPr/>
        <a:lstStyle/>
        <a:p>
          <a:r>
            <a:rPr lang="en-IE" b="1" dirty="0" err="1"/>
            <a:t>caroline</a:t>
          </a:r>
          <a:endParaRPr lang="en-IE" b="1" dirty="0"/>
        </a:p>
      </dgm:t>
    </dgm:pt>
    <dgm:pt modelId="{95800BB6-91E5-4C70-93B5-2E68C23C2B61}" type="parTrans" cxnId="{424CD1F3-7D98-4E12-8603-41BB585220E2}">
      <dgm:prSet/>
      <dgm:spPr/>
      <dgm:t>
        <a:bodyPr/>
        <a:lstStyle/>
        <a:p>
          <a:endParaRPr lang="en-IE" b="1"/>
        </a:p>
      </dgm:t>
    </dgm:pt>
    <dgm:pt modelId="{27EB379D-CF34-4B90-9D60-02616B89E61A}" type="sibTrans" cxnId="{424CD1F3-7D98-4E12-8603-41BB585220E2}">
      <dgm:prSet/>
      <dgm:spPr/>
      <dgm:t>
        <a:bodyPr/>
        <a:lstStyle/>
        <a:p>
          <a:endParaRPr lang="en-IE" b="1"/>
        </a:p>
      </dgm:t>
    </dgm:pt>
    <dgm:pt modelId="{C9B14F18-7EA2-4B56-BD85-1A4FF2D8B4F2}" type="asst">
      <dgm:prSet phldrT="[Text]"/>
      <dgm:spPr/>
      <dgm:t>
        <a:bodyPr/>
        <a:lstStyle/>
        <a:p>
          <a:r>
            <a:rPr lang="en-IE" b="1" dirty="0"/>
            <a:t>frank</a:t>
          </a:r>
        </a:p>
      </dgm:t>
    </dgm:pt>
    <dgm:pt modelId="{19334167-E526-4B2C-89C6-7E16C7326DE0}" type="parTrans" cxnId="{61313E5E-289F-4F4F-89EB-89B722C91703}">
      <dgm:prSet/>
      <dgm:spPr/>
      <dgm:t>
        <a:bodyPr/>
        <a:lstStyle/>
        <a:p>
          <a:endParaRPr lang="en-IE" b="1"/>
        </a:p>
      </dgm:t>
    </dgm:pt>
    <dgm:pt modelId="{869308D0-E67A-4C96-9695-54D5EAFB53AD}" type="sibTrans" cxnId="{61313E5E-289F-4F4F-89EB-89B722C91703}">
      <dgm:prSet/>
      <dgm:spPr/>
      <dgm:t>
        <a:bodyPr/>
        <a:lstStyle/>
        <a:p>
          <a:endParaRPr lang="en-IE" b="1"/>
        </a:p>
      </dgm:t>
    </dgm:pt>
    <dgm:pt modelId="{3BB298A5-EAF1-4929-8B77-58668EBF3B95}" type="asst">
      <dgm:prSet phldrT="[Text]"/>
      <dgm:spPr/>
      <dgm:t>
        <a:bodyPr/>
        <a:lstStyle/>
        <a:p>
          <a:r>
            <a:rPr lang="en-IE" b="1" dirty="0" err="1"/>
            <a:t>tempAnyFile</a:t>
          </a:r>
          <a:endParaRPr lang="en-IE" b="1" dirty="0"/>
        </a:p>
      </dgm:t>
    </dgm:pt>
    <dgm:pt modelId="{F93D7AB7-278E-4F09-AA73-F2680AC2623E}" type="parTrans" cxnId="{5FF850B7-FC47-4D02-8F88-591224571DDB}">
      <dgm:prSet/>
      <dgm:spPr/>
      <dgm:t>
        <a:bodyPr/>
        <a:lstStyle/>
        <a:p>
          <a:endParaRPr lang="en-IE" b="1"/>
        </a:p>
      </dgm:t>
    </dgm:pt>
    <dgm:pt modelId="{DBCA14BD-B0AA-4F97-A6E1-8FD6D6BB3770}" type="sibTrans" cxnId="{5FF850B7-FC47-4D02-8F88-591224571DDB}">
      <dgm:prSet/>
      <dgm:spPr/>
      <dgm:t>
        <a:bodyPr/>
        <a:lstStyle/>
        <a:p>
          <a:endParaRPr lang="en-IE" b="1"/>
        </a:p>
      </dgm:t>
    </dgm:pt>
    <dgm:pt modelId="{5842B3CE-5C86-4A3D-8DB6-759BABC10306}" type="pres">
      <dgm:prSet presAssocID="{6C218C2E-C2D5-4F19-A7BE-C2A73657367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6B41D5-2A57-4EE1-B70E-F405ACEB2A51}" type="pres">
      <dgm:prSet presAssocID="{EAB8E5AC-51F0-4768-9CB3-8A1064E458B5}" presName="hierRoot1" presStyleCnt="0"/>
      <dgm:spPr/>
    </dgm:pt>
    <dgm:pt modelId="{ED7F73F9-71E3-418A-B726-3047C97656B0}" type="pres">
      <dgm:prSet presAssocID="{EAB8E5AC-51F0-4768-9CB3-8A1064E458B5}" presName="composite" presStyleCnt="0"/>
      <dgm:spPr/>
    </dgm:pt>
    <dgm:pt modelId="{381DEBFC-B473-416A-AEF1-F0D62170D884}" type="pres">
      <dgm:prSet presAssocID="{EAB8E5AC-51F0-4768-9CB3-8A1064E458B5}" presName="background" presStyleLbl="node0" presStyleIdx="0" presStyleCnt="1"/>
      <dgm:spPr/>
    </dgm:pt>
    <dgm:pt modelId="{6DAAE991-24F1-4639-B8D7-33FFAFB76D88}" type="pres">
      <dgm:prSet presAssocID="{EAB8E5AC-51F0-4768-9CB3-8A1064E458B5}" presName="text" presStyleLbl="fgAcc0" presStyleIdx="0" presStyleCnt="1">
        <dgm:presLayoutVars>
          <dgm:chPref val="3"/>
        </dgm:presLayoutVars>
      </dgm:prSet>
      <dgm:spPr/>
    </dgm:pt>
    <dgm:pt modelId="{4DA5E370-9E37-4A6A-81C3-22E092BDBD4B}" type="pres">
      <dgm:prSet presAssocID="{EAB8E5AC-51F0-4768-9CB3-8A1064E458B5}" presName="hierChild2" presStyleCnt="0"/>
      <dgm:spPr/>
    </dgm:pt>
    <dgm:pt modelId="{C55B8B19-85C6-48DE-A407-03711EEB1E4C}" type="pres">
      <dgm:prSet presAssocID="{1F9014AC-82CF-418B-9FA6-3B762922C45A}" presName="Name10" presStyleLbl="parChTrans1D2" presStyleIdx="0" presStyleCnt="1"/>
      <dgm:spPr/>
    </dgm:pt>
    <dgm:pt modelId="{5A66CD6A-A681-41C8-B782-B878BDC374E1}" type="pres">
      <dgm:prSet presAssocID="{36917451-A59D-4907-BE26-DD9DC754F68C}" presName="hierRoot2" presStyleCnt="0"/>
      <dgm:spPr/>
    </dgm:pt>
    <dgm:pt modelId="{2BFD95FC-E618-4B4D-91A2-7E3E4EE27777}" type="pres">
      <dgm:prSet presAssocID="{36917451-A59D-4907-BE26-DD9DC754F68C}" presName="composite2" presStyleCnt="0"/>
      <dgm:spPr/>
    </dgm:pt>
    <dgm:pt modelId="{5D44BC63-A434-4D55-8A9B-758D1A8A40CA}" type="pres">
      <dgm:prSet presAssocID="{36917451-A59D-4907-BE26-DD9DC754F68C}" presName="background2" presStyleLbl="asst1" presStyleIdx="0" presStyleCnt="4"/>
      <dgm:spPr/>
    </dgm:pt>
    <dgm:pt modelId="{E88D33EF-7886-4232-BA4E-493332343DB3}" type="pres">
      <dgm:prSet presAssocID="{36917451-A59D-4907-BE26-DD9DC754F68C}" presName="text2" presStyleLbl="fgAcc2" presStyleIdx="0" presStyleCnt="1">
        <dgm:presLayoutVars>
          <dgm:chPref val="3"/>
        </dgm:presLayoutVars>
      </dgm:prSet>
      <dgm:spPr/>
    </dgm:pt>
    <dgm:pt modelId="{13F00DCE-6288-475C-B09E-A50A5916DB74}" type="pres">
      <dgm:prSet presAssocID="{36917451-A59D-4907-BE26-DD9DC754F68C}" presName="hierChild3" presStyleCnt="0"/>
      <dgm:spPr/>
    </dgm:pt>
    <dgm:pt modelId="{F3E4EB7F-53F4-405B-B07F-7A9213441B0E}" type="pres">
      <dgm:prSet presAssocID="{95800BB6-91E5-4C70-93B5-2E68C23C2B61}" presName="Name17" presStyleLbl="parChTrans1D3" presStyleIdx="0" presStyleCnt="2"/>
      <dgm:spPr/>
    </dgm:pt>
    <dgm:pt modelId="{9D669F52-9077-461A-B7A5-EEE889330974}" type="pres">
      <dgm:prSet presAssocID="{7FB35AEC-3F29-4EF4-9F02-C12D8E89EAE6}" presName="hierRoot3" presStyleCnt="0"/>
      <dgm:spPr/>
    </dgm:pt>
    <dgm:pt modelId="{30A414D3-DE1B-420F-89F2-DA3905956BD4}" type="pres">
      <dgm:prSet presAssocID="{7FB35AEC-3F29-4EF4-9F02-C12D8E89EAE6}" presName="composite3" presStyleCnt="0"/>
      <dgm:spPr/>
    </dgm:pt>
    <dgm:pt modelId="{AE79BBAB-5670-4224-8C34-7B0B28A96523}" type="pres">
      <dgm:prSet presAssocID="{7FB35AEC-3F29-4EF4-9F02-C12D8E89EAE6}" presName="background3" presStyleLbl="asst1" presStyleIdx="1" presStyleCnt="4"/>
      <dgm:spPr/>
    </dgm:pt>
    <dgm:pt modelId="{7642BA8F-E560-4B9C-8BBD-442FD193CD33}" type="pres">
      <dgm:prSet presAssocID="{7FB35AEC-3F29-4EF4-9F02-C12D8E89EAE6}" presName="text3" presStyleLbl="fgAcc3" presStyleIdx="0" presStyleCnt="2">
        <dgm:presLayoutVars>
          <dgm:chPref val="3"/>
        </dgm:presLayoutVars>
      </dgm:prSet>
      <dgm:spPr/>
    </dgm:pt>
    <dgm:pt modelId="{94F3B111-0EC2-431F-A88F-6517BA061642}" type="pres">
      <dgm:prSet presAssocID="{7FB35AEC-3F29-4EF4-9F02-C12D8E89EAE6}" presName="hierChild4" presStyleCnt="0"/>
      <dgm:spPr/>
    </dgm:pt>
    <dgm:pt modelId="{598D8728-5F7D-40B9-B534-EDDA7E563365}" type="pres">
      <dgm:prSet presAssocID="{19334167-E526-4B2C-89C6-7E16C7326DE0}" presName="Name17" presStyleLbl="parChTrans1D3" presStyleIdx="1" presStyleCnt="2"/>
      <dgm:spPr/>
    </dgm:pt>
    <dgm:pt modelId="{100CD863-9AEB-47BA-AAC3-D1DCF9F1D880}" type="pres">
      <dgm:prSet presAssocID="{C9B14F18-7EA2-4B56-BD85-1A4FF2D8B4F2}" presName="hierRoot3" presStyleCnt="0"/>
      <dgm:spPr/>
    </dgm:pt>
    <dgm:pt modelId="{9E551FEB-9591-491B-A40C-F5CA4BA60E18}" type="pres">
      <dgm:prSet presAssocID="{C9B14F18-7EA2-4B56-BD85-1A4FF2D8B4F2}" presName="composite3" presStyleCnt="0"/>
      <dgm:spPr/>
    </dgm:pt>
    <dgm:pt modelId="{58E9A8D6-9C52-44D9-B5B6-B84F37BFBAC6}" type="pres">
      <dgm:prSet presAssocID="{C9B14F18-7EA2-4B56-BD85-1A4FF2D8B4F2}" presName="background3" presStyleLbl="asst1" presStyleIdx="2" presStyleCnt="4"/>
      <dgm:spPr/>
    </dgm:pt>
    <dgm:pt modelId="{59560268-3ACD-45B7-918D-4A7AB9F7E60F}" type="pres">
      <dgm:prSet presAssocID="{C9B14F18-7EA2-4B56-BD85-1A4FF2D8B4F2}" presName="text3" presStyleLbl="fgAcc3" presStyleIdx="1" presStyleCnt="2">
        <dgm:presLayoutVars>
          <dgm:chPref val="3"/>
        </dgm:presLayoutVars>
      </dgm:prSet>
      <dgm:spPr/>
    </dgm:pt>
    <dgm:pt modelId="{1D0C567B-BC28-4433-8CE7-8370A052B1C4}" type="pres">
      <dgm:prSet presAssocID="{C9B14F18-7EA2-4B56-BD85-1A4FF2D8B4F2}" presName="hierChild4" presStyleCnt="0"/>
      <dgm:spPr/>
    </dgm:pt>
    <dgm:pt modelId="{865880AC-8EF5-4090-A336-7B027B9EE958}" type="pres">
      <dgm:prSet presAssocID="{F93D7AB7-278E-4F09-AA73-F2680AC2623E}" presName="Name23" presStyleLbl="parChTrans1D4" presStyleIdx="0" presStyleCnt="1"/>
      <dgm:spPr/>
    </dgm:pt>
    <dgm:pt modelId="{BB8645F0-20E5-4AB6-BC6A-068CBE241191}" type="pres">
      <dgm:prSet presAssocID="{3BB298A5-EAF1-4929-8B77-58668EBF3B95}" presName="hierRoot4" presStyleCnt="0"/>
      <dgm:spPr/>
    </dgm:pt>
    <dgm:pt modelId="{4F568812-1E2D-42AE-892C-7FE8E5ECEFB0}" type="pres">
      <dgm:prSet presAssocID="{3BB298A5-EAF1-4929-8B77-58668EBF3B95}" presName="composite4" presStyleCnt="0"/>
      <dgm:spPr/>
    </dgm:pt>
    <dgm:pt modelId="{1ACB44E2-7A09-451E-A011-8CB765CE5905}" type="pres">
      <dgm:prSet presAssocID="{3BB298A5-EAF1-4929-8B77-58668EBF3B95}" presName="background4" presStyleLbl="asst1" presStyleIdx="3" presStyleCnt="4"/>
      <dgm:spPr/>
    </dgm:pt>
    <dgm:pt modelId="{29E76F74-79F9-4DB9-8221-0E5F34B907BB}" type="pres">
      <dgm:prSet presAssocID="{3BB298A5-EAF1-4929-8B77-58668EBF3B95}" presName="text4" presStyleLbl="fgAcc4" presStyleIdx="0" presStyleCnt="1">
        <dgm:presLayoutVars>
          <dgm:chPref val="3"/>
        </dgm:presLayoutVars>
      </dgm:prSet>
      <dgm:spPr/>
    </dgm:pt>
    <dgm:pt modelId="{AFC8AEEB-CDE5-48A7-8EAA-981F047B2C95}" type="pres">
      <dgm:prSet presAssocID="{3BB298A5-EAF1-4929-8B77-58668EBF3B95}" presName="hierChild5" presStyleCnt="0"/>
      <dgm:spPr/>
    </dgm:pt>
  </dgm:ptLst>
  <dgm:cxnLst>
    <dgm:cxn modelId="{36262118-EB67-41BF-A65A-8C0713A1A9EC}" type="presOf" srcId="{7FB35AEC-3F29-4EF4-9F02-C12D8E89EAE6}" destId="{7642BA8F-E560-4B9C-8BBD-442FD193CD33}" srcOrd="0" destOrd="0" presId="urn:microsoft.com/office/officeart/2005/8/layout/hierarchy1"/>
    <dgm:cxn modelId="{B0CAA71F-A13D-461A-A6FE-A810BA563D23}" type="presOf" srcId="{19334167-E526-4B2C-89C6-7E16C7326DE0}" destId="{598D8728-5F7D-40B9-B534-EDDA7E563365}" srcOrd="0" destOrd="0" presId="urn:microsoft.com/office/officeart/2005/8/layout/hierarchy1"/>
    <dgm:cxn modelId="{8EF5CF1F-3E86-4AEA-938F-0F8C196E39F2}" type="presOf" srcId="{95800BB6-91E5-4C70-93B5-2E68C23C2B61}" destId="{F3E4EB7F-53F4-405B-B07F-7A9213441B0E}" srcOrd="0" destOrd="0" presId="urn:microsoft.com/office/officeart/2005/8/layout/hierarchy1"/>
    <dgm:cxn modelId="{0A8D7031-23ED-4F8E-A1CE-33A7C8C9A6B9}" type="presOf" srcId="{C9B14F18-7EA2-4B56-BD85-1A4FF2D8B4F2}" destId="{59560268-3ACD-45B7-918D-4A7AB9F7E60F}" srcOrd="0" destOrd="0" presId="urn:microsoft.com/office/officeart/2005/8/layout/hierarchy1"/>
    <dgm:cxn modelId="{61313E5E-289F-4F4F-89EB-89B722C91703}" srcId="{36917451-A59D-4907-BE26-DD9DC754F68C}" destId="{C9B14F18-7EA2-4B56-BD85-1A4FF2D8B4F2}" srcOrd="1" destOrd="0" parTransId="{19334167-E526-4B2C-89C6-7E16C7326DE0}" sibTransId="{869308D0-E67A-4C96-9695-54D5EAFB53AD}"/>
    <dgm:cxn modelId="{BA9CF74E-3E86-4942-B9DB-80AD05A54B5E}" type="presOf" srcId="{6C218C2E-C2D5-4F19-A7BE-C2A736573679}" destId="{5842B3CE-5C86-4A3D-8DB6-759BABC10306}" srcOrd="0" destOrd="0" presId="urn:microsoft.com/office/officeart/2005/8/layout/hierarchy1"/>
    <dgm:cxn modelId="{88CE7277-5004-4029-9AE0-32249C314933}" type="presOf" srcId="{1F9014AC-82CF-418B-9FA6-3B762922C45A}" destId="{C55B8B19-85C6-48DE-A407-03711EEB1E4C}" srcOrd="0" destOrd="0" presId="urn:microsoft.com/office/officeart/2005/8/layout/hierarchy1"/>
    <dgm:cxn modelId="{1A869D90-663A-47D2-B0F9-F9E0A4016C9E}" type="presOf" srcId="{EAB8E5AC-51F0-4768-9CB3-8A1064E458B5}" destId="{6DAAE991-24F1-4639-B8D7-33FFAFB76D88}" srcOrd="0" destOrd="0" presId="urn:microsoft.com/office/officeart/2005/8/layout/hierarchy1"/>
    <dgm:cxn modelId="{CA9B749F-C602-465E-8DCA-6AB560257E3D}" type="presOf" srcId="{F93D7AB7-278E-4F09-AA73-F2680AC2623E}" destId="{865880AC-8EF5-4090-A336-7B027B9EE958}" srcOrd="0" destOrd="0" presId="urn:microsoft.com/office/officeart/2005/8/layout/hierarchy1"/>
    <dgm:cxn modelId="{5FF850B7-FC47-4D02-8F88-591224571DDB}" srcId="{C9B14F18-7EA2-4B56-BD85-1A4FF2D8B4F2}" destId="{3BB298A5-EAF1-4929-8B77-58668EBF3B95}" srcOrd="0" destOrd="0" parTransId="{F93D7AB7-278E-4F09-AA73-F2680AC2623E}" sibTransId="{DBCA14BD-B0AA-4F97-A6E1-8FD6D6BB3770}"/>
    <dgm:cxn modelId="{58ECE5D1-4F37-4B20-B307-F9C4D05129A7}" type="presOf" srcId="{3BB298A5-EAF1-4929-8B77-58668EBF3B95}" destId="{29E76F74-79F9-4DB9-8221-0E5F34B907BB}" srcOrd="0" destOrd="0" presId="urn:microsoft.com/office/officeart/2005/8/layout/hierarchy1"/>
    <dgm:cxn modelId="{55F0CED4-9AE0-4AF7-A2AA-8578DD0B22DC}" type="presOf" srcId="{36917451-A59D-4907-BE26-DD9DC754F68C}" destId="{E88D33EF-7886-4232-BA4E-493332343DB3}" srcOrd="0" destOrd="0" presId="urn:microsoft.com/office/officeart/2005/8/layout/hierarchy1"/>
    <dgm:cxn modelId="{3D93C5E0-35DE-41FC-86AF-65A732A987B7}" srcId="{EAB8E5AC-51F0-4768-9CB3-8A1064E458B5}" destId="{36917451-A59D-4907-BE26-DD9DC754F68C}" srcOrd="0" destOrd="0" parTransId="{1F9014AC-82CF-418B-9FA6-3B762922C45A}" sibTransId="{BE164471-35A4-40E9-B29B-B3163D7C5677}"/>
    <dgm:cxn modelId="{FFECF0E7-5CC4-43BC-98DE-64BF51D49E58}" srcId="{6C218C2E-C2D5-4F19-A7BE-C2A736573679}" destId="{EAB8E5AC-51F0-4768-9CB3-8A1064E458B5}" srcOrd="0" destOrd="0" parTransId="{2A190009-7DCF-4814-BC66-81EBBBE68AE7}" sibTransId="{D255B4F9-5DC0-4ACF-8D10-1356353CA823}"/>
    <dgm:cxn modelId="{424CD1F3-7D98-4E12-8603-41BB585220E2}" srcId="{36917451-A59D-4907-BE26-DD9DC754F68C}" destId="{7FB35AEC-3F29-4EF4-9F02-C12D8E89EAE6}" srcOrd="0" destOrd="0" parTransId="{95800BB6-91E5-4C70-93B5-2E68C23C2B61}" sibTransId="{27EB379D-CF34-4B90-9D60-02616B89E61A}"/>
    <dgm:cxn modelId="{CFB70CCF-A47E-41C3-96E6-8C3EAEAF236C}" type="presParOf" srcId="{5842B3CE-5C86-4A3D-8DB6-759BABC10306}" destId="{746B41D5-2A57-4EE1-B70E-F405ACEB2A51}" srcOrd="0" destOrd="0" presId="urn:microsoft.com/office/officeart/2005/8/layout/hierarchy1"/>
    <dgm:cxn modelId="{2464DCDB-31C9-4CEC-A2B8-510823B57ADA}" type="presParOf" srcId="{746B41D5-2A57-4EE1-B70E-F405ACEB2A51}" destId="{ED7F73F9-71E3-418A-B726-3047C97656B0}" srcOrd="0" destOrd="0" presId="urn:microsoft.com/office/officeart/2005/8/layout/hierarchy1"/>
    <dgm:cxn modelId="{713F0E1B-8D09-4261-BBCB-56820BC82604}" type="presParOf" srcId="{ED7F73F9-71E3-418A-B726-3047C97656B0}" destId="{381DEBFC-B473-416A-AEF1-F0D62170D884}" srcOrd="0" destOrd="0" presId="urn:microsoft.com/office/officeart/2005/8/layout/hierarchy1"/>
    <dgm:cxn modelId="{0FE75D71-28B6-4B63-8B61-89D638B7AA74}" type="presParOf" srcId="{ED7F73F9-71E3-418A-B726-3047C97656B0}" destId="{6DAAE991-24F1-4639-B8D7-33FFAFB76D88}" srcOrd="1" destOrd="0" presId="urn:microsoft.com/office/officeart/2005/8/layout/hierarchy1"/>
    <dgm:cxn modelId="{C8500887-D2F0-4293-9177-ED141E8B8AAA}" type="presParOf" srcId="{746B41D5-2A57-4EE1-B70E-F405ACEB2A51}" destId="{4DA5E370-9E37-4A6A-81C3-22E092BDBD4B}" srcOrd="1" destOrd="0" presId="urn:microsoft.com/office/officeart/2005/8/layout/hierarchy1"/>
    <dgm:cxn modelId="{CB06C3F3-365A-4EA0-82A8-BFB03CC58306}" type="presParOf" srcId="{4DA5E370-9E37-4A6A-81C3-22E092BDBD4B}" destId="{C55B8B19-85C6-48DE-A407-03711EEB1E4C}" srcOrd="0" destOrd="0" presId="urn:microsoft.com/office/officeart/2005/8/layout/hierarchy1"/>
    <dgm:cxn modelId="{6E631A19-3850-4EC9-9EF5-CA9E3C22CDBB}" type="presParOf" srcId="{4DA5E370-9E37-4A6A-81C3-22E092BDBD4B}" destId="{5A66CD6A-A681-41C8-B782-B878BDC374E1}" srcOrd="1" destOrd="0" presId="urn:microsoft.com/office/officeart/2005/8/layout/hierarchy1"/>
    <dgm:cxn modelId="{65514F0A-0BA1-44A8-B679-EA83CF79A3F8}" type="presParOf" srcId="{5A66CD6A-A681-41C8-B782-B878BDC374E1}" destId="{2BFD95FC-E618-4B4D-91A2-7E3E4EE27777}" srcOrd="0" destOrd="0" presId="urn:microsoft.com/office/officeart/2005/8/layout/hierarchy1"/>
    <dgm:cxn modelId="{46141802-D602-4AC6-9A0B-8BE0E87278A0}" type="presParOf" srcId="{2BFD95FC-E618-4B4D-91A2-7E3E4EE27777}" destId="{5D44BC63-A434-4D55-8A9B-758D1A8A40CA}" srcOrd="0" destOrd="0" presId="urn:microsoft.com/office/officeart/2005/8/layout/hierarchy1"/>
    <dgm:cxn modelId="{96313FF5-C7B1-4615-8F9C-F69D28DF5C24}" type="presParOf" srcId="{2BFD95FC-E618-4B4D-91A2-7E3E4EE27777}" destId="{E88D33EF-7886-4232-BA4E-493332343DB3}" srcOrd="1" destOrd="0" presId="urn:microsoft.com/office/officeart/2005/8/layout/hierarchy1"/>
    <dgm:cxn modelId="{69A7FA31-95FB-4220-BD2E-6F493E07261B}" type="presParOf" srcId="{5A66CD6A-A681-41C8-B782-B878BDC374E1}" destId="{13F00DCE-6288-475C-B09E-A50A5916DB74}" srcOrd="1" destOrd="0" presId="urn:microsoft.com/office/officeart/2005/8/layout/hierarchy1"/>
    <dgm:cxn modelId="{5089F21A-34BE-4F60-9267-A0B0DB742091}" type="presParOf" srcId="{13F00DCE-6288-475C-B09E-A50A5916DB74}" destId="{F3E4EB7F-53F4-405B-B07F-7A9213441B0E}" srcOrd="0" destOrd="0" presId="urn:microsoft.com/office/officeart/2005/8/layout/hierarchy1"/>
    <dgm:cxn modelId="{D739CF6E-B5B0-467A-9EDE-AC082B521CB1}" type="presParOf" srcId="{13F00DCE-6288-475C-B09E-A50A5916DB74}" destId="{9D669F52-9077-461A-B7A5-EEE889330974}" srcOrd="1" destOrd="0" presId="urn:microsoft.com/office/officeart/2005/8/layout/hierarchy1"/>
    <dgm:cxn modelId="{F3169323-6F94-4D5C-B752-D2BADE04697C}" type="presParOf" srcId="{9D669F52-9077-461A-B7A5-EEE889330974}" destId="{30A414D3-DE1B-420F-89F2-DA3905956BD4}" srcOrd="0" destOrd="0" presId="urn:microsoft.com/office/officeart/2005/8/layout/hierarchy1"/>
    <dgm:cxn modelId="{F5ACD60D-36E3-4BBF-9207-39129685D9A6}" type="presParOf" srcId="{30A414D3-DE1B-420F-89F2-DA3905956BD4}" destId="{AE79BBAB-5670-4224-8C34-7B0B28A96523}" srcOrd="0" destOrd="0" presId="urn:microsoft.com/office/officeart/2005/8/layout/hierarchy1"/>
    <dgm:cxn modelId="{2324A245-4A34-44AA-9646-2EB4D737E1EA}" type="presParOf" srcId="{30A414D3-DE1B-420F-89F2-DA3905956BD4}" destId="{7642BA8F-E560-4B9C-8BBD-442FD193CD33}" srcOrd="1" destOrd="0" presId="urn:microsoft.com/office/officeart/2005/8/layout/hierarchy1"/>
    <dgm:cxn modelId="{1D14F6CD-4A7C-4DC0-8371-BE625295131B}" type="presParOf" srcId="{9D669F52-9077-461A-B7A5-EEE889330974}" destId="{94F3B111-0EC2-431F-A88F-6517BA061642}" srcOrd="1" destOrd="0" presId="urn:microsoft.com/office/officeart/2005/8/layout/hierarchy1"/>
    <dgm:cxn modelId="{6BF04E8F-D4C0-4E55-BBA9-B70484A3AFEA}" type="presParOf" srcId="{13F00DCE-6288-475C-B09E-A50A5916DB74}" destId="{598D8728-5F7D-40B9-B534-EDDA7E563365}" srcOrd="2" destOrd="0" presId="urn:microsoft.com/office/officeart/2005/8/layout/hierarchy1"/>
    <dgm:cxn modelId="{E0420252-FE26-4B3C-87C7-A0ED9AFE91FF}" type="presParOf" srcId="{13F00DCE-6288-475C-B09E-A50A5916DB74}" destId="{100CD863-9AEB-47BA-AAC3-D1DCF9F1D880}" srcOrd="3" destOrd="0" presId="urn:microsoft.com/office/officeart/2005/8/layout/hierarchy1"/>
    <dgm:cxn modelId="{78638F0E-A573-41A5-9E9C-3B79D8AFDA03}" type="presParOf" srcId="{100CD863-9AEB-47BA-AAC3-D1DCF9F1D880}" destId="{9E551FEB-9591-491B-A40C-F5CA4BA60E18}" srcOrd="0" destOrd="0" presId="urn:microsoft.com/office/officeart/2005/8/layout/hierarchy1"/>
    <dgm:cxn modelId="{1607E079-38FC-4F03-A2ED-2ED267892C08}" type="presParOf" srcId="{9E551FEB-9591-491B-A40C-F5CA4BA60E18}" destId="{58E9A8D6-9C52-44D9-B5B6-B84F37BFBAC6}" srcOrd="0" destOrd="0" presId="urn:microsoft.com/office/officeart/2005/8/layout/hierarchy1"/>
    <dgm:cxn modelId="{1A7F1344-DA00-4E9F-A5E4-1348115FB247}" type="presParOf" srcId="{9E551FEB-9591-491B-A40C-F5CA4BA60E18}" destId="{59560268-3ACD-45B7-918D-4A7AB9F7E60F}" srcOrd="1" destOrd="0" presId="urn:microsoft.com/office/officeart/2005/8/layout/hierarchy1"/>
    <dgm:cxn modelId="{5221797C-121E-46B1-8993-D7AA01A792A4}" type="presParOf" srcId="{100CD863-9AEB-47BA-AAC3-D1DCF9F1D880}" destId="{1D0C567B-BC28-4433-8CE7-8370A052B1C4}" srcOrd="1" destOrd="0" presId="urn:microsoft.com/office/officeart/2005/8/layout/hierarchy1"/>
    <dgm:cxn modelId="{8F8C549B-1E82-45E8-89DE-ED560BDA6CD4}" type="presParOf" srcId="{1D0C567B-BC28-4433-8CE7-8370A052B1C4}" destId="{865880AC-8EF5-4090-A336-7B027B9EE958}" srcOrd="0" destOrd="0" presId="urn:microsoft.com/office/officeart/2005/8/layout/hierarchy1"/>
    <dgm:cxn modelId="{E394689E-11EC-4CF2-835F-495E605BE660}" type="presParOf" srcId="{1D0C567B-BC28-4433-8CE7-8370A052B1C4}" destId="{BB8645F0-20E5-4AB6-BC6A-068CBE241191}" srcOrd="1" destOrd="0" presId="urn:microsoft.com/office/officeart/2005/8/layout/hierarchy1"/>
    <dgm:cxn modelId="{BEE14ECB-8862-4E13-89BA-4EC4EDD004D9}" type="presParOf" srcId="{BB8645F0-20E5-4AB6-BC6A-068CBE241191}" destId="{4F568812-1E2D-42AE-892C-7FE8E5ECEFB0}" srcOrd="0" destOrd="0" presId="urn:microsoft.com/office/officeart/2005/8/layout/hierarchy1"/>
    <dgm:cxn modelId="{12E99F1C-2967-48EC-8C46-59C61DE0E59B}" type="presParOf" srcId="{4F568812-1E2D-42AE-892C-7FE8E5ECEFB0}" destId="{1ACB44E2-7A09-451E-A011-8CB765CE5905}" srcOrd="0" destOrd="0" presId="urn:microsoft.com/office/officeart/2005/8/layout/hierarchy1"/>
    <dgm:cxn modelId="{80F2F29D-BEDC-4CB8-A43C-08431D61262F}" type="presParOf" srcId="{4F568812-1E2D-42AE-892C-7FE8E5ECEFB0}" destId="{29E76F74-79F9-4DB9-8221-0E5F34B907BB}" srcOrd="1" destOrd="0" presId="urn:microsoft.com/office/officeart/2005/8/layout/hierarchy1"/>
    <dgm:cxn modelId="{32C11558-ECDA-40A4-B568-752C41F0F8D4}" type="presParOf" srcId="{BB8645F0-20E5-4AB6-BC6A-068CBE241191}" destId="{AFC8AEEB-CDE5-48A7-8EAA-981F047B2C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BD4560-D1D4-429D-B2CE-605309B25C5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2A6537-AA36-4308-B2C4-0067C97C99DC}">
      <dgm:prSet/>
      <dgm:spPr/>
      <dgm:t>
        <a:bodyPr/>
        <a:lstStyle/>
        <a:p>
          <a:r>
            <a:rPr lang="en-IE" dirty="0"/>
            <a:t>$cd </a:t>
          </a:r>
          <a:r>
            <a:rPr lang="en-IE" dirty="0" err="1"/>
            <a:t>usr</a:t>
          </a:r>
          <a:endParaRPr lang="en-US" dirty="0"/>
        </a:p>
      </dgm:t>
    </dgm:pt>
    <dgm:pt modelId="{CD979AAB-A63D-4490-BF89-BBE6A218D15D}" type="parTrans" cxnId="{16BBBB08-419C-49DE-842B-C86A1C4BA1BE}">
      <dgm:prSet/>
      <dgm:spPr/>
      <dgm:t>
        <a:bodyPr/>
        <a:lstStyle/>
        <a:p>
          <a:endParaRPr lang="en-US"/>
        </a:p>
      </dgm:t>
    </dgm:pt>
    <dgm:pt modelId="{F3DD2B00-9A2C-4204-84E8-CBF41D51B35F}" type="sibTrans" cxnId="{16BBBB08-419C-49DE-842B-C86A1C4BA1BE}">
      <dgm:prSet/>
      <dgm:spPr/>
      <dgm:t>
        <a:bodyPr/>
        <a:lstStyle/>
        <a:p>
          <a:endParaRPr lang="en-US"/>
        </a:p>
      </dgm:t>
    </dgm:pt>
    <dgm:pt modelId="{602B2D46-3171-43D3-A99C-4193817D148B}">
      <dgm:prSet/>
      <dgm:spPr/>
      <dgm:t>
        <a:bodyPr/>
        <a:lstStyle/>
        <a:p>
          <a:r>
            <a:rPr lang="en-IE"/>
            <a:t>IS NOT THE SAME AS </a:t>
          </a:r>
          <a:endParaRPr lang="en-US"/>
        </a:p>
      </dgm:t>
    </dgm:pt>
    <dgm:pt modelId="{AD1596E8-A45A-432A-9FCC-F0E87111645D}" type="parTrans" cxnId="{403D54A2-B413-4297-BF6C-518D941C8D33}">
      <dgm:prSet/>
      <dgm:spPr/>
      <dgm:t>
        <a:bodyPr/>
        <a:lstStyle/>
        <a:p>
          <a:endParaRPr lang="en-US"/>
        </a:p>
      </dgm:t>
    </dgm:pt>
    <dgm:pt modelId="{171E80E2-6578-4BFC-BB92-9A1B8677D597}" type="sibTrans" cxnId="{403D54A2-B413-4297-BF6C-518D941C8D33}">
      <dgm:prSet/>
      <dgm:spPr/>
      <dgm:t>
        <a:bodyPr/>
        <a:lstStyle/>
        <a:p>
          <a:endParaRPr lang="en-US"/>
        </a:p>
      </dgm:t>
    </dgm:pt>
    <dgm:pt modelId="{588FBE43-3F24-4676-8FA4-48DF1F0FF805}">
      <dgm:prSet/>
      <dgm:spPr/>
      <dgm:t>
        <a:bodyPr/>
        <a:lstStyle/>
        <a:p>
          <a:r>
            <a:rPr lang="en-IE" dirty="0"/>
            <a:t>$cd </a:t>
          </a:r>
          <a:r>
            <a:rPr lang="en-IE" dirty="0" err="1"/>
            <a:t>Usr</a:t>
          </a:r>
          <a:endParaRPr lang="en-US" dirty="0"/>
        </a:p>
      </dgm:t>
    </dgm:pt>
    <dgm:pt modelId="{E05E3217-369A-411E-8681-FB08D0195AC3}" type="parTrans" cxnId="{682ECCDF-8D1C-48E3-860D-0547C98BBE9B}">
      <dgm:prSet/>
      <dgm:spPr/>
      <dgm:t>
        <a:bodyPr/>
        <a:lstStyle/>
        <a:p>
          <a:endParaRPr lang="en-US"/>
        </a:p>
      </dgm:t>
    </dgm:pt>
    <dgm:pt modelId="{724B4689-059B-4242-96E0-297CB25C86DA}" type="sibTrans" cxnId="{682ECCDF-8D1C-48E3-860D-0547C98BBE9B}">
      <dgm:prSet/>
      <dgm:spPr/>
      <dgm:t>
        <a:bodyPr/>
        <a:lstStyle/>
        <a:p>
          <a:endParaRPr lang="en-US"/>
        </a:p>
      </dgm:t>
    </dgm:pt>
    <dgm:pt modelId="{9C9284AB-87A7-4B30-B248-8E8331EF303D}">
      <dgm:prSet/>
      <dgm:spPr/>
      <dgm:t>
        <a:bodyPr/>
        <a:lstStyle/>
        <a:p>
          <a:r>
            <a:rPr lang="en-IE" dirty="0"/>
            <a:t>Be mindful with creating names - make good use of </a:t>
          </a:r>
          <a:r>
            <a:rPr lang="en-IE" b="1" dirty="0"/>
            <a:t>$ls</a:t>
          </a:r>
          <a:r>
            <a:rPr lang="en-IE" dirty="0"/>
            <a:t> to view your directory names</a:t>
          </a:r>
          <a:endParaRPr lang="en-US" dirty="0"/>
        </a:p>
      </dgm:t>
    </dgm:pt>
    <dgm:pt modelId="{36B04D4A-D7D8-463D-836E-83C2F4127DDF}" type="parTrans" cxnId="{FC88E3D1-D76D-49FE-BE8E-C829F351A84B}">
      <dgm:prSet/>
      <dgm:spPr/>
      <dgm:t>
        <a:bodyPr/>
        <a:lstStyle/>
        <a:p>
          <a:endParaRPr lang="en-US"/>
        </a:p>
      </dgm:t>
    </dgm:pt>
    <dgm:pt modelId="{E3ABD666-C3BA-4F33-B9E0-535DE1AF15BC}" type="sibTrans" cxnId="{FC88E3D1-D76D-49FE-BE8E-C829F351A84B}">
      <dgm:prSet/>
      <dgm:spPr/>
      <dgm:t>
        <a:bodyPr/>
        <a:lstStyle/>
        <a:p>
          <a:endParaRPr lang="en-US"/>
        </a:p>
      </dgm:t>
    </dgm:pt>
    <dgm:pt modelId="{7B6EEBA6-7EC3-453A-ABCB-61E19880D936}" type="pres">
      <dgm:prSet presAssocID="{5ABD4560-D1D4-429D-B2CE-605309B25C52}" presName="outerComposite" presStyleCnt="0">
        <dgm:presLayoutVars>
          <dgm:chMax val="5"/>
          <dgm:dir/>
          <dgm:resizeHandles val="exact"/>
        </dgm:presLayoutVars>
      </dgm:prSet>
      <dgm:spPr/>
    </dgm:pt>
    <dgm:pt modelId="{A57F601F-4AC7-4130-969B-E9D54C4D0B47}" type="pres">
      <dgm:prSet presAssocID="{5ABD4560-D1D4-429D-B2CE-605309B25C52}" presName="dummyMaxCanvas" presStyleCnt="0">
        <dgm:presLayoutVars/>
      </dgm:prSet>
      <dgm:spPr/>
    </dgm:pt>
    <dgm:pt modelId="{36913C8E-B22A-4660-984E-98C3B6321FA1}" type="pres">
      <dgm:prSet presAssocID="{5ABD4560-D1D4-429D-B2CE-605309B25C52}" presName="ThreeNodes_1" presStyleLbl="node1" presStyleIdx="0" presStyleCnt="3">
        <dgm:presLayoutVars>
          <dgm:bulletEnabled val="1"/>
        </dgm:presLayoutVars>
      </dgm:prSet>
      <dgm:spPr/>
    </dgm:pt>
    <dgm:pt modelId="{049AD9B0-26A7-465B-8297-20DF956FF8F5}" type="pres">
      <dgm:prSet presAssocID="{5ABD4560-D1D4-429D-B2CE-605309B25C52}" presName="ThreeNodes_2" presStyleLbl="node1" presStyleIdx="1" presStyleCnt="3">
        <dgm:presLayoutVars>
          <dgm:bulletEnabled val="1"/>
        </dgm:presLayoutVars>
      </dgm:prSet>
      <dgm:spPr/>
    </dgm:pt>
    <dgm:pt modelId="{1A3B38EC-AB12-41CE-89E2-CE8E52C50780}" type="pres">
      <dgm:prSet presAssocID="{5ABD4560-D1D4-429D-B2CE-605309B25C52}" presName="ThreeNodes_3" presStyleLbl="node1" presStyleIdx="2" presStyleCnt="3">
        <dgm:presLayoutVars>
          <dgm:bulletEnabled val="1"/>
        </dgm:presLayoutVars>
      </dgm:prSet>
      <dgm:spPr/>
    </dgm:pt>
    <dgm:pt modelId="{6F697699-7939-486B-821C-62D72AD41AE5}" type="pres">
      <dgm:prSet presAssocID="{5ABD4560-D1D4-429D-B2CE-605309B25C52}" presName="ThreeConn_1-2" presStyleLbl="fgAccFollowNode1" presStyleIdx="0" presStyleCnt="2">
        <dgm:presLayoutVars>
          <dgm:bulletEnabled val="1"/>
        </dgm:presLayoutVars>
      </dgm:prSet>
      <dgm:spPr/>
    </dgm:pt>
    <dgm:pt modelId="{469C92AE-B975-4F5C-9F5B-4935BD630607}" type="pres">
      <dgm:prSet presAssocID="{5ABD4560-D1D4-429D-B2CE-605309B25C52}" presName="ThreeConn_2-3" presStyleLbl="fgAccFollowNode1" presStyleIdx="1" presStyleCnt="2">
        <dgm:presLayoutVars>
          <dgm:bulletEnabled val="1"/>
        </dgm:presLayoutVars>
      </dgm:prSet>
      <dgm:spPr/>
    </dgm:pt>
    <dgm:pt modelId="{F5613B49-232A-4AFD-A3AB-AAEDC47EC1D1}" type="pres">
      <dgm:prSet presAssocID="{5ABD4560-D1D4-429D-B2CE-605309B25C52}" presName="ThreeNodes_1_text" presStyleLbl="node1" presStyleIdx="2" presStyleCnt="3">
        <dgm:presLayoutVars>
          <dgm:bulletEnabled val="1"/>
        </dgm:presLayoutVars>
      </dgm:prSet>
      <dgm:spPr/>
    </dgm:pt>
    <dgm:pt modelId="{7F2DB4BA-0377-425C-9E9E-8045A1D4AC34}" type="pres">
      <dgm:prSet presAssocID="{5ABD4560-D1D4-429D-B2CE-605309B25C52}" presName="ThreeNodes_2_text" presStyleLbl="node1" presStyleIdx="2" presStyleCnt="3">
        <dgm:presLayoutVars>
          <dgm:bulletEnabled val="1"/>
        </dgm:presLayoutVars>
      </dgm:prSet>
      <dgm:spPr/>
    </dgm:pt>
    <dgm:pt modelId="{DAA2B46D-DE93-487E-A433-3CCE648D0F85}" type="pres">
      <dgm:prSet presAssocID="{5ABD4560-D1D4-429D-B2CE-605309B25C52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6BBBB08-419C-49DE-842B-C86A1C4BA1BE}" srcId="{5ABD4560-D1D4-429D-B2CE-605309B25C52}" destId="{792A6537-AA36-4308-B2C4-0067C97C99DC}" srcOrd="0" destOrd="0" parTransId="{CD979AAB-A63D-4490-BF89-BBE6A218D15D}" sibTransId="{F3DD2B00-9A2C-4204-84E8-CBF41D51B35F}"/>
    <dgm:cxn modelId="{AF31620B-24D2-44C5-9C61-47AE4F91F56E}" type="presOf" srcId="{724B4689-059B-4242-96E0-297CB25C86DA}" destId="{469C92AE-B975-4F5C-9F5B-4935BD630607}" srcOrd="0" destOrd="0" presId="urn:microsoft.com/office/officeart/2005/8/layout/vProcess5"/>
    <dgm:cxn modelId="{64E6B90B-02B0-4354-AF80-54D286130277}" type="presOf" srcId="{5ABD4560-D1D4-429D-B2CE-605309B25C52}" destId="{7B6EEBA6-7EC3-453A-ABCB-61E19880D936}" srcOrd="0" destOrd="0" presId="urn:microsoft.com/office/officeart/2005/8/layout/vProcess5"/>
    <dgm:cxn modelId="{F392B333-1B47-4A48-9A60-D3D945B7F107}" type="presOf" srcId="{792A6537-AA36-4308-B2C4-0067C97C99DC}" destId="{F5613B49-232A-4AFD-A3AB-AAEDC47EC1D1}" srcOrd="1" destOrd="0" presId="urn:microsoft.com/office/officeart/2005/8/layout/vProcess5"/>
    <dgm:cxn modelId="{46FA9B40-0A9D-4499-9502-F71C5538F08A}" type="presOf" srcId="{588FBE43-3F24-4676-8FA4-48DF1F0FF805}" destId="{7F2DB4BA-0377-425C-9E9E-8045A1D4AC34}" srcOrd="1" destOrd="0" presId="urn:microsoft.com/office/officeart/2005/8/layout/vProcess5"/>
    <dgm:cxn modelId="{36EBF240-70F0-42F1-9B40-8D3462CAA529}" type="presOf" srcId="{F3DD2B00-9A2C-4204-84E8-CBF41D51B35F}" destId="{6F697699-7939-486B-821C-62D72AD41AE5}" srcOrd="0" destOrd="0" presId="urn:microsoft.com/office/officeart/2005/8/layout/vProcess5"/>
    <dgm:cxn modelId="{B973B442-48ED-4612-894C-66408EC61320}" type="presOf" srcId="{9C9284AB-87A7-4B30-B248-8E8331EF303D}" destId="{1A3B38EC-AB12-41CE-89E2-CE8E52C50780}" srcOrd="0" destOrd="0" presId="urn:microsoft.com/office/officeart/2005/8/layout/vProcess5"/>
    <dgm:cxn modelId="{5CB33655-1651-4861-8AD1-241EEC2E7C8F}" type="presOf" srcId="{588FBE43-3F24-4676-8FA4-48DF1F0FF805}" destId="{049AD9B0-26A7-465B-8297-20DF956FF8F5}" srcOrd="0" destOrd="0" presId="urn:microsoft.com/office/officeart/2005/8/layout/vProcess5"/>
    <dgm:cxn modelId="{403D54A2-B413-4297-BF6C-518D941C8D33}" srcId="{792A6537-AA36-4308-B2C4-0067C97C99DC}" destId="{602B2D46-3171-43D3-A99C-4193817D148B}" srcOrd="0" destOrd="0" parTransId="{AD1596E8-A45A-432A-9FCC-F0E87111645D}" sibTransId="{171E80E2-6578-4BFC-BB92-9A1B8677D597}"/>
    <dgm:cxn modelId="{893842BB-44B8-45D2-965C-25D3F2A0F8CD}" type="presOf" srcId="{792A6537-AA36-4308-B2C4-0067C97C99DC}" destId="{36913C8E-B22A-4660-984E-98C3B6321FA1}" srcOrd="0" destOrd="0" presId="urn:microsoft.com/office/officeart/2005/8/layout/vProcess5"/>
    <dgm:cxn modelId="{FC88E3D1-D76D-49FE-BE8E-C829F351A84B}" srcId="{5ABD4560-D1D4-429D-B2CE-605309B25C52}" destId="{9C9284AB-87A7-4B30-B248-8E8331EF303D}" srcOrd="2" destOrd="0" parTransId="{36B04D4A-D7D8-463D-836E-83C2F4127DDF}" sibTransId="{E3ABD666-C3BA-4F33-B9E0-535DE1AF15BC}"/>
    <dgm:cxn modelId="{4EFD4FD8-2789-4F3D-AE57-3527BA03A1A4}" type="presOf" srcId="{9C9284AB-87A7-4B30-B248-8E8331EF303D}" destId="{DAA2B46D-DE93-487E-A433-3CCE648D0F85}" srcOrd="1" destOrd="0" presId="urn:microsoft.com/office/officeart/2005/8/layout/vProcess5"/>
    <dgm:cxn modelId="{9A59DADA-B5B8-4A89-968E-6400B320E2A0}" type="presOf" srcId="{602B2D46-3171-43D3-A99C-4193817D148B}" destId="{36913C8E-B22A-4660-984E-98C3B6321FA1}" srcOrd="0" destOrd="1" presId="urn:microsoft.com/office/officeart/2005/8/layout/vProcess5"/>
    <dgm:cxn modelId="{682ECCDF-8D1C-48E3-860D-0547C98BBE9B}" srcId="{5ABD4560-D1D4-429D-B2CE-605309B25C52}" destId="{588FBE43-3F24-4676-8FA4-48DF1F0FF805}" srcOrd="1" destOrd="0" parTransId="{E05E3217-369A-411E-8681-FB08D0195AC3}" sibTransId="{724B4689-059B-4242-96E0-297CB25C86DA}"/>
    <dgm:cxn modelId="{8976D0F3-8021-4EF0-85D4-CBE6AA5B4314}" type="presOf" srcId="{602B2D46-3171-43D3-A99C-4193817D148B}" destId="{F5613B49-232A-4AFD-A3AB-AAEDC47EC1D1}" srcOrd="1" destOrd="1" presId="urn:microsoft.com/office/officeart/2005/8/layout/vProcess5"/>
    <dgm:cxn modelId="{D1655F1F-B349-427F-83A8-0B46879C45CF}" type="presParOf" srcId="{7B6EEBA6-7EC3-453A-ABCB-61E19880D936}" destId="{A57F601F-4AC7-4130-969B-E9D54C4D0B47}" srcOrd="0" destOrd="0" presId="urn:microsoft.com/office/officeart/2005/8/layout/vProcess5"/>
    <dgm:cxn modelId="{B2359F9D-0817-4286-AD45-5B4FCCACC4BC}" type="presParOf" srcId="{7B6EEBA6-7EC3-453A-ABCB-61E19880D936}" destId="{36913C8E-B22A-4660-984E-98C3B6321FA1}" srcOrd="1" destOrd="0" presId="urn:microsoft.com/office/officeart/2005/8/layout/vProcess5"/>
    <dgm:cxn modelId="{CA230888-A3D6-43AF-9C80-986A7FA86109}" type="presParOf" srcId="{7B6EEBA6-7EC3-453A-ABCB-61E19880D936}" destId="{049AD9B0-26A7-465B-8297-20DF956FF8F5}" srcOrd="2" destOrd="0" presId="urn:microsoft.com/office/officeart/2005/8/layout/vProcess5"/>
    <dgm:cxn modelId="{481EAA80-68F7-4F51-889A-BD64AF2494DE}" type="presParOf" srcId="{7B6EEBA6-7EC3-453A-ABCB-61E19880D936}" destId="{1A3B38EC-AB12-41CE-89E2-CE8E52C50780}" srcOrd="3" destOrd="0" presId="urn:microsoft.com/office/officeart/2005/8/layout/vProcess5"/>
    <dgm:cxn modelId="{9B6A091A-59EB-4EEE-85CA-BF110E87C1D3}" type="presParOf" srcId="{7B6EEBA6-7EC3-453A-ABCB-61E19880D936}" destId="{6F697699-7939-486B-821C-62D72AD41AE5}" srcOrd="4" destOrd="0" presId="urn:microsoft.com/office/officeart/2005/8/layout/vProcess5"/>
    <dgm:cxn modelId="{D05951E3-7761-4CF7-9C08-AF54FDA28885}" type="presParOf" srcId="{7B6EEBA6-7EC3-453A-ABCB-61E19880D936}" destId="{469C92AE-B975-4F5C-9F5B-4935BD630607}" srcOrd="5" destOrd="0" presId="urn:microsoft.com/office/officeart/2005/8/layout/vProcess5"/>
    <dgm:cxn modelId="{EA1A1779-7576-4D34-B075-C414BD0AB922}" type="presParOf" srcId="{7B6EEBA6-7EC3-453A-ABCB-61E19880D936}" destId="{F5613B49-232A-4AFD-A3AB-AAEDC47EC1D1}" srcOrd="6" destOrd="0" presId="urn:microsoft.com/office/officeart/2005/8/layout/vProcess5"/>
    <dgm:cxn modelId="{4BC15EC6-1995-4320-896B-0B3A48BD2331}" type="presParOf" srcId="{7B6EEBA6-7EC3-453A-ABCB-61E19880D936}" destId="{7F2DB4BA-0377-425C-9E9E-8045A1D4AC34}" srcOrd="7" destOrd="0" presId="urn:microsoft.com/office/officeart/2005/8/layout/vProcess5"/>
    <dgm:cxn modelId="{F961C2B3-07E7-4B25-AC90-87DFBF0F7842}" type="presParOf" srcId="{7B6EEBA6-7EC3-453A-ABCB-61E19880D936}" destId="{DAA2B46D-DE93-487E-A433-3CCE648D0F8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5880AC-8EF5-4090-A336-7B027B9EE958}">
      <dsp:nvSpPr>
        <dsp:cNvPr id="0" name=""/>
        <dsp:cNvSpPr/>
      </dsp:nvSpPr>
      <dsp:spPr>
        <a:xfrm>
          <a:off x="4009679" y="3154113"/>
          <a:ext cx="91440" cy="3687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8D8728-5F7D-40B9-B534-EDDA7E563365}">
      <dsp:nvSpPr>
        <dsp:cNvPr id="0" name=""/>
        <dsp:cNvSpPr/>
      </dsp:nvSpPr>
      <dsp:spPr>
        <a:xfrm>
          <a:off x="3280562" y="1980234"/>
          <a:ext cx="774837" cy="3687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293"/>
              </a:lnTo>
              <a:lnTo>
                <a:pt x="774837" y="251293"/>
              </a:lnTo>
              <a:lnTo>
                <a:pt x="774837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E4EB7F-53F4-405B-B07F-7A9213441B0E}">
      <dsp:nvSpPr>
        <dsp:cNvPr id="0" name=""/>
        <dsp:cNvSpPr/>
      </dsp:nvSpPr>
      <dsp:spPr>
        <a:xfrm>
          <a:off x="2505724" y="1980234"/>
          <a:ext cx="774837" cy="368752"/>
        </a:xfrm>
        <a:custGeom>
          <a:avLst/>
          <a:gdLst/>
          <a:ahLst/>
          <a:cxnLst/>
          <a:rect l="0" t="0" r="0" b="0"/>
          <a:pathLst>
            <a:path>
              <a:moveTo>
                <a:pt x="774837" y="0"/>
              </a:moveTo>
              <a:lnTo>
                <a:pt x="774837" y="251293"/>
              </a:lnTo>
              <a:lnTo>
                <a:pt x="0" y="251293"/>
              </a:lnTo>
              <a:lnTo>
                <a:pt x="0" y="368752"/>
              </a:lnTo>
            </a:path>
          </a:pathLst>
        </a:custGeom>
        <a:noFill/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5B8B19-85C6-48DE-A407-03711EEB1E4C}">
      <dsp:nvSpPr>
        <dsp:cNvPr id="0" name=""/>
        <dsp:cNvSpPr/>
      </dsp:nvSpPr>
      <dsp:spPr>
        <a:xfrm>
          <a:off x="3234842" y="806355"/>
          <a:ext cx="91440" cy="3687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875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1DEBFC-B473-416A-AEF1-F0D62170D884}">
      <dsp:nvSpPr>
        <dsp:cNvPr id="0" name=""/>
        <dsp:cNvSpPr/>
      </dsp:nvSpPr>
      <dsp:spPr>
        <a:xfrm>
          <a:off x="2646604" y="1229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AAE991-24F1-4639-B8D7-33FFAFB76D88}">
      <dsp:nvSpPr>
        <dsp:cNvPr id="0" name=""/>
        <dsp:cNvSpPr/>
      </dsp:nvSpPr>
      <dsp:spPr>
        <a:xfrm>
          <a:off x="2787483" y="135065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dirty="0"/>
            <a:t>home</a:t>
          </a:r>
        </a:p>
      </dsp:txBody>
      <dsp:txXfrm>
        <a:off x="2811064" y="158646"/>
        <a:ext cx="1220753" cy="757964"/>
      </dsp:txXfrm>
    </dsp:sp>
    <dsp:sp modelId="{5D44BC63-A434-4D55-8A9B-758D1A8A40CA}">
      <dsp:nvSpPr>
        <dsp:cNvPr id="0" name=""/>
        <dsp:cNvSpPr/>
      </dsp:nvSpPr>
      <dsp:spPr>
        <a:xfrm>
          <a:off x="2646604" y="1175108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88D33EF-7886-4232-BA4E-493332343DB3}">
      <dsp:nvSpPr>
        <dsp:cNvPr id="0" name=""/>
        <dsp:cNvSpPr/>
      </dsp:nvSpPr>
      <dsp:spPr>
        <a:xfrm>
          <a:off x="2787483" y="1308943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dirty="0" err="1"/>
            <a:t>OnSiteSETU</a:t>
          </a:r>
          <a:endParaRPr lang="en-IE" sz="1600" b="1" kern="1200" dirty="0"/>
        </a:p>
      </dsp:txBody>
      <dsp:txXfrm>
        <a:off x="2811064" y="1332524"/>
        <a:ext cx="1220753" cy="757964"/>
      </dsp:txXfrm>
    </dsp:sp>
    <dsp:sp modelId="{AE79BBAB-5670-4224-8C34-7B0B28A96523}">
      <dsp:nvSpPr>
        <dsp:cNvPr id="0" name=""/>
        <dsp:cNvSpPr/>
      </dsp:nvSpPr>
      <dsp:spPr>
        <a:xfrm>
          <a:off x="1871766" y="2348986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42BA8F-E560-4B9C-8BBD-442FD193CD33}">
      <dsp:nvSpPr>
        <dsp:cNvPr id="0" name=""/>
        <dsp:cNvSpPr/>
      </dsp:nvSpPr>
      <dsp:spPr>
        <a:xfrm>
          <a:off x="2012646" y="2482822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dirty="0" err="1"/>
            <a:t>caroline</a:t>
          </a:r>
          <a:endParaRPr lang="en-IE" sz="1600" b="1" kern="1200" dirty="0"/>
        </a:p>
      </dsp:txBody>
      <dsp:txXfrm>
        <a:off x="2036227" y="2506403"/>
        <a:ext cx="1220753" cy="757964"/>
      </dsp:txXfrm>
    </dsp:sp>
    <dsp:sp modelId="{58E9A8D6-9C52-44D9-B5B6-B84F37BFBAC6}">
      <dsp:nvSpPr>
        <dsp:cNvPr id="0" name=""/>
        <dsp:cNvSpPr/>
      </dsp:nvSpPr>
      <dsp:spPr>
        <a:xfrm>
          <a:off x="3421441" y="2348986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9560268-3ACD-45B7-918D-4A7AB9F7E60F}">
      <dsp:nvSpPr>
        <dsp:cNvPr id="0" name=""/>
        <dsp:cNvSpPr/>
      </dsp:nvSpPr>
      <dsp:spPr>
        <a:xfrm>
          <a:off x="3562321" y="2482822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dirty="0"/>
            <a:t>frank</a:t>
          </a:r>
        </a:p>
      </dsp:txBody>
      <dsp:txXfrm>
        <a:off x="3585902" y="2506403"/>
        <a:ext cx="1220753" cy="757964"/>
      </dsp:txXfrm>
    </dsp:sp>
    <dsp:sp modelId="{1ACB44E2-7A09-451E-A011-8CB765CE5905}">
      <dsp:nvSpPr>
        <dsp:cNvPr id="0" name=""/>
        <dsp:cNvSpPr/>
      </dsp:nvSpPr>
      <dsp:spPr>
        <a:xfrm>
          <a:off x="3421441" y="3522865"/>
          <a:ext cx="1267915" cy="8051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1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1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E76F74-79F9-4DB9-8221-0E5F34B907BB}">
      <dsp:nvSpPr>
        <dsp:cNvPr id="0" name=""/>
        <dsp:cNvSpPr/>
      </dsp:nvSpPr>
      <dsp:spPr>
        <a:xfrm>
          <a:off x="3562321" y="3656701"/>
          <a:ext cx="1267915" cy="80512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600" b="1" kern="1200" dirty="0" err="1"/>
            <a:t>tempAnyFile</a:t>
          </a:r>
          <a:endParaRPr lang="en-IE" sz="1600" b="1" kern="1200" dirty="0"/>
        </a:p>
      </dsp:txBody>
      <dsp:txXfrm>
        <a:off x="3585902" y="3680282"/>
        <a:ext cx="1220753" cy="75796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13C8E-B22A-4660-984E-98C3B6321FA1}">
      <dsp:nvSpPr>
        <dsp:cNvPr id="0" name=""/>
        <dsp:cNvSpPr/>
      </dsp:nvSpPr>
      <dsp:spPr>
        <a:xfrm>
          <a:off x="0" y="0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 dirty="0"/>
            <a:t>$cd </a:t>
          </a:r>
          <a:r>
            <a:rPr lang="en-IE" sz="2900" kern="1200" dirty="0" err="1"/>
            <a:t>usr</a:t>
          </a:r>
          <a:endParaRPr lang="en-US" sz="29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300" kern="1200"/>
            <a:t>IS NOT THE SAME AS </a:t>
          </a:r>
          <a:endParaRPr lang="en-US" sz="2300" kern="1200"/>
        </a:p>
      </dsp:txBody>
      <dsp:txXfrm>
        <a:off x="35352" y="35352"/>
        <a:ext cx="7247184" cy="1136304"/>
      </dsp:txXfrm>
    </dsp:sp>
    <dsp:sp modelId="{049AD9B0-26A7-465B-8297-20DF956FF8F5}">
      <dsp:nvSpPr>
        <dsp:cNvPr id="0" name=""/>
        <dsp:cNvSpPr/>
      </dsp:nvSpPr>
      <dsp:spPr>
        <a:xfrm>
          <a:off x="754379" y="1408176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 dirty="0"/>
            <a:t>$cd </a:t>
          </a:r>
          <a:r>
            <a:rPr lang="en-IE" sz="2900" kern="1200" dirty="0" err="1"/>
            <a:t>Usr</a:t>
          </a:r>
          <a:endParaRPr lang="en-US" sz="2900" kern="1200" dirty="0"/>
        </a:p>
      </dsp:txBody>
      <dsp:txXfrm>
        <a:off x="789731" y="1443528"/>
        <a:ext cx="6940000" cy="1136304"/>
      </dsp:txXfrm>
    </dsp:sp>
    <dsp:sp modelId="{1A3B38EC-AB12-41CE-89E2-CE8E52C50780}">
      <dsp:nvSpPr>
        <dsp:cNvPr id="0" name=""/>
        <dsp:cNvSpPr/>
      </dsp:nvSpPr>
      <dsp:spPr>
        <a:xfrm>
          <a:off x="1508759" y="2816352"/>
          <a:ext cx="8549640" cy="1207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900" kern="1200" dirty="0"/>
            <a:t>Be mindful with creating names - make good use of </a:t>
          </a:r>
          <a:r>
            <a:rPr lang="en-IE" sz="2900" b="1" kern="1200" dirty="0"/>
            <a:t>$ls</a:t>
          </a:r>
          <a:r>
            <a:rPr lang="en-IE" sz="2900" kern="1200" dirty="0"/>
            <a:t> to view your directory names</a:t>
          </a:r>
          <a:endParaRPr lang="en-US" sz="2900" kern="1200" dirty="0"/>
        </a:p>
      </dsp:txBody>
      <dsp:txXfrm>
        <a:off x="1544111" y="2851704"/>
        <a:ext cx="6940000" cy="1136304"/>
      </dsp:txXfrm>
    </dsp:sp>
    <dsp:sp modelId="{6F697699-7939-486B-821C-62D72AD41AE5}">
      <dsp:nvSpPr>
        <dsp:cNvPr id="0" name=""/>
        <dsp:cNvSpPr/>
      </dsp:nvSpPr>
      <dsp:spPr>
        <a:xfrm>
          <a:off x="7765084" y="915314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7941609" y="915314"/>
        <a:ext cx="431505" cy="590378"/>
      </dsp:txXfrm>
    </dsp:sp>
    <dsp:sp modelId="{469C92AE-B975-4F5C-9F5B-4935BD630607}">
      <dsp:nvSpPr>
        <dsp:cNvPr id="0" name=""/>
        <dsp:cNvSpPr/>
      </dsp:nvSpPr>
      <dsp:spPr>
        <a:xfrm>
          <a:off x="8519464" y="2315443"/>
          <a:ext cx="784555" cy="78455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8695989" y="2315443"/>
        <a:ext cx="431505" cy="590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FC2C7-B510-4496-84B0-67478FDE19F7}" type="datetimeFigureOut">
              <a:rPr lang="en-IE" smtClean="0"/>
              <a:t>22/05/2025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822167-F0C1-45EE-95E1-CE2A74CEF27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36049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2420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IE" dirty="0"/>
              <a:t>Sometimes you might need to watch video, read article before lecture. </a:t>
            </a:r>
            <a:br>
              <a:rPr lang="en-IE" dirty="0"/>
            </a:br>
            <a:r>
              <a:rPr lang="en-IE" dirty="0"/>
              <a:t>- Same as programming. </a:t>
            </a:r>
          </a:p>
          <a:p>
            <a:pPr marL="171450" indent="-171450">
              <a:buFontTx/>
              <a:buChar char="-"/>
            </a:pPr>
            <a:r>
              <a:rPr lang="en-IE" dirty="0"/>
              <a:t>Lectures are a mix of live and pre-recorded.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IE" dirty="0"/>
              <a:t>Labs every week (practical skills module) . Build something.</a:t>
            </a:r>
          </a:p>
          <a:p>
            <a:pPr marL="171450" indent="-171450">
              <a:buFontTx/>
              <a:buChar char="-"/>
            </a:pPr>
            <a:r>
              <a:rPr lang="en-I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8355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Generally split into two parts:</a:t>
            </a:r>
            <a:br>
              <a:rPr lang="en-IE" dirty="0"/>
            </a:br>
            <a:r>
              <a:rPr lang="en-IE" dirty="0"/>
              <a:t> - Computer Systems (Caroline)</a:t>
            </a:r>
            <a:br>
              <a:rPr lang="en-IE" dirty="0"/>
            </a:br>
            <a:r>
              <a:rPr lang="en-IE" dirty="0"/>
              <a:t>- Networks (Frank)</a:t>
            </a:r>
            <a:br>
              <a:rPr lang="en-IE" dirty="0"/>
            </a:br>
            <a:r>
              <a:rPr lang="en-IE" dirty="0"/>
              <a:t>- Computer systems </a:t>
            </a:r>
          </a:p>
          <a:p>
            <a:pPr marL="171450" indent="-171450">
              <a:buFontTx/>
              <a:buChar char="-"/>
            </a:pPr>
            <a:r>
              <a:rPr lang="en-IE" dirty="0"/>
              <a:t>Networking: protocols and function of computer networks – how the internet works. </a:t>
            </a:r>
          </a:p>
          <a:p>
            <a:pPr marL="171450" indent="-171450">
              <a:buFontTx/>
              <a:buChar char="-"/>
            </a:pPr>
            <a:r>
              <a:rPr lang="en-IE" dirty="0"/>
              <a:t>Through the </a:t>
            </a:r>
            <a:r>
              <a:rPr lang="en-IE" dirty="0" err="1"/>
              <a:t>lense</a:t>
            </a:r>
            <a:r>
              <a:rPr lang="en-IE" dirty="0"/>
              <a:t> of the Internet of Things.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822167-F0C1-45EE-95E1-CE2A74CEF27E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8953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endParaRPr lang="en-US" sz="900" b="0" i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752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last 20 years, Cisco educated more than 15 million students worldwide and produced good IT professionals.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According to Cisco students survey, 95% of students obtained a job opportunity after Cisco/</a:t>
            </a:r>
            <a:r>
              <a:rPr lang="en-GB" sz="18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Netacad</a:t>
            </a: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education/certification.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 a Cisco academy, we are looking forward to provide 300 thousand unemployed and employees with high quality IT-training and upskilling them to catch up incoming jobs demands and needs.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you look at LinkedIn, there are  8000+ IT (Networks, Administration and Security) jobs are available within Norway market.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1451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11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Cybersecurity have big future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</a:rPr>
              <a:t>You can explore the jobs in various domains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4499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2025, automation and a new division of labour between humans and machines will disrupt 85 million jobs. This Industry automation will destroy the job market.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97 million new jobs will be created by 2025 due to AI. So future job market is leading towards Network and Cybersecurity fields.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Cybersecurity Jobs Report that 3.5 million jobs will be open by 2025. Therefore, Networking and Security are good fields to find job and meet the future industry needs. 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881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Cisco design skills-to-jobs curriculum to enhance learners experience and technological knowledge through online platform.</a:t>
            </a:r>
          </a:p>
          <a:p>
            <a:r>
              <a:rPr lang="en-US" sz="14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Netacad</a:t>
            </a:r>
            <a:r>
              <a:rPr 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 and Skill4All are offers high quality learning.</a:t>
            </a:r>
          </a:p>
          <a:p>
            <a:endParaRPr lang="en-GB" sz="1400" b="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High quality learning</a:t>
            </a:r>
            <a:endParaRPr lang="en-GB" sz="1400" b="0" i="0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As a leader in technology, Cisco offers industry skills in areas like networking, programmable infrastructure, cybersecurity, operating systems and information technology, and programming.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Skills-to-jobs curriculum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Courses are developed with the end in mind: the skills required for success in a job role.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Courses are aligned to industry-recognized certifications. And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learners can earn certificates and badges to verify skills to employers and share on LinkedIn.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​</a:t>
            </a:r>
          </a:p>
          <a:p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ＭＳ Ｐゴシック" charset="0"/>
              <a:cs typeface="ＭＳ Ｐゴシック" charset="0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We keep curriculum relevant as industry needs evolve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ＭＳ Ｐゴシック" charset="0"/>
                <a:cs typeface="ＭＳ Ｐゴシック" charset="0"/>
              </a:rPr>
              <a:t>Cisco curriculum portfolio is comprehensive that covers various technological fields.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5EA17-5571-4D65-A229-4FAFCCC2ECE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359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/>
              <a:pPr/>
              <a:t>14</a:t>
            </a:fld>
            <a:endParaRPr lang="en-US" sz="800" dirty="0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816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276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5/22/2025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050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928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730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2121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60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67930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5343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139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3495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765974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98709" y="2058636"/>
            <a:ext cx="4863141" cy="4121195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389700568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IE"/>
              <a:t>ccahill@wit.ie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46F0565-0BDD-441B-834E-139A73B16AD2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91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ccahill@wit.ie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frank.w.walsh@setu.i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ubuntu.com/tutorials/how-to-run-ubuntu-desktop-on-a-virtual-machine-using-virtualbox#1-overview" TargetMode="External"/><Relationship Id="rId2" Type="http://schemas.openxmlformats.org/officeDocument/2006/relationships/hyperlink" Target="https://learn.microsoft.com/en-us/windows/wsl/instal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6960" y="758952"/>
            <a:ext cx="7543800" cy="1949968"/>
          </a:xfrm>
        </p:spPr>
        <p:txBody>
          <a:bodyPr/>
          <a:lstStyle/>
          <a:p>
            <a:r>
              <a:rPr lang="en-IE" dirty="0"/>
              <a:t>Welcome!!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9038" y="2708921"/>
            <a:ext cx="7543800" cy="2889701"/>
          </a:xfrm>
        </p:spPr>
        <p:txBody>
          <a:bodyPr>
            <a:normAutofit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Thursday 22</a:t>
            </a:r>
            <a:r>
              <a:rPr lang="en-IE" baseline="30000" dirty="0"/>
              <a:t>ND</a:t>
            </a:r>
            <a:r>
              <a:rPr lang="en-IE" dirty="0"/>
              <a:t> May, 2025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4D243E-8202-9E82-F3AE-8E095594E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216" y="404664"/>
            <a:ext cx="2590014" cy="386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57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Computer Systems &amp; Networks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35804"/>
            <a:ext cx="3703320" cy="4023360"/>
          </a:xfrm>
        </p:spPr>
        <p:txBody>
          <a:bodyPr>
            <a:normAutofit/>
          </a:bodyPr>
          <a:lstStyle/>
          <a:p>
            <a:r>
              <a:rPr lang="en-IE" dirty="0"/>
              <a:t>Caroline Cahill</a:t>
            </a:r>
          </a:p>
          <a:p>
            <a:r>
              <a:rPr lang="en-IE" dirty="0">
                <a:hlinkClick r:id="rId3"/>
              </a:rPr>
              <a:t>caroline.cahill@setu.ie</a:t>
            </a:r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3832" y="1845735"/>
            <a:ext cx="4937760" cy="4023360"/>
          </a:xfrm>
        </p:spPr>
        <p:txBody>
          <a:bodyPr/>
          <a:lstStyle/>
          <a:p>
            <a:r>
              <a:rPr lang="en-IE" dirty="0"/>
              <a:t>Dr Frank Walsh</a:t>
            </a:r>
          </a:p>
          <a:p>
            <a:r>
              <a:rPr lang="en-IE" dirty="0">
                <a:hlinkClick r:id="rId4"/>
              </a:rPr>
              <a:t>frank.w.walsh@setu.ie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891" y="3358865"/>
            <a:ext cx="3609178" cy="10801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6"/>
          <a:srcRect r="41732"/>
          <a:stretch/>
        </p:blipFill>
        <p:spPr>
          <a:xfrm>
            <a:off x="1226411" y="3432748"/>
            <a:ext cx="2240944" cy="932351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DC90A8C-CD03-1C7F-CA29-BD9CDF55597C}"/>
              </a:ext>
            </a:extLst>
          </p:cNvPr>
          <p:cNvSpPr txBox="1">
            <a:spLocks/>
          </p:cNvSpPr>
          <p:nvPr/>
        </p:nvSpPr>
        <p:spPr>
          <a:xfrm>
            <a:off x="8256240" y="1853375"/>
            <a:ext cx="493776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/>
              <a:t>Dr Mujahid Tabassum</a:t>
            </a:r>
          </a:p>
          <a:p>
            <a:r>
              <a:rPr lang="en-IE" dirty="0">
                <a:hlinkClick r:id="rId4"/>
              </a:rPr>
              <a:t>mujahid.Tabassum@setu.ie</a:t>
            </a:r>
            <a:endParaRPr lang="en-IE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9B9C97-E8D6-6C16-F722-335D1020336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198"/>
          <a:stretch/>
        </p:blipFill>
        <p:spPr>
          <a:xfrm>
            <a:off x="8048994" y="3445131"/>
            <a:ext cx="3447606" cy="907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68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10 Credit </a:t>
            </a:r>
          </a:p>
          <a:p>
            <a:endParaRPr lang="en-IE" dirty="0"/>
          </a:p>
          <a:p>
            <a:r>
              <a:rPr lang="en-IE" dirty="0"/>
              <a:t>Module delivery split between Mujahid, Frank &amp; Caroline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Timetabled for TWO sessions per week</a:t>
            </a:r>
          </a:p>
          <a:p>
            <a:endParaRPr lang="en-IE" dirty="0"/>
          </a:p>
          <a:p>
            <a:endParaRPr lang="en-I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E1997EC-0CE9-474E-F128-089EA6E23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IE" dirty="0"/>
              <a:t>Computer Systems &amp; Networks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F9753-7BA0-C6DC-EB38-95A6E223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176" y="1841790"/>
            <a:ext cx="2425825" cy="361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74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C7CFF1-6FE3-F16F-9321-4A68E689C4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5196" y="905933"/>
            <a:ext cx="9833612" cy="503972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3E3CF8-667A-EB12-0FBC-0933C3B392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158"/>
          <a:stretch/>
        </p:blipFill>
        <p:spPr>
          <a:xfrm>
            <a:off x="839416" y="1484784"/>
            <a:ext cx="2162244" cy="2592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0BB5C6-DD88-D1C0-51F5-C079BB270116}"/>
              </a:ext>
            </a:extLst>
          </p:cNvPr>
          <p:cNvSpPr txBox="1"/>
          <p:nvPr/>
        </p:nvSpPr>
        <p:spPr>
          <a:xfrm>
            <a:off x="781608" y="4145603"/>
            <a:ext cx="227786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E" sz="3200" dirty="0"/>
              <a:t>Semester 2</a:t>
            </a:r>
          </a:p>
          <a:p>
            <a:pPr algn="ctr"/>
            <a:r>
              <a:rPr lang="en-IE" sz="3200" dirty="0"/>
              <a:t>2025</a:t>
            </a:r>
          </a:p>
          <a:p>
            <a:pPr algn="ctr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154069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D8F68-FE45-1D10-2EB3-6FD147EA9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472" y="1011981"/>
            <a:ext cx="9153592" cy="468633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487488" y="3140968"/>
            <a:ext cx="2664296" cy="24482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6" name="Rounded Rectangle 5"/>
          <p:cNvSpPr/>
          <p:nvPr/>
        </p:nvSpPr>
        <p:spPr>
          <a:xfrm>
            <a:off x="4799856" y="3140968"/>
            <a:ext cx="2592288" cy="2448272"/>
          </a:xfrm>
          <a:prstGeom prst="round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979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47528" y="507771"/>
            <a:ext cx="8229600" cy="1066800"/>
          </a:xfrm>
        </p:spPr>
        <p:txBody>
          <a:bodyPr>
            <a:normAutofit/>
          </a:bodyPr>
          <a:lstStyle/>
          <a:p>
            <a:r>
              <a:rPr lang="en-IE" dirty="0"/>
              <a:t>Module Overview(Tentative):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94"/>
          <a:stretch/>
        </p:blipFill>
        <p:spPr bwMode="auto">
          <a:xfrm>
            <a:off x="9426111" y="1340768"/>
            <a:ext cx="2376264" cy="4790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B6FE1B-D885-471C-9C95-A761FA70A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916832"/>
            <a:ext cx="5472608" cy="40786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1DAE5A0-59ED-18CF-B1A5-BCAEA383D0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6131" y="1196752"/>
            <a:ext cx="2016224" cy="300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79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C2FA-CA0D-49D2-B4E2-7E1A8ED0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Development Tech (tentative)</a:t>
            </a:r>
            <a:endParaRPr lang="en-US" dirty="0"/>
          </a:p>
        </p:txBody>
      </p:sp>
      <p:pic>
        <p:nvPicPr>
          <p:cNvPr id="10" name="Picture 10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033433DB-8E47-430F-91BB-69602A319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296" y="2276856"/>
            <a:ext cx="2057400" cy="1152144"/>
          </a:xfrm>
          <a:prstGeom prst="rect">
            <a:avLst/>
          </a:prstGeom>
        </p:spPr>
      </p:pic>
      <p:pic>
        <p:nvPicPr>
          <p:cNvPr id="14" name="Picture 14" descr="A picture containing clipart&#10;&#10;Description generated with very high confidence">
            <a:extLst>
              <a:ext uri="{FF2B5EF4-FFF2-40B4-BE49-F238E27FC236}">
                <a16:creationId xmlns:a16="http://schemas.microsoft.com/office/drawing/2014/main" id="{9DE35B47-9378-4DC0-A386-6337330C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919" y="2301322"/>
            <a:ext cx="2057400" cy="1155998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AC8219CD-C41D-4DAD-A6D6-9946221167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9736" y="2024857"/>
            <a:ext cx="1607344" cy="1607344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9E236B0E-EDC2-42B1-8F71-B5031E80F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7528" y="4365104"/>
            <a:ext cx="1708924" cy="1301354"/>
          </a:xfrm>
          <a:prstGeom prst="rect">
            <a:avLst/>
          </a:prstGeom>
        </p:spPr>
      </p:pic>
      <p:pic>
        <p:nvPicPr>
          <p:cNvPr id="1026" name="Picture 2" descr="Image result for python programming">
            <a:extLst>
              <a:ext uri="{FF2B5EF4-FFF2-40B4-BE49-F238E27FC236}">
                <a16:creationId xmlns:a16="http://schemas.microsoft.com/office/drawing/2014/main" id="{AEB30703-6013-4741-BF89-8BCB3C85F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764" y="4452498"/>
            <a:ext cx="1152128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1D5F38-BD69-AECE-5475-39B3A63F50A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4870" t="30387" r="13158"/>
          <a:stretch/>
        </p:blipFill>
        <p:spPr>
          <a:xfrm>
            <a:off x="1109862" y="1914518"/>
            <a:ext cx="2148676" cy="1717683"/>
          </a:xfrm>
          <a:prstGeom prst="rect">
            <a:avLst/>
          </a:prstGeom>
        </p:spPr>
      </p:pic>
      <p:pic>
        <p:nvPicPr>
          <p:cNvPr id="3" name="Picture 2" descr="Packet Tracer, GNS3, and Cisco VIRL">
            <a:extLst>
              <a:ext uri="{FF2B5EF4-FFF2-40B4-BE49-F238E27FC236}">
                <a16:creationId xmlns:a16="http://schemas.microsoft.com/office/drawing/2014/main" id="{A52E0775-FAFD-B331-15EA-A3EF559C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946" y="4196163"/>
            <a:ext cx="2154268" cy="1593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7804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A4CD5CB-D209-4D70-8CA4-629731C59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AF4E39-C562-F226-D5B0-870E9599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1110" y="639097"/>
            <a:ext cx="3401961" cy="36860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tx1">
                    <a:lumMod val="85000"/>
                    <a:lumOff val="15000"/>
                  </a:schemeClr>
                </a:solidFill>
              </a:rPr>
              <a:t>Cisco NetAcad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4C1EA-B84C-420E-E60F-6EB6A4F60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b="0" i="0" cap="all" spc="2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highlight>
                  <a:srgbClr val="F8F8F8"/>
                </a:highlight>
                <a:latin typeface="+mj-lt"/>
              </a:rPr>
              <a:t>You will complete up to and including Module 11</a:t>
            </a:r>
            <a:endParaRPr lang="en-US" cap="all" spc="2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55CEC4-09E1-7E30-93CB-90C61E825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422" y="640081"/>
            <a:ext cx="5631371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6A2BAE-B461-4B55-8E1F-0722ABDD1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343400"/>
            <a:ext cx="32004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C27B90-DF2B-4D00-BA07-18ED774CD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3ACC25-C262-417A-8AA9-0641C772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950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6E9BB-16F3-0C52-9ED2-06B4F9773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14"/>
            <a:ext cx="10515600" cy="662396"/>
          </a:xfrm>
        </p:spPr>
        <p:txBody>
          <a:bodyPr anchor="ctr">
            <a:normAutofit/>
          </a:bodyPr>
          <a:lstStyle/>
          <a:p>
            <a:pPr algn="ctr"/>
            <a:r>
              <a:rPr lang="en-US" sz="4100" b="1" dirty="0"/>
              <a:t>What is Cisco Network Academy?</a:t>
            </a:r>
          </a:p>
        </p:txBody>
      </p:sp>
      <p:sp>
        <p:nvSpPr>
          <p:cNvPr id="3" name="Upfront costs…">
            <a:extLst>
              <a:ext uri="{FF2B5EF4-FFF2-40B4-BE49-F238E27FC236}">
                <a16:creationId xmlns:a16="http://schemas.microsoft.com/office/drawing/2014/main" id="{00F76E7B-F1F5-B665-866F-48312C80027A}"/>
              </a:ext>
            </a:extLst>
          </p:cNvPr>
          <p:cNvSpPr txBox="1">
            <a:spLocks/>
          </p:cNvSpPr>
          <p:nvPr/>
        </p:nvSpPr>
        <p:spPr>
          <a:xfrm>
            <a:off x="127590" y="1589172"/>
            <a:ext cx="11884430" cy="39496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6147" marR="0" indent="-4561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1pPr>
            <a:lvl2pPr marL="1482481" marR="0" indent="-570184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2pPr>
            <a:lvl3pPr marL="2508815" marR="0" indent="-684221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3pPr>
            <a:lvl4pPr marL="3497137" marR="0" indent="-760246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4pPr>
            <a:lvl5pPr marL="4409434" marR="0" indent="-760247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5pPr>
            <a:lvl6pPr marL="5343452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6pPr>
            <a:lvl7pPr marL="6255749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7pPr>
            <a:lvl8pPr marL="7168047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8pPr>
            <a:lvl9pPr marL="8080343" marR="0" indent="-781968" algn="l" defTabSz="1824594" rtl="0" eaLnBrk="1" latinLnBrk="0" hangingPunct="1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6000" b="0" i="0" u="none" strike="noStrike" kern="1200" cap="none" spc="0" baseline="0">
                <a:solidFill>
                  <a:srgbClr val="000000"/>
                </a:solidFill>
                <a:uFillTx/>
                <a:latin typeface="Halcyon Regular"/>
                <a:ea typeface="Halcyon Regular"/>
                <a:cs typeface="Halcyon Regular"/>
                <a:sym typeface="Halcyon Regular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dirty="0"/>
              <a:t>Cisco Networking Academy is a global IT and cybersecurity education program that provides best-in-class courses, tools, and resources to help people from all backgrounds participate in the digital economy.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CBB6BB-9D59-C93A-4548-4A036621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4005064"/>
            <a:ext cx="10515600" cy="19164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37403C-DD6E-DAAA-0E4A-E88966C3F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8922" y="614150"/>
            <a:ext cx="5796706" cy="97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0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CBBEA-2CC1-EEC2-42FF-13A3982BD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14" y="242114"/>
            <a:ext cx="10813940" cy="1162939"/>
          </a:xfrm>
        </p:spPr>
        <p:txBody>
          <a:bodyPr>
            <a:noAutofit/>
          </a:bodyPr>
          <a:lstStyle/>
          <a:p>
            <a:pPr marL="0" marR="0" lvl="0" indent="0" algn="ctr" fontAlgn="auto">
              <a:spcAft>
                <a:spcPts val="0"/>
              </a:spcAft>
              <a:tabLst/>
              <a:defRPr/>
            </a:pPr>
            <a:r>
              <a:rPr lang="en-US" sz="4100" b="1" dirty="0" err="1"/>
              <a:t>Netacad</a:t>
            </a:r>
            <a:r>
              <a:rPr lang="en-US" sz="4100" b="1" dirty="0"/>
              <a:t> Students Around the Worlds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223A854E-61E1-55F4-0EDF-BC9E1D220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14" y="1544753"/>
            <a:ext cx="10813940" cy="258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9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5191"/>
            <a:ext cx="11709399" cy="1010068"/>
          </a:xfrm>
        </p:spPr>
        <p:txBody>
          <a:bodyPr>
            <a:normAutofit/>
          </a:bodyPr>
          <a:lstStyle/>
          <a:p>
            <a:pPr algn="ctr"/>
            <a:r>
              <a:rPr lang="en-US" sz="4600" b="1" dirty="0"/>
              <a:t>Networks and Cybersecurity Jobs in Ireland</a:t>
            </a:r>
            <a:endParaRPr lang="en-US" altLang="en-US" sz="46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1DDBB2-A691-25E2-6F43-47ABBB744C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862"/>
          <a:stretch/>
        </p:blipFill>
        <p:spPr>
          <a:xfrm>
            <a:off x="457200" y="2728861"/>
            <a:ext cx="3790387" cy="3592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5486D1-B36D-6143-B8FE-6FEB6C59B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925" y="1412776"/>
            <a:ext cx="3101997" cy="45733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37F152-7AF0-7BFF-26A1-806733906C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33" y="907935"/>
            <a:ext cx="4694467" cy="153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96182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F7C8-7171-59FC-A6B1-B4282709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990" y="167269"/>
            <a:ext cx="11160512" cy="107051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100" b="1" dirty="0"/>
              <a:t>Jobs Market for Networking and Cyber Security Graduates</a:t>
            </a:r>
            <a:endParaRPr lang="en-GB" sz="4100" b="1" dirty="0"/>
          </a:p>
        </p:txBody>
      </p:sp>
      <p:pic>
        <p:nvPicPr>
          <p:cNvPr id="6" name="Picture 5" descr="Graphical user interface, text, website&#10;&#10;Description automatically generated">
            <a:extLst>
              <a:ext uri="{FF2B5EF4-FFF2-40B4-BE49-F238E27FC236}">
                <a16:creationId xmlns:a16="http://schemas.microsoft.com/office/drawing/2014/main" id="{C5AC4B4C-FBB5-D424-E1B5-A5DB48C6F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262" y="1174285"/>
            <a:ext cx="6825475" cy="37802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7D321E-EDC2-3E6C-18B5-CECE8E5B3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0864" y="4954548"/>
            <a:ext cx="8330271" cy="123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12100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7F7C8-7171-59FC-A6B1-B4282709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2396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 sz="4100" b="1"/>
              <a:t>Career Path</a:t>
            </a:r>
            <a:endParaRPr lang="en-GB" sz="41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FFE09B-4230-1C92-01AD-8ED2D3721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96" y="1027522"/>
            <a:ext cx="10930704" cy="54653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29993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>
          <a:xfrm>
            <a:off x="296901" y="190672"/>
            <a:ext cx="10515600" cy="662396"/>
          </a:xfrm>
        </p:spPr>
        <p:txBody>
          <a:bodyPr>
            <a:normAutofit/>
          </a:bodyPr>
          <a:lstStyle/>
          <a:p>
            <a:pPr algn="ctr"/>
            <a:r>
              <a:rPr lang="en-US" sz="3700" b="1" dirty="0"/>
              <a:t>Cisco Certifications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65993D-3505-4BBC-D7C3-FD52332E1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908720"/>
            <a:ext cx="8850135" cy="536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49558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E14809C-AB06-455C-9E09-733EC00DD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612D73-1056-4289-A977-92C9190C7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4C5A9E5-0F35-4AA6-AF26-B90A2D47B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93BDE6-B26A-314D-6A75-08BBD4E60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188" y="1508107"/>
            <a:ext cx="3816424" cy="45164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A7DC8C-E915-2F13-7DDD-AFF8C3545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761" y="1508107"/>
            <a:ext cx="5291666" cy="420687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D9DB69D-7E48-4FDF-806E-F0B4BF00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6BF69C-4724-4F8D-8EA6-1487E9C9C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6038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B534C-503D-172F-BE84-65D09A46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424" y="222773"/>
            <a:ext cx="10058400" cy="766133"/>
          </a:xfrm>
        </p:spPr>
        <p:txBody>
          <a:bodyPr/>
          <a:lstStyle/>
          <a:p>
            <a:r>
              <a:rPr lang="en-GB" dirty="0"/>
              <a:t>Using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EFE6-845C-27E9-BA04-F424284B8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052736"/>
            <a:ext cx="10058400" cy="4816358"/>
          </a:xfrm>
        </p:spPr>
        <p:txBody>
          <a:bodyPr>
            <a:normAutofit/>
          </a:bodyPr>
          <a:lstStyle/>
          <a:p>
            <a:pPr marL="628650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use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  <a:hlinkClick r:id="rId2"/>
              </a:rPr>
              <a:t>WSL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(windows subsystem for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linux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)</a:t>
            </a:r>
            <a:endParaRPr lang="en-GB" dirty="0">
              <a:solidFill>
                <a:srgbClr val="1D1C1D"/>
              </a:solidFill>
              <a:highlight>
                <a:srgbClr val="F8F8F8"/>
              </a:highlight>
              <a:latin typeface="Slack-Lato"/>
            </a:endParaRPr>
          </a:p>
          <a:p>
            <a:pPr marL="628650" indent="-6286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1D1C1D"/>
                </a:solidFill>
                <a:highlight>
                  <a:srgbClr val="F8F8F8"/>
                </a:highlight>
                <a:latin typeface="Slack-Lato"/>
              </a:rPr>
              <a:t>If using a Mac,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the standard Mac terminal will be perfect </a:t>
            </a:r>
          </a:p>
          <a:p>
            <a:pPr marL="292608" lvl="1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	NOTE: If you use the mac terminal then you are working and making changes to your actual OS</a:t>
            </a:r>
          </a:p>
          <a:p>
            <a:pPr marL="292608" lvl="1" indent="0">
              <a:buNone/>
            </a:pPr>
            <a:endParaRPr lang="en-GB" dirty="0">
              <a:solidFill>
                <a:srgbClr val="1D1C1D"/>
              </a:solidFill>
              <a:highlight>
                <a:srgbClr val="F8F8F8"/>
              </a:highlight>
              <a:latin typeface="Slack-Lato"/>
            </a:endParaRPr>
          </a:p>
          <a:p>
            <a:pPr marL="0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could use any emulator/any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virtualiser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software &amp; then install Linux on top of this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	(</a:t>
            </a:r>
            <a:r>
              <a:rPr lang="en-GB" dirty="0">
                <a:solidFill>
                  <a:srgbClr val="1D1C1D"/>
                </a:solidFill>
                <a:highlight>
                  <a:srgbClr val="F8F8F8"/>
                </a:highlight>
                <a:latin typeface="Slack-Lato"/>
              </a:rPr>
              <a:t>=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keeps your Linux completely separate from your work system)</a:t>
            </a:r>
          </a:p>
          <a:p>
            <a:pPr marL="921258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could install 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  <a:hlinkClick r:id="rId3"/>
              </a:rPr>
              <a:t>VirtualBox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&amp; then install </a:t>
            </a:r>
            <a:r>
              <a:rPr lang="en-GB" b="1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Lubuntu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onto this</a:t>
            </a:r>
          </a:p>
          <a:p>
            <a:pPr marL="1082992" lvl="2" indent="0">
              <a:buNone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VirtualBox also won’t install on a M1/M2 chip as they removed support for it </a:t>
            </a:r>
          </a:p>
          <a:p>
            <a:pPr marL="921258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use a UTM </a:t>
            </a:r>
            <a:r>
              <a:rPr lang="en-GB" b="0" i="0" dirty="0" err="1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virtualiser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 (</a:t>
            </a:r>
            <a:r>
              <a:rPr lang="en-GB" dirty="0"/>
              <a:t>was created for macOS &amp; only for Apple platforms</a:t>
            </a: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)</a:t>
            </a:r>
          </a:p>
          <a:p>
            <a:pPr marL="921258" lvl="1" indent="-628650">
              <a:buFont typeface="Wingdings" panose="05000000000000000000" pitchFamily="2" charset="2"/>
              <a:buChar char="v"/>
            </a:pPr>
            <a:r>
              <a:rPr lang="en-GB" b="0" i="0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You can install Lubuntu on a Raspberry Pi (the SD card will hold everything)</a:t>
            </a:r>
          </a:p>
          <a:p>
            <a:pPr marL="292608" lvl="1" indent="0">
              <a:buNone/>
            </a:pPr>
            <a:endParaRPr lang="en-GB" b="0" i="0" dirty="0">
              <a:solidFill>
                <a:srgbClr val="1D1C1D"/>
              </a:solidFill>
              <a:effectLst/>
              <a:highlight>
                <a:srgbClr val="F8F8F8"/>
              </a:highlight>
              <a:latin typeface="Slack-Lato"/>
            </a:endParaRPr>
          </a:p>
          <a:p>
            <a:pPr marL="292608" lvl="1" indent="0">
              <a:buNone/>
            </a:pPr>
            <a:endParaRPr lang="en-GB" b="0" i="0" dirty="0">
              <a:solidFill>
                <a:srgbClr val="1D1C1D"/>
              </a:solidFill>
              <a:effectLst/>
              <a:highlight>
                <a:srgbClr val="F8F8F8"/>
              </a:highlight>
              <a:latin typeface="Slack-Lato"/>
            </a:endParaRPr>
          </a:p>
          <a:p>
            <a:pPr marL="0" indent="0">
              <a:buNone/>
            </a:pPr>
            <a:r>
              <a:rPr lang="en-GB" b="0" i="1" dirty="0">
                <a:solidFill>
                  <a:srgbClr val="1D1C1D"/>
                </a:solidFill>
                <a:effectLst/>
                <a:highlight>
                  <a:srgbClr val="F8F8F8"/>
                </a:highlight>
                <a:latin typeface="Slack-Lato"/>
              </a:rPr>
              <a:t>My screenshots in the notes will be taken off my own Lubuntu that I've installed in VirtualBox</a:t>
            </a:r>
          </a:p>
          <a:p>
            <a:pPr marL="628650" indent="-628650">
              <a:buFont typeface="Wingdings" panose="05000000000000000000" pitchFamily="2" charset="2"/>
              <a:buChar char="v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717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065D8-EBFB-457E-B9B4-6B2F72283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2764" y="634947"/>
            <a:ext cx="3845379" cy="1450757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Assignment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4CCD8-3D76-40C7-ACC7-DC4706BDF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2764" y="2198914"/>
            <a:ext cx="3845379" cy="3670180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 b="1" dirty="0">
                <a:cs typeface="Calibri"/>
              </a:rPr>
              <a:t>100% Continuous Assessment</a:t>
            </a:r>
          </a:p>
          <a:p>
            <a:pPr lvl="1"/>
            <a:r>
              <a:rPr lang="en-US" dirty="0">
                <a:cs typeface="Calibri"/>
              </a:rPr>
              <a:t>35% Assignment 1/ Labs</a:t>
            </a:r>
          </a:p>
          <a:p>
            <a:pPr lvl="2"/>
            <a:r>
              <a:rPr lang="en-US" dirty="0">
                <a:cs typeface="Calibri"/>
              </a:rPr>
              <a:t>Computer Systems/Operating Systems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65% Assignment 2 / Networking Exercises</a:t>
            </a:r>
          </a:p>
          <a:p>
            <a:pPr lvl="2"/>
            <a:r>
              <a:rPr lang="en-US" dirty="0">
                <a:cs typeface="Calibri"/>
              </a:rPr>
              <a:t>Networking/Devices</a:t>
            </a:r>
          </a:p>
        </p:txBody>
      </p:sp>
      <p:pic>
        <p:nvPicPr>
          <p:cNvPr id="4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19C6A1DC-F8E5-43CF-93F7-E10E6D72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394" y="1224619"/>
            <a:ext cx="4088720" cy="40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888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724" y="457200"/>
            <a:ext cx="11274552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732" y="521208"/>
            <a:ext cx="11146536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0245B4-0D89-27A1-2304-BA34636B5B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3356" y="996532"/>
            <a:ext cx="10337292" cy="485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8577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68F9-23F3-4EC7-9705-BD320947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1346" y="332656"/>
            <a:ext cx="2767693" cy="1450757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/>
              </a:rPr>
              <a:t>Ethos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ECDA2-BD48-4B8D-AB0B-A531CA8C0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8614" y="2198914"/>
            <a:ext cx="2767693" cy="3670180"/>
          </a:xfrm>
        </p:spPr>
        <p:txBody>
          <a:bodyPr vert="horz" lIns="68580" tIns="34290" rIns="68580" bIns="34290" rtlCol="0">
            <a:normAutofit/>
          </a:bodyPr>
          <a:lstStyle/>
          <a:p>
            <a:r>
              <a:rPr lang="en-US" dirty="0">
                <a:cs typeface="Calibri"/>
              </a:rPr>
              <a:t>Focus on practical skills</a:t>
            </a:r>
          </a:p>
          <a:p>
            <a:r>
              <a:rPr lang="en-US" dirty="0">
                <a:cs typeface="Calibri"/>
              </a:rPr>
              <a:t>Good idea to stay current with module:</a:t>
            </a:r>
          </a:p>
          <a:p>
            <a:pPr lvl="1"/>
            <a:r>
              <a:rPr lang="en-US" dirty="0">
                <a:cs typeface="Calibri"/>
              </a:rPr>
              <a:t>Some lectures will require reading/viewing of talks before.</a:t>
            </a:r>
          </a:p>
          <a:p>
            <a:r>
              <a:rPr lang="en-US" dirty="0">
                <a:cs typeface="Calibri"/>
              </a:rPr>
              <a:t>Experiment/build something interesting:</a:t>
            </a:r>
          </a:p>
          <a:p>
            <a:pPr lvl="1"/>
            <a:r>
              <a:rPr lang="en-US" dirty="0">
                <a:cs typeface="Calibri"/>
              </a:rPr>
              <a:t>You will have the opportunity to propose your own assignment!</a:t>
            </a:r>
          </a:p>
          <a:p>
            <a:endParaRPr lang="en-US" dirty="0"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552E528-D5DC-4A74-8D08-A4979FCBB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50" r="914"/>
          <a:stretch/>
        </p:blipFill>
        <p:spPr>
          <a:xfrm>
            <a:off x="1847528" y="836712"/>
            <a:ext cx="5182351" cy="52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225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AA4B81-FF97-7D97-ACBD-F8901059A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Which will you use?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E17D87-C949-05E6-AB67-3A49265D4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7" y="1513704"/>
            <a:ext cx="10916463" cy="2729112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28763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Linux Basics: Linus IS case sensitive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endParaRPr lang="en-IE" sz="2400" b="1" i="1" dirty="0"/>
          </a:p>
          <a:p>
            <a:pPr marL="109728" indent="0">
              <a:buNone/>
            </a:pPr>
            <a:r>
              <a:rPr lang="en-IE" sz="2400" b="1" i="1" dirty="0"/>
              <a:t>Caroline.txt</a:t>
            </a:r>
            <a:r>
              <a:rPr lang="en-IE" sz="2400" b="1" dirty="0"/>
              <a:t> </a:t>
            </a:r>
            <a:r>
              <a:rPr lang="en-IE" sz="2400" dirty="0"/>
              <a:t>is not the same as </a:t>
            </a:r>
            <a:r>
              <a:rPr lang="en-IE" sz="2400" b="1" i="1" dirty="0"/>
              <a:t>caroline.txt</a:t>
            </a:r>
          </a:p>
          <a:p>
            <a:pPr marL="109728" indent="0">
              <a:buNone/>
            </a:pPr>
            <a:endParaRPr lang="en-IE" sz="2400" b="1" i="1" dirty="0"/>
          </a:p>
          <a:p>
            <a:r>
              <a:rPr lang="en-IE" dirty="0"/>
              <a:t>File &amp; Directory naming conventions (NO SPACES!!!)</a:t>
            </a:r>
          </a:p>
          <a:p>
            <a:pPr marL="109728" indent="0">
              <a:buNone/>
            </a:pPr>
            <a:r>
              <a:rPr lang="en-IE" sz="2400" b="1" i="1" dirty="0" err="1"/>
              <a:t>CarolineCahill</a:t>
            </a:r>
            <a:r>
              <a:rPr lang="en-IE" sz="2400" dirty="0"/>
              <a:t> is a good filename i.e. capitalising the first letter of each word</a:t>
            </a:r>
          </a:p>
          <a:p>
            <a:pPr marL="109728" indent="0">
              <a:buNone/>
            </a:pPr>
            <a:endParaRPr lang="en-IE" sz="2400" dirty="0"/>
          </a:p>
          <a:p>
            <a:r>
              <a:rPr lang="en-IE" dirty="0"/>
              <a:t>The Linux prompt (Shell prompt) ends with a </a:t>
            </a:r>
            <a:r>
              <a:rPr lang="en-IE" b="1" dirty="0"/>
              <a:t>$</a:t>
            </a:r>
            <a:r>
              <a:rPr lang="en-IE" dirty="0"/>
              <a:t> when logged in as a regular user</a:t>
            </a:r>
          </a:p>
        </p:txBody>
      </p:sp>
    </p:spTree>
    <p:extLst>
      <p:ext uri="{BB962C8B-B14F-4D97-AF65-F5344CB8AC3E}">
        <p14:creationId xmlns:p14="http://schemas.microsoft.com/office/powerpoint/2010/main" val="102493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1944" y="2249424"/>
            <a:ext cx="4618856" cy="4325112"/>
          </a:xfrm>
        </p:spPr>
        <p:txBody>
          <a:bodyPr>
            <a:normAutofit/>
          </a:bodyPr>
          <a:lstStyle/>
          <a:p>
            <a:r>
              <a:rPr lang="en-IE" sz="2800" dirty="0"/>
              <a:t>In Linux, the shell is </a:t>
            </a:r>
          </a:p>
          <a:p>
            <a:pPr marL="514350" indent="-514350">
              <a:buFont typeface="+mj-lt"/>
              <a:buAutoNum type="arabicPeriod"/>
            </a:pPr>
            <a:r>
              <a:rPr lang="en-IE" sz="2800" dirty="0"/>
              <a:t>a program that interprets commands  </a:t>
            </a:r>
          </a:p>
          <a:p>
            <a:pPr marL="514350" indent="-514350">
              <a:buFont typeface="+mj-lt"/>
              <a:buAutoNum type="arabicPeriod"/>
            </a:pPr>
            <a:r>
              <a:rPr lang="en-IE" sz="2800" dirty="0"/>
              <a:t>acts as an intermediary between the user and the inner workings of the OS</a:t>
            </a:r>
          </a:p>
          <a:p>
            <a:endParaRPr lang="en-IE" sz="2800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2132857"/>
            <a:ext cx="3135889" cy="3371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468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536" y="620688"/>
            <a:ext cx="8229600" cy="1066800"/>
          </a:xfrm>
        </p:spPr>
        <p:txBody>
          <a:bodyPr/>
          <a:lstStyle/>
          <a:p>
            <a:r>
              <a:rPr lang="en-IE" dirty="0"/>
              <a:t>Which Shell is your system using?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4" y="1975520"/>
            <a:ext cx="8208912" cy="2821632"/>
          </a:xfrm>
        </p:spPr>
        <p:txBody>
          <a:bodyPr>
            <a:normAutofit/>
          </a:bodyPr>
          <a:lstStyle/>
          <a:p>
            <a:r>
              <a:rPr lang="en-IE" dirty="0"/>
              <a:t>Find your system default by echoing the variable:</a:t>
            </a:r>
          </a:p>
          <a:p>
            <a:pPr marL="109728" indent="0">
              <a:buNone/>
            </a:pPr>
            <a:r>
              <a:rPr lang="en-IE" dirty="0"/>
              <a:t>			</a:t>
            </a:r>
            <a:r>
              <a:rPr lang="en-IE" b="1" dirty="0"/>
              <a:t>echo $SHELL</a:t>
            </a:r>
          </a:p>
          <a:p>
            <a:r>
              <a:rPr lang="en-IE" dirty="0"/>
              <a:t>To close a shell, simply type:</a:t>
            </a:r>
          </a:p>
          <a:p>
            <a:pPr marL="109728" indent="0">
              <a:buNone/>
            </a:pPr>
            <a:r>
              <a:rPr lang="en-IE" dirty="0"/>
              <a:t>			</a:t>
            </a:r>
            <a:r>
              <a:rPr lang="en-IE" b="1" dirty="0"/>
              <a:t>exit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586" y="4149081"/>
            <a:ext cx="6200775" cy="248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 5"/>
          <p:cNvSpPr/>
          <p:nvPr/>
        </p:nvSpPr>
        <p:spPr>
          <a:xfrm>
            <a:off x="3431704" y="3861048"/>
            <a:ext cx="1512168" cy="122413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TextBox 6"/>
          <p:cNvSpPr txBox="1"/>
          <p:nvPr/>
        </p:nvSpPr>
        <p:spPr>
          <a:xfrm>
            <a:off x="7429667" y="1589733"/>
            <a:ext cx="3066908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IE" sz="4000" b="1" dirty="0"/>
              <a:t>Try out what happens if you type “echo $shell”</a:t>
            </a:r>
          </a:p>
        </p:txBody>
      </p:sp>
    </p:spTree>
    <p:extLst>
      <p:ext uri="{BB962C8B-B14F-4D97-AF65-F5344CB8AC3E}">
        <p14:creationId xmlns:p14="http://schemas.microsoft.com/office/powerpoint/2010/main" val="1564213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Directory Tree Structure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1916832"/>
            <a:ext cx="5815821" cy="3135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156978" y="5595337"/>
            <a:ext cx="52034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4000" dirty="0"/>
              <a:t>Type the </a:t>
            </a:r>
            <a:r>
              <a:rPr lang="en-IE" sz="4000" b="1" i="1" dirty="0"/>
              <a:t>ls </a:t>
            </a:r>
            <a:r>
              <a:rPr lang="en-IE" sz="4000" dirty="0"/>
              <a:t>command</a:t>
            </a:r>
          </a:p>
        </p:txBody>
      </p:sp>
    </p:spTree>
    <p:extLst>
      <p:ext uri="{BB962C8B-B14F-4D97-AF65-F5344CB8AC3E}">
        <p14:creationId xmlns:p14="http://schemas.microsoft.com/office/powerpoint/2010/main" val="2843189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Directory Tree Structure: what does yours look like?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1916832"/>
            <a:ext cx="5875853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99456" y="5013177"/>
            <a:ext cx="86743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E" sz="4000" dirty="0"/>
              <a:t>Based on this hierarchy, can you</a:t>
            </a:r>
          </a:p>
          <a:p>
            <a:r>
              <a:rPr lang="en-IE" sz="4000" dirty="0"/>
              <a:t>visualise how your filesystem looks?</a:t>
            </a:r>
          </a:p>
        </p:txBody>
      </p:sp>
    </p:spTree>
    <p:extLst>
      <p:ext uri="{BB962C8B-B14F-4D97-AF65-F5344CB8AC3E}">
        <p14:creationId xmlns:p14="http://schemas.microsoft.com/office/powerpoint/2010/main" val="3526520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57897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877" y="643467"/>
            <a:ext cx="3467569" cy="557106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Basic file &amp; directory exercise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8973" y="0"/>
            <a:ext cx="761302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4206" y="643467"/>
            <a:ext cx="6104288" cy="5571065"/>
          </a:xfrm>
        </p:spPr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E" sz="1800" dirty="0">
                <a:solidFill>
                  <a:srgbClr val="FFFFFF"/>
                </a:solidFill>
              </a:rPr>
              <a:t>From home, create a new directory called </a:t>
            </a:r>
            <a:r>
              <a:rPr lang="en-IE" sz="1800" b="1" i="1" dirty="0" err="1">
                <a:solidFill>
                  <a:srgbClr val="FFFFFF"/>
                </a:solidFill>
              </a:rPr>
              <a:t>OnSiteSETU</a:t>
            </a:r>
            <a:endParaRPr lang="en-IE" sz="1800" b="1" i="1" dirty="0">
              <a:solidFill>
                <a:srgbClr val="FFFFFF"/>
              </a:solidFill>
            </a:endParaRPr>
          </a:p>
          <a:p>
            <a:pPr marL="292608" lvl="1" indent="0">
              <a:buNone/>
            </a:pPr>
            <a:endParaRPr lang="en-IE" b="1" i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92608" lvl="1" indent="0">
              <a:buNone/>
            </a:pPr>
            <a:r>
              <a:rPr lang="en-IE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$</a:t>
            </a:r>
            <a:r>
              <a:rPr lang="en-IE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mkdir</a:t>
            </a:r>
            <a:r>
              <a:rPr lang="en-IE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E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OnSiteSETU</a:t>
            </a:r>
            <a:endParaRPr lang="en-IE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E" sz="1800" b="1" i="1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E" sz="1800" dirty="0">
                <a:solidFill>
                  <a:srgbClr val="FFFFFF"/>
                </a:solidFill>
              </a:rPr>
              <a:t>Inside this </a:t>
            </a:r>
            <a:r>
              <a:rPr lang="en-IE" sz="18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OnSiteSETU</a:t>
            </a:r>
            <a:r>
              <a:rPr lang="en-IE" sz="1800" dirty="0">
                <a:solidFill>
                  <a:srgbClr val="FFFFFF"/>
                </a:solidFill>
              </a:rPr>
              <a:t> directory, create two subdirectories </a:t>
            </a:r>
            <a:r>
              <a:rPr lang="en-IE" sz="1800" b="1" i="1" dirty="0" err="1">
                <a:solidFill>
                  <a:srgbClr val="FFFFFF"/>
                </a:solidFill>
              </a:rPr>
              <a:t>caroline</a:t>
            </a:r>
            <a:r>
              <a:rPr lang="en-IE" sz="1800" i="1" dirty="0">
                <a:solidFill>
                  <a:srgbClr val="FFFFFF"/>
                </a:solidFill>
              </a:rPr>
              <a:t> and </a:t>
            </a:r>
            <a:r>
              <a:rPr lang="en-IE" sz="1800" b="1" i="1" dirty="0">
                <a:solidFill>
                  <a:srgbClr val="FFFFFF"/>
                </a:solidFill>
              </a:rPr>
              <a:t>frank </a:t>
            </a:r>
            <a:r>
              <a:rPr lang="en-IE" sz="1800" dirty="0">
                <a:solidFill>
                  <a:srgbClr val="FFFFFF"/>
                </a:solidFill>
              </a:rPr>
              <a:t>using the same </a:t>
            </a:r>
            <a:r>
              <a:rPr lang="en-IE" sz="1800" b="1" i="1" dirty="0" err="1">
                <a:solidFill>
                  <a:srgbClr val="FFFFFF"/>
                </a:solidFill>
              </a:rPr>
              <a:t>mkdir</a:t>
            </a:r>
            <a:r>
              <a:rPr lang="en-IE" sz="1800" dirty="0">
                <a:solidFill>
                  <a:srgbClr val="FFFFFF"/>
                </a:solidFill>
              </a:rPr>
              <a:t> command</a:t>
            </a:r>
          </a:p>
          <a:p>
            <a:pPr marL="457200" indent="-457200">
              <a:buFont typeface="+mj-lt"/>
              <a:buAutoNum type="arabicPeriod"/>
            </a:pPr>
            <a:endParaRPr lang="en-IE" sz="18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E" sz="1800" dirty="0">
                <a:solidFill>
                  <a:srgbClr val="FFFFFF"/>
                </a:solidFill>
              </a:rPr>
              <a:t>Check they’re actually created.. [HOW??]</a:t>
            </a:r>
          </a:p>
        </p:txBody>
      </p:sp>
    </p:spTree>
    <p:extLst>
      <p:ext uri="{BB962C8B-B14F-4D97-AF65-F5344CB8AC3E}">
        <p14:creationId xmlns:p14="http://schemas.microsoft.com/office/powerpoint/2010/main" val="3762264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847228"/>
          </a:xfrm>
        </p:spPr>
        <p:txBody>
          <a:bodyPr/>
          <a:lstStyle/>
          <a:p>
            <a:r>
              <a:rPr lang="en-IE" dirty="0"/>
              <a:t>Solution:</a:t>
            </a:r>
          </a:p>
        </p:txBody>
      </p:sp>
      <p:graphicFrame>
        <p:nvGraphicFramePr>
          <p:cNvPr id="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6370712"/>
              </p:ext>
            </p:extLst>
          </p:nvPr>
        </p:nvGraphicFramePr>
        <p:xfrm>
          <a:off x="2346325" y="1846264"/>
          <a:ext cx="6702004" cy="44630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Arrow: Left 1">
            <a:extLst>
              <a:ext uri="{FF2B5EF4-FFF2-40B4-BE49-F238E27FC236}">
                <a16:creationId xmlns:a16="http://schemas.microsoft.com/office/drawing/2014/main" id="{FD0590AB-AC10-6E4C-CD05-8073D47025BE}"/>
              </a:ext>
            </a:extLst>
          </p:cNvPr>
          <p:cNvSpPr/>
          <p:nvPr/>
        </p:nvSpPr>
        <p:spPr>
          <a:xfrm>
            <a:off x="7896200" y="3573016"/>
            <a:ext cx="3456384" cy="2880320"/>
          </a:xfrm>
          <a:prstGeom prst="leftArrow">
            <a:avLst>
              <a:gd name="adj1" fmla="val 50000"/>
              <a:gd name="adj2" fmla="val 3106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800" dirty="0"/>
              <a:t>Create another subdirectory </a:t>
            </a:r>
            <a:r>
              <a:rPr lang="en-IE" sz="1800" b="1" dirty="0" err="1"/>
              <a:t>tempAnyFile</a:t>
            </a:r>
            <a:r>
              <a:rPr lang="en-IE" sz="1800" b="1" dirty="0"/>
              <a:t> </a:t>
            </a:r>
            <a:r>
              <a:rPr lang="en-IE" sz="1800" dirty="0"/>
              <a:t>inside the </a:t>
            </a:r>
            <a:r>
              <a:rPr lang="en-IE" sz="1800" b="1" dirty="0"/>
              <a:t>frank</a:t>
            </a:r>
            <a:r>
              <a:rPr lang="en-IE" sz="1800" dirty="0"/>
              <a:t> directory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20293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House">
            <a:extLst>
              <a:ext uri="{FF2B5EF4-FFF2-40B4-BE49-F238E27FC236}">
                <a16:creationId xmlns:a16="http://schemas.microsoft.com/office/drawing/2014/main" id="{D26BDAF4-D816-23D6-DAF4-E3A5B6F4C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99" y="1296626"/>
            <a:ext cx="4001315" cy="400131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11825" y="692696"/>
            <a:ext cx="7037918" cy="5176398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E" sz="2400" dirty="0"/>
              <a:t>Type </a:t>
            </a:r>
            <a:r>
              <a:rPr lang="en-IE" sz="2600" b="1" dirty="0"/>
              <a:t>$cd ../ </a:t>
            </a:r>
            <a:r>
              <a:rPr lang="en-IE" sz="2400" dirty="0"/>
              <a:t>to return home </a:t>
            </a:r>
          </a:p>
          <a:p>
            <a:pPr marL="749808" lvl="1" indent="-457200"/>
            <a:r>
              <a:rPr lang="en-IE" sz="2200" dirty="0"/>
              <a:t>how can you check that you’re home?</a:t>
            </a:r>
          </a:p>
          <a:p>
            <a:pPr marL="457200" indent="-457200">
              <a:buFont typeface="+mj-lt"/>
              <a:buAutoNum type="arabicPeriod"/>
            </a:pPr>
            <a:endParaRPr lang="en-IE" sz="2400" dirty="0"/>
          </a:p>
          <a:p>
            <a:pPr marL="457200" indent="-457200">
              <a:buFont typeface="+mj-lt"/>
              <a:buAutoNum type="arabicPeriod"/>
            </a:pPr>
            <a:r>
              <a:rPr lang="en-IE" sz="2400" dirty="0"/>
              <a:t>From home, delete(remove) the empty </a:t>
            </a:r>
            <a:r>
              <a:rPr lang="en-IE" sz="2400" b="1" i="1" dirty="0" err="1"/>
              <a:t>caroline</a:t>
            </a:r>
            <a:r>
              <a:rPr lang="en-IE" sz="2400" b="1" i="1" dirty="0"/>
              <a:t> </a:t>
            </a:r>
            <a:r>
              <a:rPr lang="en-IE" sz="2400" dirty="0"/>
              <a:t>directory using the </a:t>
            </a:r>
            <a:r>
              <a:rPr lang="en-IE" sz="2400" b="1" dirty="0"/>
              <a:t>rm</a:t>
            </a:r>
            <a:r>
              <a:rPr lang="en-IE" sz="2400" dirty="0"/>
              <a:t> command</a:t>
            </a:r>
          </a:p>
          <a:p>
            <a:pPr marL="457200" indent="-457200">
              <a:buFont typeface="+mj-lt"/>
              <a:buAutoNum type="arabicPeriod"/>
            </a:pPr>
            <a:endParaRPr lang="en-IE" sz="2400" dirty="0"/>
          </a:p>
          <a:p>
            <a:pPr marL="749808" lvl="1" indent="-457200"/>
            <a:r>
              <a:rPr lang="en-IE" sz="2200" dirty="0"/>
              <a:t>Do you get an error? Try adding the </a:t>
            </a:r>
            <a:r>
              <a:rPr lang="en-IE" sz="2200" b="1" dirty="0"/>
              <a:t>–r</a:t>
            </a:r>
            <a:r>
              <a:rPr lang="en-IE" sz="2200" dirty="0"/>
              <a:t> argument</a:t>
            </a:r>
          </a:p>
          <a:p>
            <a:pPr marL="91440" lvl="1" indent="-91440" algn="ctr">
              <a:spcBef>
                <a:spcPts val="1200"/>
              </a:spcBef>
              <a:spcAft>
                <a:spcPts val="200"/>
              </a:spcAft>
              <a:buSzPct val="100000"/>
              <a:buFont typeface="Calibri" panose="020F0502020204030204" pitchFamily="34" charset="0"/>
              <a:buChar char=" "/>
            </a:pPr>
            <a:r>
              <a:rPr lang="en-IE" sz="2600" b="1" dirty="0"/>
              <a:t>$rm –r </a:t>
            </a:r>
            <a:r>
              <a:rPr lang="en-IE" sz="2600" b="1" dirty="0" err="1"/>
              <a:t>caroline</a:t>
            </a:r>
            <a:endParaRPr lang="en-IE" sz="2600" b="1" dirty="0"/>
          </a:p>
          <a:p>
            <a:pPr marL="749808" lvl="1" indent="-457200"/>
            <a:r>
              <a:rPr lang="en-IE" sz="2200" dirty="0"/>
              <a:t>Check it’s removed … how?</a:t>
            </a:r>
          </a:p>
          <a:p>
            <a:pPr marL="292608" lvl="1" indent="0">
              <a:buNone/>
            </a:pPr>
            <a:endParaRPr lang="en-IE" sz="2000" dirty="0"/>
          </a:p>
          <a:p>
            <a:r>
              <a:rPr lang="en-IE" sz="2400" dirty="0"/>
              <a:t>3. From here, check that the </a:t>
            </a:r>
            <a:r>
              <a:rPr lang="en-IE" sz="2400" b="1" i="1" dirty="0" err="1"/>
              <a:t>tempAnyFile</a:t>
            </a:r>
            <a:r>
              <a:rPr lang="en-IE" sz="2400" dirty="0"/>
              <a:t> exists using </a:t>
            </a:r>
          </a:p>
          <a:p>
            <a:pPr algn="ctr"/>
            <a:r>
              <a:rPr lang="en-IE" sz="2600" b="1" dirty="0"/>
              <a:t>$ls frank</a:t>
            </a:r>
          </a:p>
          <a:p>
            <a:endParaRPr lang="en-IE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511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Command Manual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Every command has it’s own manual page</a:t>
            </a:r>
          </a:p>
          <a:p>
            <a:endParaRPr lang="en-IE" dirty="0"/>
          </a:p>
          <a:p>
            <a:r>
              <a:rPr lang="en-IE" sz="3200" b="1" dirty="0"/>
              <a:t>man &lt;&lt;command&gt;&gt;</a:t>
            </a:r>
          </a:p>
          <a:p>
            <a:endParaRPr lang="en-IE" dirty="0"/>
          </a:p>
          <a:p>
            <a:r>
              <a:rPr lang="en-IE" dirty="0"/>
              <a:t>Try it out:</a:t>
            </a:r>
          </a:p>
          <a:p>
            <a:pPr marL="109728" indent="0">
              <a:buNone/>
            </a:pPr>
            <a:r>
              <a:rPr lang="en-IE" dirty="0"/>
              <a:t>	</a:t>
            </a:r>
          </a:p>
          <a:p>
            <a:pPr marL="109728" indent="0">
              <a:buNone/>
            </a:pPr>
            <a:endParaRPr lang="en-IE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28244-A3AA-47F9-8E72-BBADBF2D3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4437112"/>
            <a:ext cx="4381500" cy="238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E6F381-6556-473C-A3E4-F1235890F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576" y="4869160"/>
            <a:ext cx="5019675" cy="18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47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>
                <a:solidFill>
                  <a:srgbClr val="FF0000"/>
                </a:solidFill>
              </a:rPr>
              <a:t>Don’t forget Linux IS </a:t>
            </a:r>
            <a:r>
              <a:rPr lang="en-IE" b="1" u="sng" dirty="0">
                <a:solidFill>
                  <a:srgbClr val="FF0000"/>
                </a:solidFill>
              </a:rPr>
              <a:t>case sensitive</a:t>
            </a:r>
            <a:r>
              <a:rPr lang="en-IE" dirty="0">
                <a:solidFill>
                  <a:srgbClr val="FF0000"/>
                </a:solidFill>
              </a:rPr>
              <a:t>!!!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7FE8D7-5FDF-AF58-E2D4-5849DF91C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634909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43166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A2D0DF8A416347BE8F7260D5F40349" ma:contentTypeVersion="18" ma:contentTypeDescription="Create a new document." ma:contentTypeScope="" ma:versionID="6a2dd9a0ec2d896e1f7b4825e9068e4d">
  <xsd:schema xmlns:xsd="http://www.w3.org/2001/XMLSchema" xmlns:xs="http://www.w3.org/2001/XMLSchema" xmlns:p="http://schemas.microsoft.com/office/2006/metadata/properties" xmlns:ns3="335fcb58-84a9-49cc-8714-397aeb490fa5" xmlns:ns4="c1bbadab-db93-4de4-9545-75aad956678f" targetNamespace="http://schemas.microsoft.com/office/2006/metadata/properties" ma:root="true" ma:fieldsID="5d3ba6934b2ded9de723029028ec9630" ns3:_="" ns4:_="">
    <xsd:import namespace="335fcb58-84a9-49cc-8714-397aeb490fa5"/>
    <xsd:import namespace="c1bbadab-db93-4de4-9545-75aad956678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5fcb58-84a9-49cc-8714-397aeb490fa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bbadab-db93-4de4-9545-75aad95667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bbadab-db93-4de4-9545-75aad956678f" xsi:nil="true"/>
  </documentManagement>
</p:properties>
</file>

<file path=customXml/itemProps1.xml><?xml version="1.0" encoding="utf-8"?>
<ds:datastoreItem xmlns:ds="http://schemas.openxmlformats.org/officeDocument/2006/customXml" ds:itemID="{AB443BBD-CC5E-49F1-82F5-623FEC5877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5fcb58-84a9-49cc-8714-397aeb490fa5"/>
    <ds:schemaRef ds:uri="c1bbadab-db93-4de4-9545-75aad95667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5AA561-A3CF-457B-8645-F3F6946010E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70BD03-56D3-47E9-BB71-9C405F007CBE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c1bbadab-db93-4de4-9545-75aad956678f"/>
    <ds:schemaRef ds:uri="335fcb58-84a9-49cc-8714-397aeb490fa5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1126</Words>
  <Application>Microsoft Office PowerPoint</Application>
  <PresentationFormat>Widescreen</PresentationFormat>
  <Paragraphs>159</Paragraphs>
  <Slides>30</Slides>
  <Notes>9</Notes>
  <HiddenSlides>11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Cambria</vt:lpstr>
      <vt:lpstr>Slack-Lato</vt:lpstr>
      <vt:lpstr>Times New Roman</vt:lpstr>
      <vt:lpstr>Wingdings</vt:lpstr>
      <vt:lpstr>Retrospect</vt:lpstr>
      <vt:lpstr>Welcome!!</vt:lpstr>
      <vt:lpstr>Computer Systems &amp; Networks </vt:lpstr>
      <vt:lpstr>Computer Systems &amp; Networks </vt:lpstr>
      <vt:lpstr>PowerPoint Presentation</vt:lpstr>
      <vt:lpstr>PowerPoint Presentation</vt:lpstr>
      <vt:lpstr>Module Overview(Tentative):</vt:lpstr>
      <vt:lpstr>Development Tech (tentative)</vt:lpstr>
      <vt:lpstr>Cisco NetAcad</vt:lpstr>
      <vt:lpstr>What is Cisco Network Academy?</vt:lpstr>
      <vt:lpstr>Netacad Students Around the Worlds</vt:lpstr>
      <vt:lpstr>Networks and Cybersecurity Jobs in Ireland</vt:lpstr>
      <vt:lpstr>Jobs Market for Networking and Cyber Security Graduates</vt:lpstr>
      <vt:lpstr>Career Path</vt:lpstr>
      <vt:lpstr>Cisco Certifications</vt:lpstr>
      <vt:lpstr>PowerPoint Presentation</vt:lpstr>
      <vt:lpstr>Using Linux</vt:lpstr>
      <vt:lpstr>Assignment Structure</vt:lpstr>
      <vt:lpstr>PowerPoint Presentation</vt:lpstr>
      <vt:lpstr>Ethos</vt:lpstr>
      <vt:lpstr>Which will you use?</vt:lpstr>
      <vt:lpstr>Linux Basics: Linus IS case sensitive</vt:lpstr>
      <vt:lpstr>The Shell</vt:lpstr>
      <vt:lpstr>Which Shell is your system using?</vt:lpstr>
      <vt:lpstr>Directory Tree Structure</vt:lpstr>
      <vt:lpstr>Directory Tree Structure: what does yours look like?</vt:lpstr>
      <vt:lpstr>Basic file &amp; directory exercise</vt:lpstr>
      <vt:lpstr>Solution:</vt:lpstr>
      <vt:lpstr>PowerPoint Presentation</vt:lpstr>
      <vt:lpstr>Command Manual </vt:lpstr>
      <vt:lpstr>Don’t forget Linux IS case sensitive!!!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Welcome!!</dc:title>
  <dc:creator>Frank X Walsh</dc:creator>
  <cp:lastModifiedBy>Frank Walsh</cp:lastModifiedBy>
  <cp:revision>31</cp:revision>
  <dcterms:created xsi:type="dcterms:W3CDTF">2019-06-12T08:50:35Z</dcterms:created>
  <dcterms:modified xsi:type="dcterms:W3CDTF">2025-05-22T06:05:22Z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0x010100ACA2D0DF8A416347BE8F7260D5F40349</vt:lpwstr>
  </property>
</Properties>
</file>