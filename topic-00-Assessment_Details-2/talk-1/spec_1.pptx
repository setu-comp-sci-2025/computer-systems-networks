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0" r:id="rId4"/>
    <p:sldId id="258" r:id="rId5"/>
    <p:sldId id="263" r:id="rId6"/>
    <p:sldId id="272" r:id="rId7"/>
    <p:sldId id="273" r:id="rId8"/>
    <p:sldId id="265" r:id="rId9"/>
    <p:sldId id="264" r:id="rId10"/>
    <p:sldId id="274" r:id="rId11"/>
    <p:sldId id="259" r:id="rId12"/>
    <p:sldId id="267" r:id="rId13"/>
    <p:sldId id="269" r:id="rId14"/>
    <p:sldId id="270" r:id="rId15"/>
    <p:sldId id="271" r:id="rId16"/>
    <p:sldId id="261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8" y="1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94BE11-AD9A-4D3F-8327-00410A017BDB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7FA72D0-2B3D-4267-9ABC-F7C8BFDBA582}">
      <dgm:prSet/>
      <dgm:spPr/>
      <dgm:t>
        <a:bodyPr/>
        <a:lstStyle/>
        <a:p>
          <a:r>
            <a:rPr lang="en-US"/>
            <a:t>Data Source</a:t>
          </a:r>
        </a:p>
      </dgm:t>
    </dgm:pt>
    <dgm:pt modelId="{0EF37CAB-026D-4093-A69B-C7517B48B77F}" type="parTrans" cxnId="{CBF0D990-2EE6-46F6-BEED-A83245B03CB9}">
      <dgm:prSet/>
      <dgm:spPr/>
      <dgm:t>
        <a:bodyPr/>
        <a:lstStyle/>
        <a:p>
          <a:endParaRPr lang="en-US"/>
        </a:p>
      </dgm:t>
    </dgm:pt>
    <dgm:pt modelId="{CFA7FA4D-0D27-420B-B1D8-87E889EECF3C}" type="sibTrans" cxnId="{CBF0D990-2EE6-46F6-BEED-A83245B03CB9}">
      <dgm:prSet/>
      <dgm:spPr/>
      <dgm:t>
        <a:bodyPr/>
        <a:lstStyle/>
        <a:p>
          <a:endParaRPr lang="en-US"/>
        </a:p>
      </dgm:t>
    </dgm:pt>
    <dgm:pt modelId="{47FDF619-B1B3-4CB9-BEB7-B8F503513635}">
      <dgm:prSet/>
      <dgm:spPr/>
      <dgm:t>
        <a:bodyPr/>
        <a:lstStyle/>
        <a:p>
          <a:r>
            <a:rPr lang="en-US" dirty="0" err="1">
              <a:cs typeface="Calibri Light"/>
            </a:rPr>
            <a:t>SenseHAT</a:t>
          </a:r>
          <a:r>
            <a:rPr lang="en-US" dirty="0">
              <a:cs typeface="Calibri Light"/>
            </a:rPr>
            <a:t>, Camera, Packet Tracer, External API</a:t>
          </a:r>
          <a:endParaRPr lang="en-US" dirty="0"/>
        </a:p>
      </dgm:t>
    </dgm:pt>
    <dgm:pt modelId="{C47B255D-401D-45C0-8370-D260EC64BCD2}" type="parTrans" cxnId="{12D58117-E010-4A19-A6CD-A3225D2E83BB}">
      <dgm:prSet/>
      <dgm:spPr/>
      <dgm:t>
        <a:bodyPr/>
        <a:lstStyle/>
        <a:p>
          <a:endParaRPr lang="en-US"/>
        </a:p>
      </dgm:t>
    </dgm:pt>
    <dgm:pt modelId="{60ED9F88-243F-4312-92DB-56AA83102C96}" type="sibTrans" cxnId="{12D58117-E010-4A19-A6CD-A3225D2E83BB}">
      <dgm:prSet/>
      <dgm:spPr/>
      <dgm:t>
        <a:bodyPr/>
        <a:lstStyle/>
        <a:p>
          <a:endParaRPr lang="en-US"/>
        </a:p>
      </dgm:t>
    </dgm:pt>
    <dgm:pt modelId="{698CFB2E-C33E-4132-B20B-21B35C287A65}">
      <dgm:prSet/>
      <dgm:spPr/>
      <dgm:t>
        <a:bodyPr/>
        <a:lstStyle/>
        <a:p>
          <a:r>
            <a:rPr lang="en-US"/>
            <a:t>Processing</a:t>
          </a:r>
        </a:p>
      </dgm:t>
    </dgm:pt>
    <dgm:pt modelId="{11AA9DBC-EF98-42DA-82FB-383CC9A896AD}" type="parTrans" cxnId="{876A7B67-C934-4421-B171-1152F1E16B1B}">
      <dgm:prSet/>
      <dgm:spPr/>
      <dgm:t>
        <a:bodyPr/>
        <a:lstStyle/>
        <a:p>
          <a:endParaRPr lang="en-US"/>
        </a:p>
      </dgm:t>
    </dgm:pt>
    <dgm:pt modelId="{29F1B91B-9435-4F72-B60B-7544576C1BB1}" type="sibTrans" cxnId="{876A7B67-C934-4421-B171-1152F1E16B1B}">
      <dgm:prSet/>
      <dgm:spPr/>
      <dgm:t>
        <a:bodyPr/>
        <a:lstStyle/>
        <a:p>
          <a:endParaRPr lang="en-US"/>
        </a:p>
      </dgm:t>
    </dgm:pt>
    <dgm:pt modelId="{C4E435FA-04AE-4B2B-BD39-CF390625F5F3}">
      <dgm:prSet/>
      <dgm:spPr/>
      <dgm:t>
        <a:bodyPr/>
        <a:lstStyle/>
        <a:p>
          <a:r>
            <a:rPr lang="en-US"/>
            <a:t>Some programmed logic: Theshold checks, Status Calculation, Event Detection(e.g. movement), Rules, Data processing(e.g. average, statistical analysis)</a:t>
          </a:r>
        </a:p>
      </dgm:t>
    </dgm:pt>
    <dgm:pt modelId="{6D24BD96-D262-402D-9C8A-5E0EE3E1C413}" type="parTrans" cxnId="{1E59D72B-D0B3-468C-93F1-D688FDFB4CAF}">
      <dgm:prSet/>
      <dgm:spPr/>
      <dgm:t>
        <a:bodyPr/>
        <a:lstStyle/>
        <a:p>
          <a:endParaRPr lang="en-US"/>
        </a:p>
      </dgm:t>
    </dgm:pt>
    <dgm:pt modelId="{937F2296-C37A-4759-8D77-03B62BF79303}" type="sibTrans" cxnId="{1E59D72B-D0B3-468C-93F1-D688FDFB4CAF}">
      <dgm:prSet/>
      <dgm:spPr/>
      <dgm:t>
        <a:bodyPr/>
        <a:lstStyle/>
        <a:p>
          <a:endParaRPr lang="en-US"/>
        </a:p>
      </dgm:t>
    </dgm:pt>
    <dgm:pt modelId="{1CA9D206-DC93-4DD1-AB65-869C474D465B}">
      <dgm:prSet/>
      <dgm:spPr/>
      <dgm:t>
        <a:bodyPr/>
        <a:lstStyle/>
        <a:p>
          <a:r>
            <a:rPr lang="en-US"/>
            <a:t>Networking</a:t>
          </a:r>
        </a:p>
      </dgm:t>
    </dgm:pt>
    <dgm:pt modelId="{9E144347-D40F-4D02-ADF9-6C7CC9A304BB}" type="parTrans" cxnId="{5B310B3C-BAF8-468C-B18D-BD074D527AEF}">
      <dgm:prSet/>
      <dgm:spPr/>
      <dgm:t>
        <a:bodyPr/>
        <a:lstStyle/>
        <a:p>
          <a:endParaRPr lang="en-US"/>
        </a:p>
      </dgm:t>
    </dgm:pt>
    <dgm:pt modelId="{B587BD99-C6A1-43F7-856C-3B30A3C88E74}" type="sibTrans" cxnId="{5B310B3C-BAF8-468C-B18D-BD074D527AEF}">
      <dgm:prSet/>
      <dgm:spPr/>
      <dgm:t>
        <a:bodyPr/>
        <a:lstStyle/>
        <a:p>
          <a:endParaRPr lang="en-US"/>
        </a:p>
      </dgm:t>
    </dgm:pt>
    <dgm:pt modelId="{2E15DC1F-55D5-4AD1-93E9-7E6DA3E64208}">
      <dgm:prSet/>
      <dgm:spPr/>
      <dgm:t>
        <a:bodyPr/>
        <a:lstStyle/>
        <a:p>
          <a:r>
            <a:rPr lang="en-US" dirty="0"/>
            <a:t>Use applicable networking/comms tech (MQTT, HTTP, TCP, UDP, or library that uses this (e.g. Blynk)</a:t>
          </a:r>
        </a:p>
      </dgm:t>
    </dgm:pt>
    <dgm:pt modelId="{CE273FBD-5363-4CFC-9C2F-3B7D9BBADA7B}" type="parTrans" cxnId="{C60CF315-8640-49DC-ABB7-ADFE97058854}">
      <dgm:prSet/>
      <dgm:spPr/>
      <dgm:t>
        <a:bodyPr/>
        <a:lstStyle/>
        <a:p>
          <a:endParaRPr lang="en-US"/>
        </a:p>
      </dgm:t>
    </dgm:pt>
    <dgm:pt modelId="{9E37183D-B4A4-41C4-8B28-FF409E9A9F8A}" type="sibTrans" cxnId="{C60CF315-8640-49DC-ABB7-ADFE97058854}">
      <dgm:prSet/>
      <dgm:spPr/>
      <dgm:t>
        <a:bodyPr/>
        <a:lstStyle/>
        <a:p>
          <a:endParaRPr lang="en-US"/>
        </a:p>
      </dgm:t>
    </dgm:pt>
    <dgm:pt modelId="{29E228D6-99BE-4E63-9B05-8E02187992D1}">
      <dgm:prSet/>
      <dgm:spPr/>
      <dgm:t>
        <a:bodyPr/>
        <a:lstStyle/>
        <a:p>
          <a:r>
            <a:rPr lang="en-US"/>
            <a:t>Application</a:t>
          </a:r>
        </a:p>
      </dgm:t>
    </dgm:pt>
    <dgm:pt modelId="{90498AB8-F99B-49AE-A57E-A9C6BFC41448}" type="parTrans" cxnId="{27D2C202-9F28-4D6F-AD34-24F38ABDB93F}">
      <dgm:prSet/>
      <dgm:spPr/>
      <dgm:t>
        <a:bodyPr/>
        <a:lstStyle/>
        <a:p>
          <a:endParaRPr lang="en-US"/>
        </a:p>
      </dgm:t>
    </dgm:pt>
    <dgm:pt modelId="{79C17891-D51F-4BE6-8D67-CE3BF7014B90}" type="sibTrans" cxnId="{27D2C202-9F28-4D6F-AD34-24F38ABDB93F}">
      <dgm:prSet/>
      <dgm:spPr/>
      <dgm:t>
        <a:bodyPr/>
        <a:lstStyle/>
        <a:p>
          <a:endParaRPr lang="en-US"/>
        </a:p>
      </dgm:t>
    </dgm:pt>
    <dgm:pt modelId="{AAC1596B-78E9-4C71-88F4-A1B1E03E9B25}">
      <dgm:prSet/>
      <dgm:spPr/>
      <dgm:t>
        <a:bodyPr/>
        <a:lstStyle/>
        <a:p>
          <a:r>
            <a:rPr lang="en-US" b="1"/>
            <a:t>At least one of: </a:t>
          </a:r>
          <a:r>
            <a:rPr lang="en-US"/>
            <a:t>User facing  output: Console, Web App/Dashboard (Blynk Mobile App/Web Dash),  DB log/history, Alerts/Notifications(e.g. email notification), Device-based(SenseHAT LED matrix)</a:t>
          </a:r>
        </a:p>
      </dgm:t>
    </dgm:pt>
    <dgm:pt modelId="{A69EA9A3-BB0D-48E4-964F-DDA18D1EF310}" type="parTrans" cxnId="{EB3A2450-BA84-4B9D-83DB-EEAA0A60BBC3}">
      <dgm:prSet/>
      <dgm:spPr/>
      <dgm:t>
        <a:bodyPr/>
        <a:lstStyle/>
        <a:p>
          <a:endParaRPr lang="en-US"/>
        </a:p>
      </dgm:t>
    </dgm:pt>
    <dgm:pt modelId="{44AF667C-851C-4AEF-8331-488DFFFF5744}" type="sibTrans" cxnId="{EB3A2450-BA84-4B9D-83DB-EEAA0A60BBC3}">
      <dgm:prSet/>
      <dgm:spPr/>
      <dgm:t>
        <a:bodyPr/>
        <a:lstStyle/>
        <a:p>
          <a:endParaRPr lang="en-US"/>
        </a:p>
      </dgm:t>
    </dgm:pt>
    <dgm:pt modelId="{2D77A473-EE23-45DA-8755-F2AC30217E8D}" type="pres">
      <dgm:prSet presAssocID="{4A94BE11-AD9A-4D3F-8327-00410A017BDB}" presName="Name0" presStyleCnt="0">
        <dgm:presLayoutVars>
          <dgm:dir/>
          <dgm:animLvl val="lvl"/>
          <dgm:resizeHandles val="exact"/>
        </dgm:presLayoutVars>
      </dgm:prSet>
      <dgm:spPr/>
    </dgm:pt>
    <dgm:pt modelId="{E99D3997-B713-45E8-9148-87FF2F853BEB}" type="pres">
      <dgm:prSet presAssocID="{29E228D6-99BE-4E63-9B05-8E02187992D1}" presName="boxAndChildren" presStyleCnt="0"/>
      <dgm:spPr/>
    </dgm:pt>
    <dgm:pt modelId="{F086C845-A0A5-484F-BD16-8E74068B5298}" type="pres">
      <dgm:prSet presAssocID="{29E228D6-99BE-4E63-9B05-8E02187992D1}" presName="parentTextBox" presStyleLbl="alignNode1" presStyleIdx="0" presStyleCnt="4"/>
      <dgm:spPr/>
    </dgm:pt>
    <dgm:pt modelId="{A79E8657-2ED4-40D8-94DB-DF145C240364}" type="pres">
      <dgm:prSet presAssocID="{29E228D6-99BE-4E63-9B05-8E02187992D1}" presName="descendantBox" presStyleLbl="bgAccFollowNode1" presStyleIdx="0" presStyleCnt="4"/>
      <dgm:spPr/>
    </dgm:pt>
    <dgm:pt modelId="{CD175FE9-8356-459D-966D-92CD30B24909}" type="pres">
      <dgm:prSet presAssocID="{B587BD99-C6A1-43F7-856C-3B30A3C88E74}" presName="sp" presStyleCnt="0"/>
      <dgm:spPr/>
    </dgm:pt>
    <dgm:pt modelId="{DB946296-2CE2-4FA6-B27D-9F54C92BE158}" type="pres">
      <dgm:prSet presAssocID="{1CA9D206-DC93-4DD1-AB65-869C474D465B}" presName="arrowAndChildren" presStyleCnt="0"/>
      <dgm:spPr/>
    </dgm:pt>
    <dgm:pt modelId="{A4789828-67A6-4219-AE98-A45B07950DA2}" type="pres">
      <dgm:prSet presAssocID="{1CA9D206-DC93-4DD1-AB65-869C474D465B}" presName="parentTextArrow" presStyleLbl="node1" presStyleIdx="0" presStyleCnt="0"/>
      <dgm:spPr/>
    </dgm:pt>
    <dgm:pt modelId="{A86DDACA-708B-4DD0-B540-C5383E893A7E}" type="pres">
      <dgm:prSet presAssocID="{1CA9D206-DC93-4DD1-AB65-869C474D465B}" presName="arrow" presStyleLbl="alignNode1" presStyleIdx="1" presStyleCnt="4"/>
      <dgm:spPr/>
    </dgm:pt>
    <dgm:pt modelId="{2C98250E-E0C0-44E1-BF0D-EAA93CCB55CF}" type="pres">
      <dgm:prSet presAssocID="{1CA9D206-DC93-4DD1-AB65-869C474D465B}" presName="descendantArrow" presStyleLbl="bgAccFollowNode1" presStyleIdx="1" presStyleCnt="4"/>
      <dgm:spPr/>
    </dgm:pt>
    <dgm:pt modelId="{4D10D6E4-4824-405C-9A66-FEC93A324F02}" type="pres">
      <dgm:prSet presAssocID="{29F1B91B-9435-4F72-B60B-7544576C1BB1}" presName="sp" presStyleCnt="0"/>
      <dgm:spPr/>
    </dgm:pt>
    <dgm:pt modelId="{6E34E737-C322-4027-A1CB-DD5DD0D717AE}" type="pres">
      <dgm:prSet presAssocID="{698CFB2E-C33E-4132-B20B-21B35C287A65}" presName="arrowAndChildren" presStyleCnt="0"/>
      <dgm:spPr/>
    </dgm:pt>
    <dgm:pt modelId="{A9E81EB3-4CCC-4C74-9B43-27986639CE67}" type="pres">
      <dgm:prSet presAssocID="{698CFB2E-C33E-4132-B20B-21B35C287A65}" presName="parentTextArrow" presStyleLbl="node1" presStyleIdx="0" presStyleCnt="0"/>
      <dgm:spPr/>
    </dgm:pt>
    <dgm:pt modelId="{8B5C2958-F889-4568-AF99-D4682E00A3D3}" type="pres">
      <dgm:prSet presAssocID="{698CFB2E-C33E-4132-B20B-21B35C287A65}" presName="arrow" presStyleLbl="alignNode1" presStyleIdx="2" presStyleCnt="4"/>
      <dgm:spPr/>
    </dgm:pt>
    <dgm:pt modelId="{0E9D9188-ECAE-4D37-ABCE-B6F514D0A197}" type="pres">
      <dgm:prSet presAssocID="{698CFB2E-C33E-4132-B20B-21B35C287A65}" presName="descendantArrow" presStyleLbl="bgAccFollowNode1" presStyleIdx="2" presStyleCnt="4"/>
      <dgm:spPr/>
    </dgm:pt>
    <dgm:pt modelId="{E4708072-8EDD-4672-B5E7-0E8503D1DC63}" type="pres">
      <dgm:prSet presAssocID="{CFA7FA4D-0D27-420B-B1D8-87E889EECF3C}" presName="sp" presStyleCnt="0"/>
      <dgm:spPr/>
    </dgm:pt>
    <dgm:pt modelId="{8A4BA707-9E40-4FCF-B6B0-071E7F6EAB5D}" type="pres">
      <dgm:prSet presAssocID="{97FA72D0-2B3D-4267-9ABC-F7C8BFDBA582}" presName="arrowAndChildren" presStyleCnt="0"/>
      <dgm:spPr/>
    </dgm:pt>
    <dgm:pt modelId="{2C211396-3CE6-4950-B774-A14F9527538C}" type="pres">
      <dgm:prSet presAssocID="{97FA72D0-2B3D-4267-9ABC-F7C8BFDBA582}" presName="parentTextArrow" presStyleLbl="node1" presStyleIdx="0" presStyleCnt="0"/>
      <dgm:spPr/>
    </dgm:pt>
    <dgm:pt modelId="{38C09810-83C0-4555-B8D0-AAC9DEC3A477}" type="pres">
      <dgm:prSet presAssocID="{97FA72D0-2B3D-4267-9ABC-F7C8BFDBA582}" presName="arrow" presStyleLbl="alignNode1" presStyleIdx="3" presStyleCnt="4"/>
      <dgm:spPr/>
    </dgm:pt>
    <dgm:pt modelId="{2BFC96A9-05AA-4140-813E-3ECCFAD54F89}" type="pres">
      <dgm:prSet presAssocID="{97FA72D0-2B3D-4267-9ABC-F7C8BFDBA582}" presName="descendantArrow" presStyleLbl="bgAccFollowNode1" presStyleIdx="3" presStyleCnt="4"/>
      <dgm:spPr/>
    </dgm:pt>
  </dgm:ptLst>
  <dgm:cxnLst>
    <dgm:cxn modelId="{27D2C202-9F28-4D6F-AD34-24F38ABDB93F}" srcId="{4A94BE11-AD9A-4D3F-8327-00410A017BDB}" destId="{29E228D6-99BE-4E63-9B05-8E02187992D1}" srcOrd="3" destOrd="0" parTransId="{90498AB8-F99B-49AE-A57E-A9C6BFC41448}" sibTransId="{79C17891-D51F-4BE6-8D67-CE3BF7014B90}"/>
    <dgm:cxn modelId="{C60CF315-8640-49DC-ABB7-ADFE97058854}" srcId="{1CA9D206-DC93-4DD1-AB65-869C474D465B}" destId="{2E15DC1F-55D5-4AD1-93E9-7E6DA3E64208}" srcOrd="0" destOrd="0" parTransId="{CE273FBD-5363-4CFC-9C2F-3B7D9BBADA7B}" sibTransId="{9E37183D-B4A4-41C4-8B28-FF409E9A9F8A}"/>
    <dgm:cxn modelId="{12D58117-E010-4A19-A6CD-A3225D2E83BB}" srcId="{97FA72D0-2B3D-4267-9ABC-F7C8BFDBA582}" destId="{47FDF619-B1B3-4CB9-BEB7-B8F503513635}" srcOrd="0" destOrd="0" parTransId="{C47B255D-401D-45C0-8370-D260EC64BCD2}" sibTransId="{60ED9F88-243F-4312-92DB-56AA83102C96}"/>
    <dgm:cxn modelId="{1E59D72B-D0B3-468C-93F1-D688FDFB4CAF}" srcId="{698CFB2E-C33E-4132-B20B-21B35C287A65}" destId="{C4E435FA-04AE-4B2B-BD39-CF390625F5F3}" srcOrd="0" destOrd="0" parTransId="{6D24BD96-D262-402D-9C8A-5E0EE3E1C413}" sibTransId="{937F2296-C37A-4759-8D77-03B62BF79303}"/>
    <dgm:cxn modelId="{5B310B3C-BAF8-468C-B18D-BD074D527AEF}" srcId="{4A94BE11-AD9A-4D3F-8327-00410A017BDB}" destId="{1CA9D206-DC93-4DD1-AB65-869C474D465B}" srcOrd="2" destOrd="0" parTransId="{9E144347-D40F-4D02-ADF9-6C7CC9A304BB}" sibTransId="{B587BD99-C6A1-43F7-856C-3B30A3C88E74}"/>
    <dgm:cxn modelId="{5F77DE5E-8A99-486F-A85B-62B929C4E6CD}" type="presOf" srcId="{4A94BE11-AD9A-4D3F-8327-00410A017BDB}" destId="{2D77A473-EE23-45DA-8755-F2AC30217E8D}" srcOrd="0" destOrd="0" presId="urn:microsoft.com/office/officeart/2016/7/layout/VerticalDownArrowProcess"/>
    <dgm:cxn modelId="{DBCA9B42-22CE-44CF-808C-8DF98ABF7025}" type="presOf" srcId="{97FA72D0-2B3D-4267-9ABC-F7C8BFDBA582}" destId="{38C09810-83C0-4555-B8D0-AAC9DEC3A477}" srcOrd="1" destOrd="0" presId="urn:microsoft.com/office/officeart/2016/7/layout/VerticalDownArrowProcess"/>
    <dgm:cxn modelId="{876A7B67-C934-4421-B171-1152F1E16B1B}" srcId="{4A94BE11-AD9A-4D3F-8327-00410A017BDB}" destId="{698CFB2E-C33E-4132-B20B-21B35C287A65}" srcOrd="1" destOrd="0" parTransId="{11AA9DBC-EF98-42DA-82FB-383CC9A896AD}" sibTransId="{29F1B91B-9435-4F72-B60B-7544576C1BB1}"/>
    <dgm:cxn modelId="{6938E04C-02E1-4926-8BC1-4CF10BAF28C1}" type="presOf" srcId="{C4E435FA-04AE-4B2B-BD39-CF390625F5F3}" destId="{0E9D9188-ECAE-4D37-ABCE-B6F514D0A197}" srcOrd="0" destOrd="0" presId="urn:microsoft.com/office/officeart/2016/7/layout/VerticalDownArrowProcess"/>
    <dgm:cxn modelId="{EB3A2450-BA84-4B9D-83DB-EEAA0A60BBC3}" srcId="{29E228D6-99BE-4E63-9B05-8E02187992D1}" destId="{AAC1596B-78E9-4C71-88F4-A1B1E03E9B25}" srcOrd="0" destOrd="0" parTransId="{A69EA9A3-BB0D-48E4-964F-DDA18D1EF310}" sibTransId="{44AF667C-851C-4AEF-8331-488DFFFF5744}"/>
    <dgm:cxn modelId="{8FBBD075-3177-4193-B7EB-23AB32C1ACAB}" type="presOf" srcId="{1CA9D206-DC93-4DD1-AB65-869C474D465B}" destId="{A4789828-67A6-4219-AE98-A45B07950DA2}" srcOrd="0" destOrd="0" presId="urn:microsoft.com/office/officeart/2016/7/layout/VerticalDownArrowProcess"/>
    <dgm:cxn modelId="{E40F288A-952A-4E68-990E-3D04F0D02AEB}" type="presOf" srcId="{AAC1596B-78E9-4C71-88F4-A1B1E03E9B25}" destId="{A79E8657-2ED4-40D8-94DB-DF145C240364}" srcOrd="0" destOrd="0" presId="urn:microsoft.com/office/officeart/2016/7/layout/VerticalDownArrowProcess"/>
    <dgm:cxn modelId="{CBF0D990-2EE6-46F6-BEED-A83245B03CB9}" srcId="{4A94BE11-AD9A-4D3F-8327-00410A017BDB}" destId="{97FA72D0-2B3D-4267-9ABC-F7C8BFDBA582}" srcOrd="0" destOrd="0" parTransId="{0EF37CAB-026D-4093-A69B-C7517B48B77F}" sibTransId="{CFA7FA4D-0D27-420B-B1D8-87E889EECF3C}"/>
    <dgm:cxn modelId="{3D1D3A97-9CE1-42C2-AF48-6A910C477442}" type="presOf" srcId="{47FDF619-B1B3-4CB9-BEB7-B8F503513635}" destId="{2BFC96A9-05AA-4140-813E-3ECCFAD54F89}" srcOrd="0" destOrd="0" presId="urn:microsoft.com/office/officeart/2016/7/layout/VerticalDownArrowProcess"/>
    <dgm:cxn modelId="{213935B1-015D-4557-A155-345EDF2BCAB2}" type="presOf" srcId="{2E15DC1F-55D5-4AD1-93E9-7E6DA3E64208}" destId="{2C98250E-E0C0-44E1-BF0D-EAA93CCB55CF}" srcOrd="0" destOrd="0" presId="urn:microsoft.com/office/officeart/2016/7/layout/VerticalDownArrowProcess"/>
    <dgm:cxn modelId="{7CBAE0C1-F2FF-4FF6-8AC4-D93D9F2F465C}" type="presOf" srcId="{97FA72D0-2B3D-4267-9ABC-F7C8BFDBA582}" destId="{2C211396-3CE6-4950-B774-A14F9527538C}" srcOrd="0" destOrd="0" presId="urn:microsoft.com/office/officeart/2016/7/layout/VerticalDownArrowProcess"/>
    <dgm:cxn modelId="{6F83E5CA-A287-4AD1-A92D-63C9613C7157}" type="presOf" srcId="{698CFB2E-C33E-4132-B20B-21B35C287A65}" destId="{8B5C2958-F889-4568-AF99-D4682E00A3D3}" srcOrd="1" destOrd="0" presId="urn:microsoft.com/office/officeart/2016/7/layout/VerticalDownArrowProcess"/>
    <dgm:cxn modelId="{F1F874DA-23E9-49AC-8D54-F66530F46E02}" type="presOf" srcId="{1CA9D206-DC93-4DD1-AB65-869C474D465B}" destId="{A86DDACA-708B-4DD0-B540-C5383E893A7E}" srcOrd="1" destOrd="0" presId="urn:microsoft.com/office/officeart/2016/7/layout/VerticalDownArrowProcess"/>
    <dgm:cxn modelId="{2711BCDD-5FA0-4067-96BF-ED9E66F40C86}" type="presOf" srcId="{698CFB2E-C33E-4132-B20B-21B35C287A65}" destId="{A9E81EB3-4CCC-4C74-9B43-27986639CE67}" srcOrd="0" destOrd="0" presId="urn:microsoft.com/office/officeart/2016/7/layout/VerticalDownArrowProcess"/>
    <dgm:cxn modelId="{56C1F9F5-09D7-408B-B2AF-D91F2B20FEC3}" type="presOf" srcId="{29E228D6-99BE-4E63-9B05-8E02187992D1}" destId="{F086C845-A0A5-484F-BD16-8E74068B5298}" srcOrd="0" destOrd="0" presId="urn:microsoft.com/office/officeart/2016/7/layout/VerticalDownArrowProcess"/>
    <dgm:cxn modelId="{21C4BA99-80F6-4715-9DBD-84B6129186C9}" type="presParOf" srcId="{2D77A473-EE23-45DA-8755-F2AC30217E8D}" destId="{E99D3997-B713-45E8-9148-87FF2F853BEB}" srcOrd="0" destOrd="0" presId="urn:microsoft.com/office/officeart/2016/7/layout/VerticalDownArrowProcess"/>
    <dgm:cxn modelId="{A8669FE1-0D1A-4505-9A2A-0EDA2812DAC8}" type="presParOf" srcId="{E99D3997-B713-45E8-9148-87FF2F853BEB}" destId="{F086C845-A0A5-484F-BD16-8E74068B5298}" srcOrd="0" destOrd="0" presId="urn:microsoft.com/office/officeart/2016/7/layout/VerticalDownArrowProcess"/>
    <dgm:cxn modelId="{E4EFF30B-B16D-402D-AE68-B115959EF965}" type="presParOf" srcId="{E99D3997-B713-45E8-9148-87FF2F853BEB}" destId="{A79E8657-2ED4-40D8-94DB-DF145C240364}" srcOrd="1" destOrd="0" presId="urn:microsoft.com/office/officeart/2016/7/layout/VerticalDownArrowProcess"/>
    <dgm:cxn modelId="{70A062A8-BB8A-4699-88DE-46B9395FEE2D}" type="presParOf" srcId="{2D77A473-EE23-45DA-8755-F2AC30217E8D}" destId="{CD175FE9-8356-459D-966D-92CD30B24909}" srcOrd="1" destOrd="0" presId="urn:microsoft.com/office/officeart/2016/7/layout/VerticalDownArrowProcess"/>
    <dgm:cxn modelId="{B25E979F-9D80-4239-943C-10027E326959}" type="presParOf" srcId="{2D77A473-EE23-45DA-8755-F2AC30217E8D}" destId="{DB946296-2CE2-4FA6-B27D-9F54C92BE158}" srcOrd="2" destOrd="0" presId="urn:microsoft.com/office/officeart/2016/7/layout/VerticalDownArrowProcess"/>
    <dgm:cxn modelId="{1F3C14CD-0C89-4A72-8B46-101B3C4E212F}" type="presParOf" srcId="{DB946296-2CE2-4FA6-B27D-9F54C92BE158}" destId="{A4789828-67A6-4219-AE98-A45B07950DA2}" srcOrd="0" destOrd="0" presId="urn:microsoft.com/office/officeart/2016/7/layout/VerticalDownArrowProcess"/>
    <dgm:cxn modelId="{2A5A43B0-143C-4880-ADDD-6189F626F6B4}" type="presParOf" srcId="{DB946296-2CE2-4FA6-B27D-9F54C92BE158}" destId="{A86DDACA-708B-4DD0-B540-C5383E893A7E}" srcOrd="1" destOrd="0" presId="urn:microsoft.com/office/officeart/2016/7/layout/VerticalDownArrowProcess"/>
    <dgm:cxn modelId="{AFF0FFB8-C211-4112-95F7-38DB8F07126E}" type="presParOf" srcId="{DB946296-2CE2-4FA6-B27D-9F54C92BE158}" destId="{2C98250E-E0C0-44E1-BF0D-EAA93CCB55CF}" srcOrd="2" destOrd="0" presId="urn:microsoft.com/office/officeart/2016/7/layout/VerticalDownArrowProcess"/>
    <dgm:cxn modelId="{0FEB3EC6-19A2-4294-B5CA-C31C7596D7E0}" type="presParOf" srcId="{2D77A473-EE23-45DA-8755-F2AC30217E8D}" destId="{4D10D6E4-4824-405C-9A66-FEC93A324F02}" srcOrd="3" destOrd="0" presId="urn:microsoft.com/office/officeart/2016/7/layout/VerticalDownArrowProcess"/>
    <dgm:cxn modelId="{0AA55B8A-00B9-439C-B6DC-B1338AE9529E}" type="presParOf" srcId="{2D77A473-EE23-45DA-8755-F2AC30217E8D}" destId="{6E34E737-C322-4027-A1CB-DD5DD0D717AE}" srcOrd="4" destOrd="0" presId="urn:microsoft.com/office/officeart/2016/7/layout/VerticalDownArrowProcess"/>
    <dgm:cxn modelId="{6CD46D0A-8E01-4B64-8CF4-77E96CC3E4A6}" type="presParOf" srcId="{6E34E737-C322-4027-A1CB-DD5DD0D717AE}" destId="{A9E81EB3-4CCC-4C74-9B43-27986639CE67}" srcOrd="0" destOrd="0" presId="urn:microsoft.com/office/officeart/2016/7/layout/VerticalDownArrowProcess"/>
    <dgm:cxn modelId="{86F0DB50-03DD-4AA3-BFAD-796930F55606}" type="presParOf" srcId="{6E34E737-C322-4027-A1CB-DD5DD0D717AE}" destId="{8B5C2958-F889-4568-AF99-D4682E00A3D3}" srcOrd="1" destOrd="0" presId="urn:microsoft.com/office/officeart/2016/7/layout/VerticalDownArrowProcess"/>
    <dgm:cxn modelId="{0A4247DC-7E60-4AF4-A62C-000945B393C7}" type="presParOf" srcId="{6E34E737-C322-4027-A1CB-DD5DD0D717AE}" destId="{0E9D9188-ECAE-4D37-ABCE-B6F514D0A197}" srcOrd="2" destOrd="0" presId="urn:microsoft.com/office/officeart/2016/7/layout/VerticalDownArrowProcess"/>
    <dgm:cxn modelId="{68F1411F-F91E-4303-8661-6B590D7E1168}" type="presParOf" srcId="{2D77A473-EE23-45DA-8755-F2AC30217E8D}" destId="{E4708072-8EDD-4672-B5E7-0E8503D1DC63}" srcOrd="5" destOrd="0" presId="urn:microsoft.com/office/officeart/2016/7/layout/VerticalDownArrowProcess"/>
    <dgm:cxn modelId="{52610CEA-5A9F-438C-9CE8-B5162586181C}" type="presParOf" srcId="{2D77A473-EE23-45DA-8755-F2AC30217E8D}" destId="{8A4BA707-9E40-4FCF-B6B0-071E7F6EAB5D}" srcOrd="6" destOrd="0" presId="urn:microsoft.com/office/officeart/2016/7/layout/VerticalDownArrowProcess"/>
    <dgm:cxn modelId="{98FF3A80-5B3E-40CA-A278-5861FD402246}" type="presParOf" srcId="{8A4BA707-9E40-4FCF-B6B0-071E7F6EAB5D}" destId="{2C211396-3CE6-4950-B774-A14F9527538C}" srcOrd="0" destOrd="0" presId="urn:microsoft.com/office/officeart/2016/7/layout/VerticalDownArrowProcess"/>
    <dgm:cxn modelId="{1BA4BC48-1322-45D8-82A9-932DAA240A3A}" type="presParOf" srcId="{8A4BA707-9E40-4FCF-B6B0-071E7F6EAB5D}" destId="{38C09810-83C0-4555-B8D0-AAC9DEC3A477}" srcOrd="1" destOrd="0" presId="urn:microsoft.com/office/officeart/2016/7/layout/VerticalDownArrowProcess"/>
    <dgm:cxn modelId="{C1D3B1DC-4182-4A26-89A5-8D9CA86E3338}" type="presParOf" srcId="{8A4BA707-9E40-4FCF-B6B0-071E7F6EAB5D}" destId="{2BFC96A9-05AA-4140-813E-3ECCFAD54F89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9828FA-D7BA-4AFB-9D99-761C36EE11EB}" type="doc">
      <dgm:prSet loTypeId="urn:microsoft.com/office/officeart/2016/7/layout/ChevronBlockProcess" loCatId="process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B8A8CA8-4020-4C42-90C2-2F17B9473699}">
      <dgm:prSet/>
      <dgm:spPr/>
      <dgm:t>
        <a:bodyPr/>
        <a:lstStyle/>
        <a:p>
          <a:r>
            <a:rPr lang="en-US" dirty="0"/>
            <a:t>April 26</a:t>
          </a:r>
          <a:r>
            <a:rPr lang="en-US" baseline="30000" dirty="0"/>
            <a:t>th</a:t>
          </a:r>
          <a:r>
            <a:rPr lang="en-US" dirty="0"/>
            <a:t> </a:t>
          </a:r>
        </a:p>
      </dgm:t>
    </dgm:pt>
    <dgm:pt modelId="{ADA5B03B-D484-4AA1-98B1-8CFFD04BB924}" type="parTrans" cxnId="{7D6D01DE-CD86-4087-A3E0-0DF4E0225652}">
      <dgm:prSet/>
      <dgm:spPr/>
      <dgm:t>
        <a:bodyPr/>
        <a:lstStyle/>
        <a:p>
          <a:endParaRPr lang="en-US"/>
        </a:p>
      </dgm:t>
    </dgm:pt>
    <dgm:pt modelId="{A17B1057-8D9C-4A8E-B5D9-95073F99637A}" type="sibTrans" cxnId="{7D6D01DE-CD86-4087-A3E0-0DF4E0225652}">
      <dgm:prSet/>
      <dgm:spPr/>
      <dgm:t>
        <a:bodyPr/>
        <a:lstStyle/>
        <a:p>
          <a:endParaRPr lang="en-US"/>
        </a:p>
      </dgm:t>
    </dgm:pt>
    <dgm:pt modelId="{AB8FB4EA-D2E6-410D-9EDC-588F4BBC044E}">
      <dgm:prSet custT="1"/>
      <dgm:spPr/>
      <dgm:t>
        <a:bodyPr/>
        <a:lstStyle/>
        <a:p>
          <a:r>
            <a:rPr lang="en-US" sz="2000" dirty="0"/>
            <a:t>Proposal document </a:t>
          </a:r>
        </a:p>
      </dgm:t>
    </dgm:pt>
    <dgm:pt modelId="{8DF5B58A-0F5E-4C45-AFCC-B3A249B5D003}" type="parTrans" cxnId="{28CA156C-B233-4A15-BFCB-9E98F162392B}">
      <dgm:prSet/>
      <dgm:spPr/>
      <dgm:t>
        <a:bodyPr/>
        <a:lstStyle/>
        <a:p>
          <a:endParaRPr lang="en-US"/>
        </a:p>
      </dgm:t>
    </dgm:pt>
    <dgm:pt modelId="{38E3B07C-40FD-4158-B468-EFFE6D5E2EFD}" type="sibTrans" cxnId="{28CA156C-B233-4A15-BFCB-9E98F162392B}">
      <dgm:prSet/>
      <dgm:spPr/>
      <dgm:t>
        <a:bodyPr/>
        <a:lstStyle/>
        <a:p>
          <a:endParaRPr lang="en-US"/>
        </a:p>
      </dgm:t>
    </dgm:pt>
    <dgm:pt modelId="{FEB4AF48-6BAD-4374-8F1F-92FF63B296FD}">
      <dgm:prSet custT="1"/>
      <dgm:spPr/>
      <dgm:t>
        <a:bodyPr/>
        <a:lstStyle/>
        <a:p>
          <a:r>
            <a:rPr lang="en-US" sz="1400" dirty="0"/>
            <a:t>Doesn't need to be exact/long!</a:t>
          </a:r>
        </a:p>
      </dgm:t>
    </dgm:pt>
    <dgm:pt modelId="{70182E86-4CB8-4A0E-8415-70B83BA3668A}" type="parTrans" cxnId="{3444A6CC-0A15-4829-9B4C-E1C06179E4E6}">
      <dgm:prSet/>
      <dgm:spPr/>
      <dgm:t>
        <a:bodyPr/>
        <a:lstStyle/>
        <a:p>
          <a:endParaRPr lang="en-US"/>
        </a:p>
      </dgm:t>
    </dgm:pt>
    <dgm:pt modelId="{E1D25709-4CEE-4C10-8A43-FC67843405A1}" type="sibTrans" cxnId="{3444A6CC-0A15-4829-9B4C-E1C06179E4E6}">
      <dgm:prSet/>
      <dgm:spPr/>
      <dgm:t>
        <a:bodyPr/>
        <a:lstStyle/>
        <a:p>
          <a:endParaRPr lang="en-US"/>
        </a:p>
      </dgm:t>
    </dgm:pt>
    <dgm:pt modelId="{604B7403-810E-4DA1-A951-FFDF0F1FC44E}">
      <dgm:prSet custT="1"/>
      <dgm:spPr/>
      <dgm:t>
        <a:bodyPr/>
        <a:lstStyle/>
        <a:p>
          <a:r>
            <a:rPr lang="en-US" sz="1400" dirty="0"/>
            <a:t>Sections:</a:t>
          </a:r>
        </a:p>
      </dgm:t>
    </dgm:pt>
    <dgm:pt modelId="{F90E5301-4304-4A2F-954C-EA07B4A9EF63}" type="parTrans" cxnId="{B916D544-F446-45F5-8A8E-9E3044E49DC7}">
      <dgm:prSet/>
      <dgm:spPr/>
      <dgm:t>
        <a:bodyPr/>
        <a:lstStyle/>
        <a:p>
          <a:endParaRPr lang="en-US"/>
        </a:p>
      </dgm:t>
    </dgm:pt>
    <dgm:pt modelId="{746E7AA2-1B9F-4BD4-8EAB-795BF0C9F210}" type="sibTrans" cxnId="{B916D544-F446-45F5-8A8E-9E3044E49DC7}">
      <dgm:prSet/>
      <dgm:spPr/>
      <dgm:t>
        <a:bodyPr/>
        <a:lstStyle/>
        <a:p>
          <a:endParaRPr lang="en-US"/>
        </a:p>
      </dgm:t>
    </dgm:pt>
    <dgm:pt modelId="{BB11F911-D9D6-48EC-A417-0591C7FD87E0}">
      <dgm:prSet custT="1"/>
      <dgm:spPr/>
      <dgm:t>
        <a:bodyPr/>
        <a:lstStyle/>
        <a:p>
          <a:r>
            <a:rPr lang="en-US" sz="1400" dirty="0"/>
            <a:t>Proposed Tools (IDEs, cloud platforms)</a:t>
          </a:r>
        </a:p>
      </dgm:t>
    </dgm:pt>
    <dgm:pt modelId="{449DEEA9-FED3-4CAE-B76C-DA87DD24BBE2}" type="parTrans" cxnId="{67B89107-CFAF-418F-BEBA-E284B1A9E396}">
      <dgm:prSet/>
      <dgm:spPr/>
      <dgm:t>
        <a:bodyPr/>
        <a:lstStyle/>
        <a:p>
          <a:endParaRPr lang="en-US"/>
        </a:p>
      </dgm:t>
    </dgm:pt>
    <dgm:pt modelId="{0CD6148D-B6EE-4731-9112-14C6D45098A1}" type="sibTrans" cxnId="{67B89107-CFAF-418F-BEBA-E284B1A9E396}">
      <dgm:prSet/>
      <dgm:spPr/>
      <dgm:t>
        <a:bodyPr/>
        <a:lstStyle/>
        <a:p>
          <a:endParaRPr lang="en-US"/>
        </a:p>
      </dgm:t>
    </dgm:pt>
    <dgm:pt modelId="{D64CE246-9DF7-47BF-8751-B9B2DADEBC4C}">
      <dgm:prSet/>
      <dgm:spPr/>
      <dgm:t>
        <a:bodyPr/>
        <a:lstStyle/>
        <a:p>
          <a:r>
            <a:rPr lang="en-US" baseline="0"/>
            <a:t>May 29</a:t>
          </a:r>
          <a:r>
            <a:rPr lang="en-US" baseline="30000"/>
            <a:t>th</a:t>
          </a:r>
          <a:r>
            <a:rPr lang="en-US" baseline="0"/>
            <a:t>  </a:t>
          </a:r>
          <a:endParaRPr lang="en-US" dirty="0"/>
        </a:p>
      </dgm:t>
    </dgm:pt>
    <dgm:pt modelId="{C27FAA1C-72E7-4E83-86C8-283FFD543986}" type="parTrans" cxnId="{F5C7EDF4-6EF9-42A2-A0C1-EB4DE37D3897}">
      <dgm:prSet/>
      <dgm:spPr/>
      <dgm:t>
        <a:bodyPr/>
        <a:lstStyle/>
        <a:p>
          <a:endParaRPr lang="en-US"/>
        </a:p>
      </dgm:t>
    </dgm:pt>
    <dgm:pt modelId="{8F41FB1C-CF70-4046-8B9C-D5AE9BB11F9A}" type="sibTrans" cxnId="{F5C7EDF4-6EF9-42A2-A0C1-EB4DE37D3897}">
      <dgm:prSet/>
      <dgm:spPr/>
      <dgm:t>
        <a:bodyPr/>
        <a:lstStyle/>
        <a:p>
          <a:endParaRPr lang="en-US"/>
        </a:p>
      </dgm:t>
    </dgm:pt>
    <dgm:pt modelId="{9A55B1FE-3E88-4E6A-802A-35BB6B471B76}">
      <dgm:prSet custT="1"/>
      <dgm:spPr/>
      <dgm:t>
        <a:bodyPr/>
        <a:lstStyle/>
        <a:p>
          <a:r>
            <a:rPr lang="en-US" sz="1800" dirty="0"/>
            <a:t>Presentation and interview:</a:t>
          </a:r>
        </a:p>
      </dgm:t>
    </dgm:pt>
    <dgm:pt modelId="{88D19F23-6FED-4568-B435-24BEC316C4EB}" type="parTrans" cxnId="{F9858F83-00BA-441B-B8F3-84950C3A904D}">
      <dgm:prSet/>
      <dgm:spPr/>
      <dgm:t>
        <a:bodyPr/>
        <a:lstStyle/>
        <a:p>
          <a:endParaRPr lang="en-US"/>
        </a:p>
      </dgm:t>
    </dgm:pt>
    <dgm:pt modelId="{14CB3489-2E83-497E-953C-5DBF6EAB0885}" type="sibTrans" cxnId="{F9858F83-00BA-441B-B8F3-84950C3A904D}">
      <dgm:prSet/>
      <dgm:spPr/>
      <dgm:t>
        <a:bodyPr/>
        <a:lstStyle/>
        <a:p>
          <a:endParaRPr lang="en-US"/>
        </a:p>
      </dgm:t>
    </dgm:pt>
    <dgm:pt modelId="{2D69F353-57B4-4FE4-9E65-2073DEC47DFB}">
      <dgm:prSet custT="1"/>
      <dgm:spPr/>
      <dgm:t>
        <a:bodyPr/>
        <a:lstStyle/>
        <a:p>
          <a:r>
            <a:rPr lang="en-US" sz="1400" dirty="0"/>
            <a:t>Git Repository submission(all code/resources)</a:t>
          </a:r>
        </a:p>
      </dgm:t>
    </dgm:pt>
    <dgm:pt modelId="{E82B9B25-C469-486A-9D10-13FB01DDDB1B}" type="parTrans" cxnId="{F62327D9-4866-4765-B3D7-C9B7760A1E70}">
      <dgm:prSet/>
      <dgm:spPr/>
      <dgm:t>
        <a:bodyPr/>
        <a:lstStyle/>
        <a:p>
          <a:endParaRPr lang="en-US"/>
        </a:p>
      </dgm:t>
    </dgm:pt>
    <dgm:pt modelId="{A122FEA3-8067-4293-B513-CEB440C75464}" type="sibTrans" cxnId="{F62327D9-4866-4765-B3D7-C9B7760A1E70}">
      <dgm:prSet/>
      <dgm:spPr/>
      <dgm:t>
        <a:bodyPr/>
        <a:lstStyle/>
        <a:p>
          <a:endParaRPr lang="en-US"/>
        </a:p>
      </dgm:t>
    </dgm:pt>
    <dgm:pt modelId="{5EC45831-6DF1-41DD-8AEB-E86703DDCC24}">
      <dgm:prSet custT="1"/>
      <dgm:spPr/>
      <dgm:t>
        <a:bodyPr/>
        <a:lstStyle/>
        <a:p>
          <a:r>
            <a:rPr lang="en-US" sz="1400" dirty="0"/>
            <a:t>10 min Zoom Interview</a:t>
          </a:r>
        </a:p>
      </dgm:t>
    </dgm:pt>
    <dgm:pt modelId="{931AFE34-6DD5-4B06-82CA-5CDAD1AAE639}" type="parTrans" cxnId="{58FB0FAB-592E-4B95-A8A8-20973BF1F1BD}">
      <dgm:prSet/>
      <dgm:spPr/>
      <dgm:t>
        <a:bodyPr/>
        <a:lstStyle/>
        <a:p>
          <a:endParaRPr lang="en-US"/>
        </a:p>
      </dgm:t>
    </dgm:pt>
    <dgm:pt modelId="{6C71ACCC-64F8-4D2A-B612-A5BCE481A306}" type="sibTrans" cxnId="{58FB0FAB-592E-4B95-A8A8-20973BF1F1BD}">
      <dgm:prSet/>
      <dgm:spPr/>
      <dgm:t>
        <a:bodyPr/>
        <a:lstStyle/>
        <a:p>
          <a:endParaRPr lang="en-US"/>
        </a:p>
      </dgm:t>
    </dgm:pt>
    <dgm:pt modelId="{EAE7A396-0CD6-41CC-B2D2-870140C3DF63}">
      <dgm:prSet custT="1"/>
      <dgm:spPr/>
      <dgm:t>
        <a:bodyPr/>
        <a:lstStyle/>
        <a:p>
          <a:r>
            <a:rPr lang="en-US" sz="1400" b="1" dirty="0"/>
            <a:t>Deliverable: One page pdf or markdown document with general concept.</a:t>
          </a:r>
          <a:endParaRPr lang="en-US" sz="900" b="1" dirty="0"/>
        </a:p>
      </dgm:t>
    </dgm:pt>
    <dgm:pt modelId="{98002C7C-911B-45CF-9142-8ACAA4ABD9A9}" type="parTrans" cxnId="{BAC4739B-E879-4577-9BDE-D95913FAAF90}">
      <dgm:prSet/>
      <dgm:spPr/>
      <dgm:t>
        <a:bodyPr/>
        <a:lstStyle/>
        <a:p>
          <a:endParaRPr lang="en-IE"/>
        </a:p>
      </dgm:t>
    </dgm:pt>
    <dgm:pt modelId="{11231BB2-C4E6-4A3E-AEE9-F0E5A3C45E6F}" type="sibTrans" cxnId="{BAC4739B-E879-4577-9BDE-D95913FAAF90}">
      <dgm:prSet/>
      <dgm:spPr/>
      <dgm:t>
        <a:bodyPr/>
        <a:lstStyle/>
        <a:p>
          <a:endParaRPr lang="en-IE"/>
        </a:p>
      </dgm:t>
    </dgm:pt>
    <dgm:pt modelId="{9F50E448-84FA-4A6E-BA6B-B4ED25FB7B84}">
      <dgm:prSet custT="1"/>
      <dgm:spPr/>
      <dgm:t>
        <a:bodyPr/>
        <a:lstStyle/>
        <a:p>
          <a:r>
            <a:rPr lang="en-US" sz="1400" b="1" dirty="0"/>
            <a:t>Deliverable: Accessible </a:t>
          </a:r>
          <a:r>
            <a:rPr lang="en-US" sz="1400" b="1" dirty="0" err="1"/>
            <a:t>Github</a:t>
          </a:r>
          <a:r>
            <a:rPr lang="en-US" sz="1400" b="1" dirty="0"/>
            <a:t> repo. Link to video.</a:t>
          </a:r>
        </a:p>
      </dgm:t>
    </dgm:pt>
    <dgm:pt modelId="{57F88F7A-5159-4731-9BFB-F563E1CB7BF1}" type="parTrans" cxnId="{BCEFA0D5-4762-4A06-B02A-CC5E83E83073}">
      <dgm:prSet/>
      <dgm:spPr/>
      <dgm:t>
        <a:bodyPr/>
        <a:lstStyle/>
        <a:p>
          <a:endParaRPr lang="en-IE"/>
        </a:p>
      </dgm:t>
    </dgm:pt>
    <dgm:pt modelId="{CCA1658F-948D-4261-9285-0ECD5FE7E93D}" type="sibTrans" cxnId="{BCEFA0D5-4762-4A06-B02A-CC5E83E83073}">
      <dgm:prSet/>
      <dgm:spPr/>
      <dgm:t>
        <a:bodyPr/>
        <a:lstStyle/>
        <a:p>
          <a:endParaRPr lang="en-IE"/>
        </a:p>
      </dgm:t>
    </dgm:pt>
    <dgm:pt modelId="{CEAFBB38-C42E-4B4B-A969-502D83E20094}">
      <dgm:prSet custT="1"/>
      <dgm:spPr/>
      <dgm:t>
        <a:bodyPr/>
        <a:lstStyle/>
        <a:p>
          <a:r>
            <a:rPr lang="en-US" sz="1400" dirty="0"/>
            <a:t>Include a </a:t>
          </a:r>
          <a:r>
            <a:rPr lang="en-US" sz="1400" b="1" dirty="0"/>
            <a:t>max 5 min </a:t>
          </a:r>
          <a:r>
            <a:rPr lang="en-US" sz="1400" dirty="0"/>
            <a:t>video demoing your project. (YouTube video)</a:t>
          </a:r>
        </a:p>
      </dgm:t>
    </dgm:pt>
    <dgm:pt modelId="{22A7EAA2-FC15-4AA2-ADCF-E73E859F7E2B}" type="parTrans" cxnId="{5BF28DC2-B74E-4E61-9E36-C7E410742464}">
      <dgm:prSet/>
      <dgm:spPr/>
    </dgm:pt>
    <dgm:pt modelId="{629AA7F6-896A-483A-ACEC-7852545BB848}" type="sibTrans" cxnId="{5BF28DC2-B74E-4E61-9E36-C7E410742464}">
      <dgm:prSet/>
      <dgm:spPr/>
    </dgm:pt>
    <dgm:pt modelId="{CB92B009-CCC8-4F89-AA11-32A55AFD260D}">
      <dgm:prSet custT="1"/>
      <dgm:spPr/>
      <dgm:t>
        <a:bodyPr/>
        <a:lstStyle/>
        <a:p>
          <a:r>
            <a:rPr lang="en-US" sz="1400" dirty="0"/>
            <a:t>Introduction</a:t>
          </a:r>
        </a:p>
      </dgm:t>
    </dgm:pt>
    <dgm:pt modelId="{9DB130E4-85FE-4D28-A910-22931FACC778}" type="parTrans" cxnId="{373FEB2A-3487-4307-9110-B2A0BFAE376A}">
      <dgm:prSet/>
      <dgm:spPr/>
    </dgm:pt>
    <dgm:pt modelId="{7DD89872-7D9E-43FA-A5FA-4DE83B1A1A31}" type="sibTrans" cxnId="{373FEB2A-3487-4307-9110-B2A0BFAE376A}">
      <dgm:prSet/>
      <dgm:spPr/>
    </dgm:pt>
    <dgm:pt modelId="{746B1B15-CA4F-4CCE-9020-B8087D52A575}">
      <dgm:prSet custT="1"/>
      <dgm:spPr/>
      <dgm:t>
        <a:bodyPr/>
        <a:lstStyle/>
        <a:p>
          <a:r>
            <a:rPr lang="en-US" sz="1400" dirty="0"/>
            <a:t>Proposed technologies (protocols/devices/prog lang)</a:t>
          </a:r>
        </a:p>
      </dgm:t>
    </dgm:pt>
    <dgm:pt modelId="{2F55BAAB-E553-41BB-8B1C-C1035B7C8D1A}" type="parTrans" cxnId="{B0B86312-6408-4688-B737-08C0F1778719}">
      <dgm:prSet/>
      <dgm:spPr/>
    </dgm:pt>
    <dgm:pt modelId="{0FDA203A-2322-4F9D-9E36-754D93FFEC8C}" type="sibTrans" cxnId="{B0B86312-6408-4688-B737-08C0F1778719}">
      <dgm:prSet/>
      <dgm:spPr/>
    </dgm:pt>
    <dgm:pt modelId="{A81911AF-B29F-4BBE-8B5F-43C89B9C8039}" type="pres">
      <dgm:prSet presAssocID="{219828FA-D7BA-4AFB-9D99-761C36EE11EB}" presName="Name0" presStyleCnt="0">
        <dgm:presLayoutVars>
          <dgm:dir/>
          <dgm:animLvl val="lvl"/>
          <dgm:resizeHandles val="exact"/>
        </dgm:presLayoutVars>
      </dgm:prSet>
      <dgm:spPr/>
    </dgm:pt>
    <dgm:pt modelId="{AF283A15-C66E-4922-8F19-267AC0DA7D0D}" type="pres">
      <dgm:prSet presAssocID="{9B8A8CA8-4020-4C42-90C2-2F17B9473699}" presName="composite" presStyleCnt="0"/>
      <dgm:spPr/>
    </dgm:pt>
    <dgm:pt modelId="{DEE8B6C4-1861-469B-9922-372BF42237E5}" type="pres">
      <dgm:prSet presAssocID="{9B8A8CA8-4020-4C42-90C2-2F17B9473699}" presName="parTx" presStyleLbl="alignNode1" presStyleIdx="0" presStyleCnt="2">
        <dgm:presLayoutVars>
          <dgm:chMax val="0"/>
          <dgm:chPref val="0"/>
        </dgm:presLayoutVars>
      </dgm:prSet>
      <dgm:spPr/>
    </dgm:pt>
    <dgm:pt modelId="{77DDCD4E-2549-4D81-B1CB-A38F2783F17B}" type="pres">
      <dgm:prSet presAssocID="{9B8A8CA8-4020-4C42-90C2-2F17B9473699}" presName="desTx" presStyleLbl="alignAccFollowNode1" presStyleIdx="0" presStyleCnt="2">
        <dgm:presLayoutVars/>
      </dgm:prSet>
      <dgm:spPr/>
    </dgm:pt>
    <dgm:pt modelId="{80D904D8-EE48-4898-B4AA-71E6A84DF452}" type="pres">
      <dgm:prSet presAssocID="{A17B1057-8D9C-4A8E-B5D9-95073F99637A}" presName="space" presStyleCnt="0"/>
      <dgm:spPr/>
    </dgm:pt>
    <dgm:pt modelId="{C30A70C4-FFFF-42FD-9567-FCADF93BE0AA}" type="pres">
      <dgm:prSet presAssocID="{D64CE246-9DF7-47BF-8751-B9B2DADEBC4C}" presName="composite" presStyleCnt="0"/>
      <dgm:spPr/>
    </dgm:pt>
    <dgm:pt modelId="{DDA2FC0E-50D4-4FCA-9312-5E1E30BB59D4}" type="pres">
      <dgm:prSet presAssocID="{D64CE246-9DF7-47BF-8751-B9B2DADEBC4C}" presName="parTx" presStyleLbl="alignNode1" presStyleIdx="1" presStyleCnt="2">
        <dgm:presLayoutVars>
          <dgm:chMax val="0"/>
          <dgm:chPref val="0"/>
        </dgm:presLayoutVars>
      </dgm:prSet>
      <dgm:spPr/>
    </dgm:pt>
    <dgm:pt modelId="{08EF549B-B144-4DAB-8BDA-085C82116719}" type="pres">
      <dgm:prSet presAssocID="{D64CE246-9DF7-47BF-8751-B9B2DADEBC4C}" presName="desTx" presStyleLbl="alignAccFollowNode1" presStyleIdx="1" presStyleCnt="2">
        <dgm:presLayoutVars/>
      </dgm:prSet>
      <dgm:spPr/>
    </dgm:pt>
  </dgm:ptLst>
  <dgm:cxnLst>
    <dgm:cxn modelId="{97E6C501-4AD2-4909-A5B2-8C740903073F}" type="presOf" srcId="{9F50E448-84FA-4A6E-BA6B-B4ED25FB7B84}" destId="{08EF549B-B144-4DAB-8BDA-085C82116719}" srcOrd="0" destOrd="4" presId="urn:microsoft.com/office/officeart/2016/7/layout/ChevronBlockProcess"/>
    <dgm:cxn modelId="{67B89107-CFAF-418F-BEBA-E284B1A9E396}" srcId="{604B7403-810E-4DA1-A951-FFDF0F1FC44E}" destId="{BB11F911-D9D6-48EC-A417-0591C7FD87E0}" srcOrd="2" destOrd="0" parTransId="{449DEEA9-FED3-4CAE-B76C-DA87DD24BBE2}" sibTransId="{0CD6148D-B6EE-4731-9112-14C6D45098A1}"/>
    <dgm:cxn modelId="{BEE13908-0BF7-46C9-A1A1-7AF435C4589F}" type="presOf" srcId="{CB92B009-CCC8-4F89-AA11-32A55AFD260D}" destId="{77DDCD4E-2549-4D81-B1CB-A38F2783F17B}" srcOrd="0" destOrd="3" presId="urn:microsoft.com/office/officeart/2016/7/layout/ChevronBlockProcess"/>
    <dgm:cxn modelId="{B0B86312-6408-4688-B737-08C0F1778719}" srcId="{604B7403-810E-4DA1-A951-FFDF0F1FC44E}" destId="{746B1B15-CA4F-4CCE-9020-B8087D52A575}" srcOrd="1" destOrd="0" parTransId="{2F55BAAB-E553-41BB-8B1C-C1035B7C8D1A}" sibTransId="{0FDA203A-2322-4F9D-9E36-754D93FFEC8C}"/>
    <dgm:cxn modelId="{3CC43129-069C-4200-99B2-EC1A2C9FF652}" type="presOf" srcId="{AB8FB4EA-D2E6-410D-9EDC-588F4BBC044E}" destId="{77DDCD4E-2549-4D81-B1CB-A38F2783F17B}" srcOrd="0" destOrd="0" presId="urn:microsoft.com/office/officeart/2016/7/layout/ChevronBlockProcess"/>
    <dgm:cxn modelId="{678FDA2A-9726-47D0-BD77-1503264598F4}" type="presOf" srcId="{604B7403-810E-4DA1-A951-FFDF0F1FC44E}" destId="{77DDCD4E-2549-4D81-B1CB-A38F2783F17B}" srcOrd="0" destOrd="2" presId="urn:microsoft.com/office/officeart/2016/7/layout/ChevronBlockProcess"/>
    <dgm:cxn modelId="{373FEB2A-3487-4307-9110-B2A0BFAE376A}" srcId="{604B7403-810E-4DA1-A951-FFDF0F1FC44E}" destId="{CB92B009-CCC8-4F89-AA11-32A55AFD260D}" srcOrd="0" destOrd="0" parTransId="{9DB130E4-85FE-4D28-A910-22931FACC778}" sibTransId="{7DD89872-7D9E-43FA-A5FA-4DE83B1A1A31}"/>
    <dgm:cxn modelId="{60E4703A-E676-4E3A-AA3E-0BE716D67991}" type="presOf" srcId="{CEAFBB38-C42E-4B4B-A969-502D83E20094}" destId="{08EF549B-B144-4DAB-8BDA-085C82116719}" srcOrd="0" destOrd="2" presId="urn:microsoft.com/office/officeart/2016/7/layout/ChevronBlockProcess"/>
    <dgm:cxn modelId="{B916D544-F446-45F5-8A8E-9E3044E49DC7}" srcId="{AB8FB4EA-D2E6-410D-9EDC-588F4BBC044E}" destId="{604B7403-810E-4DA1-A951-FFDF0F1FC44E}" srcOrd="1" destOrd="0" parTransId="{F90E5301-4304-4A2F-954C-EA07B4A9EF63}" sibTransId="{746E7AA2-1B9F-4BD4-8EAB-795BF0C9F210}"/>
    <dgm:cxn modelId="{28CA156C-B233-4A15-BFCB-9E98F162392B}" srcId="{9B8A8CA8-4020-4C42-90C2-2F17B9473699}" destId="{AB8FB4EA-D2E6-410D-9EDC-588F4BBC044E}" srcOrd="0" destOrd="0" parTransId="{8DF5B58A-0F5E-4C45-AFCC-B3A249B5D003}" sibTransId="{38E3B07C-40FD-4158-B468-EFFE6D5E2EFD}"/>
    <dgm:cxn modelId="{8D465A54-114F-45AA-B2BC-0AB821BF8655}" type="presOf" srcId="{5EC45831-6DF1-41DD-8AEB-E86703DDCC24}" destId="{08EF549B-B144-4DAB-8BDA-085C82116719}" srcOrd="0" destOrd="3" presId="urn:microsoft.com/office/officeart/2016/7/layout/ChevronBlockProcess"/>
    <dgm:cxn modelId="{F9858F83-00BA-441B-B8F3-84950C3A904D}" srcId="{D64CE246-9DF7-47BF-8751-B9B2DADEBC4C}" destId="{9A55B1FE-3E88-4E6A-802A-35BB6B471B76}" srcOrd="0" destOrd="0" parTransId="{88D19F23-6FED-4568-B435-24BEC316C4EB}" sibTransId="{14CB3489-2E83-497E-953C-5DBF6EAB0885}"/>
    <dgm:cxn modelId="{9F4A8288-ADAB-40FC-9137-C2CEB482EB04}" type="presOf" srcId="{746B1B15-CA4F-4CCE-9020-B8087D52A575}" destId="{77DDCD4E-2549-4D81-B1CB-A38F2783F17B}" srcOrd="0" destOrd="4" presId="urn:microsoft.com/office/officeart/2016/7/layout/ChevronBlockProcess"/>
    <dgm:cxn modelId="{0C741789-809B-4EA5-9A88-208DC40B0C13}" type="presOf" srcId="{9A55B1FE-3E88-4E6A-802A-35BB6B471B76}" destId="{08EF549B-B144-4DAB-8BDA-085C82116719}" srcOrd="0" destOrd="0" presId="urn:microsoft.com/office/officeart/2016/7/layout/ChevronBlockProcess"/>
    <dgm:cxn modelId="{05EFBD9A-5326-4845-B9FF-1240E5DBC5F3}" type="presOf" srcId="{EAE7A396-0CD6-41CC-B2D2-870140C3DF63}" destId="{77DDCD4E-2549-4D81-B1CB-A38F2783F17B}" srcOrd="0" destOrd="6" presId="urn:microsoft.com/office/officeart/2016/7/layout/ChevronBlockProcess"/>
    <dgm:cxn modelId="{BAC4739B-E879-4577-9BDE-D95913FAAF90}" srcId="{AB8FB4EA-D2E6-410D-9EDC-588F4BBC044E}" destId="{EAE7A396-0CD6-41CC-B2D2-870140C3DF63}" srcOrd="2" destOrd="0" parTransId="{98002C7C-911B-45CF-9142-8ACAA4ABD9A9}" sibTransId="{11231BB2-C4E6-4A3E-AEE9-F0E5A3C45E6F}"/>
    <dgm:cxn modelId="{52373FA3-528D-4CED-B5CB-BEC55DC8FF85}" type="presOf" srcId="{BB11F911-D9D6-48EC-A417-0591C7FD87E0}" destId="{77DDCD4E-2549-4D81-B1CB-A38F2783F17B}" srcOrd="0" destOrd="5" presId="urn:microsoft.com/office/officeart/2016/7/layout/ChevronBlockProcess"/>
    <dgm:cxn modelId="{E522F1A6-459C-4BAE-962F-7920694C247C}" type="presOf" srcId="{D64CE246-9DF7-47BF-8751-B9B2DADEBC4C}" destId="{DDA2FC0E-50D4-4FCA-9312-5E1E30BB59D4}" srcOrd="0" destOrd="0" presId="urn:microsoft.com/office/officeart/2016/7/layout/ChevronBlockProcess"/>
    <dgm:cxn modelId="{58FB0FAB-592E-4B95-A8A8-20973BF1F1BD}" srcId="{9A55B1FE-3E88-4E6A-802A-35BB6B471B76}" destId="{5EC45831-6DF1-41DD-8AEB-E86703DDCC24}" srcOrd="2" destOrd="0" parTransId="{931AFE34-6DD5-4B06-82CA-5CDAD1AAE639}" sibTransId="{6C71ACCC-64F8-4D2A-B612-A5BCE481A306}"/>
    <dgm:cxn modelId="{F5CC0FC0-97E7-49B6-AB21-0601091F917D}" type="presOf" srcId="{219828FA-D7BA-4AFB-9D99-761C36EE11EB}" destId="{A81911AF-B29F-4BBE-8B5F-43C89B9C8039}" srcOrd="0" destOrd="0" presId="urn:microsoft.com/office/officeart/2016/7/layout/ChevronBlockProcess"/>
    <dgm:cxn modelId="{4B782DC2-5D1F-43A4-96C4-7570ACBE0861}" type="presOf" srcId="{9B8A8CA8-4020-4C42-90C2-2F17B9473699}" destId="{DEE8B6C4-1861-469B-9922-372BF42237E5}" srcOrd="0" destOrd="0" presId="urn:microsoft.com/office/officeart/2016/7/layout/ChevronBlockProcess"/>
    <dgm:cxn modelId="{5BF28DC2-B74E-4E61-9E36-C7E410742464}" srcId="{9A55B1FE-3E88-4E6A-802A-35BB6B471B76}" destId="{CEAFBB38-C42E-4B4B-A969-502D83E20094}" srcOrd="1" destOrd="0" parTransId="{22A7EAA2-FC15-4AA2-ADCF-E73E859F7E2B}" sibTransId="{629AA7F6-896A-483A-ACEC-7852545BB848}"/>
    <dgm:cxn modelId="{3444A6CC-0A15-4829-9B4C-E1C06179E4E6}" srcId="{AB8FB4EA-D2E6-410D-9EDC-588F4BBC044E}" destId="{FEB4AF48-6BAD-4374-8F1F-92FF63B296FD}" srcOrd="0" destOrd="0" parTransId="{70182E86-4CB8-4A0E-8415-70B83BA3668A}" sibTransId="{E1D25709-4CEE-4C10-8A43-FC67843405A1}"/>
    <dgm:cxn modelId="{AB4826D4-5450-4E87-BC4B-ADB4B1B26FFF}" type="presOf" srcId="{FEB4AF48-6BAD-4374-8F1F-92FF63B296FD}" destId="{77DDCD4E-2549-4D81-B1CB-A38F2783F17B}" srcOrd="0" destOrd="1" presId="urn:microsoft.com/office/officeart/2016/7/layout/ChevronBlockProcess"/>
    <dgm:cxn modelId="{BCEFA0D5-4762-4A06-B02A-CC5E83E83073}" srcId="{9A55B1FE-3E88-4E6A-802A-35BB6B471B76}" destId="{9F50E448-84FA-4A6E-BA6B-B4ED25FB7B84}" srcOrd="3" destOrd="0" parTransId="{57F88F7A-5159-4731-9BFB-F563E1CB7BF1}" sibTransId="{CCA1658F-948D-4261-9285-0ECD5FE7E93D}"/>
    <dgm:cxn modelId="{F62327D9-4866-4765-B3D7-C9B7760A1E70}" srcId="{9A55B1FE-3E88-4E6A-802A-35BB6B471B76}" destId="{2D69F353-57B4-4FE4-9E65-2073DEC47DFB}" srcOrd="0" destOrd="0" parTransId="{E82B9B25-C469-486A-9D10-13FB01DDDB1B}" sibTransId="{A122FEA3-8067-4293-B513-CEB440C75464}"/>
    <dgm:cxn modelId="{7D6D01DE-CD86-4087-A3E0-0DF4E0225652}" srcId="{219828FA-D7BA-4AFB-9D99-761C36EE11EB}" destId="{9B8A8CA8-4020-4C42-90C2-2F17B9473699}" srcOrd="0" destOrd="0" parTransId="{ADA5B03B-D484-4AA1-98B1-8CFFD04BB924}" sibTransId="{A17B1057-8D9C-4A8E-B5D9-95073F99637A}"/>
    <dgm:cxn modelId="{3834CFDE-C9C8-4DBE-A16B-1A55E58FFFEE}" type="presOf" srcId="{2D69F353-57B4-4FE4-9E65-2073DEC47DFB}" destId="{08EF549B-B144-4DAB-8BDA-085C82116719}" srcOrd="0" destOrd="1" presId="urn:microsoft.com/office/officeart/2016/7/layout/ChevronBlockProcess"/>
    <dgm:cxn modelId="{F5C7EDF4-6EF9-42A2-A0C1-EB4DE37D3897}" srcId="{219828FA-D7BA-4AFB-9D99-761C36EE11EB}" destId="{D64CE246-9DF7-47BF-8751-B9B2DADEBC4C}" srcOrd="1" destOrd="0" parTransId="{C27FAA1C-72E7-4E83-86C8-283FFD543986}" sibTransId="{8F41FB1C-CF70-4046-8B9C-D5AE9BB11F9A}"/>
    <dgm:cxn modelId="{7EF746D3-EE7B-451D-9681-937F4BDA0A48}" type="presParOf" srcId="{A81911AF-B29F-4BBE-8B5F-43C89B9C8039}" destId="{AF283A15-C66E-4922-8F19-267AC0DA7D0D}" srcOrd="0" destOrd="0" presId="urn:microsoft.com/office/officeart/2016/7/layout/ChevronBlockProcess"/>
    <dgm:cxn modelId="{5A6DEAB6-C06A-4B4D-93FF-9EF2938029DD}" type="presParOf" srcId="{AF283A15-C66E-4922-8F19-267AC0DA7D0D}" destId="{DEE8B6C4-1861-469B-9922-372BF42237E5}" srcOrd="0" destOrd="0" presId="urn:microsoft.com/office/officeart/2016/7/layout/ChevronBlockProcess"/>
    <dgm:cxn modelId="{783CA453-E029-4010-A5E7-FAFAA5F4B9AE}" type="presParOf" srcId="{AF283A15-C66E-4922-8F19-267AC0DA7D0D}" destId="{77DDCD4E-2549-4D81-B1CB-A38F2783F17B}" srcOrd="1" destOrd="0" presId="urn:microsoft.com/office/officeart/2016/7/layout/ChevronBlockProcess"/>
    <dgm:cxn modelId="{87F7F1A2-3153-4BCF-B2E3-125A2BFD66D2}" type="presParOf" srcId="{A81911AF-B29F-4BBE-8B5F-43C89B9C8039}" destId="{80D904D8-EE48-4898-B4AA-71E6A84DF452}" srcOrd="1" destOrd="0" presId="urn:microsoft.com/office/officeart/2016/7/layout/ChevronBlockProcess"/>
    <dgm:cxn modelId="{3D2EDCF5-7090-4506-854A-5E08B645FB7A}" type="presParOf" srcId="{A81911AF-B29F-4BBE-8B5F-43C89B9C8039}" destId="{C30A70C4-FFFF-42FD-9567-FCADF93BE0AA}" srcOrd="2" destOrd="0" presId="urn:microsoft.com/office/officeart/2016/7/layout/ChevronBlockProcess"/>
    <dgm:cxn modelId="{9613EF5F-890C-4F46-B985-F58C79CC76D0}" type="presParOf" srcId="{C30A70C4-FFFF-42FD-9567-FCADF93BE0AA}" destId="{DDA2FC0E-50D4-4FCA-9312-5E1E30BB59D4}" srcOrd="0" destOrd="0" presId="urn:microsoft.com/office/officeart/2016/7/layout/ChevronBlockProcess"/>
    <dgm:cxn modelId="{D316E040-EBF6-409F-990F-247971EB50DF}" type="presParOf" srcId="{C30A70C4-FFFF-42FD-9567-FCADF93BE0AA}" destId="{08EF549B-B144-4DAB-8BDA-085C82116719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0B7B06-4309-436C-8C11-57ADC5D6B88E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24EF03A-5867-48C7-80D2-2A47AF3F46E2}">
      <dgm:prSet/>
      <dgm:spPr/>
      <dgm:t>
        <a:bodyPr/>
        <a:lstStyle/>
        <a:p>
          <a:r>
            <a:rPr lang="en-GB"/>
            <a:t>Week1</a:t>
          </a:r>
          <a:endParaRPr lang="en-US"/>
        </a:p>
      </dgm:t>
    </dgm:pt>
    <dgm:pt modelId="{B61AB354-452B-47C9-9318-A0E5EBA4BADB}" type="parTrans" cxnId="{E9A0AE9D-0626-4D80-AFF1-3925EEFA7821}">
      <dgm:prSet/>
      <dgm:spPr/>
      <dgm:t>
        <a:bodyPr/>
        <a:lstStyle/>
        <a:p>
          <a:endParaRPr lang="en-US"/>
        </a:p>
      </dgm:t>
    </dgm:pt>
    <dgm:pt modelId="{51C28196-96E6-40B1-A618-DC187E29534F}" type="sibTrans" cxnId="{E9A0AE9D-0626-4D80-AFF1-3925EEFA7821}">
      <dgm:prSet/>
      <dgm:spPr/>
      <dgm:t>
        <a:bodyPr/>
        <a:lstStyle/>
        <a:p>
          <a:endParaRPr lang="en-US"/>
        </a:p>
      </dgm:t>
    </dgm:pt>
    <dgm:pt modelId="{E52E40E2-75C0-4F83-9381-8290E2F35CB3}">
      <dgm:prSet/>
      <dgm:spPr/>
      <dgm:t>
        <a:bodyPr/>
        <a:lstStyle/>
        <a:p>
          <a:r>
            <a:rPr lang="en-GB"/>
            <a:t>Project idea, proposal, and approval</a:t>
          </a:r>
          <a:endParaRPr lang="en-US"/>
        </a:p>
      </dgm:t>
    </dgm:pt>
    <dgm:pt modelId="{BE4B5DD7-60AF-4EB3-88CB-3DCE4A2CD6EC}" type="parTrans" cxnId="{4571F896-19B8-4099-99DC-F08172F4ABCF}">
      <dgm:prSet/>
      <dgm:spPr/>
      <dgm:t>
        <a:bodyPr/>
        <a:lstStyle/>
        <a:p>
          <a:endParaRPr lang="en-US"/>
        </a:p>
      </dgm:t>
    </dgm:pt>
    <dgm:pt modelId="{4B01971E-9B2D-4A19-9C92-78B0CAD935A7}" type="sibTrans" cxnId="{4571F896-19B8-4099-99DC-F08172F4ABCF}">
      <dgm:prSet/>
      <dgm:spPr/>
      <dgm:t>
        <a:bodyPr/>
        <a:lstStyle/>
        <a:p>
          <a:endParaRPr lang="en-US"/>
        </a:p>
      </dgm:t>
    </dgm:pt>
    <dgm:pt modelId="{20635128-1F85-4736-A6CD-3CFADF96416C}">
      <dgm:prSet/>
      <dgm:spPr/>
      <dgm:t>
        <a:bodyPr/>
        <a:lstStyle/>
        <a:p>
          <a:r>
            <a:rPr lang="en-GB"/>
            <a:t>Week2</a:t>
          </a:r>
          <a:endParaRPr lang="en-US"/>
        </a:p>
      </dgm:t>
    </dgm:pt>
    <dgm:pt modelId="{A8D529C6-280F-405F-A860-2A92A53BA4D9}" type="parTrans" cxnId="{1629C2E9-BA26-4648-AB20-18A60BE2EED6}">
      <dgm:prSet/>
      <dgm:spPr/>
      <dgm:t>
        <a:bodyPr/>
        <a:lstStyle/>
        <a:p>
          <a:endParaRPr lang="en-US"/>
        </a:p>
      </dgm:t>
    </dgm:pt>
    <dgm:pt modelId="{69BE274F-B405-47E3-9C6A-0163C1667FC3}" type="sibTrans" cxnId="{1629C2E9-BA26-4648-AB20-18A60BE2EED6}">
      <dgm:prSet/>
      <dgm:spPr/>
      <dgm:t>
        <a:bodyPr/>
        <a:lstStyle/>
        <a:p>
          <a:endParaRPr lang="en-US"/>
        </a:p>
      </dgm:t>
    </dgm:pt>
    <dgm:pt modelId="{1AAB19D9-F8E2-420B-A013-6247DA396E09}">
      <dgm:prSet/>
      <dgm:spPr/>
      <dgm:t>
        <a:bodyPr/>
        <a:lstStyle/>
        <a:p>
          <a:r>
            <a:rPr lang="en-GB"/>
            <a:t>Get input/data source working on the Raspberry Pi</a:t>
          </a:r>
          <a:endParaRPr lang="en-US"/>
        </a:p>
      </dgm:t>
    </dgm:pt>
    <dgm:pt modelId="{77C804B8-5E6B-4D80-A99A-829A4E45DD5A}" type="parTrans" cxnId="{3779260D-842C-4C8D-ABAA-D7165A2A8A38}">
      <dgm:prSet/>
      <dgm:spPr/>
      <dgm:t>
        <a:bodyPr/>
        <a:lstStyle/>
        <a:p>
          <a:endParaRPr lang="en-US"/>
        </a:p>
      </dgm:t>
    </dgm:pt>
    <dgm:pt modelId="{3EB894D8-CCD5-40F0-ACFE-EE837F35EA91}" type="sibTrans" cxnId="{3779260D-842C-4C8D-ABAA-D7165A2A8A38}">
      <dgm:prSet/>
      <dgm:spPr/>
      <dgm:t>
        <a:bodyPr/>
        <a:lstStyle/>
        <a:p>
          <a:endParaRPr lang="en-US"/>
        </a:p>
      </dgm:t>
    </dgm:pt>
    <dgm:pt modelId="{2FEA7A14-3CB3-447D-A9E1-5DD7F55A51A4}">
      <dgm:prSet/>
      <dgm:spPr/>
      <dgm:t>
        <a:bodyPr/>
        <a:lstStyle/>
        <a:p>
          <a:r>
            <a:rPr lang="en-GB"/>
            <a:t>Week3</a:t>
          </a:r>
          <a:endParaRPr lang="en-US"/>
        </a:p>
      </dgm:t>
    </dgm:pt>
    <dgm:pt modelId="{764DB800-63D7-4017-B96A-65445520CCFD}" type="parTrans" cxnId="{6BE1DB6E-3A77-4B97-9AAE-07F5A8BB64D5}">
      <dgm:prSet/>
      <dgm:spPr/>
      <dgm:t>
        <a:bodyPr/>
        <a:lstStyle/>
        <a:p>
          <a:endParaRPr lang="en-US"/>
        </a:p>
      </dgm:t>
    </dgm:pt>
    <dgm:pt modelId="{D359715C-A9E5-4CE4-AC5D-1B877E98F700}" type="sibTrans" cxnId="{6BE1DB6E-3A77-4B97-9AAE-07F5A8BB64D5}">
      <dgm:prSet/>
      <dgm:spPr/>
      <dgm:t>
        <a:bodyPr/>
        <a:lstStyle/>
        <a:p>
          <a:endParaRPr lang="en-US"/>
        </a:p>
      </dgm:t>
    </dgm:pt>
    <dgm:pt modelId="{E1426009-BB62-4B51-8E32-89FA624AB9F7}">
      <dgm:prSet/>
      <dgm:spPr/>
      <dgm:t>
        <a:bodyPr/>
        <a:lstStyle/>
        <a:p>
          <a:r>
            <a:rPr lang="en-GB" dirty="0"/>
            <a:t>Implement networking/connection with other component/platform/service</a:t>
          </a:r>
          <a:endParaRPr lang="en-US" dirty="0"/>
        </a:p>
      </dgm:t>
    </dgm:pt>
    <dgm:pt modelId="{97D90004-8D0B-430B-90C1-B90E704E6EF4}" type="parTrans" cxnId="{DB68472C-E661-4587-9ADD-C5CB41493BE3}">
      <dgm:prSet/>
      <dgm:spPr/>
      <dgm:t>
        <a:bodyPr/>
        <a:lstStyle/>
        <a:p>
          <a:endParaRPr lang="en-US"/>
        </a:p>
      </dgm:t>
    </dgm:pt>
    <dgm:pt modelId="{EA2B8D38-5EB4-4ED4-A083-8F6492B6F20E}" type="sibTrans" cxnId="{DB68472C-E661-4587-9ADD-C5CB41493BE3}">
      <dgm:prSet/>
      <dgm:spPr/>
      <dgm:t>
        <a:bodyPr/>
        <a:lstStyle/>
        <a:p>
          <a:endParaRPr lang="en-US"/>
        </a:p>
      </dgm:t>
    </dgm:pt>
    <dgm:pt modelId="{B6BBC234-6B27-4A61-912E-4D48A7D0501F}">
      <dgm:prSet/>
      <dgm:spPr/>
      <dgm:t>
        <a:bodyPr/>
        <a:lstStyle/>
        <a:p>
          <a:r>
            <a:rPr lang="en-GB"/>
            <a:t>Week4</a:t>
          </a:r>
          <a:endParaRPr lang="en-US"/>
        </a:p>
      </dgm:t>
    </dgm:pt>
    <dgm:pt modelId="{D9B5A0E9-A6CD-4EDB-B278-C93A8BC55DDA}" type="parTrans" cxnId="{EBC674C0-39C9-42C1-A73B-8073B1024103}">
      <dgm:prSet/>
      <dgm:spPr/>
      <dgm:t>
        <a:bodyPr/>
        <a:lstStyle/>
        <a:p>
          <a:endParaRPr lang="en-US"/>
        </a:p>
      </dgm:t>
    </dgm:pt>
    <dgm:pt modelId="{2293815C-5317-4E22-842D-F9A87B6B4CC3}" type="sibTrans" cxnId="{EBC674C0-39C9-42C1-A73B-8073B1024103}">
      <dgm:prSet/>
      <dgm:spPr/>
      <dgm:t>
        <a:bodyPr/>
        <a:lstStyle/>
        <a:p>
          <a:endParaRPr lang="en-US"/>
        </a:p>
      </dgm:t>
    </dgm:pt>
    <dgm:pt modelId="{76EE38BB-B41E-4315-B074-47847C78D3AC}">
      <dgm:prSet/>
      <dgm:spPr/>
      <dgm:t>
        <a:bodyPr/>
        <a:lstStyle/>
        <a:p>
          <a:r>
            <a:rPr lang="en-GB" dirty="0"/>
            <a:t>Add output layer such as dashboard, logging, alerts, or storage</a:t>
          </a:r>
          <a:endParaRPr lang="en-US" dirty="0"/>
        </a:p>
      </dgm:t>
    </dgm:pt>
    <dgm:pt modelId="{6DABA5A2-AEC3-4C51-8B39-0BA94DD73C4E}" type="parTrans" cxnId="{323FE504-4F45-4BC6-B8D0-BC0C481A028F}">
      <dgm:prSet/>
      <dgm:spPr/>
      <dgm:t>
        <a:bodyPr/>
        <a:lstStyle/>
        <a:p>
          <a:endParaRPr lang="en-US"/>
        </a:p>
      </dgm:t>
    </dgm:pt>
    <dgm:pt modelId="{0F5D288D-E5CB-42C1-B906-946BAFCAA853}" type="sibTrans" cxnId="{323FE504-4F45-4BC6-B8D0-BC0C481A028F}">
      <dgm:prSet/>
      <dgm:spPr/>
      <dgm:t>
        <a:bodyPr/>
        <a:lstStyle/>
        <a:p>
          <a:endParaRPr lang="en-US"/>
        </a:p>
      </dgm:t>
    </dgm:pt>
    <dgm:pt modelId="{FBBC671E-EDCF-4F73-9D45-EE4AD1962633}">
      <dgm:prSet/>
      <dgm:spPr/>
      <dgm:t>
        <a:bodyPr/>
        <a:lstStyle/>
        <a:p>
          <a:r>
            <a:rPr lang="en-GB"/>
            <a:t>Week5</a:t>
          </a:r>
          <a:endParaRPr lang="en-US"/>
        </a:p>
      </dgm:t>
    </dgm:pt>
    <dgm:pt modelId="{A9FB9686-A92F-4A7D-B543-4F0FADD6D2A4}" type="parTrans" cxnId="{3A6E05CC-518E-4A56-8881-D84CCF1837E7}">
      <dgm:prSet/>
      <dgm:spPr/>
      <dgm:t>
        <a:bodyPr/>
        <a:lstStyle/>
        <a:p>
          <a:endParaRPr lang="en-US"/>
        </a:p>
      </dgm:t>
    </dgm:pt>
    <dgm:pt modelId="{47AD1E92-48CA-4779-B7B7-2BC716CD1E3C}" type="sibTrans" cxnId="{3A6E05CC-518E-4A56-8881-D84CCF1837E7}">
      <dgm:prSet/>
      <dgm:spPr/>
      <dgm:t>
        <a:bodyPr/>
        <a:lstStyle/>
        <a:p>
          <a:endParaRPr lang="en-US"/>
        </a:p>
      </dgm:t>
    </dgm:pt>
    <dgm:pt modelId="{06FEFCCA-3C3C-4AB8-8D99-EE5570138829}">
      <dgm:prSet/>
      <dgm:spPr/>
      <dgm:t>
        <a:bodyPr/>
        <a:lstStyle/>
        <a:p>
          <a:r>
            <a:rPr lang="en-GB" dirty="0"/>
            <a:t>Testing, refinement, documentation, GitHub cleanup, and demo preparation</a:t>
          </a:r>
          <a:endParaRPr lang="en-US" dirty="0"/>
        </a:p>
      </dgm:t>
    </dgm:pt>
    <dgm:pt modelId="{F6B7FDDC-89CC-4187-8B55-969BB0FD710E}" type="parTrans" cxnId="{404588C7-D08E-44E4-B715-BBAF3667F1D5}">
      <dgm:prSet/>
      <dgm:spPr/>
      <dgm:t>
        <a:bodyPr/>
        <a:lstStyle/>
        <a:p>
          <a:endParaRPr lang="en-US"/>
        </a:p>
      </dgm:t>
    </dgm:pt>
    <dgm:pt modelId="{E42C01F2-05F5-430C-A96D-B6CD5A7EA666}" type="sibTrans" cxnId="{404588C7-D08E-44E4-B715-BBAF3667F1D5}">
      <dgm:prSet/>
      <dgm:spPr/>
      <dgm:t>
        <a:bodyPr/>
        <a:lstStyle/>
        <a:p>
          <a:endParaRPr lang="en-US"/>
        </a:p>
      </dgm:t>
    </dgm:pt>
    <dgm:pt modelId="{5B753144-E2C7-4FF3-9346-D479CC69B8C7}" type="pres">
      <dgm:prSet presAssocID="{450B7B06-4309-436C-8C11-57ADC5D6B88E}" presName="Name0" presStyleCnt="0">
        <dgm:presLayoutVars>
          <dgm:dir/>
          <dgm:animLvl val="lvl"/>
          <dgm:resizeHandles val="exact"/>
        </dgm:presLayoutVars>
      </dgm:prSet>
      <dgm:spPr/>
    </dgm:pt>
    <dgm:pt modelId="{78798181-EF25-4021-8ED2-47B95E25C88A}" type="pres">
      <dgm:prSet presAssocID="{B24EF03A-5867-48C7-80D2-2A47AF3F46E2}" presName="linNode" presStyleCnt="0"/>
      <dgm:spPr/>
    </dgm:pt>
    <dgm:pt modelId="{75961E19-29A8-433B-A561-A5F53DECB71C}" type="pres">
      <dgm:prSet presAssocID="{B24EF03A-5867-48C7-80D2-2A47AF3F46E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0AE06F07-7B35-4447-8232-715972F5FE32}" type="pres">
      <dgm:prSet presAssocID="{B24EF03A-5867-48C7-80D2-2A47AF3F46E2}" presName="descendantText" presStyleLbl="alignAccFollowNode1" presStyleIdx="0" presStyleCnt="5">
        <dgm:presLayoutVars>
          <dgm:bulletEnabled val="1"/>
        </dgm:presLayoutVars>
      </dgm:prSet>
      <dgm:spPr/>
    </dgm:pt>
    <dgm:pt modelId="{445A9AE5-5061-445C-9482-653DD66F17A0}" type="pres">
      <dgm:prSet presAssocID="{51C28196-96E6-40B1-A618-DC187E29534F}" presName="sp" presStyleCnt="0"/>
      <dgm:spPr/>
    </dgm:pt>
    <dgm:pt modelId="{78E9FA9B-5D90-4F01-9B53-EF4F596F35B9}" type="pres">
      <dgm:prSet presAssocID="{20635128-1F85-4736-A6CD-3CFADF96416C}" presName="linNode" presStyleCnt="0"/>
      <dgm:spPr/>
    </dgm:pt>
    <dgm:pt modelId="{3C284CDE-D8C9-45C8-855E-71272946E00D}" type="pres">
      <dgm:prSet presAssocID="{20635128-1F85-4736-A6CD-3CFADF96416C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CEC3AE8-F099-4531-8B2D-BA1AFB5DEFF1}" type="pres">
      <dgm:prSet presAssocID="{20635128-1F85-4736-A6CD-3CFADF96416C}" presName="descendantText" presStyleLbl="alignAccFollowNode1" presStyleIdx="1" presStyleCnt="5">
        <dgm:presLayoutVars>
          <dgm:bulletEnabled val="1"/>
        </dgm:presLayoutVars>
      </dgm:prSet>
      <dgm:spPr/>
    </dgm:pt>
    <dgm:pt modelId="{65970A64-5105-4527-B986-EC5CE98B831B}" type="pres">
      <dgm:prSet presAssocID="{69BE274F-B405-47E3-9C6A-0163C1667FC3}" presName="sp" presStyleCnt="0"/>
      <dgm:spPr/>
    </dgm:pt>
    <dgm:pt modelId="{DAF46F7A-B6F6-456E-B114-4A3B300780C4}" type="pres">
      <dgm:prSet presAssocID="{2FEA7A14-3CB3-447D-A9E1-5DD7F55A51A4}" presName="linNode" presStyleCnt="0"/>
      <dgm:spPr/>
    </dgm:pt>
    <dgm:pt modelId="{0A98668B-3C89-4C57-9412-65D923DB2154}" type="pres">
      <dgm:prSet presAssocID="{2FEA7A14-3CB3-447D-A9E1-5DD7F55A51A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65872982-B788-45F1-96EC-E61E6016D3DD}" type="pres">
      <dgm:prSet presAssocID="{2FEA7A14-3CB3-447D-A9E1-5DD7F55A51A4}" presName="descendantText" presStyleLbl="alignAccFollowNode1" presStyleIdx="2" presStyleCnt="5">
        <dgm:presLayoutVars>
          <dgm:bulletEnabled val="1"/>
        </dgm:presLayoutVars>
      </dgm:prSet>
      <dgm:spPr/>
    </dgm:pt>
    <dgm:pt modelId="{36D16560-7C49-4145-B782-BC976532C0B3}" type="pres">
      <dgm:prSet presAssocID="{D359715C-A9E5-4CE4-AC5D-1B877E98F700}" presName="sp" presStyleCnt="0"/>
      <dgm:spPr/>
    </dgm:pt>
    <dgm:pt modelId="{E0608A6F-8EBF-434D-88D3-2A3F2BDD69C5}" type="pres">
      <dgm:prSet presAssocID="{B6BBC234-6B27-4A61-912E-4D48A7D0501F}" presName="linNode" presStyleCnt="0"/>
      <dgm:spPr/>
    </dgm:pt>
    <dgm:pt modelId="{9A792F01-4F76-4C52-82C2-8FF34C8A961E}" type="pres">
      <dgm:prSet presAssocID="{B6BBC234-6B27-4A61-912E-4D48A7D0501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420E924B-8B87-4E28-A069-288091BB4B47}" type="pres">
      <dgm:prSet presAssocID="{B6BBC234-6B27-4A61-912E-4D48A7D0501F}" presName="descendantText" presStyleLbl="alignAccFollowNode1" presStyleIdx="3" presStyleCnt="5">
        <dgm:presLayoutVars>
          <dgm:bulletEnabled val="1"/>
        </dgm:presLayoutVars>
      </dgm:prSet>
      <dgm:spPr/>
    </dgm:pt>
    <dgm:pt modelId="{FA00FA4C-2B8C-4DF5-9446-5F8DA5AB0E3C}" type="pres">
      <dgm:prSet presAssocID="{2293815C-5317-4E22-842D-F9A87B6B4CC3}" presName="sp" presStyleCnt="0"/>
      <dgm:spPr/>
    </dgm:pt>
    <dgm:pt modelId="{A954C6C1-420D-4C29-AFA1-215EF952E6D2}" type="pres">
      <dgm:prSet presAssocID="{FBBC671E-EDCF-4F73-9D45-EE4AD1962633}" presName="linNode" presStyleCnt="0"/>
      <dgm:spPr/>
    </dgm:pt>
    <dgm:pt modelId="{2B9FD05B-7699-425C-A776-6B690E51EC90}" type="pres">
      <dgm:prSet presAssocID="{FBBC671E-EDCF-4F73-9D45-EE4AD1962633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D362632A-C011-4BF3-82C4-D92FBF209F5F}" type="pres">
      <dgm:prSet presAssocID="{FBBC671E-EDCF-4F73-9D45-EE4AD1962633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0D826902-0E52-495D-8D28-D5CA7881CEA6}" type="presOf" srcId="{76EE38BB-B41E-4315-B074-47847C78D3AC}" destId="{420E924B-8B87-4E28-A069-288091BB4B47}" srcOrd="0" destOrd="0" presId="urn:microsoft.com/office/officeart/2005/8/layout/vList5"/>
    <dgm:cxn modelId="{323FE504-4F45-4BC6-B8D0-BC0C481A028F}" srcId="{B6BBC234-6B27-4A61-912E-4D48A7D0501F}" destId="{76EE38BB-B41E-4315-B074-47847C78D3AC}" srcOrd="0" destOrd="0" parTransId="{6DABA5A2-AEC3-4C51-8B39-0BA94DD73C4E}" sibTransId="{0F5D288D-E5CB-42C1-B906-946BAFCAA853}"/>
    <dgm:cxn modelId="{336B1B0D-228A-4358-9CFF-C388CF024296}" type="presOf" srcId="{20635128-1F85-4736-A6CD-3CFADF96416C}" destId="{3C284CDE-D8C9-45C8-855E-71272946E00D}" srcOrd="0" destOrd="0" presId="urn:microsoft.com/office/officeart/2005/8/layout/vList5"/>
    <dgm:cxn modelId="{3779260D-842C-4C8D-ABAA-D7165A2A8A38}" srcId="{20635128-1F85-4736-A6CD-3CFADF96416C}" destId="{1AAB19D9-F8E2-420B-A013-6247DA396E09}" srcOrd="0" destOrd="0" parTransId="{77C804B8-5E6B-4D80-A99A-829A4E45DD5A}" sibTransId="{3EB894D8-CCD5-40F0-ACFE-EE837F35EA91}"/>
    <dgm:cxn modelId="{A3853718-C009-404C-BEA9-BDDC8A66DD3D}" type="presOf" srcId="{B24EF03A-5867-48C7-80D2-2A47AF3F46E2}" destId="{75961E19-29A8-433B-A561-A5F53DECB71C}" srcOrd="0" destOrd="0" presId="urn:microsoft.com/office/officeart/2005/8/layout/vList5"/>
    <dgm:cxn modelId="{0BED892A-C79A-473C-AECE-00166B28C185}" type="presOf" srcId="{E1426009-BB62-4B51-8E32-89FA624AB9F7}" destId="{65872982-B788-45F1-96EC-E61E6016D3DD}" srcOrd="0" destOrd="0" presId="urn:microsoft.com/office/officeart/2005/8/layout/vList5"/>
    <dgm:cxn modelId="{DB68472C-E661-4587-9ADD-C5CB41493BE3}" srcId="{2FEA7A14-3CB3-447D-A9E1-5DD7F55A51A4}" destId="{E1426009-BB62-4B51-8E32-89FA624AB9F7}" srcOrd="0" destOrd="0" parTransId="{97D90004-8D0B-430B-90C1-B90E704E6EF4}" sibTransId="{EA2B8D38-5EB4-4ED4-A083-8F6492B6F20E}"/>
    <dgm:cxn modelId="{6BE1DB6E-3A77-4B97-9AAE-07F5A8BB64D5}" srcId="{450B7B06-4309-436C-8C11-57ADC5D6B88E}" destId="{2FEA7A14-3CB3-447D-A9E1-5DD7F55A51A4}" srcOrd="2" destOrd="0" parTransId="{764DB800-63D7-4017-B96A-65445520CCFD}" sibTransId="{D359715C-A9E5-4CE4-AC5D-1B877E98F700}"/>
    <dgm:cxn modelId="{E965C582-5311-48CE-8EFA-38F607229932}" type="presOf" srcId="{E52E40E2-75C0-4F83-9381-8290E2F35CB3}" destId="{0AE06F07-7B35-4447-8232-715972F5FE32}" srcOrd="0" destOrd="0" presId="urn:microsoft.com/office/officeart/2005/8/layout/vList5"/>
    <dgm:cxn modelId="{0D5A2587-FAA5-476A-93A9-8BE4E3D96D8C}" type="presOf" srcId="{FBBC671E-EDCF-4F73-9D45-EE4AD1962633}" destId="{2B9FD05B-7699-425C-A776-6B690E51EC90}" srcOrd="0" destOrd="0" presId="urn:microsoft.com/office/officeart/2005/8/layout/vList5"/>
    <dgm:cxn modelId="{C6233987-B1BA-4776-BA76-3CF45468AF67}" type="presOf" srcId="{2FEA7A14-3CB3-447D-A9E1-5DD7F55A51A4}" destId="{0A98668B-3C89-4C57-9412-65D923DB2154}" srcOrd="0" destOrd="0" presId="urn:microsoft.com/office/officeart/2005/8/layout/vList5"/>
    <dgm:cxn modelId="{4571F896-19B8-4099-99DC-F08172F4ABCF}" srcId="{B24EF03A-5867-48C7-80D2-2A47AF3F46E2}" destId="{E52E40E2-75C0-4F83-9381-8290E2F35CB3}" srcOrd="0" destOrd="0" parTransId="{BE4B5DD7-60AF-4EB3-88CB-3DCE4A2CD6EC}" sibTransId="{4B01971E-9B2D-4A19-9C92-78B0CAD935A7}"/>
    <dgm:cxn modelId="{E9A0AE9D-0626-4D80-AFF1-3925EEFA7821}" srcId="{450B7B06-4309-436C-8C11-57ADC5D6B88E}" destId="{B24EF03A-5867-48C7-80D2-2A47AF3F46E2}" srcOrd="0" destOrd="0" parTransId="{B61AB354-452B-47C9-9318-A0E5EBA4BADB}" sibTransId="{51C28196-96E6-40B1-A618-DC187E29534F}"/>
    <dgm:cxn modelId="{EBC674C0-39C9-42C1-A73B-8073B1024103}" srcId="{450B7B06-4309-436C-8C11-57ADC5D6B88E}" destId="{B6BBC234-6B27-4A61-912E-4D48A7D0501F}" srcOrd="3" destOrd="0" parTransId="{D9B5A0E9-A6CD-4EDB-B278-C93A8BC55DDA}" sibTransId="{2293815C-5317-4E22-842D-F9A87B6B4CC3}"/>
    <dgm:cxn modelId="{404588C7-D08E-44E4-B715-BBAF3667F1D5}" srcId="{FBBC671E-EDCF-4F73-9D45-EE4AD1962633}" destId="{06FEFCCA-3C3C-4AB8-8D99-EE5570138829}" srcOrd="0" destOrd="0" parTransId="{F6B7FDDC-89CC-4187-8B55-969BB0FD710E}" sibTransId="{E42C01F2-05F5-430C-A96D-B6CD5A7EA666}"/>
    <dgm:cxn modelId="{3A6E05CC-518E-4A56-8881-D84CCF1837E7}" srcId="{450B7B06-4309-436C-8C11-57ADC5D6B88E}" destId="{FBBC671E-EDCF-4F73-9D45-EE4AD1962633}" srcOrd="4" destOrd="0" parTransId="{A9FB9686-A92F-4A7D-B543-4F0FADD6D2A4}" sibTransId="{47AD1E92-48CA-4779-B7B7-2BC716CD1E3C}"/>
    <dgm:cxn modelId="{6DD60BDB-C039-424F-AFA5-60C312646544}" type="presOf" srcId="{1AAB19D9-F8E2-420B-A013-6247DA396E09}" destId="{FCEC3AE8-F099-4531-8B2D-BA1AFB5DEFF1}" srcOrd="0" destOrd="0" presId="urn:microsoft.com/office/officeart/2005/8/layout/vList5"/>
    <dgm:cxn modelId="{5A3C72E6-1135-437D-A4DC-D07530956C4C}" type="presOf" srcId="{06FEFCCA-3C3C-4AB8-8D99-EE5570138829}" destId="{D362632A-C011-4BF3-82C4-D92FBF209F5F}" srcOrd="0" destOrd="0" presId="urn:microsoft.com/office/officeart/2005/8/layout/vList5"/>
    <dgm:cxn modelId="{1629C2E9-BA26-4648-AB20-18A60BE2EED6}" srcId="{450B7B06-4309-436C-8C11-57ADC5D6B88E}" destId="{20635128-1F85-4736-A6CD-3CFADF96416C}" srcOrd="1" destOrd="0" parTransId="{A8D529C6-280F-405F-A860-2A92A53BA4D9}" sibTransId="{69BE274F-B405-47E3-9C6A-0163C1667FC3}"/>
    <dgm:cxn modelId="{EDF12FEE-A24E-44E4-89CA-477340EAC9DD}" type="presOf" srcId="{450B7B06-4309-436C-8C11-57ADC5D6B88E}" destId="{5B753144-E2C7-4FF3-9346-D479CC69B8C7}" srcOrd="0" destOrd="0" presId="urn:microsoft.com/office/officeart/2005/8/layout/vList5"/>
    <dgm:cxn modelId="{96EDEEF8-F74F-4D41-87A7-DD254FD7D1CD}" type="presOf" srcId="{B6BBC234-6B27-4A61-912E-4D48A7D0501F}" destId="{9A792F01-4F76-4C52-82C2-8FF34C8A961E}" srcOrd="0" destOrd="0" presId="urn:microsoft.com/office/officeart/2005/8/layout/vList5"/>
    <dgm:cxn modelId="{AB3AFECF-BCEA-448E-9E5D-745C077189ED}" type="presParOf" srcId="{5B753144-E2C7-4FF3-9346-D479CC69B8C7}" destId="{78798181-EF25-4021-8ED2-47B95E25C88A}" srcOrd="0" destOrd="0" presId="urn:microsoft.com/office/officeart/2005/8/layout/vList5"/>
    <dgm:cxn modelId="{6784E2A6-9FD6-4971-A681-2D0283C9270E}" type="presParOf" srcId="{78798181-EF25-4021-8ED2-47B95E25C88A}" destId="{75961E19-29A8-433B-A561-A5F53DECB71C}" srcOrd="0" destOrd="0" presId="urn:microsoft.com/office/officeart/2005/8/layout/vList5"/>
    <dgm:cxn modelId="{CEC33E0C-161E-4AFC-A9BB-DF3A32D6685D}" type="presParOf" srcId="{78798181-EF25-4021-8ED2-47B95E25C88A}" destId="{0AE06F07-7B35-4447-8232-715972F5FE32}" srcOrd="1" destOrd="0" presId="urn:microsoft.com/office/officeart/2005/8/layout/vList5"/>
    <dgm:cxn modelId="{B6158660-9C4B-43E9-8ABB-21038EF8FE92}" type="presParOf" srcId="{5B753144-E2C7-4FF3-9346-D479CC69B8C7}" destId="{445A9AE5-5061-445C-9482-653DD66F17A0}" srcOrd="1" destOrd="0" presId="urn:microsoft.com/office/officeart/2005/8/layout/vList5"/>
    <dgm:cxn modelId="{6BD333B6-F0FE-45BC-B9E2-5AC1329ABBB9}" type="presParOf" srcId="{5B753144-E2C7-4FF3-9346-D479CC69B8C7}" destId="{78E9FA9B-5D90-4F01-9B53-EF4F596F35B9}" srcOrd="2" destOrd="0" presId="urn:microsoft.com/office/officeart/2005/8/layout/vList5"/>
    <dgm:cxn modelId="{30C81DB3-0434-4588-93ED-D1985022C765}" type="presParOf" srcId="{78E9FA9B-5D90-4F01-9B53-EF4F596F35B9}" destId="{3C284CDE-D8C9-45C8-855E-71272946E00D}" srcOrd="0" destOrd="0" presId="urn:microsoft.com/office/officeart/2005/8/layout/vList5"/>
    <dgm:cxn modelId="{446F3DE1-402A-4922-80E2-5FE8DD21F12E}" type="presParOf" srcId="{78E9FA9B-5D90-4F01-9B53-EF4F596F35B9}" destId="{FCEC3AE8-F099-4531-8B2D-BA1AFB5DEFF1}" srcOrd="1" destOrd="0" presId="urn:microsoft.com/office/officeart/2005/8/layout/vList5"/>
    <dgm:cxn modelId="{57B9993B-1D01-4AB3-8250-D2B44C629FB9}" type="presParOf" srcId="{5B753144-E2C7-4FF3-9346-D479CC69B8C7}" destId="{65970A64-5105-4527-B986-EC5CE98B831B}" srcOrd="3" destOrd="0" presId="urn:microsoft.com/office/officeart/2005/8/layout/vList5"/>
    <dgm:cxn modelId="{21DE101B-0D0D-425E-91E3-D03225592790}" type="presParOf" srcId="{5B753144-E2C7-4FF3-9346-D479CC69B8C7}" destId="{DAF46F7A-B6F6-456E-B114-4A3B300780C4}" srcOrd="4" destOrd="0" presId="urn:microsoft.com/office/officeart/2005/8/layout/vList5"/>
    <dgm:cxn modelId="{328B6BD0-9969-4AA9-B3A2-2FC3AD3267A7}" type="presParOf" srcId="{DAF46F7A-B6F6-456E-B114-4A3B300780C4}" destId="{0A98668B-3C89-4C57-9412-65D923DB2154}" srcOrd="0" destOrd="0" presId="urn:microsoft.com/office/officeart/2005/8/layout/vList5"/>
    <dgm:cxn modelId="{5BAE41C8-4688-4CD8-8E3F-586DF0D30EB3}" type="presParOf" srcId="{DAF46F7A-B6F6-456E-B114-4A3B300780C4}" destId="{65872982-B788-45F1-96EC-E61E6016D3DD}" srcOrd="1" destOrd="0" presId="urn:microsoft.com/office/officeart/2005/8/layout/vList5"/>
    <dgm:cxn modelId="{3C7B5C54-2697-44A1-B58A-12AFB0F83C98}" type="presParOf" srcId="{5B753144-E2C7-4FF3-9346-D479CC69B8C7}" destId="{36D16560-7C49-4145-B782-BC976532C0B3}" srcOrd="5" destOrd="0" presId="urn:microsoft.com/office/officeart/2005/8/layout/vList5"/>
    <dgm:cxn modelId="{C0362A25-B5D9-4F18-870B-B4FAEAB7B8E3}" type="presParOf" srcId="{5B753144-E2C7-4FF3-9346-D479CC69B8C7}" destId="{E0608A6F-8EBF-434D-88D3-2A3F2BDD69C5}" srcOrd="6" destOrd="0" presId="urn:microsoft.com/office/officeart/2005/8/layout/vList5"/>
    <dgm:cxn modelId="{A3518EC0-422A-41F7-BBFF-D321E55897FC}" type="presParOf" srcId="{E0608A6F-8EBF-434D-88D3-2A3F2BDD69C5}" destId="{9A792F01-4F76-4C52-82C2-8FF34C8A961E}" srcOrd="0" destOrd="0" presId="urn:microsoft.com/office/officeart/2005/8/layout/vList5"/>
    <dgm:cxn modelId="{CE31A07A-9F01-4C51-AF27-FFB65F372C92}" type="presParOf" srcId="{E0608A6F-8EBF-434D-88D3-2A3F2BDD69C5}" destId="{420E924B-8B87-4E28-A069-288091BB4B47}" srcOrd="1" destOrd="0" presId="urn:microsoft.com/office/officeart/2005/8/layout/vList5"/>
    <dgm:cxn modelId="{91A8A4DD-E8CA-4E48-8BD1-28429517B76B}" type="presParOf" srcId="{5B753144-E2C7-4FF3-9346-D479CC69B8C7}" destId="{FA00FA4C-2B8C-4DF5-9446-5F8DA5AB0E3C}" srcOrd="7" destOrd="0" presId="urn:microsoft.com/office/officeart/2005/8/layout/vList5"/>
    <dgm:cxn modelId="{5C440DF9-3899-473A-A523-F7B0A95C6496}" type="presParOf" srcId="{5B753144-E2C7-4FF3-9346-D479CC69B8C7}" destId="{A954C6C1-420D-4C29-AFA1-215EF952E6D2}" srcOrd="8" destOrd="0" presId="urn:microsoft.com/office/officeart/2005/8/layout/vList5"/>
    <dgm:cxn modelId="{0B83802C-26F9-4BA4-B96D-CE33252A12CC}" type="presParOf" srcId="{A954C6C1-420D-4C29-AFA1-215EF952E6D2}" destId="{2B9FD05B-7699-425C-A776-6B690E51EC90}" srcOrd="0" destOrd="0" presId="urn:microsoft.com/office/officeart/2005/8/layout/vList5"/>
    <dgm:cxn modelId="{0F5941BF-6286-49D3-9BA4-4A1A87E22860}" type="presParOf" srcId="{A954C6C1-420D-4C29-AFA1-215EF952E6D2}" destId="{D362632A-C011-4BF3-82C4-D92FBF209F5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86C845-A0A5-484F-BD16-8E74068B5298}">
      <dsp:nvSpPr>
        <dsp:cNvPr id="0" name=""/>
        <dsp:cNvSpPr/>
      </dsp:nvSpPr>
      <dsp:spPr>
        <a:xfrm>
          <a:off x="0" y="3177439"/>
          <a:ext cx="1487129" cy="69514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765" tIns="142240" rIns="105765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Application</a:t>
          </a:r>
        </a:p>
      </dsp:txBody>
      <dsp:txXfrm>
        <a:off x="0" y="3177439"/>
        <a:ext cx="1487129" cy="695146"/>
      </dsp:txXfrm>
    </dsp:sp>
    <dsp:sp modelId="{A79E8657-2ED4-40D8-94DB-DF145C240364}">
      <dsp:nvSpPr>
        <dsp:cNvPr id="0" name=""/>
        <dsp:cNvSpPr/>
      </dsp:nvSpPr>
      <dsp:spPr>
        <a:xfrm>
          <a:off x="1487129" y="3177439"/>
          <a:ext cx="4461387" cy="695146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98" tIns="139700" rIns="90498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At least one of: </a:t>
          </a:r>
          <a:r>
            <a:rPr lang="en-US" sz="1100" kern="1200"/>
            <a:t>User facing  output: Console, Web App/Dashboard (Blynk Mobile App/Web Dash),  DB log/history, Alerts/Notifications(e.g. email notification), Device-based(SenseHAT LED matrix)</a:t>
          </a:r>
        </a:p>
      </dsp:txBody>
      <dsp:txXfrm>
        <a:off x="1487129" y="3177439"/>
        <a:ext cx="4461387" cy="695146"/>
      </dsp:txXfrm>
    </dsp:sp>
    <dsp:sp modelId="{A86DDACA-708B-4DD0-B540-C5383E893A7E}">
      <dsp:nvSpPr>
        <dsp:cNvPr id="0" name=""/>
        <dsp:cNvSpPr/>
      </dsp:nvSpPr>
      <dsp:spPr>
        <a:xfrm rot="10800000">
          <a:off x="0" y="2118732"/>
          <a:ext cx="1487129" cy="106913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765" tIns="142240" rIns="105765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Networking</a:t>
          </a:r>
        </a:p>
      </dsp:txBody>
      <dsp:txXfrm rot="-10800000">
        <a:off x="0" y="2118732"/>
        <a:ext cx="1487129" cy="694937"/>
      </dsp:txXfrm>
    </dsp:sp>
    <dsp:sp modelId="{2C98250E-E0C0-44E1-BF0D-EAA93CCB55CF}">
      <dsp:nvSpPr>
        <dsp:cNvPr id="0" name=""/>
        <dsp:cNvSpPr/>
      </dsp:nvSpPr>
      <dsp:spPr>
        <a:xfrm>
          <a:off x="1487129" y="2118732"/>
          <a:ext cx="4461387" cy="6949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98" tIns="139700" rIns="90498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 applicable networking/comms tech (MQTT, HTTP, TCP, UDP, or library that uses this (e.g. Blynk)</a:t>
          </a:r>
        </a:p>
      </dsp:txBody>
      <dsp:txXfrm>
        <a:off x="1487129" y="2118732"/>
        <a:ext cx="4461387" cy="694937"/>
      </dsp:txXfrm>
    </dsp:sp>
    <dsp:sp modelId="{8B5C2958-F889-4568-AF99-D4682E00A3D3}">
      <dsp:nvSpPr>
        <dsp:cNvPr id="0" name=""/>
        <dsp:cNvSpPr/>
      </dsp:nvSpPr>
      <dsp:spPr>
        <a:xfrm rot="10800000">
          <a:off x="0" y="1060024"/>
          <a:ext cx="1487129" cy="106913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765" tIns="142240" rIns="105765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Processing</a:t>
          </a:r>
        </a:p>
      </dsp:txBody>
      <dsp:txXfrm rot="-10800000">
        <a:off x="0" y="1060024"/>
        <a:ext cx="1487129" cy="694937"/>
      </dsp:txXfrm>
    </dsp:sp>
    <dsp:sp modelId="{0E9D9188-ECAE-4D37-ABCE-B6F514D0A197}">
      <dsp:nvSpPr>
        <dsp:cNvPr id="0" name=""/>
        <dsp:cNvSpPr/>
      </dsp:nvSpPr>
      <dsp:spPr>
        <a:xfrm>
          <a:off x="1487129" y="1060024"/>
          <a:ext cx="4461387" cy="6949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98" tIns="139700" rIns="90498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Some programmed logic: Theshold checks, Status Calculation, Event Detection(e.g. movement), Rules, Data processing(e.g. average, statistical analysis)</a:t>
          </a:r>
        </a:p>
      </dsp:txBody>
      <dsp:txXfrm>
        <a:off x="1487129" y="1060024"/>
        <a:ext cx="4461387" cy="694937"/>
      </dsp:txXfrm>
    </dsp:sp>
    <dsp:sp modelId="{38C09810-83C0-4555-B8D0-AAC9DEC3A477}">
      <dsp:nvSpPr>
        <dsp:cNvPr id="0" name=""/>
        <dsp:cNvSpPr/>
      </dsp:nvSpPr>
      <dsp:spPr>
        <a:xfrm rot="10800000">
          <a:off x="0" y="1316"/>
          <a:ext cx="1487129" cy="106913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5765" tIns="142240" rIns="105765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Source</a:t>
          </a:r>
        </a:p>
      </dsp:txBody>
      <dsp:txXfrm rot="-10800000">
        <a:off x="0" y="1316"/>
        <a:ext cx="1487129" cy="694937"/>
      </dsp:txXfrm>
    </dsp:sp>
    <dsp:sp modelId="{2BFC96A9-05AA-4140-813E-3ECCFAD54F89}">
      <dsp:nvSpPr>
        <dsp:cNvPr id="0" name=""/>
        <dsp:cNvSpPr/>
      </dsp:nvSpPr>
      <dsp:spPr>
        <a:xfrm>
          <a:off x="1487129" y="1316"/>
          <a:ext cx="4461387" cy="694937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98" tIns="139700" rIns="90498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cs typeface="Calibri Light"/>
            </a:rPr>
            <a:t>SenseHAT</a:t>
          </a:r>
          <a:r>
            <a:rPr lang="en-US" sz="1100" kern="1200" dirty="0">
              <a:cs typeface="Calibri Light"/>
            </a:rPr>
            <a:t>, Camera, Packet Tracer, External API</a:t>
          </a:r>
          <a:endParaRPr lang="en-US" sz="1100" kern="1200" dirty="0"/>
        </a:p>
      </dsp:txBody>
      <dsp:txXfrm>
        <a:off x="1487129" y="1316"/>
        <a:ext cx="4461387" cy="694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8B6C4-1861-469B-9922-372BF42237E5}">
      <dsp:nvSpPr>
        <dsp:cNvPr id="0" name=""/>
        <dsp:cNvSpPr/>
      </dsp:nvSpPr>
      <dsp:spPr>
        <a:xfrm>
          <a:off x="10879" y="0"/>
          <a:ext cx="5273183" cy="1581955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5328" tIns="195328" rIns="195328" bIns="19532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April 26</a:t>
          </a:r>
          <a:r>
            <a:rPr lang="en-US" sz="2800" kern="1200" baseline="30000" dirty="0"/>
            <a:t>th</a:t>
          </a:r>
          <a:r>
            <a:rPr lang="en-US" sz="2800" kern="1200" dirty="0"/>
            <a:t> </a:t>
          </a:r>
        </a:p>
      </dsp:txBody>
      <dsp:txXfrm>
        <a:off x="485466" y="0"/>
        <a:ext cx="4324010" cy="1581955"/>
      </dsp:txXfrm>
    </dsp:sp>
    <dsp:sp modelId="{77DDCD4E-2549-4D81-B1CB-A38F2783F17B}">
      <dsp:nvSpPr>
        <dsp:cNvPr id="0" name=""/>
        <dsp:cNvSpPr/>
      </dsp:nvSpPr>
      <dsp:spPr>
        <a:xfrm>
          <a:off x="10879" y="1581955"/>
          <a:ext cx="4798597" cy="276938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9196" tIns="379196" rIns="379196" bIns="758392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Proposal document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Doesn't need to be exact/long!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Sections: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Introduction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Proposed technologies (protocols/devices/prog lang)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Proposed Tools (IDEs, cloud platforms)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Deliverable: One page pdf or markdown document with general concept.</a:t>
          </a:r>
          <a:endParaRPr lang="en-US" sz="900" b="1" kern="1200" dirty="0"/>
        </a:p>
      </dsp:txBody>
      <dsp:txXfrm>
        <a:off x="10879" y="1581955"/>
        <a:ext cx="4798597" cy="2769382"/>
      </dsp:txXfrm>
    </dsp:sp>
    <dsp:sp modelId="{DDA2FC0E-50D4-4FCA-9312-5E1E30BB59D4}">
      <dsp:nvSpPr>
        <dsp:cNvPr id="0" name=""/>
        <dsp:cNvSpPr/>
      </dsp:nvSpPr>
      <dsp:spPr>
        <a:xfrm>
          <a:off x="5231536" y="0"/>
          <a:ext cx="5273183" cy="1581955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5328" tIns="195328" rIns="195328" bIns="19532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May 29</a:t>
          </a:r>
          <a:r>
            <a:rPr lang="en-US" sz="2800" kern="1200" baseline="30000"/>
            <a:t>th</a:t>
          </a:r>
          <a:r>
            <a:rPr lang="en-US" sz="2800" kern="1200" baseline="0"/>
            <a:t>  </a:t>
          </a:r>
          <a:endParaRPr lang="en-US" sz="2800" kern="1200" dirty="0"/>
        </a:p>
      </dsp:txBody>
      <dsp:txXfrm>
        <a:off x="5706123" y="0"/>
        <a:ext cx="4324010" cy="1581955"/>
      </dsp:txXfrm>
    </dsp:sp>
    <dsp:sp modelId="{08EF549B-B144-4DAB-8BDA-085C82116719}">
      <dsp:nvSpPr>
        <dsp:cNvPr id="0" name=""/>
        <dsp:cNvSpPr/>
      </dsp:nvSpPr>
      <dsp:spPr>
        <a:xfrm>
          <a:off x="5231536" y="1581955"/>
          <a:ext cx="4798597" cy="2769382"/>
        </a:xfrm>
        <a:prstGeom prst="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9196" tIns="379196" rIns="379196" bIns="758392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Presentation and interview: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Git Repository submission(all code/resources)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Include a </a:t>
          </a:r>
          <a:r>
            <a:rPr lang="en-US" sz="1400" b="1" kern="1200" dirty="0"/>
            <a:t>max 5 min </a:t>
          </a:r>
          <a:r>
            <a:rPr lang="en-US" sz="1400" kern="1200" dirty="0"/>
            <a:t>video demoing your project. (YouTube video)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10 min Zoom Interview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Deliverable: Accessible </a:t>
          </a:r>
          <a:r>
            <a:rPr lang="en-US" sz="1400" b="1" kern="1200" dirty="0" err="1"/>
            <a:t>Github</a:t>
          </a:r>
          <a:r>
            <a:rPr lang="en-US" sz="1400" b="1" kern="1200" dirty="0"/>
            <a:t> repo. Link to video.</a:t>
          </a:r>
        </a:p>
      </dsp:txBody>
      <dsp:txXfrm>
        <a:off x="5231536" y="1581955"/>
        <a:ext cx="4798597" cy="27693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E06F07-7B35-4447-8232-715972F5FE32}">
      <dsp:nvSpPr>
        <dsp:cNvPr id="0" name=""/>
        <dsp:cNvSpPr/>
      </dsp:nvSpPr>
      <dsp:spPr>
        <a:xfrm rot="5400000">
          <a:off x="6630101" y="-2872798"/>
          <a:ext cx="629829" cy="6536485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Project idea, proposal, and approval</a:t>
          </a:r>
          <a:endParaRPr lang="en-US" sz="1700" kern="1200"/>
        </a:p>
      </dsp:txBody>
      <dsp:txXfrm rot="-5400000">
        <a:off x="3676773" y="111276"/>
        <a:ext cx="6505739" cy="568337"/>
      </dsp:txXfrm>
    </dsp:sp>
    <dsp:sp modelId="{75961E19-29A8-433B-A561-A5F53DECB71C}">
      <dsp:nvSpPr>
        <dsp:cNvPr id="0" name=""/>
        <dsp:cNvSpPr/>
      </dsp:nvSpPr>
      <dsp:spPr>
        <a:xfrm>
          <a:off x="0" y="1800"/>
          <a:ext cx="3676773" cy="78728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Week1</a:t>
          </a:r>
          <a:endParaRPr lang="en-US" sz="3900" kern="1200"/>
        </a:p>
      </dsp:txBody>
      <dsp:txXfrm>
        <a:off x="38432" y="40232"/>
        <a:ext cx="3599909" cy="710423"/>
      </dsp:txXfrm>
    </dsp:sp>
    <dsp:sp modelId="{FCEC3AE8-F099-4531-8B2D-BA1AFB5DEFF1}">
      <dsp:nvSpPr>
        <dsp:cNvPr id="0" name=""/>
        <dsp:cNvSpPr/>
      </dsp:nvSpPr>
      <dsp:spPr>
        <a:xfrm rot="5400000">
          <a:off x="6630101" y="-2046147"/>
          <a:ext cx="629829" cy="6536485"/>
        </a:xfrm>
        <a:prstGeom prst="round2Same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Get input/data source working on the Raspberry Pi</a:t>
          </a:r>
          <a:endParaRPr lang="en-US" sz="1700" kern="1200"/>
        </a:p>
      </dsp:txBody>
      <dsp:txXfrm rot="-5400000">
        <a:off x="3676773" y="937927"/>
        <a:ext cx="6505739" cy="568337"/>
      </dsp:txXfrm>
    </dsp:sp>
    <dsp:sp modelId="{3C284CDE-D8C9-45C8-855E-71272946E00D}">
      <dsp:nvSpPr>
        <dsp:cNvPr id="0" name=""/>
        <dsp:cNvSpPr/>
      </dsp:nvSpPr>
      <dsp:spPr>
        <a:xfrm>
          <a:off x="0" y="828452"/>
          <a:ext cx="3676773" cy="787287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Week2</a:t>
          </a:r>
          <a:endParaRPr lang="en-US" sz="3900" kern="1200"/>
        </a:p>
      </dsp:txBody>
      <dsp:txXfrm>
        <a:off x="38432" y="866884"/>
        <a:ext cx="3599909" cy="710423"/>
      </dsp:txXfrm>
    </dsp:sp>
    <dsp:sp modelId="{65872982-B788-45F1-96EC-E61E6016D3DD}">
      <dsp:nvSpPr>
        <dsp:cNvPr id="0" name=""/>
        <dsp:cNvSpPr/>
      </dsp:nvSpPr>
      <dsp:spPr>
        <a:xfrm rot="5400000">
          <a:off x="6630101" y="-1219495"/>
          <a:ext cx="629829" cy="6536485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Implement networking/connection with other component/platform/service</a:t>
          </a:r>
          <a:endParaRPr lang="en-US" sz="1700" kern="1200" dirty="0"/>
        </a:p>
      </dsp:txBody>
      <dsp:txXfrm rot="-5400000">
        <a:off x="3676773" y="1764579"/>
        <a:ext cx="6505739" cy="568337"/>
      </dsp:txXfrm>
    </dsp:sp>
    <dsp:sp modelId="{0A98668B-3C89-4C57-9412-65D923DB2154}">
      <dsp:nvSpPr>
        <dsp:cNvPr id="0" name=""/>
        <dsp:cNvSpPr/>
      </dsp:nvSpPr>
      <dsp:spPr>
        <a:xfrm>
          <a:off x="0" y="1655103"/>
          <a:ext cx="3676773" cy="787287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Week3</a:t>
          </a:r>
          <a:endParaRPr lang="en-US" sz="3900" kern="1200"/>
        </a:p>
      </dsp:txBody>
      <dsp:txXfrm>
        <a:off x="38432" y="1693535"/>
        <a:ext cx="3599909" cy="710423"/>
      </dsp:txXfrm>
    </dsp:sp>
    <dsp:sp modelId="{420E924B-8B87-4E28-A069-288091BB4B47}">
      <dsp:nvSpPr>
        <dsp:cNvPr id="0" name=""/>
        <dsp:cNvSpPr/>
      </dsp:nvSpPr>
      <dsp:spPr>
        <a:xfrm rot="5400000">
          <a:off x="6630101" y="-392844"/>
          <a:ext cx="629829" cy="6536485"/>
        </a:xfrm>
        <a:prstGeom prst="round2Same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Add output layer such as dashboard, logging, alerts, or storage</a:t>
          </a:r>
          <a:endParaRPr lang="en-US" sz="1700" kern="1200" dirty="0"/>
        </a:p>
      </dsp:txBody>
      <dsp:txXfrm rot="-5400000">
        <a:off x="3676773" y="2591230"/>
        <a:ext cx="6505739" cy="568337"/>
      </dsp:txXfrm>
    </dsp:sp>
    <dsp:sp modelId="{9A792F01-4F76-4C52-82C2-8FF34C8A961E}">
      <dsp:nvSpPr>
        <dsp:cNvPr id="0" name=""/>
        <dsp:cNvSpPr/>
      </dsp:nvSpPr>
      <dsp:spPr>
        <a:xfrm>
          <a:off x="0" y="2481754"/>
          <a:ext cx="3676773" cy="787287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Week4</a:t>
          </a:r>
          <a:endParaRPr lang="en-US" sz="3900" kern="1200"/>
        </a:p>
      </dsp:txBody>
      <dsp:txXfrm>
        <a:off x="38432" y="2520186"/>
        <a:ext cx="3599909" cy="710423"/>
      </dsp:txXfrm>
    </dsp:sp>
    <dsp:sp modelId="{D362632A-C011-4BF3-82C4-D92FBF209F5F}">
      <dsp:nvSpPr>
        <dsp:cNvPr id="0" name=""/>
        <dsp:cNvSpPr/>
      </dsp:nvSpPr>
      <dsp:spPr>
        <a:xfrm rot="5400000">
          <a:off x="6630101" y="433806"/>
          <a:ext cx="629829" cy="6536485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Testing, refinement, documentation, GitHub cleanup, and demo preparation</a:t>
          </a:r>
          <a:endParaRPr lang="en-US" sz="1700" kern="1200" dirty="0"/>
        </a:p>
      </dsp:txBody>
      <dsp:txXfrm rot="-5400000">
        <a:off x="3676773" y="3417880"/>
        <a:ext cx="6505739" cy="568337"/>
      </dsp:txXfrm>
    </dsp:sp>
    <dsp:sp modelId="{2B9FD05B-7699-425C-A776-6B690E51EC90}">
      <dsp:nvSpPr>
        <dsp:cNvPr id="0" name=""/>
        <dsp:cNvSpPr/>
      </dsp:nvSpPr>
      <dsp:spPr>
        <a:xfrm>
          <a:off x="0" y="3308406"/>
          <a:ext cx="3676773" cy="787287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Week5</a:t>
          </a:r>
          <a:endParaRPr lang="en-US" sz="3900" kern="1200"/>
        </a:p>
      </dsp:txBody>
      <dsp:txXfrm>
        <a:off x="38432" y="3346838"/>
        <a:ext cx="3599909" cy="7104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B9E99-C503-46FF-BA39-A9A967032C6C}" type="datetimeFigureOut">
              <a:rPr lang="en-US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6891D-82AD-4095-9B5F-167B40F78F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3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84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1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18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6891D-82AD-4095-9B5F-167B40F78FC9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3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towardsdatascience.com/iot-made-easy-esp-micropython-mqtt-thingspeak-ce05eea27814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Assignment 2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l"/>
            <a:r>
              <a:rPr lang="en-US" dirty="0"/>
              <a:t>Networking</a:t>
            </a:r>
            <a:r>
              <a:rPr lang="en-US" dirty="0">
                <a:cs typeface="Calibri"/>
              </a:rPr>
              <a:t> using Connected Devices</a:t>
            </a:r>
            <a:endParaRPr lang="en-US" dirty="0"/>
          </a:p>
          <a:p>
            <a:pPr algn="l"/>
            <a:r>
              <a:rPr lang="en-US" i="1" dirty="0"/>
              <a:t>Produced by: Frank Walsh</a:t>
            </a:r>
            <a:endParaRPr lang="en-US" i="1" dirty="0">
              <a:cs typeface="Calibri"/>
            </a:endParaRPr>
          </a:p>
          <a:p>
            <a:pPr algn="l"/>
            <a:r>
              <a:rPr lang="en-US" i="1" dirty="0">
                <a:cs typeface="Calibri"/>
              </a:rPr>
              <a:t>Computer Systems and Networks</a:t>
            </a:r>
          </a:p>
          <a:p>
            <a:pPr algn="l"/>
            <a:r>
              <a:rPr lang="en-US" i="1" dirty="0">
                <a:cs typeface="Calibri"/>
              </a:rPr>
              <a:t>Certificate/</a:t>
            </a:r>
            <a:r>
              <a:rPr lang="en-US" i="1" dirty="0" err="1">
                <a:cs typeface="Calibri"/>
              </a:rPr>
              <a:t>HDip</a:t>
            </a:r>
            <a:r>
              <a:rPr lang="en-US" i="1" dirty="0">
                <a:cs typeface="Calibri"/>
              </a:rPr>
              <a:t> Computer Science 2026</a:t>
            </a:r>
            <a:endParaRPr lang="en-US" dirty="0"/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1F3C8474-FEE9-28B5-1BB2-9541CFCE9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Tick">
            <a:extLst>
              <a:ext uri="{FF2B5EF4-FFF2-40B4-BE49-F238E27FC236}">
                <a16:creationId xmlns:a16="http://schemas.microsoft.com/office/drawing/2014/main" id="{7B32DF15-F55A-49FA-A3B2-445C1F66D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736631-BA20-68A5-1DE9-B98C7347B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600" y="902203"/>
            <a:ext cx="7935950" cy="141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40%</a:t>
            </a:r>
            <a:r>
              <a:rPr lang="en-US" dirty="0">
                <a:cs typeface="Calibri"/>
              </a:rPr>
              <a:t> of your overall mark</a:t>
            </a:r>
          </a:p>
          <a:p>
            <a:pPr lvl="1"/>
            <a:r>
              <a:rPr lang="en-US" dirty="0"/>
              <a:t>Project ethos (1 overall project) </a:t>
            </a:r>
          </a:p>
          <a:p>
            <a:r>
              <a:rPr lang="en-US" dirty="0"/>
              <a:t>For this assignment </a:t>
            </a:r>
            <a:r>
              <a:rPr lang="en-GB" dirty="0"/>
              <a:t>you will design and build a small connected device project</a:t>
            </a:r>
            <a:r>
              <a:rPr lang="en-US" dirty="0">
                <a:cs typeface="Calibri"/>
              </a:rPr>
              <a:t>:</a:t>
            </a:r>
          </a:p>
          <a:p>
            <a:pPr lvl="1"/>
            <a:r>
              <a:rPr lang="en-US" dirty="0">
                <a:cs typeface="Calibri"/>
              </a:rPr>
              <a:t>Propose a project.</a:t>
            </a:r>
            <a:endParaRPr lang="en-US" dirty="0"/>
          </a:p>
          <a:p>
            <a:pPr lvl="1"/>
            <a:r>
              <a:rPr lang="en-US" dirty="0"/>
              <a:t>Create a working project.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Typically includes a "physical" aspect – sensors/devices(</a:t>
            </a:r>
            <a:r>
              <a:rPr lang="en-US" dirty="0" err="1">
                <a:cs typeface="Calibri"/>
              </a:rPr>
              <a:t>Rpi</a:t>
            </a:r>
            <a:r>
              <a:rPr lang="en-US" dirty="0">
                <a:cs typeface="Calibri"/>
              </a:rPr>
              <a:t>/</a:t>
            </a:r>
            <a:r>
              <a:rPr lang="en-US" dirty="0" err="1">
                <a:cs typeface="Calibri"/>
              </a:rPr>
              <a:t>SenseHat</a:t>
            </a:r>
            <a:r>
              <a:rPr lang="en-US" dirty="0">
                <a:cs typeface="Calibri"/>
              </a:rPr>
              <a:t>)</a:t>
            </a:r>
            <a:endParaRPr lang="en-US" dirty="0"/>
          </a:p>
          <a:p>
            <a:pPr lvl="1"/>
            <a:r>
              <a:rPr lang="en-US" dirty="0"/>
              <a:t>Present and communicate your work in a  clear manner.</a:t>
            </a:r>
          </a:p>
        </p:txBody>
      </p:sp>
    </p:spTree>
    <p:extLst>
      <p:ext uri="{BB962C8B-B14F-4D97-AF65-F5344CB8AC3E}">
        <p14:creationId xmlns:p14="http://schemas.microsoft.com/office/powerpoint/2010/main" val="404863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4167167"/>
            <a:ext cx="4229100" cy="2255461"/>
          </a:xfrm>
        </p:spPr>
        <p:txBody>
          <a:bodyPr anchor="t">
            <a:normAutofit/>
          </a:bodyPr>
          <a:lstStyle/>
          <a:p>
            <a:r>
              <a:rPr lang="en-US" sz="2700" dirty="0"/>
              <a:t> </a:t>
            </a:r>
            <a:r>
              <a:rPr lang="en-US" sz="2700" b="1" dirty="0"/>
              <a:t>Requirements:</a:t>
            </a:r>
            <a:r>
              <a:rPr lang="en-US" sz="2700" dirty="0">
                <a:cs typeface="Calibri Light"/>
              </a:rPr>
              <a:t> Include the different layers (Sensors, </a:t>
            </a:r>
            <a:r>
              <a:rPr lang="en-US" sz="2700" dirty="0" err="1">
                <a:cs typeface="Calibri Light"/>
              </a:rPr>
              <a:t>processing,Network</a:t>
            </a:r>
            <a:r>
              <a:rPr lang="en-US" sz="2700" dirty="0">
                <a:cs typeface="Calibri Light"/>
              </a:rPr>
              <a:t> , Application) in a connected Project.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38770C-67FC-FDE6-1BA4-1681FCB6B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257" y="618563"/>
            <a:ext cx="6685233" cy="1888578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7952C56-EE0E-C94A-9A44-E17DD73E8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00" y="394327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975255"/>
              </p:ext>
            </p:extLst>
          </p:nvPr>
        </p:nvGraphicFramePr>
        <p:xfrm>
          <a:off x="5987844" y="2694041"/>
          <a:ext cx="5948517" cy="3873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35150303"/>
      </p:ext>
    </p:extLst>
  </p:cSld>
  <p:clrMapOvr>
    <a:masterClrMapping/>
  </p:clrMapOvr>
  <p:extLst>
    <p:ext uri="{3A86A75C-4F4B-4683-9AE1-C65F6400EC91}">
      <p14:laserTraceLst xmlns:p14="http://schemas.microsoft.com/office/powerpoint/2010/main">
        <p14:tracePtLst>
          <p14:tracePt t="89112" x="5232400" y="6561138"/>
          <p14:tracePt t="89119" x="5568950" y="6210300"/>
          <p14:tracePt t="89131" x="5678488" y="6092825"/>
          <p14:tracePt t="89136" x="5881688" y="5842000"/>
          <p14:tracePt t="89153" x="6076950" y="5632450"/>
          <p14:tracePt t="89171" x="6264275" y="5451475"/>
          <p14:tracePt t="89196" x="6553200" y="5210175"/>
          <p14:tracePt t="89213" x="6756400" y="4975225"/>
          <p14:tracePt t="89229" x="6834188" y="4889500"/>
          <p14:tracePt t="89241" x="7029450" y="4702175"/>
          <p14:tracePt t="89258" x="7115175" y="4624388"/>
          <p14:tracePt t="89275" x="7310438" y="4452938"/>
          <p14:tracePt t="89290" x="7451725" y="4257675"/>
          <p14:tracePt t="89331" x="7545388" y="4014788"/>
          <p14:tracePt t="89344" x="7545388" y="3960813"/>
          <p14:tracePt t="89393" x="7513638" y="3975100"/>
          <p14:tracePt t="89410" x="7473950" y="3990975"/>
          <p14:tracePt t="89426" x="7459663" y="4014788"/>
          <p14:tracePt t="89441" x="7443788" y="4108450"/>
          <p14:tracePt t="89455" x="7443788" y="4140200"/>
          <p14:tracePt t="89472" x="7459663" y="4164013"/>
          <p14:tracePt t="89484" x="7489825" y="4170363"/>
          <p14:tracePt t="89499" x="7537450" y="4178300"/>
          <p14:tracePt t="89516" x="7615238" y="4170363"/>
          <p14:tracePt t="89528" x="7654925" y="4164013"/>
          <p14:tracePt t="89545" x="7693025" y="4156075"/>
          <p14:tracePt t="89556" x="7770813" y="4140200"/>
          <p14:tracePt t="89575" x="7810500" y="4132263"/>
          <p14:tracePt t="89588" x="7842250" y="4116388"/>
          <p14:tracePt t="89605" x="7872413" y="4100513"/>
          <p14:tracePt t="89620" x="7912100" y="4108450"/>
          <p14:tracePt t="89633" x="7950200" y="4116388"/>
          <p14:tracePt t="89710" x="7981950" y="4100513"/>
          <p14:tracePt t="89726" x="8013700" y="4084638"/>
          <p14:tracePt t="89740" x="8067675" y="4038600"/>
          <p14:tracePt t="89756" x="8091488" y="4022725"/>
          <p14:tracePt t="89767" x="8123238" y="4006850"/>
          <p14:tracePt t="89773" x="8169275" y="3952875"/>
          <p14:tracePt t="89786" x="8208963" y="3905250"/>
          <p14:tracePt t="89801" x="8232775" y="3881438"/>
          <p14:tracePt t="89813" x="8247063" y="3867150"/>
          <p14:tracePt t="89830" x="8270875" y="3843338"/>
          <p14:tracePt t="89874" x="8294688" y="3827463"/>
          <p14:tracePt t="89920" x="8270875" y="3827463"/>
          <p14:tracePt t="89935" x="8240713" y="3827463"/>
          <p14:tracePt t="89975" x="8193088" y="3803650"/>
          <p14:tracePt t="89996" x="8115300" y="3749675"/>
          <p14:tracePt t="90024" x="8091488" y="3733800"/>
          <p14:tracePt t="90038" x="8013700" y="3686175"/>
          <p14:tracePt t="90053" x="7958138" y="3663950"/>
          <p14:tracePt t="90059" x="7904163" y="3663950"/>
          <p14:tracePt t="90071" x="7864475" y="3678238"/>
          <p14:tracePt t="90088" x="7810500" y="3702050"/>
          <p14:tracePt t="90102" x="7770813" y="3741738"/>
          <p14:tracePt t="90117" x="7732713" y="3779838"/>
          <p14:tracePt t="90133" x="7661275" y="3897313"/>
          <p14:tracePt t="90156" x="7639050" y="3952875"/>
          <p14:tracePt t="90172" x="7631113" y="4006850"/>
          <p14:tracePt t="90178" x="7631113" y="4054475"/>
          <p14:tracePt t="90205" x="7646988" y="4068763"/>
          <p14:tracePt t="90221" x="7700963" y="4124325"/>
          <p14:tracePt t="90260" x="7754938" y="4140200"/>
          <p14:tracePt t="90268" x="7810500" y="4140200"/>
          <p14:tracePt t="90279" x="7888288" y="4124325"/>
          <p14:tracePt t="90299" x="7966075" y="4092575"/>
          <p14:tracePt t="90312" x="8037513" y="4062413"/>
          <p14:tracePt t="90326" x="8059738" y="4054475"/>
          <p14:tracePt t="90343" x="8161338" y="3998913"/>
          <p14:tracePt t="90356" x="8240713" y="3967163"/>
          <p14:tracePt t="90369" x="8262938" y="3960813"/>
          <p14:tracePt t="90373" x="8310563" y="3929063"/>
          <p14:tracePt t="90380" x="8372475" y="3881438"/>
          <p14:tracePt t="90393" x="8412163" y="3851275"/>
          <p14:tracePt t="90415" x="8435975" y="3819525"/>
          <p14:tracePt t="90434" x="8497888" y="3757613"/>
          <p14:tracePt t="90454" x="8513763" y="3733800"/>
          <p14:tracePt t="90469" x="8529638" y="3686175"/>
          <p14:tracePt t="90479" x="8535988" y="3656013"/>
          <p14:tracePt t="90493" x="8521700" y="3584575"/>
          <p14:tracePt t="90508" x="8489950" y="3530600"/>
          <p14:tracePt t="90523" x="8442325" y="3476625"/>
          <p14:tracePt t="90536" x="8372475" y="3444875"/>
          <p14:tracePt t="90549" x="8262938" y="3413125"/>
          <p14:tracePt t="90577" x="8169275" y="3405188"/>
          <p14:tracePt t="90585" x="8075613" y="3421063"/>
          <p14:tracePt t="90608" x="8021638" y="3452813"/>
          <p14:tracePt t="90619" x="7896225" y="3546475"/>
          <p14:tracePt t="90637" x="7818438" y="3632200"/>
          <p14:tracePt t="90642" x="7754938" y="3717925"/>
          <p14:tracePt t="90655" x="7724775" y="3765550"/>
          <p14:tracePt t="90671" x="7685088" y="3827463"/>
          <p14:tracePt t="90684" x="7639050" y="3937000"/>
          <p14:tracePt t="90701" x="7631113" y="3998913"/>
          <p14:tracePt t="90716" x="7631113" y="4038600"/>
          <p14:tracePt t="90733" x="7654925" y="4108450"/>
          <p14:tracePt t="90745" x="7716838" y="4210050"/>
          <p14:tracePt t="90764" x="7740650" y="4233863"/>
          <p14:tracePt t="90784" x="7834313" y="4287838"/>
          <p14:tracePt t="90792" x="7912100" y="4295775"/>
          <p14:tracePt t="90809" x="8013700" y="4295775"/>
          <p14:tracePt t="90824" x="8091488" y="4287838"/>
          <p14:tracePt t="90837" x="8177213" y="4249738"/>
          <p14:tracePt t="90850" x="8286750" y="4186238"/>
          <p14:tracePt t="90868" x="8348663" y="4148138"/>
          <p14:tracePt t="90879" x="8404225" y="4108450"/>
          <p14:tracePt t="90898" x="8435975" y="4092575"/>
          <p14:tracePt t="90919" x="8466138" y="4092575"/>
          <p14:tracePt t="90931" x="8489950" y="4100513"/>
          <p14:tracePt t="90943" x="8529638" y="4202113"/>
          <p14:tracePt t="90953" x="8535988" y="4233863"/>
          <p14:tracePt t="90966" x="8535988" y="4389438"/>
          <p14:tracePt t="90978" x="8535988" y="4467225"/>
          <p14:tracePt t="90999" x="8529638" y="4600575"/>
          <p14:tracePt t="91016" x="8521700" y="4702175"/>
          <p14:tracePt t="91034" x="8521700" y="4819650"/>
          <p14:tracePt t="91049" x="8513763" y="4873625"/>
          <p14:tracePt t="91064" x="8497888" y="4951413"/>
          <p14:tracePt t="91075" x="8482013" y="4999038"/>
          <p14:tracePt t="91093" x="8466138" y="5014913"/>
          <p14:tracePt t="91225" x="8420100" y="4975225"/>
          <p14:tracePt t="91271" x="8153400" y="4959350"/>
          <p14:tracePt t="91302" x="8075613" y="4951413"/>
          <p14:tracePt t="91326" x="7958138" y="4921250"/>
          <p14:tracePt t="91337" x="7842250" y="4889500"/>
          <p14:tracePt t="91354" x="7724775" y="4873625"/>
          <p14:tracePt t="91364" x="7615238" y="4843463"/>
          <p14:tracePt t="91407" x="7591425" y="4843463"/>
          <p14:tracePt t="91434" x="7473950" y="4881563"/>
          <p14:tracePt t="91449" x="7318375" y="4959350"/>
          <p14:tracePt t="91485" x="7232650" y="5053013"/>
          <p14:tracePt t="91513" x="7177088" y="5154613"/>
          <p14:tracePt t="91723" x="7192963" y="5038725"/>
          <p14:tracePt t="91753" x="7248525" y="4897438"/>
          <p14:tracePt t="91782" x="7286625" y="4787900"/>
          <p14:tracePt t="91959" x="7481888" y="4897438"/>
          <p14:tracePt t="91973" x="7559675" y="4991100"/>
          <p14:tracePt t="91988" x="7567613" y="5014913"/>
          <p14:tracePt t="92004" x="7583488" y="5038725"/>
          <p14:tracePt t="92022" x="7599363" y="5068888"/>
          <p14:tracePt t="92035" x="7623175" y="5092700"/>
          <p14:tracePt t="92050" x="7654925" y="5108575"/>
          <p14:tracePt t="92183" x="7669213" y="5076825"/>
          <p14:tracePt t="92198" x="7677150" y="5045075"/>
          <p14:tracePt t="92243" x="7677150" y="5022850"/>
          <p14:tracePt t="92275" x="7700963" y="4999038"/>
          <p14:tracePt t="92288" x="7732713" y="4983163"/>
          <p14:tracePt t="92321" x="7754938" y="4967288"/>
          <p14:tracePt t="92333" x="7786688" y="4959350"/>
          <p14:tracePt t="92349" x="7864475" y="4959350"/>
          <p14:tracePt t="92365" x="7950200" y="4967288"/>
          <p14:tracePt t="92381" x="7981950" y="4967288"/>
          <p14:tracePt t="92392" x="8005763" y="4959350"/>
          <p14:tracePt t="92420" x="8067675" y="4849813"/>
          <p14:tracePt t="92436" x="8067675" y="4819650"/>
          <p14:tracePt t="92510" x="7997825" y="4811713"/>
          <p14:tracePt t="92530" x="7966075" y="4803775"/>
          <p14:tracePt t="92549" x="7904163" y="4779963"/>
          <p14:tracePt t="92564" x="7888288" y="4764088"/>
          <p14:tracePt t="92578" x="7834313" y="4710113"/>
          <p14:tracePt t="92590" x="7818438" y="4686300"/>
          <p14:tracePt t="92607" x="7778750" y="4648200"/>
          <p14:tracePt t="92622" x="7732713" y="4600575"/>
          <p14:tracePt t="92637" x="7708900" y="4538663"/>
          <p14:tracePt t="92654" x="7700963" y="4498975"/>
          <p14:tracePt t="92668" x="7685088" y="4437063"/>
          <p14:tracePt t="92696" x="7685088" y="4381500"/>
          <p14:tracePt t="92740" x="7724775" y="4359275"/>
          <p14:tracePt t="92755" x="7748588" y="4351338"/>
          <p14:tracePt t="92771" x="7778750" y="4343400"/>
          <p14:tracePt t="92787" x="7802563" y="4335463"/>
          <p14:tracePt t="92802" x="7834313" y="4335463"/>
          <p14:tracePt t="92875" x="7810500" y="4319588"/>
          <p14:tracePt t="92890" x="7778750" y="4295775"/>
          <p14:tracePt t="92908" x="7754938" y="4287838"/>
          <p14:tracePt t="92924" x="7685088" y="4279900"/>
          <p14:tracePt t="92936" x="7661275" y="4279900"/>
          <p14:tracePt t="92955" x="7583488" y="4287838"/>
          <p14:tracePt t="92966" x="7481888" y="4303713"/>
          <p14:tracePt t="92983" x="7459663" y="4303713"/>
          <p14:tracePt t="92999" x="7427913" y="4303713"/>
          <p14:tracePt t="93012" x="7318375" y="4287838"/>
          <p14:tracePt t="93027" x="7248525" y="4271963"/>
          <p14:tracePt t="93042" x="7177088" y="4241800"/>
          <p14:tracePt t="93055" x="7146925" y="4225925"/>
          <p14:tracePt t="93072" x="7045325" y="4140200"/>
          <p14:tracePt t="93086" x="7029450" y="4124325"/>
          <p14:tracePt t="93103" x="6997700" y="4108450"/>
          <p14:tracePt t="93118" x="6935788" y="4092575"/>
          <p14:tracePt t="93131" x="6896100" y="4092575"/>
          <p14:tracePt t="93149" x="6865938" y="4092575"/>
          <p14:tracePt t="93177" x="6834188" y="4100513"/>
          <p14:tracePt t="93206" x="6802438" y="4178300"/>
          <p14:tracePt t="93220" x="6794500" y="4210050"/>
          <p14:tracePt t="93297" x="6818313" y="4233863"/>
          <p14:tracePt t="93311" x="6850063" y="4241800"/>
          <p14:tracePt t="93405" x="6967538" y="4233863"/>
          <p14:tracePt t="93432" x="7075488" y="4225925"/>
          <p14:tracePt t="93476" x="7208838" y="4217988"/>
          <p14:tracePt t="93523" x="7318375" y="4210050"/>
          <p14:tracePt t="93553" x="7443788" y="4210050"/>
          <p14:tracePt t="93611" x="7708900" y="4249738"/>
          <p14:tracePt t="93625" x="7778750" y="4257675"/>
          <p14:tracePt t="93641" x="7810500" y="4257675"/>
          <p14:tracePt t="93656" x="7880350" y="4271963"/>
          <p14:tracePt t="93669" x="7912100" y="4271963"/>
          <p14:tracePt t="93688" x="7974013" y="4287838"/>
          <p14:tracePt t="93717" x="8005763" y="4287838"/>
          <p14:tracePt t="93735" x="8045450" y="4287838"/>
          <p14:tracePt t="93760" x="8099425" y="4287838"/>
          <p14:tracePt t="93822" x="8131175" y="4279900"/>
          <p14:tracePt t="93852" x="8153400" y="4257675"/>
          <p14:tracePt t="93912" x="8131175" y="4241800"/>
          <p14:tracePt t="93948" x="8075613" y="4210050"/>
          <p14:tracePt t="93961" x="8021638" y="4186238"/>
          <p14:tracePt t="93974" x="7935913" y="4148138"/>
          <p14:tracePt t="93989" x="7880350" y="4132263"/>
          <p14:tracePt t="94005" x="7842250" y="4124325"/>
          <p14:tracePt t="94017" x="7810500" y="4116388"/>
          <p14:tracePt t="94032" x="7778750" y="4116388"/>
          <p14:tracePt t="94051" x="7754938" y="4116388"/>
          <p14:tracePt t="94062" x="7661275" y="4092575"/>
          <p14:tracePt t="94077" x="7631113" y="4076700"/>
          <p14:tracePt t="94094" x="7599363" y="4068763"/>
          <p14:tracePt t="94110" x="7545388" y="4046538"/>
          <p14:tracePt t="94152" x="7481888" y="4030663"/>
          <p14:tracePt t="94166" x="7451725" y="4022725"/>
          <p14:tracePt t="94172" x="7380288" y="4014788"/>
          <p14:tracePt t="94186" x="7310438" y="4014788"/>
          <p14:tracePt t="94203" x="7240588" y="4014788"/>
          <p14:tracePt t="94222" x="7208838" y="4014788"/>
          <p14:tracePt t="94225" x="7177088" y="4022725"/>
          <p14:tracePt t="94235" x="7107238" y="4046538"/>
          <p14:tracePt t="94253" x="7053263" y="4068763"/>
          <p14:tracePt t="94266" x="7021513" y="4084638"/>
          <p14:tracePt t="94283" x="6959600" y="4116388"/>
          <p14:tracePt t="94296" x="6927850" y="4124325"/>
          <p14:tracePt t="94311" x="6873875" y="4170363"/>
          <p14:tracePt t="94421" x="6880225" y="4202113"/>
          <p14:tracePt t="94455" x="6896100" y="4233863"/>
          <p14:tracePt t="94472" x="6919913" y="4257675"/>
          <p14:tracePt t="94495" x="6927850" y="4257675"/>
          <p14:tracePt t="94502" x="6959600" y="4279900"/>
          <p14:tracePt t="94525" x="7013575" y="4319588"/>
          <p14:tracePt t="94544" x="7053263" y="4327525"/>
          <p14:tracePt t="94560" x="7131050" y="4365625"/>
          <p14:tracePt t="94576" x="7162800" y="4373563"/>
          <p14:tracePt t="94592" x="7224713" y="4381500"/>
          <p14:tracePt t="94605" x="7286625" y="4389438"/>
          <p14:tracePt t="94637" x="7326313" y="4381500"/>
          <p14:tracePt t="94663" x="7358063" y="4373563"/>
          <p14:tracePt t="94680" x="7419975" y="4365625"/>
          <p14:tracePt t="94696" x="7451725" y="4365625"/>
          <p14:tracePt t="94719" x="7481888" y="4373563"/>
          <p14:tracePt t="94727" x="7505700" y="4373563"/>
          <p14:tracePt t="94755" x="7537450" y="4381500"/>
          <p14:tracePt t="94771" x="7567613" y="4381500"/>
          <p14:tracePt t="94799" x="7599363" y="4389438"/>
          <p14:tracePt t="94815" x="7631113" y="4389438"/>
          <p14:tracePt t="94857" x="7661275" y="4389438"/>
          <p14:tracePt t="94891" x="7732713" y="4381500"/>
          <p14:tracePt t="94904" x="7754938" y="4373563"/>
          <p14:tracePt t="94920" x="7786688" y="4373563"/>
          <p14:tracePt t="94949" x="7818438" y="4381500"/>
          <p14:tracePt t="94978" x="7850188" y="4389438"/>
          <p14:tracePt t="94995" x="7888288" y="4389438"/>
          <p14:tracePt t="95024" x="7912100" y="4389438"/>
          <p14:tracePt t="95038" x="7943850" y="4381500"/>
          <p14:tracePt t="95058" x="7974013" y="4381500"/>
          <p14:tracePt t="95082" x="8005763" y="4381500"/>
          <p14:tracePt t="95113" x="8083550" y="4373563"/>
          <p14:tracePt t="95130" x="8107363" y="4365625"/>
          <p14:tracePt t="95146" x="8139113" y="4359275"/>
          <p14:tracePt t="95218" x="8169275" y="4373563"/>
          <p14:tracePt t="95294" x="8161338" y="4351338"/>
          <p14:tracePt t="95312" x="8161338" y="4343400"/>
          <p14:tracePt t="95334" x="8123238" y="4194175"/>
          <p14:tracePt t="95350" x="8091488" y="4100513"/>
          <p14:tracePt t="95357" x="8083550" y="4076700"/>
          <p14:tracePt t="95372" x="8029575" y="3960813"/>
          <p14:tracePt t="95386" x="7989888" y="3921125"/>
          <p14:tracePt t="95403" x="7966075" y="3905250"/>
          <p14:tracePt t="95657" x="8131175" y="4046538"/>
          <p14:tracePt t="95670" x="8153400" y="4054475"/>
          <p14:tracePt t="95688" x="8177213" y="4068763"/>
          <p14:tracePt t="95713" x="8247063" y="4084638"/>
          <p14:tracePt t="95731" x="8340725" y="4108450"/>
          <p14:tracePt t="95747" x="8372475" y="4124325"/>
          <p14:tracePt t="95770" x="8428038" y="4156075"/>
          <p14:tracePt t="95777" x="8450263" y="4170363"/>
          <p14:tracePt t="95793" x="8474075" y="4170363"/>
          <p14:tracePt t="95807" x="8505825" y="4170363"/>
          <p14:tracePt t="95822" x="8535988" y="4178300"/>
          <p14:tracePt t="95838" x="8567738" y="4178300"/>
          <p14:tracePt t="95856" x="8631238" y="4164013"/>
          <p14:tracePt t="95877" x="8669338" y="4164013"/>
          <p14:tracePt t="95885" x="8701088" y="4164013"/>
          <p14:tracePt t="95924" x="8731250" y="4164013"/>
          <p14:tracePt t="95942" x="8818563" y="4170363"/>
          <p14:tracePt t="95964" x="8880475" y="4186238"/>
          <p14:tracePt t="95985" x="8942388" y="4186238"/>
          <p14:tracePt t="95999" x="9013825" y="4178300"/>
          <p14:tracePt t="96018" x="9043988" y="4178300"/>
          <p14:tracePt t="96044" x="9107488" y="4178300"/>
          <p14:tracePt t="96057" x="9145588" y="4178300"/>
          <p14:tracePt t="96112" x="9161463" y="4156075"/>
          <p14:tracePt t="96330" x="9193213" y="4156075"/>
          <p14:tracePt t="96406" x="9169400" y="4217988"/>
          <p14:tracePt t="96422" x="9137650" y="4264025"/>
          <p14:tracePt t="96449" x="9115425" y="4287838"/>
          <p14:tracePt t="96463" x="9043988" y="4327525"/>
          <p14:tracePt t="96474" x="9021763" y="4343400"/>
          <p14:tracePt t="96501" x="8997950" y="4365625"/>
          <p14:tracePt t="96536" x="8990013" y="4397375"/>
          <p14:tracePt t="96556" x="8990013" y="4429125"/>
          <p14:tracePt t="96571" x="9005888" y="4452938"/>
          <p14:tracePt t="96587" x="9028113" y="4475163"/>
          <p14:tracePt t="96616" x="9051925" y="4491038"/>
          <p14:tracePt t="96647" x="9075738" y="4506913"/>
          <p14:tracePt t="96691" x="9107488" y="4522788"/>
          <p14:tracePt t="96737" x="9137650" y="4530725"/>
          <p14:tracePt t="96754" x="9161463" y="4530725"/>
          <p14:tracePt t="96795" x="9217025" y="4522788"/>
          <p14:tracePt t="96814" x="9255125" y="4506913"/>
          <p14:tracePt t="96843" x="9302750" y="4483100"/>
          <p14:tracePt t="96858" x="9396413" y="4445000"/>
          <p14:tracePt t="96873" x="9418638" y="4437063"/>
          <p14:tracePt t="96888" x="9450388" y="4429125"/>
          <p14:tracePt t="96905" x="9474200" y="4421188"/>
          <p14:tracePt t="96922" x="9512300" y="4413250"/>
          <p14:tracePt t="96946" x="9591675" y="4397375"/>
          <p14:tracePt t="96959" x="9661525" y="4405313"/>
          <p14:tracePt t="96966" x="9701213" y="4405313"/>
          <p14:tracePt t="96978" x="9731375" y="4405313"/>
          <p14:tracePt t="97003" x="9771063" y="4397375"/>
          <p14:tracePt t="97021" x="9794875" y="4389438"/>
          <p14:tracePt t="97033" x="9825038" y="4381500"/>
          <p14:tracePt t="97045" x="9848850" y="4365625"/>
          <p14:tracePt t="97059" x="9872663" y="4351338"/>
          <p14:tracePt t="97095" x="9896475" y="4343400"/>
          <p14:tracePt t="97125" x="9998075" y="4327525"/>
          <p14:tracePt t="97143" x="10028238" y="4327525"/>
          <p14:tracePt t="97160" x="10067925" y="4319588"/>
          <p14:tracePt t="97175" x="10091738" y="4319588"/>
          <p14:tracePt t="97190" x="10153650" y="4319588"/>
          <p14:tracePt t="97212" x="10215563" y="4319588"/>
          <p14:tracePt t="97231" x="10239375" y="4319588"/>
          <p14:tracePt t="97250" x="10271125" y="4327525"/>
          <p14:tracePt t="97265" x="10287000" y="4335463"/>
          <p14:tracePt t="97290" x="10301288" y="4351338"/>
          <p14:tracePt t="97307" x="10301288" y="4365625"/>
          <p14:tracePt t="97323" x="10309225" y="4413250"/>
          <p14:tracePt t="97336" x="10317163" y="4437063"/>
          <p14:tracePt t="97351" x="10325100" y="4459288"/>
          <p14:tracePt t="97367" x="10340975" y="4475163"/>
          <p14:tracePt t="97398" x="10380663" y="4491038"/>
          <p14:tracePt t="97413" x="10402888" y="4498975"/>
          <p14:tracePt t="97440" x="10442575" y="4506913"/>
          <p14:tracePt t="97473" x="10466388" y="4514850"/>
          <p14:tracePt t="97499" x="10482263" y="4522788"/>
          <p14:tracePt t="97547" x="10504488" y="4522788"/>
          <p14:tracePt t="97564" x="10528300" y="4530725"/>
          <p14:tracePt t="97580" x="10544175" y="4530725"/>
          <p14:tracePt t="97608" x="10590213" y="4538663"/>
          <p14:tracePt t="97633" x="10614025" y="4538663"/>
          <p14:tracePt t="97648" x="10637838" y="4538663"/>
          <p14:tracePt t="97655" x="10661650" y="4538663"/>
          <p14:tracePt t="97677" x="10707688" y="4530725"/>
          <p14:tracePt t="97684" x="10747375" y="4530725"/>
          <p14:tracePt t="97699" x="10771188" y="4530725"/>
          <p14:tracePt t="97743" x="10817225" y="4522788"/>
          <p14:tracePt t="97849" x="10793413" y="4506913"/>
          <p14:tracePt t="97862" x="10747375" y="4491038"/>
          <p14:tracePt t="97879" x="10731500" y="4483100"/>
          <p14:tracePt t="97902" x="10560050" y="4452938"/>
          <p14:tracePt t="97921" x="10410825" y="4429125"/>
          <p14:tracePt t="97932" x="10279063" y="4413250"/>
          <p14:tracePt t="97941" x="10169525" y="4405313"/>
          <p14:tracePt t="97956" x="10036175" y="4405313"/>
          <p14:tracePt t="97972" x="9880600" y="4413250"/>
          <p14:tracePt t="97982" x="9715500" y="4452938"/>
          <p14:tracePt t="98001" x="9567863" y="4483100"/>
          <p14:tracePt t="98019" x="9442450" y="4498975"/>
          <p14:tracePt t="98034" x="9317038" y="4506913"/>
          <p14:tracePt t="98046" x="9247188" y="4498975"/>
          <p14:tracePt t="98056" x="9185275" y="4491038"/>
          <p14:tracePt t="98076" x="9059863" y="4506913"/>
          <p14:tracePt t="98089" x="8997950" y="4522788"/>
          <p14:tracePt t="98104" x="8934450" y="4546600"/>
          <p14:tracePt t="98116" x="8872538" y="4554538"/>
          <p14:tracePt t="98143" x="8840788" y="4560888"/>
          <p14:tracePt t="98149" x="8747125" y="4554538"/>
          <p14:tracePt t="98161" x="8716963" y="4554538"/>
          <p14:tracePt t="98181" x="8607425" y="4538663"/>
          <p14:tracePt t="98196" x="8513763" y="4530725"/>
          <p14:tracePt t="98220" x="8474075" y="4530725"/>
          <p14:tracePt t="98231" x="8302625" y="4530725"/>
          <p14:tracePt t="98239" x="8208963" y="4538663"/>
          <p14:tracePt t="98254" x="8045450" y="4560888"/>
          <p14:tracePt t="98267" x="7904163" y="4584700"/>
          <p14:tracePt t="98284" x="7864475" y="4584700"/>
          <p14:tracePt t="98299" x="7700963" y="4624388"/>
          <p14:tracePt t="98311" x="7646988" y="4632325"/>
          <p14:tracePt t="98342" x="7529513" y="4640263"/>
          <p14:tracePt t="98359" x="7404100" y="4640263"/>
          <p14:tracePt t="98404" x="7286625" y="4632325"/>
          <p14:tracePt t="98420" x="7169150" y="4632325"/>
          <p14:tracePt t="98446" x="7053263" y="4624388"/>
          <p14:tracePt t="98521" x="6880225" y="4648200"/>
          <p14:tracePt t="98540" x="6842125" y="4648200"/>
          <p14:tracePt t="98642" x="6865938" y="4632325"/>
          <p14:tracePt t="98673" x="6935788" y="4624388"/>
          <p14:tracePt t="98689" x="6973888" y="4632325"/>
          <p14:tracePt t="98704" x="7005638" y="4640263"/>
          <p14:tracePt t="98719" x="7075488" y="4648200"/>
          <p14:tracePt t="98761" x="7107238" y="4648200"/>
          <p14:tracePt t="98792" x="7138988" y="4640263"/>
          <p14:tracePt t="98809" x="7169150" y="4640263"/>
          <p14:tracePt t="98824" x="7208838" y="4632325"/>
          <p14:tracePt t="98851" x="7270750" y="4624388"/>
          <p14:tracePt t="98883" x="7302500" y="4632325"/>
          <p14:tracePt t="98899" x="7380288" y="4632325"/>
          <p14:tracePt t="98914" x="7412038" y="4640263"/>
          <p14:tracePt t="98928" x="7443788" y="4640263"/>
          <p14:tracePt t="98943" x="7466013" y="4654550"/>
          <p14:tracePt t="98974" x="7489825" y="4670425"/>
          <p14:tracePt t="98995" x="7521575" y="4686300"/>
          <p14:tracePt t="99019" x="7545388" y="4694238"/>
          <p14:tracePt t="99049" x="7575550" y="4702175"/>
          <p14:tracePt t="99067" x="7607300" y="4710113"/>
          <p14:tracePt t="99092" x="7639050" y="4710113"/>
          <p14:tracePt t="99109" x="7669213" y="4702175"/>
          <p14:tracePt t="99140" x="7700963" y="4694238"/>
          <p14:tracePt t="99156" x="7724775" y="4678363"/>
          <p14:tracePt t="99173" x="7748588" y="4662488"/>
          <p14:tracePt t="99183" x="7770813" y="4632325"/>
          <p14:tracePt t="99229" x="7778750" y="4608513"/>
          <p14:tracePt t="99260" x="7794625" y="4584700"/>
          <p14:tracePt t="99498" x="7826375" y="4592638"/>
          <p14:tracePt t="99545" x="7850188" y="4608513"/>
          <p14:tracePt t="99591" x="7864475" y="4632325"/>
          <p14:tracePt t="99844" x="7896225" y="4632325"/>
          <p14:tracePt t="99874" x="7927975" y="4632325"/>
          <p14:tracePt t="99890" x="7950200" y="4632325"/>
          <p14:tracePt t="99918" x="7981950" y="4640263"/>
          <p14:tracePt t="99967" x="8013700" y="4648200"/>
          <p14:tracePt t="99995" x="8045450" y="4662488"/>
          <p14:tracePt t="100098" x="8013700" y="4662488"/>
          <p14:tracePt t="100144" x="7989888" y="4640263"/>
          <p14:tracePt t="100161" x="7974013" y="4616450"/>
          <p14:tracePt t="100174" x="7935913" y="4560888"/>
          <p14:tracePt t="100190" x="7920038" y="4538663"/>
          <p14:tracePt t="100324" x="7927975" y="4514850"/>
          <p14:tracePt t="100353" x="7981950" y="4405313"/>
          <p14:tracePt t="100490" x="8021638" y="4287838"/>
          <p14:tracePt t="100656" x="7989888" y="4210050"/>
          <p14:tracePt t="100695" x="7966075" y="4178300"/>
          <p14:tracePt t="100716" x="7935913" y="4202113"/>
          <p14:tracePt t="100733" x="7896225" y="4257675"/>
          <p14:tracePt t="100769" x="7872413" y="4287838"/>
          <p14:tracePt t="100792" x="7850188" y="4303713"/>
          <p14:tracePt t="100823" x="7818438" y="4311650"/>
          <p14:tracePt t="100911" x="7842250" y="4295775"/>
          <p14:tracePt t="100969" x="7888288" y="4264025"/>
          <p14:tracePt t="101194" x="7904163" y="4279900"/>
          <p14:tracePt t="101269" x="8013700" y="4279900"/>
          <p14:tracePt t="101288" x="8091488" y="4271963"/>
          <p14:tracePt t="101419" x="8075613" y="4335463"/>
          <p14:tracePt t="101446" x="8067675" y="4365625"/>
          <p14:tracePt t="101462" x="8051800" y="4397375"/>
          <p14:tracePt t="101469" x="8045450" y="4459288"/>
          <p14:tracePt t="101510" x="8045450" y="4483100"/>
          <p14:tracePt t="101541" x="8051800" y="4514850"/>
          <p14:tracePt t="101558" x="8051800" y="4546600"/>
          <p14:tracePt t="101572" x="8051800" y="4576763"/>
          <p14:tracePt t="101586" x="8051800" y="4608513"/>
          <p14:tracePt t="101631" x="8051800" y="4640263"/>
          <p14:tracePt t="101736" x="8029575" y="4632325"/>
          <p14:tracePt t="101767" x="7997825" y="4624388"/>
          <p14:tracePt t="101798" x="7966075" y="4608513"/>
          <p14:tracePt t="101822" x="7943850" y="4600575"/>
          <p14:tracePt t="101839" x="7912100" y="4592638"/>
          <p14:tracePt t="101844" x="7888288" y="4584700"/>
          <p14:tracePt t="101871" x="7856538" y="4568825"/>
          <p14:tracePt t="101885" x="7826375" y="4560888"/>
          <p14:tracePt t="101905" x="7802563" y="4560888"/>
          <p14:tracePt t="101918" x="7762875" y="4560888"/>
          <p14:tracePt t="101977" x="7724775" y="4568825"/>
          <p14:tracePt t="101993" x="7631113" y="4584700"/>
          <p14:tracePt t="102007" x="7607300" y="4600575"/>
          <p14:tracePt t="102023" x="7553325" y="4624388"/>
          <p14:tracePt t="102036" x="7521575" y="4640263"/>
          <p14:tracePt t="102066" x="7489825" y="4648200"/>
          <p14:tracePt t="102083" x="7459663" y="4654550"/>
          <p14:tracePt t="102100" x="7396163" y="4654550"/>
          <p14:tracePt t="102113" x="7350125" y="4648200"/>
          <p14:tracePt t="102127" x="7318375" y="4640263"/>
          <p14:tracePt t="102171" x="7286625" y="4632325"/>
          <p14:tracePt t="102187" x="7264400" y="4616450"/>
          <p14:tracePt t="102214" x="7232650" y="4600575"/>
          <p14:tracePt t="102227" x="7208838" y="4584700"/>
          <p14:tracePt t="102268" x="7185025" y="4568825"/>
          <p14:tracePt t="102307" x="7131050" y="4546600"/>
          <p14:tracePt t="102336" x="7075488" y="4514850"/>
          <p14:tracePt t="102366" x="7045325" y="4483100"/>
          <p14:tracePt t="102383" x="7021513" y="4467225"/>
          <p14:tracePt t="102398" x="6981825" y="4459288"/>
          <p14:tracePt t="102412" x="6951663" y="4445000"/>
          <p14:tracePt t="102460" x="6927850" y="4437063"/>
          <p14:tracePt t="102487" x="6896100" y="4429125"/>
          <p14:tracePt t="102562" x="6935788" y="4413250"/>
          <p14:tracePt t="102579" x="6967538" y="4413250"/>
          <p14:tracePt t="102593" x="6997700" y="4405313"/>
          <p14:tracePt t="102607" x="7045325" y="4397375"/>
          <p14:tracePt t="102624" x="7069138" y="4389438"/>
          <p14:tracePt t="102638" x="7107238" y="4365625"/>
          <p14:tracePt t="102653" x="7146925" y="4343400"/>
          <p14:tracePt t="102669" x="7192963" y="4327525"/>
          <p14:tracePt t="102682" x="7286625" y="4311650"/>
          <p14:tracePt t="102700" x="7318375" y="4303713"/>
          <p14:tracePt t="102720" x="7358063" y="4303713"/>
          <p14:tracePt t="102736" x="7396163" y="4295775"/>
          <p14:tracePt t="102743" x="7419975" y="4287838"/>
          <p14:tracePt t="102757" x="7443788" y="4287838"/>
          <p14:tracePt t="102775" x="7473950" y="4279900"/>
          <p14:tracePt t="102818" x="7505700" y="4271963"/>
          <p14:tracePt t="102847" x="7537450" y="4279900"/>
          <p14:tracePt t="102879" x="7575550" y="4271963"/>
          <p14:tracePt t="103011" x="7677150" y="4287838"/>
          <p14:tracePt t="103027" x="7802563" y="4295775"/>
          <p14:tracePt t="103043" x="7850188" y="4303713"/>
          <p14:tracePt t="103058" x="7943850" y="4319588"/>
          <p14:tracePt t="103075" x="7997825" y="4335463"/>
          <p14:tracePt t="103089" x="8029575" y="4343400"/>
          <p14:tracePt t="103104" x="8051800" y="4365625"/>
          <p14:tracePt t="103143" x="8075613" y="4381500"/>
          <p14:tracePt t="103154" x="8099425" y="4389438"/>
          <p14:tracePt t="103163" x="8115300" y="4397375"/>
          <p14:tracePt t="103195" x="8145463" y="4397375"/>
          <p14:tracePt t="103210" x="8153400" y="4397375"/>
          <p14:tracePt t="103234" x="8224838" y="4397375"/>
          <p14:tracePt t="103249" x="8286750" y="4397375"/>
          <p14:tracePt t="103308" x="8318500" y="4381500"/>
          <p14:tracePt t="103322" x="8348663" y="4365625"/>
          <p14:tracePt t="103463" x="8450263" y="4279900"/>
          <p14:tracePt t="103523" x="8559800" y="4202113"/>
          <p14:tracePt t="103599" x="8607425" y="4210050"/>
          <p14:tracePt t="103625" x="8661400" y="4210050"/>
          <p14:tracePt t="103807" x="8693150" y="4210050"/>
          <p14:tracePt t="103853" x="8724900" y="4210050"/>
          <p14:tracePt t="103869" x="8755063" y="4217988"/>
          <p14:tracePt t="103913" x="8778875" y="4210050"/>
          <p14:tracePt t="103930" x="8794750" y="4194175"/>
          <p14:tracePt t="103944" x="8818563" y="4178300"/>
          <p14:tracePt t="103988" x="8840788" y="4156075"/>
          <p14:tracePt t="104013" x="8864600" y="4132263"/>
          <p14:tracePt t="104021" x="8942388" y="4100513"/>
          <p14:tracePt t="104036" x="8974138" y="4092575"/>
          <p14:tracePt t="104050" x="9005888" y="4076700"/>
          <p14:tracePt t="104067" x="9067800" y="4068763"/>
          <p14:tracePt t="104092" x="9099550" y="4054475"/>
          <p14:tracePt t="104112" x="9129713" y="4046538"/>
          <p14:tracePt t="104146" x="9161463" y="4038600"/>
          <p14:tracePt t="104184" x="9193213" y="4038600"/>
          <p14:tracePt t="104215" x="9223375" y="4046538"/>
          <p14:tracePt t="104243" x="9278938" y="4062413"/>
          <p14:tracePt t="104348" x="9396413" y="4062413"/>
          <p14:tracePt t="104366" x="9466263" y="4062413"/>
          <p14:tracePt t="104394" x="9512300" y="4068763"/>
          <p14:tracePt t="104412" x="9575800" y="4076700"/>
          <p14:tracePt t="104426" x="9669463" y="4092575"/>
          <p14:tracePt t="104442" x="9701213" y="4100513"/>
          <p14:tracePt t="104603" x="9825038" y="4084638"/>
          <p14:tracePt t="104650" x="9942513" y="4076700"/>
          <p14:tracePt t="104694" x="10059988" y="4092575"/>
          <p14:tracePt t="104725" x="10287000" y="4132263"/>
          <p14:tracePt t="104739" x="10317163" y="4132263"/>
          <p14:tracePt t="104753" x="10380663" y="4124325"/>
          <p14:tracePt t="104814" x="10434638" y="4116388"/>
          <p14:tracePt t="104904" x="10520363" y="4108450"/>
          <p14:tracePt t="104952" x="10677525" y="4116388"/>
          <p14:tracePt t="105038" x="10763250" y="4132263"/>
          <p14:tracePt t="105188" x="10864850" y="4170363"/>
          <p14:tracePt t="105337" x="10972800" y="4233863"/>
          <p14:tracePt t="105431" x="11074400" y="4271963"/>
          <p14:tracePt t="105638" x="11036300" y="4389438"/>
          <p14:tracePt t="105670" x="10958513" y="4475163"/>
          <p14:tracePt t="105714" x="10848975" y="4530725"/>
          <p14:tracePt t="105760" x="10723563" y="4554538"/>
          <p14:tracePt t="105805" x="10614025" y="4568825"/>
          <p14:tracePt t="105833" x="10496550" y="4576763"/>
          <p14:tracePt t="105865" x="10387013" y="4576763"/>
          <p14:tracePt t="105896" x="10239375" y="4584700"/>
          <p14:tracePt t="105940" x="10121900" y="4608513"/>
          <p14:tracePt t="105972" x="10004425" y="4600575"/>
          <p14:tracePt t="106014" x="9888538" y="4584700"/>
          <p14:tracePt t="106044" x="9763125" y="4568825"/>
          <p14:tracePt t="106075" x="9653588" y="4554538"/>
          <p14:tracePt t="106104" x="9528175" y="4538663"/>
          <p14:tracePt t="106133" x="9412288" y="4538663"/>
          <p14:tracePt t="106151" x="9388475" y="4538663"/>
          <p14:tracePt t="106166" x="9263063" y="4546600"/>
          <p14:tracePt t="106181" x="9145588" y="4546600"/>
          <p14:tracePt t="106226" x="8926513" y="4560888"/>
          <p14:tracePt t="106255" x="8802688" y="4568825"/>
          <p14:tracePt t="106274" x="8677275" y="4576763"/>
          <p14:tracePt t="106298" x="8529638" y="4584700"/>
          <p14:tracePt t="106314" x="8412163" y="4600575"/>
          <p14:tracePt t="106358" x="8302625" y="4624388"/>
          <p14:tracePt t="106371" x="8193088" y="4640263"/>
          <p14:tracePt t="106402" x="8075613" y="4624388"/>
          <p14:tracePt t="106435" x="7966075" y="4608513"/>
          <p14:tracePt t="106538" x="7888288" y="4530725"/>
          <p14:tracePt t="106616" x="7850188" y="4413250"/>
          <p14:tracePt t="106706" x="7856538" y="4303713"/>
          <p14:tracePt t="106780" x="7880350" y="4170363"/>
          <p14:tracePt t="106885" x="7997825" y="4108450"/>
          <p14:tracePt t="106917" x="8115300" y="4084638"/>
          <p14:tracePt t="106975" x="8240713" y="4068763"/>
          <p14:tracePt t="107021" x="8348663" y="4100513"/>
          <p14:tracePt t="107051" x="8466138" y="4116388"/>
          <p14:tracePt t="107096" x="8583613" y="4140200"/>
          <p14:tracePt t="107140" x="8701088" y="4148138"/>
          <p14:tracePt t="107159" x="8818563" y="4140200"/>
          <p14:tracePt t="107204" x="8934450" y="4124325"/>
          <p14:tracePt t="107244" x="9067800" y="4116388"/>
          <p14:tracePt t="107275" x="9193213" y="4116388"/>
          <p14:tracePt t="107292" x="9310688" y="4116388"/>
          <p14:tracePt t="107351" x="9434513" y="4116388"/>
          <p14:tracePt t="107379" x="9559925" y="4108450"/>
          <p14:tracePt t="107455" x="9677400" y="4108450"/>
          <p14:tracePt t="107485" x="9802813" y="4124325"/>
          <p14:tracePt t="107501" x="9910763" y="4156075"/>
          <p14:tracePt t="107605" x="10036175" y="4148138"/>
          <p14:tracePt t="107652" x="10153650" y="4124325"/>
          <p14:tracePt t="107696" x="10279063" y="4116388"/>
          <p14:tracePt t="107757" x="10394950" y="4116388"/>
          <p14:tracePt t="107786" x="10512425" y="4108450"/>
          <p14:tracePt t="107833" x="10629900" y="4108450"/>
          <p14:tracePt t="107893" x="10747375" y="4092575"/>
          <p14:tracePt t="107938" x="10864850" y="4076700"/>
          <p14:tracePt t="107968" x="10988675" y="4068763"/>
          <p14:tracePt t="108073" x="11098213" y="4084638"/>
          <p14:tracePt t="108160" x="11215688" y="4116388"/>
          <p14:tracePt t="108266" x="11301413" y="4186238"/>
          <p14:tracePt t="108357" x="11301413" y="4217988"/>
          <p14:tracePt t="108374" x="11277600" y="4327525"/>
          <p14:tracePt t="108432" x="11106150" y="4491038"/>
          <p14:tracePt t="108464" x="11090275" y="4506913"/>
          <p14:tracePt t="108480" x="11004550" y="4584700"/>
          <p14:tracePt t="108509" x="10887075" y="4624388"/>
          <p14:tracePt t="108542" x="10771188" y="4648200"/>
          <p14:tracePt t="108570" x="10653713" y="4670425"/>
          <p14:tracePt t="108591" x="10536238" y="4686300"/>
          <p14:tracePt t="108603" x="10410825" y="4702175"/>
          <p14:tracePt t="108632" x="10301288" y="4702175"/>
          <p14:tracePt t="108678" x="10177463" y="4702175"/>
          <p14:tracePt t="108694" x="10059988" y="4710113"/>
          <p14:tracePt t="108767" x="9934575" y="4702175"/>
          <p14:tracePt t="108783" x="9809163" y="4694238"/>
          <p14:tracePt t="108798" x="9693275" y="4686300"/>
          <p14:tracePt t="108865" x="9442450" y="4632325"/>
          <p14:tracePt t="108913" x="9332913" y="4608513"/>
          <p14:tracePt t="108958" x="9091613" y="4568825"/>
          <p14:tracePt t="108985" x="8974138" y="4568825"/>
          <p14:tracePt t="110814" x="9201150" y="1062038"/>
          <p14:tracePt t="110826" x="9271000" y="1062038"/>
          <p14:tracePt t="110841" x="9340850" y="1062038"/>
          <p14:tracePt t="110855" x="9380538" y="1069975"/>
          <p14:tracePt t="110871" x="9450388" y="1085850"/>
          <p14:tracePt t="110886" x="9498013" y="1109663"/>
          <p14:tracePt t="110900" x="9512300" y="1125538"/>
          <p14:tracePt t="110916" x="9544050" y="1155700"/>
          <p14:tracePt t="110932" x="9607550" y="1225550"/>
          <p14:tracePt t="110948" x="9645650" y="1249363"/>
          <p14:tracePt t="110961" x="9669463" y="1265238"/>
          <p14:tracePt t="111044" x="9661525" y="1296988"/>
          <p14:tracePt t="111074" x="9685338" y="1320800"/>
          <p14:tracePt t="111129" x="9715500" y="1320800"/>
          <p14:tracePt t="111141" x="9794875" y="1335088"/>
          <p14:tracePt t="111157" x="9872663" y="1358900"/>
          <p14:tracePt t="111171" x="9942513" y="1390650"/>
          <p14:tracePt t="111186" x="10004425" y="1414463"/>
          <p14:tracePt t="111253" x="10028238" y="1444625"/>
          <p14:tracePt t="111280" x="10036175" y="1476375"/>
          <p14:tracePt t="111293" x="10036175" y="1508125"/>
          <p14:tracePt t="111307" x="9990138" y="1562100"/>
          <p14:tracePt t="111323" x="9958388" y="1585913"/>
          <p14:tracePt t="111450" x="9990138" y="1562100"/>
          <p14:tracePt t="111467" x="10020300" y="1546225"/>
          <p14:tracePt t="111539" x="9958388" y="1538288"/>
          <p14:tracePt t="111556" x="9918700" y="1546225"/>
          <p14:tracePt t="111572" x="9840913" y="1562100"/>
          <p14:tracePt t="111587" x="9786938" y="1570038"/>
          <p14:tracePt t="111625" x="9763125" y="1570038"/>
          <p14:tracePt t="111660" x="9731375" y="1577975"/>
          <p14:tracePt t="111810" x="9747250" y="1546225"/>
          <p14:tracePt t="111828" x="9747250" y="1522413"/>
          <p14:tracePt t="111841" x="9731375" y="1500188"/>
          <p14:tracePt t="111857" x="9701213" y="1484313"/>
          <p14:tracePt t="111870" x="9669463" y="1476375"/>
          <p14:tracePt t="111884" x="9629775" y="1476375"/>
          <p14:tracePt t="111918" x="9591675" y="1468438"/>
          <p14:tracePt t="111933" x="9536113" y="1444625"/>
          <p14:tracePt t="111962" x="9512300" y="1436688"/>
          <p14:tracePt t="111987" x="9498013" y="1452563"/>
          <p14:tracePt t="111993" x="9482138" y="1484313"/>
          <p14:tracePt t="112008" x="9490075" y="1516063"/>
          <p14:tracePt t="112024" x="9505950" y="1538288"/>
          <p14:tracePt t="112038" x="9520238" y="1562100"/>
          <p14:tracePt t="112098" x="9536113" y="1530350"/>
          <p14:tracePt t="112112" x="9536113" y="1460500"/>
          <p14:tracePt t="112126" x="9544050" y="1428750"/>
          <p14:tracePt t="112172" x="9559925" y="1312863"/>
          <p14:tracePt t="112217" x="9599613" y="1195388"/>
          <p14:tracePt t="112246" x="9685338" y="1109663"/>
          <p14:tracePt t="112290" x="9763125" y="1030288"/>
          <p14:tracePt t="112323" x="9934575" y="866775"/>
          <p14:tracePt t="112411" x="9990138" y="984250"/>
          <p14:tracePt t="112427" x="10020300" y="1179513"/>
          <p14:tracePt t="112441" x="10020300" y="1312863"/>
          <p14:tracePt t="112468" x="10004425" y="1374775"/>
          <p14:tracePt t="112478" x="9998075" y="1406525"/>
          <p14:tracePt t="112546" x="10067925" y="1374775"/>
          <p14:tracePt t="112564" x="10106025" y="1327150"/>
          <p14:tracePt t="112578" x="10129838" y="1273175"/>
          <p14:tracePt t="112590" x="10145713" y="1241425"/>
          <p14:tracePt t="112704" x="10113963" y="1265238"/>
          <p14:tracePt t="113073" x="10012363" y="1296988"/>
          <p14:tracePt t="113115" x="9896475" y="1327150"/>
          <p14:tracePt t="113146" x="9786938" y="1350963"/>
          <p14:tracePt t="113583" x="9715500" y="1350963"/>
          <p14:tracePt t="113600" x="9685338" y="1358900"/>
          <p14:tracePt t="113642" x="9653588" y="1382713"/>
          <p14:tracePt t="113672" x="9621838" y="1414463"/>
          <p14:tracePt t="113687" x="9607550" y="1436688"/>
          <p14:tracePt t="113733" x="9669463" y="1436688"/>
          <p14:tracePt t="113763" x="9701213" y="1420813"/>
          <p14:tracePt t="114153" x="9731375" y="1414463"/>
          <p14:tracePt t="114257" x="9771063" y="1406525"/>
          <p14:tracePt t="114319" x="9809163" y="1398588"/>
          <p14:tracePt t="114342" x="9848850" y="1398588"/>
          <p14:tracePt t="114351" x="9958388" y="1390650"/>
          <p14:tracePt t="114377" x="9998075" y="1390650"/>
          <p14:tracePt t="114393" x="10215563" y="1406525"/>
          <p14:tracePt t="114411" x="10387013" y="1406525"/>
          <p14:tracePt t="114425" x="10450513" y="1390650"/>
          <p14:tracePt t="114453" x="10528300" y="1350963"/>
          <p14:tracePt t="114479" x="10606088" y="1327150"/>
          <p14:tracePt t="114487" x="10683875" y="1296988"/>
          <p14:tracePt t="114503" x="10715625" y="1281113"/>
          <p14:tracePt t="114918" x="10669588" y="1390650"/>
          <p14:tracePt t="115727" x="10552113" y="1406525"/>
          <p14:tracePt t="115787" x="10434638" y="1398588"/>
          <p14:tracePt t="115832" x="10309225" y="1406525"/>
          <p14:tracePt t="115866" x="10185400" y="1420813"/>
          <p14:tracePt t="115881" x="9942513" y="1444625"/>
          <p14:tracePt t="115895" x="9701213" y="1468438"/>
          <p14:tracePt t="115922" x="9599613" y="1476375"/>
          <p14:tracePt t="115938" x="9364663" y="1500188"/>
          <p14:tracePt t="115969" x="9129713" y="1577975"/>
          <p14:tracePt t="115985" x="8864600" y="1631950"/>
          <p14:tracePt t="115999" x="8631238" y="1671638"/>
          <p14:tracePt t="116014" x="8380413" y="1695450"/>
          <p14:tracePt t="116027" x="8115300" y="1757363"/>
          <p14:tracePt t="116044" x="8005763" y="1789113"/>
          <p14:tracePt t="116063" x="7896225" y="1835150"/>
          <p14:tracePt t="116084" x="7770813" y="1874838"/>
          <p14:tracePt t="116090" x="7521575" y="1960563"/>
          <p14:tracePt t="116110" x="7404100" y="1992313"/>
          <p14:tracePt t="116122" x="7278688" y="2022475"/>
          <p14:tracePt t="116136" x="7169150" y="2038350"/>
          <p14:tracePt t="116151" x="7053263" y="2046288"/>
          <p14:tracePt t="116167" x="6927850" y="2062163"/>
          <p14:tracePt t="116209" x="6810375" y="2062163"/>
          <p14:tracePt t="116224" x="6692900" y="2062163"/>
          <p14:tracePt t="116242" x="6583363" y="2054225"/>
          <p14:tracePt t="116256" x="6467475" y="2054225"/>
          <p14:tracePt t="116272" x="6350000" y="2046288"/>
          <p14:tracePt t="116331" x="6240463" y="2062163"/>
          <p14:tracePt t="116675" x="6357938" y="2022475"/>
          <p14:tracePt t="116693" x="6475413" y="2000250"/>
          <p14:tracePt t="116708" x="6583363" y="1976438"/>
          <p14:tracePt t="116723" x="6700838" y="1968500"/>
          <p14:tracePt t="116756" x="6818313" y="1960563"/>
          <p14:tracePt t="116768" x="6935788" y="1952625"/>
          <p14:tracePt t="116797" x="7069138" y="1952625"/>
          <p14:tracePt t="116814" x="7192963" y="1952625"/>
          <p14:tracePt t="116842" x="7443788" y="1944688"/>
          <p14:tracePt t="116869" x="7559675" y="1936750"/>
          <p14:tracePt t="116882" x="7685088" y="1920875"/>
          <p14:tracePt t="116895" x="7802563" y="1936750"/>
          <p14:tracePt t="116966" x="7912100" y="1890713"/>
          <p14:tracePt t="117026" x="8021638" y="1827213"/>
          <p14:tracePt t="117041" x="8139113" y="1789113"/>
          <p14:tracePt t="117064" x="8255000" y="1757363"/>
          <p14:tracePt t="117094" x="8356600" y="1725613"/>
          <p14:tracePt t="117112" x="8482013" y="1703388"/>
          <p14:tracePt t="117125" x="8599488" y="1671638"/>
          <p14:tracePt t="117140" x="8701088" y="1631950"/>
          <p14:tracePt t="117172" x="8810625" y="1601788"/>
          <p14:tracePt t="117184" x="8934450" y="1577975"/>
          <p14:tracePt t="117200" x="9043988" y="1570038"/>
          <p14:tracePt t="117234" x="9161463" y="1570038"/>
          <p14:tracePt t="117256" x="9271000" y="1570038"/>
          <p14:tracePt t="117321" x="9388475" y="1585913"/>
          <p14:tracePt t="117365" x="9505950" y="1601788"/>
          <p14:tracePt t="117399" x="9621838" y="1616075"/>
          <p14:tracePt t="117423" x="9739313" y="1624013"/>
          <p14:tracePt t="117650" x="9856788" y="1585913"/>
          <p14:tracePt t="117981" x="9755188" y="1516063"/>
          <p14:tracePt t="118013" x="9637713" y="1468438"/>
          <p14:tracePt t="118055" x="9520238" y="1436688"/>
          <p14:tracePt t="118085" x="9404350" y="1444625"/>
          <p14:tracePt t="118132" x="9223375" y="1460500"/>
          <p14:tracePt t="118156" x="9177338" y="1460500"/>
          <p14:tracePt t="118162" x="9107488" y="1428750"/>
          <p14:tracePt t="118175" x="9083675" y="1420813"/>
          <p14:tracePt t="118189" x="9043988" y="1398588"/>
          <p14:tracePt t="118195" x="9013825" y="1390650"/>
          <p14:tracePt t="118208" x="8990013" y="1366838"/>
          <p14:tracePt t="118222" x="8982075" y="1343025"/>
          <p14:tracePt t="118260" x="8990013" y="1320800"/>
          <p14:tracePt t="118269" x="9013825" y="1296988"/>
          <p14:tracePt t="118280" x="9036050" y="1265238"/>
          <p14:tracePt t="118311" x="9067800" y="1225550"/>
          <p14:tracePt t="118385" x="9036050" y="1211263"/>
          <p14:tracePt t="118416" x="8974138" y="1219200"/>
          <p14:tracePt t="118433" x="8934450" y="1225550"/>
          <p14:tracePt t="118449" x="8856663" y="1249363"/>
          <p14:tracePt t="118473" x="8826500" y="1265238"/>
          <p14:tracePt t="118478" x="8731250" y="1296988"/>
          <p14:tracePt t="118493" x="8669338" y="1320800"/>
          <p14:tracePt t="118506" x="8637588" y="1327150"/>
          <p14:tracePt t="118521" x="8615363" y="1335088"/>
          <p14:tracePt t="118585" x="8599488" y="1358900"/>
          <p14:tracePt t="118612" x="8615363" y="1382713"/>
          <p14:tracePt t="118631" x="8631238" y="1406525"/>
          <p14:tracePt t="118703" x="8591550" y="1516063"/>
          <p14:tracePt t="118731" x="8489950" y="1733550"/>
          <p14:tracePt t="118762" x="8420100" y="1835150"/>
          <p14:tracePt t="118780" x="8340725" y="1920875"/>
          <p14:tracePt t="118807" x="8262938" y="2014538"/>
          <p14:tracePt t="118823" x="8201025" y="2116138"/>
          <p14:tracePt t="118840" x="8131175" y="2209800"/>
          <p14:tracePt t="118865" x="8051800" y="2297113"/>
          <p14:tracePt t="118884" x="7981950" y="2398713"/>
          <p14:tracePt t="118899" x="7904163" y="2498725"/>
          <p14:tracePt t="118943" x="7834313" y="2586038"/>
          <p14:tracePt t="118969" x="7754938" y="2671763"/>
          <p14:tracePt t="119136" x="7685088" y="2765425"/>
          <p14:tracePt t="119183" x="7639050" y="2867025"/>
          <p14:tracePt t="119255" x="7567613" y="2952750"/>
          <p14:tracePt t="119407" x="7489825" y="3038475"/>
          <p14:tracePt t="119436" x="7388225" y="3100388"/>
          <p14:tracePt t="119467" x="7286625" y="3132138"/>
          <p14:tracePt t="119527" x="7169150" y="3100388"/>
          <p14:tracePt t="119827" x="7270750" y="3062288"/>
          <p14:tracePt t="119870" x="7396163" y="3054350"/>
          <p14:tracePt t="119902" x="7521575" y="3062288"/>
          <p14:tracePt t="119947" x="7639050" y="3078163"/>
          <p14:tracePt t="120127" x="7754938" y="3078163"/>
          <p14:tracePt t="120291" x="7786688" y="3179763"/>
          <p14:tracePt t="120325" x="7762875" y="3287713"/>
          <p14:tracePt t="120381" x="7716838" y="3405188"/>
          <p14:tracePt t="120473" x="7623175" y="3460750"/>
          <p14:tracePt t="120669" x="7529513" y="3421063"/>
          <p14:tracePt t="120715" x="7489825" y="3311525"/>
          <p14:tracePt t="120757" x="7591425" y="3078163"/>
          <p14:tracePt t="120792" x="7661275" y="2984500"/>
          <p14:tracePt t="120818" x="7762875" y="2921000"/>
          <p14:tracePt t="120836" x="7880350" y="2867025"/>
          <p14:tracePt t="120850" x="7989888" y="2827338"/>
          <p14:tracePt t="120867" x="8107363" y="2789238"/>
          <p14:tracePt t="120878" x="8224838" y="2765425"/>
          <p14:tracePt t="120896" x="8348663" y="2749550"/>
          <p14:tracePt t="120913" x="8466138" y="2749550"/>
          <p14:tracePt t="120936" x="8583613" y="2749550"/>
          <p14:tracePt t="120952" x="8701088" y="2757488"/>
          <p14:tracePt t="120964" x="8818563" y="2773363"/>
          <p14:tracePt t="120989" x="8942388" y="2803525"/>
          <p14:tracePt t="121028" x="9239250" y="2928938"/>
          <p14:tracePt t="121042" x="9310688" y="2960688"/>
          <p14:tracePt t="121057" x="9340850" y="2968625"/>
          <p14:tracePt t="121091" x="9324975" y="3014663"/>
          <p14:tracePt t="121118" x="9271000" y="3046413"/>
          <p14:tracePt t="121143" x="9239250" y="3062288"/>
          <p14:tracePt t="121151" x="9161463" y="3116263"/>
          <p14:tracePt t="121167" x="8990013" y="3148013"/>
          <p14:tracePt t="121182" x="8896350" y="3155950"/>
          <p14:tracePt t="121197" x="8786813" y="3155950"/>
          <p14:tracePt t="121211" x="8653463" y="3148013"/>
          <p14:tracePt t="121225" x="8599488" y="3140075"/>
          <p14:tracePt t="121238" x="8466138" y="3116263"/>
          <p14:tracePt t="121255" x="8388350" y="3092450"/>
          <p14:tracePt t="121270" x="8364538" y="3086100"/>
          <p14:tracePt t="121287" x="8318500" y="3022600"/>
          <p14:tracePt t="121299" x="8294688" y="2960688"/>
          <p14:tracePt t="121315" x="8302625" y="2882900"/>
          <p14:tracePt t="121325" x="8326438" y="2819400"/>
          <p14:tracePt t="121342" x="8380413" y="2773363"/>
          <p14:tracePt t="121361" x="8412163" y="2757488"/>
          <p14:tracePt t="121377" x="8513763" y="2741613"/>
          <p14:tracePt t="121392" x="8591550" y="2749550"/>
          <p14:tracePt t="121406" x="8653463" y="2765425"/>
          <p14:tracePt t="121420" x="8716963" y="2803525"/>
          <p14:tracePt t="121434" x="8747125" y="2859088"/>
          <p14:tracePt t="121462" x="8755063" y="2890838"/>
          <p14:tracePt t="121482" x="8716963" y="2984500"/>
          <p14:tracePt t="121505" x="8551863" y="3078163"/>
          <p14:tracePt t="121510" x="8428038" y="3132138"/>
          <p14:tracePt t="121524" x="8302625" y="3179763"/>
          <p14:tracePt t="121538" x="8232775" y="3194050"/>
          <p14:tracePt t="121598" x="8224838" y="3155950"/>
          <p14:tracePt t="121625" x="8255000" y="3100388"/>
          <p14:tracePt t="121632" x="8326438" y="3062288"/>
          <p14:tracePt t="121653" x="8364538" y="3038475"/>
          <p14:tracePt t="121660" x="8428038" y="3014663"/>
          <p14:tracePt t="121670" x="8489950" y="3006725"/>
          <p14:tracePt t="121687" x="8551863" y="3006725"/>
          <p14:tracePt t="121779" x="8482013" y="3100388"/>
          <p14:tracePt t="121796" x="8404225" y="3186113"/>
          <p14:tracePt t="121830" x="8318500" y="3265488"/>
          <p14:tracePt t="122110" x="8270875" y="3155950"/>
          <p14:tracePt t="122169" x="8201025" y="3070225"/>
          <p14:tracePt t="122200" x="8115300" y="2998788"/>
          <p14:tracePt t="122227" x="8005763" y="2944813"/>
          <p14:tracePt t="122232" x="7778750" y="2897188"/>
          <p14:tracePt t="122247" x="7669213" y="2890838"/>
          <p14:tracePt t="122395" x="7748588" y="2867025"/>
          <p14:tracePt t="122411" x="7888288" y="2843213"/>
          <p14:tracePt t="122424" x="7966075" y="2827338"/>
          <p14:tracePt t="122441" x="7997825" y="2819400"/>
          <p14:tracePt t="122560" x="7888288" y="2843213"/>
          <p14:tracePt t="122741" x="7842250" y="2960688"/>
          <p14:tracePt t="122756" x="7810500" y="3078163"/>
          <p14:tracePt t="122800" x="7802563" y="3186113"/>
          <p14:tracePt t="122905" x="7880350" y="3273425"/>
          <p14:tracePt t="122950" x="7872413" y="3389313"/>
          <p14:tracePt t="122997" x="7826375" y="3490913"/>
          <p14:tracePt t="123027" x="7762875" y="3592513"/>
          <p14:tracePt t="123042" x="7669213" y="3671888"/>
          <p14:tracePt t="123085" x="7583488" y="3741738"/>
          <p14:tracePt t="123132" x="7489825" y="3811588"/>
          <p14:tracePt t="123249" x="7537450" y="3921125"/>
          <p14:tracePt t="123268" x="7646988" y="3983038"/>
          <p14:tracePt t="123281" x="7754938" y="4022725"/>
          <p14:tracePt t="123310" x="8051800" y="4022725"/>
          <p14:tracePt t="123328" x="8161338" y="3990975"/>
          <p14:tracePt t="123343" x="8262938" y="3967163"/>
          <p14:tracePt t="123403" x="8232775" y="3975100"/>
          <p14:tracePt t="123446" x="8161338" y="4076700"/>
          <p14:tracePt t="123478" x="8045450" y="4217988"/>
          <p14:tracePt t="123490" x="8059738" y="4186238"/>
          <p14:tracePt t="123506" x="8083550" y="4156075"/>
          <p14:tracePt t="123523" x="8115300" y="4116388"/>
          <p14:tracePt t="123537" x="8145463" y="4084638"/>
          <p14:tracePt t="123550" x="8201025" y="4054475"/>
          <p14:tracePt t="123608" x="8193088" y="4156075"/>
          <p14:tracePt t="123637" x="8177213" y="4233863"/>
          <p14:tracePt t="123644" x="8145463" y="4319588"/>
          <p14:tracePt t="123657" x="8107363" y="4413250"/>
          <p14:tracePt t="123673" x="8051800" y="4491038"/>
          <p14:tracePt t="123688" x="7974013" y="4568825"/>
          <p14:tracePt t="123711" x="7880350" y="4632325"/>
          <p14:tracePt t="123719" x="7794625" y="4670425"/>
          <p14:tracePt t="123734" x="7748588" y="4678363"/>
          <p14:tracePt t="123745" x="7639050" y="4702175"/>
          <p14:tracePt t="123850" x="7716838" y="4616450"/>
          <p14:tracePt t="123867" x="7810500" y="4546600"/>
          <p14:tracePt t="123897" x="7920038" y="4483100"/>
          <p14:tracePt t="123922" x="8107363" y="4389438"/>
          <p14:tracePt t="123941" x="8216900" y="4343400"/>
          <p14:tracePt t="123958" x="8310563" y="4287838"/>
          <p14:tracePt t="124015" x="8404225" y="4217988"/>
          <p14:tracePt t="124060" x="8529638" y="4225925"/>
          <p14:tracePt t="124120" x="8607425" y="4311650"/>
          <p14:tracePt t="124150" x="8669338" y="4421188"/>
          <p14:tracePt t="124168" x="8716963" y="4522788"/>
          <p14:tracePt t="124197" x="8747125" y="4678363"/>
          <p14:tracePt t="124225" x="8716963" y="4819650"/>
          <p14:tracePt t="124257" x="8669338" y="4889500"/>
          <p14:tracePt t="124276" x="8489950" y="5053013"/>
          <p14:tracePt t="124297" x="8388350" y="5116513"/>
          <p14:tracePt t="124310" x="8177213" y="5218113"/>
          <p14:tracePt t="124318" x="8029575" y="5311775"/>
          <p14:tracePt t="124344" x="7935913" y="5389563"/>
          <p14:tracePt t="124361" x="7802563" y="5530850"/>
          <p14:tracePt t="124396" x="7677150" y="5616575"/>
          <p14:tracePt t="124423" x="7583488" y="5678488"/>
          <p14:tracePt t="124445" x="7481888" y="5726113"/>
          <p14:tracePt t="124468" x="7364413" y="5780088"/>
          <p14:tracePt t="124495" x="7342188" y="5780088"/>
          <p14:tracePt t="124513" x="7107238" y="5748338"/>
          <p14:tracePt t="124586" x="7083425" y="5756275"/>
          <p14:tracePt t="124887" x="7208838" y="5748338"/>
          <p14:tracePt t="124932" x="7256463" y="5748338"/>
          <p14:tracePt t="124948" x="7380288" y="5756275"/>
          <p14:tracePt t="124991" x="7497763" y="5748338"/>
          <p14:tracePt t="125289" x="7615238" y="5732463"/>
          <p14:tracePt t="125335" x="7778750" y="5702300"/>
          <p14:tracePt t="125498" x="7904163" y="5694363"/>
          <p14:tracePt t="125512" x="8021638" y="5702300"/>
          <p14:tracePt t="125527" x="8123238" y="5710238"/>
          <p14:tracePt t="125542" x="8131175" y="5710238"/>
          <p14:tracePt t="125558" x="8208963" y="5710238"/>
          <p14:tracePt t="125573" x="8247063" y="5710238"/>
          <p14:tracePt t="125908" x="8310563" y="5718175"/>
          <p14:tracePt t="125925" x="8356600" y="5726113"/>
          <p14:tracePt t="126073" x="8364538" y="5748338"/>
          <p14:tracePt t="126119" x="8356600" y="5780088"/>
          <p14:tracePt t="126147" x="8340725" y="5811838"/>
          <p14:tracePt t="126163" x="8318500" y="5827713"/>
          <p14:tracePt t="126329" x="8216900" y="5772150"/>
          <p14:tracePt t="126358" x="8131175" y="5702300"/>
          <p14:tracePt t="126388" x="8045450" y="5624513"/>
          <p14:tracePt t="126415" x="8021638" y="5608638"/>
          <p14:tracePt t="126422" x="7927975" y="5530850"/>
          <p14:tracePt t="126437" x="7716838" y="5429250"/>
          <p14:tracePt t="126481" x="7615238" y="5405438"/>
          <p14:tracePt t="126509" x="7497763" y="5397500"/>
          <p14:tracePt t="126869" x="7607300" y="5413375"/>
          <p14:tracePt t="126930" x="7716838" y="5451475"/>
          <p14:tracePt t="126959" x="7850188" y="5507038"/>
          <p14:tracePt t="127066" x="7958138" y="5491163"/>
          <p14:tracePt t="127349" x="7981950" y="5483225"/>
          <p14:tracePt t="127498" x="8013700" y="5483225"/>
          <p14:tracePt t="127515" x="8131175" y="5491163"/>
          <p14:tracePt t="127770" x="8021638" y="5553075"/>
          <p14:tracePt t="127798" x="7920038" y="5592763"/>
          <p14:tracePt t="127814" x="7802563" y="5632450"/>
          <p14:tracePt t="127830" x="7693025" y="5670550"/>
          <p14:tracePt t="127876" x="7669213" y="5678488"/>
          <p14:tracePt t="127896" x="7654925" y="5694363"/>
          <p14:tracePt t="127909" x="7631113" y="5710238"/>
          <p14:tracePt t="127937" x="7583488" y="5732463"/>
          <p14:tracePt t="127950" x="7473950" y="5788025"/>
          <p14:tracePt t="127967" x="7358063" y="5827713"/>
          <p14:tracePt t="127994" x="7334250" y="5834063"/>
          <p14:tracePt t="128019" x="7185025" y="5865813"/>
          <p14:tracePt t="128045" x="7162800" y="5865813"/>
          <p14:tracePt t="128057" x="7131050" y="5865813"/>
          <p14:tracePt t="128073" x="6981825" y="5857875"/>
          <p14:tracePt t="128130" x="6818313" y="5811838"/>
          <p14:tracePt t="128190" x="6692900" y="5788025"/>
          <p14:tracePt t="128219" x="6591300" y="5756275"/>
          <p14:tracePt t="128279" x="6489700" y="5710238"/>
          <p14:tracePt t="128655" x="6521450" y="5702300"/>
          <p14:tracePt t="128674" x="6646863" y="5686425"/>
          <p14:tracePt t="128791" x="6772275" y="5670550"/>
          <p14:tracePt t="128910" x="6794500" y="5662613"/>
          <p14:tracePt t="128939" x="6919913" y="5654675"/>
          <p14:tracePt t="129046" x="7037388" y="5654675"/>
          <p14:tracePt t="129105" x="7069138" y="5662613"/>
          <p14:tracePt t="129226" x="7091363" y="5662613"/>
          <p14:tracePt t="129255" x="7216775" y="5686425"/>
          <p14:tracePt t="129585" x="7326313" y="5732463"/>
          <p14:tracePt t="130050" x="7451725" y="5726113"/>
          <p14:tracePt t="130323" x="7567613" y="5756275"/>
          <p14:tracePt t="130501" x="7693025" y="5756275"/>
          <p14:tracePt t="130577" x="7810500" y="5756275"/>
          <p14:tracePt t="130696" x="7935913" y="5740400"/>
          <p14:tracePt t="130782" x="8051800" y="5726113"/>
          <p14:tracePt t="130842" x="8177213" y="5726113"/>
          <p14:tracePt t="130932" x="8294688" y="5718175"/>
          <p14:tracePt t="131006" x="8404225" y="5780088"/>
          <p14:tracePt t="131074" x="8513763" y="5827713"/>
          <p14:tracePt t="131292" x="8637588" y="5849938"/>
          <p14:tracePt t="131358" x="8669338" y="5842000"/>
          <p14:tracePt t="131373" x="8701088" y="5842000"/>
          <p14:tracePt t="131389" x="8818563" y="5819775"/>
          <p14:tracePt t="131545" x="8934450" y="5849938"/>
          <p14:tracePt t="131653" x="8958263" y="5857875"/>
          <p14:tracePt t="131668" x="9129713" y="5881688"/>
          <p14:tracePt t="131833" x="9247188" y="5913438"/>
          <p14:tracePt t="131885" x="9278938" y="5921375"/>
          <p14:tracePt t="131906" x="9412288" y="5935663"/>
          <p14:tracePt t="131972" x="9434513" y="5927725"/>
          <p14:tracePt t="131986" x="9466263" y="5927725"/>
          <p14:tracePt t="132455" x="9348788" y="5897563"/>
          <p14:tracePt t="132471" x="9239250" y="5873750"/>
          <p14:tracePt t="132487" x="9121775" y="5827713"/>
          <p14:tracePt t="132519" x="9013825" y="5788025"/>
          <p14:tracePt t="132554" x="8990013" y="5780088"/>
          <p14:tracePt t="132574" x="8856663" y="5726113"/>
          <p14:tracePt t="132584" x="8731250" y="5694363"/>
          <p14:tracePt t="132643" x="8623300" y="5662613"/>
          <p14:tracePt t="132666" x="8505825" y="5608638"/>
          <p14:tracePt t="132675" x="8396288" y="5576888"/>
          <p14:tracePt t="132704" x="8278813" y="5568950"/>
          <p14:tracePt t="132725" x="8161338" y="5584825"/>
          <p14:tracePt t="132778" x="8045450" y="5600700"/>
          <p14:tracePt t="132832" x="7927975" y="5624513"/>
          <p14:tracePt t="132906" x="7810500" y="5608638"/>
          <p14:tracePt t="132965" x="7778750" y="5600700"/>
          <p14:tracePt t="132981" x="7669213" y="5553075"/>
          <p14:tracePt t="133250" x="7583488" y="5483225"/>
          <p14:tracePt t="133309" x="7553325" y="5365750"/>
          <p14:tracePt t="133340" x="7521575" y="5248275"/>
          <p14:tracePt t="133473" x="7599363" y="5154613"/>
          <p14:tracePt t="133539" x="7724775" y="5108575"/>
          <p14:tracePt t="133605" x="7842250" y="5084763"/>
          <p14:tracePt t="133711" x="7864475" y="5084763"/>
          <p14:tracePt t="133726" x="7981950" y="5092700"/>
          <p14:tracePt t="133814" x="8067675" y="5186363"/>
          <p14:tracePt t="133853" x="8123238" y="5287963"/>
          <p14:tracePt t="133880" x="8131175" y="5413375"/>
          <p14:tracePt t="133957" x="8131175" y="5437188"/>
          <p14:tracePt t="133973" x="8131175" y="5561013"/>
          <p14:tracePt t="134011" x="8123238" y="5678488"/>
          <p14:tracePt t="134086" x="8115300" y="5702300"/>
          <p14:tracePt t="134123" x="8045450" y="5803900"/>
          <p14:tracePt t="134168" x="7943850" y="5873750"/>
          <p14:tracePt t="134213" x="7818438" y="5913438"/>
          <p14:tracePt t="134258" x="7794625" y="5927725"/>
          <p14:tracePt t="134280" x="7677150" y="5943600"/>
          <p14:tracePt t="134300" x="7559675" y="5951538"/>
          <p14:tracePt t="134327" x="7427913" y="5897563"/>
          <p14:tracePt t="134372" x="7318375" y="5842000"/>
          <p14:tracePt t="134456" x="7248525" y="5748338"/>
          <p14:tracePt t="136227" x="7740650" y="5991225"/>
          <p14:tracePt t="136235" x="7685088" y="5991225"/>
          <p14:tracePt t="136258" x="7669213" y="5991225"/>
          <p14:tracePt t="136266" x="7591425" y="5967413"/>
          <p14:tracePt t="136281" x="7567613" y="5951538"/>
          <p14:tracePt t="136343" x="7567613" y="5943600"/>
          <p14:tracePt t="136358" x="7545388" y="5913438"/>
          <p14:tracePt t="136369" x="7529513" y="5889625"/>
          <p14:tracePt t="136374" x="7505700" y="5865813"/>
          <p14:tracePt t="136382" x="7489825" y="5827713"/>
          <p14:tracePt t="136411" x="7473950" y="5788025"/>
          <p14:tracePt t="136434" x="7466013" y="5740400"/>
          <p14:tracePt t="136458" x="7459663" y="5718175"/>
          <p14:tracePt t="136465" x="7459663" y="5686425"/>
          <p14:tracePt t="136481" x="7466013" y="5662613"/>
          <p14:tracePt t="136507" x="7473950" y="5592763"/>
          <p14:tracePt t="136536" x="7481888" y="5530850"/>
          <p14:tracePt t="136554" x="7489825" y="5499100"/>
          <p14:tracePt t="136582" x="7505700" y="5437188"/>
          <p14:tracePt t="136612" x="7529513" y="5413375"/>
          <p14:tracePt t="136629" x="7553325" y="5389563"/>
          <p14:tracePt t="136658" x="7575550" y="5365750"/>
          <p14:tracePt t="136673" x="7669213" y="5311775"/>
          <p14:tracePt t="136704" x="7708900" y="5303838"/>
          <p14:tracePt t="136717" x="7754938" y="5303838"/>
          <p14:tracePt t="136732" x="7786688" y="5303838"/>
          <p14:tracePt t="136746" x="7818438" y="5303838"/>
          <p14:tracePt t="136762" x="7826375" y="5303838"/>
          <p14:tracePt t="136776" x="7856538" y="5303838"/>
          <p14:tracePt t="136792" x="7935913" y="5319713"/>
          <p14:tracePt t="136822" x="7997825" y="5349875"/>
          <p14:tracePt t="136840" x="8029575" y="5365750"/>
          <p14:tracePt t="136854" x="8059738" y="5397500"/>
          <p14:tracePt t="136869" x="8075613" y="5429250"/>
          <p14:tracePt t="136881" x="8083550" y="5459413"/>
          <p14:tracePt t="136896" x="8099425" y="5507038"/>
          <p14:tracePt t="136910" x="8107363" y="5537200"/>
          <p14:tracePt t="136930" x="8107363" y="5568950"/>
          <p14:tracePt t="136942" x="8115300" y="5638800"/>
          <p14:tracePt t="136968" x="8115300" y="5662613"/>
          <p14:tracePt t="137001" x="8107363" y="5702300"/>
          <p14:tracePt t="137019" x="8099425" y="5726113"/>
          <p14:tracePt t="137062" x="8075613" y="5748338"/>
          <p14:tracePt t="137106" x="8051800" y="5764213"/>
          <p14:tracePt t="137121" x="8021638" y="5772150"/>
          <p14:tracePt t="137139" x="7981950" y="5772150"/>
          <p14:tracePt t="137149" x="7974013" y="5772150"/>
          <p14:tracePt t="137156" x="7935913" y="5772150"/>
          <p14:tracePt t="137169" x="7864475" y="5772150"/>
          <p14:tracePt t="137182" x="7826375" y="5772150"/>
          <p14:tracePt t="137210" x="7770813" y="5764213"/>
          <p14:tracePt t="137226" x="7748588" y="5756275"/>
          <p14:tracePt t="137245" x="7716838" y="5732463"/>
          <p14:tracePt t="137258" x="7677150" y="5702300"/>
          <p14:tracePt t="137271" x="7654925" y="5678488"/>
          <p14:tracePt t="137291" x="7623175" y="5654675"/>
          <p14:tracePt t="137304" x="7591425" y="5584825"/>
          <p14:tracePt t="137317" x="7583488" y="5545138"/>
          <p14:tracePt t="137332" x="7583488" y="5514975"/>
          <p14:tracePt t="137347" x="7591425" y="5483225"/>
          <p14:tracePt t="137361" x="7623175" y="5413375"/>
          <p14:tracePt t="137376" x="7654925" y="5365750"/>
          <p14:tracePt t="137394" x="7669213" y="5341938"/>
          <p14:tracePt t="137410" x="7716838" y="5287963"/>
          <p14:tracePt t="137423" x="7748588" y="5256213"/>
          <p14:tracePt t="137439" x="7786688" y="5218113"/>
          <p14:tracePt t="137454" x="7856538" y="5202238"/>
          <p14:tracePt t="137468" x="7920038" y="5186363"/>
          <p14:tracePt t="137482" x="7974013" y="5186363"/>
          <p14:tracePt t="137494" x="8005763" y="5178425"/>
          <p14:tracePt t="137505" x="8051800" y="5178425"/>
          <p14:tracePt t="137534" x="8139113" y="5202238"/>
          <p14:tracePt t="137550" x="8193088" y="5233988"/>
          <p14:tracePt t="137567" x="8224838" y="5248275"/>
          <p14:tracePt t="137582" x="8247063" y="5272088"/>
          <p14:tracePt t="137596" x="8294688" y="5327650"/>
          <p14:tracePt t="137611" x="8302625" y="5335588"/>
          <p14:tracePt t="137628" x="8348663" y="5429250"/>
          <p14:tracePt t="137663" x="8380413" y="5568950"/>
          <p14:tracePt t="137681" x="8380413" y="5600700"/>
          <p14:tracePt t="137706" x="8364538" y="5678488"/>
          <p14:tracePt t="137721" x="8348663" y="5718175"/>
          <p14:tracePt t="137729" x="8326438" y="5788025"/>
          <p14:tracePt t="137741" x="8302625" y="5819775"/>
          <p14:tracePt t="137756" x="8286750" y="5842000"/>
          <p14:tracePt t="137794" x="8255000" y="5857875"/>
          <p14:tracePt t="137801" x="8201025" y="5905500"/>
          <p14:tracePt t="137816" x="8153400" y="5927725"/>
          <p14:tracePt t="137832" x="8107363" y="5943600"/>
          <p14:tracePt t="137847" x="8037513" y="5951538"/>
          <p14:tracePt t="137860" x="7958138" y="5951538"/>
          <p14:tracePt t="137871" x="7888288" y="5959475"/>
          <p14:tracePt t="137901" x="7850188" y="5959475"/>
          <p14:tracePt t="137917" x="7818438" y="5959475"/>
          <p14:tracePt t="137928" x="7794625" y="5951538"/>
          <p14:tracePt t="137951" x="7748588" y="5889625"/>
          <p14:tracePt t="137963" x="7724775" y="5827713"/>
          <p14:tracePt t="137975" x="7708900" y="5795963"/>
          <p14:tracePt t="137991" x="7669213" y="5748338"/>
          <p14:tracePt t="138008" x="7646988" y="5718175"/>
          <p14:tracePt t="138023" x="7646988" y="5710238"/>
          <p14:tracePt t="138040" x="7631113" y="5670550"/>
          <p14:tracePt t="138054" x="7599363" y="5576888"/>
          <p14:tracePt t="138084" x="7591425" y="5568950"/>
          <p14:tracePt t="138102" x="7567613" y="5530850"/>
          <p14:tracePt t="138127" x="7591425" y="5491163"/>
          <p14:tracePt t="138144" x="7607300" y="5459413"/>
          <p14:tracePt t="138175" x="7646988" y="5429250"/>
          <p14:tracePt t="138203" x="7669213" y="5397500"/>
          <p14:tracePt t="138221" x="7677150" y="5389563"/>
          <p14:tracePt t="138233" x="7700963" y="5365750"/>
          <p14:tracePt t="138246" x="7724775" y="5349875"/>
          <p14:tracePt t="138274" x="7754938" y="5335588"/>
          <p14:tracePt t="138289" x="7786688" y="5327650"/>
          <p14:tracePt t="138326" x="7810500" y="5327650"/>
          <p14:tracePt t="138341" x="7850188" y="5327650"/>
          <p14:tracePt t="138357" x="7880350" y="5327650"/>
          <p14:tracePt t="138372" x="7950200" y="5327650"/>
          <p14:tracePt t="138400" x="7974013" y="5319713"/>
          <p14:tracePt t="138416" x="7981950" y="5319713"/>
          <p14:tracePt t="138442" x="8021638" y="5319713"/>
          <p14:tracePt t="138456" x="8115300" y="5341938"/>
          <p14:tracePt t="138472" x="8139113" y="5349875"/>
          <p14:tracePt t="138491" x="8240713" y="5413375"/>
          <p14:tracePt t="138506" x="8326438" y="5467350"/>
          <p14:tracePt t="138521" x="8356600" y="5507038"/>
          <p14:tracePt t="138535" x="8404225" y="5553075"/>
          <p14:tracePt t="138549" x="8420100" y="5584825"/>
          <p14:tracePt t="138566" x="8428038" y="5616575"/>
          <p14:tracePt t="138600" x="8435975" y="5654675"/>
          <p14:tracePt t="138625" x="8435975" y="5678488"/>
          <p14:tracePt t="138640" x="8396288" y="5732463"/>
          <p14:tracePt t="138654" x="8334375" y="5803900"/>
          <p14:tracePt t="138670" x="8278813" y="5857875"/>
          <p14:tracePt t="138685" x="8216900" y="5905500"/>
          <p14:tracePt t="138699" x="8153400" y="5951538"/>
          <p14:tracePt t="138717" x="8115300" y="5975350"/>
          <p14:tracePt t="138737" x="8067675" y="5991225"/>
          <p14:tracePt t="138762" x="8005763" y="6015038"/>
          <p14:tracePt t="138776" x="7966075" y="6022975"/>
          <p14:tracePt t="138792" x="7896225" y="6015038"/>
          <p14:tracePt t="138820" x="7864475" y="6007100"/>
          <p14:tracePt t="138862" x="7794625" y="5905500"/>
          <p14:tracePt t="138896" x="7754938" y="5795963"/>
          <p14:tracePt t="138926" x="7716838" y="5646738"/>
          <p14:tracePt t="138969" x="7716838" y="5530850"/>
          <p14:tracePt t="139028" x="7748588" y="5421313"/>
          <p14:tracePt t="139102" x="7834313" y="5341938"/>
          <p14:tracePt t="139150" x="7950200" y="5311775"/>
          <p14:tracePt t="139240" x="8059738" y="5327650"/>
          <p14:tracePt t="139301" x="8131175" y="5421313"/>
          <p14:tracePt t="139404" x="8083550" y="5522913"/>
          <p14:tracePt t="139435" x="7997825" y="5592763"/>
          <p14:tracePt t="139524" x="7966075" y="5608638"/>
          <p14:tracePt t="139541" x="7850188" y="5638800"/>
          <p14:tracePt t="139615" x="7740650" y="5592763"/>
          <p14:tracePt t="139721" x="7669213" y="5499100"/>
          <p14:tracePt t="139915" x="7716838" y="5397500"/>
          <p14:tracePt t="140141" x="7826375" y="5349875"/>
          <p14:tracePt t="140275" x="7935913" y="5357813"/>
          <p14:tracePt t="140560" x="8013700" y="5443538"/>
          <p14:tracePt t="141042" x="8005763" y="5437188"/>
          <p14:tracePt t="141145" x="7927975" y="5365750"/>
          <p14:tracePt t="141163" x="7888288" y="5295900"/>
          <p14:tracePt t="141174" x="7856538" y="5218113"/>
          <p14:tracePt t="141209" x="7856538" y="5186363"/>
          <p14:tracePt t="141217" x="7880350" y="5154613"/>
          <p14:tracePt t="141229" x="7958138" y="5124450"/>
          <p14:tracePt t="141242" x="7989888" y="5108575"/>
          <p14:tracePt t="141257" x="8021638" y="5092700"/>
          <p14:tracePt t="141272" x="8059738" y="5092700"/>
          <p14:tracePt t="141287" x="8091488" y="5092700"/>
          <p14:tracePt t="141302" x="8115300" y="5116513"/>
          <p14:tracePt t="141318" x="8131175" y="5178425"/>
          <p14:tracePt t="141342" x="8145463" y="5248275"/>
          <p14:tracePt t="141356" x="8131175" y="5295900"/>
          <p14:tracePt t="141370" x="8107363" y="5373688"/>
          <p14:tracePt t="141392" x="8091488" y="5413375"/>
          <p14:tracePt t="141402" x="8083550" y="5421313"/>
          <p14:tracePt t="141417" x="8029575" y="5499100"/>
          <p14:tracePt t="141432" x="7981950" y="5553075"/>
          <p14:tracePt t="141448" x="7896225" y="5616575"/>
          <p14:tracePt t="141464" x="7802563" y="5686425"/>
          <p14:tracePt t="141476" x="7778750" y="5702300"/>
          <p14:tracePt t="141489" x="7748588" y="5710238"/>
          <p14:tracePt t="141503" x="7724775" y="5710238"/>
          <p14:tracePt t="141538" x="7669213" y="5694363"/>
          <p14:tracePt t="141553" x="7646988" y="5686425"/>
          <p14:tracePt t="141569" x="7623175" y="5670550"/>
          <p14:tracePt t="141584" x="7607300" y="5646738"/>
          <p14:tracePt t="141626" x="7623175" y="5561013"/>
          <p14:tracePt t="141639" x="7631113" y="5530850"/>
          <p14:tracePt t="141653" x="7639050" y="5491163"/>
          <p14:tracePt t="141666" x="7654925" y="5459413"/>
          <p14:tracePt t="141693" x="7693025" y="5405438"/>
          <p14:tracePt t="141723" x="7716838" y="5373688"/>
          <p14:tracePt t="141738" x="7748588" y="5341938"/>
          <p14:tracePt t="141754" x="7770813" y="5319713"/>
          <p14:tracePt t="141770" x="7802563" y="5311775"/>
          <p14:tracePt t="141787" x="7842250" y="5327650"/>
          <p14:tracePt t="141802" x="7872413" y="5349875"/>
          <p14:tracePt t="141821" x="7896225" y="5381625"/>
          <p14:tracePt t="141838" x="7927975" y="5429250"/>
          <p14:tracePt t="141858" x="7935913" y="5451475"/>
          <p14:tracePt t="141868" x="7943850" y="5537200"/>
          <p14:tracePt t="141885" x="7935913" y="5584825"/>
          <p14:tracePt t="141901" x="7920038" y="5624513"/>
          <p14:tracePt t="141914" x="7904163" y="5654675"/>
          <p14:tracePt t="141928" x="7864475" y="5702300"/>
          <p14:tracePt t="141945" x="7842250" y="5726113"/>
          <p14:tracePt t="141970" x="7810500" y="5732463"/>
          <p14:tracePt t="141983" x="7802563" y="5740400"/>
          <p14:tracePt t="141989" x="7786688" y="5740400"/>
          <p14:tracePt t="142257" x="7708900" y="5654675"/>
          <p14:tracePt t="145193" x="7388225" y="5819775"/>
          <p14:tracePt t="145208" x="7537450" y="5811838"/>
          <p14:tracePt t="145222" x="7685088" y="5803900"/>
          <p14:tracePt t="145261" x="7732713" y="5811838"/>
          <p14:tracePt t="145272" x="7762875" y="5819775"/>
          <p14:tracePt t="145312" x="7732713" y="5834063"/>
          <p14:tracePt t="145327" x="7677150" y="5842000"/>
          <p14:tracePt t="145342" x="7623175" y="5834063"/>
          <p14:tracePt t="145357" x="7419975" y="5811838"/>
          <p14:tracePt t="145372" x="7396163" y="5811838"/>
          <p14:tracePt t="145387" x="7326313" y="5772150"/>
          <p14:tracePt t="145419" x="7318375" y="5718175"/>
          <p14:tracePt t="145433" x="7318375" y="5624513"/>
          <p14:tracePt t="145447" x="7326313" y="5608638"/>
          <p14:tracePt t="145462" x="7358063" y="5507038"/>
          <p14:tracePt t="145477" x="7443788" y="5335588"/>
          <p14:tracePt t="145493" x="7489825" y="5256213"/>
          <p14:tracePt t="145507" x="7553325" y="5194300"/>
          <p14:tracePt t="145522" x="7639050" y="5146675"/>
          <p14:tracePt t="145537" x="7708900" y="5132388"/>
          <p14:tracePt t="145570" x="7842250" y="5170488"/>
          <p14:tracePt t="145583" x="7880350" y="5226050"/>
          <p14:tracePt t="145599" x="7904163" y="5287963"/>
          <p14:tracePt t="145612" x="7896225" y="5319713"/>
          <p14:tracePt t="145627" x="7888288" y="5357813"/>
          <p14:tracePt t="145642" x="7872413" y="5381625"/>
          <p14:tracePt t="145658" x="7834313" y="5437188"/>
          <p14:tracePt t="145672" x="7778750" y="5483225"/>
          <p14:tracePt t="145687" x="7748588" y="5491163"/>
          <p14:tracePt t="145720" x="7732713" y="5475288"/>
          <p14:tracePt t="145950" x="7708900" y="5451475"/>
          <p14:tracePt t="145966" x="7631113" y="5365750"/>
          <p14:tracePt t="146004" x="7623175" y="5248275"/>
          <p14:tracePt t="148202" x="11563350" y="6286500"/>
          <p14:tracePt t="148211" x="11074400" y="5994400"/>
          <p14:tracePt t="148217" x="10769600" y="5816600"/>
          <p14:tracePt t="148244" x="10210800" y="5556250"/>
          <p14:tracePt t="148261" x="9963150" y="5492750"/>
          <p14:tracePt t="148277" x="9912350" y="5486400"/>
          <p14:tracePt t="148311" x="9906000" y="5486400"/>
          <p14:tracePt t="148415" x="9950450" y="5486400"/>
          <p14:tracePt t="148425" x="9994900" y="5505450"/>
          <p14:tracePt t="148448" x="10147300" y="5588000"/>
          <p14:tracePt t="148465" x="10204450" y="5619750"/>
          <p14:tracePt t="148478" x="10185400" y="5695950"/>
          <p14:tracePt t="148495" x="9988550" y="5734050"/>
          <p14:tracePt t="148511" x="9340850" y="5740400"/>
          <p14:tracePt t="148544" x="8274050" y="5867400"/>
          <p14:tracePt t="148561" x="8235950" y="5886450"/>
          <p14:tracePt t="148578" x="8007350" y="6134100"/>
          <p14:tracePt t="148594" x="7931150" y="6216650"/>
          <p14:tracePt t="148628" x="7727950" y="6483350"/>
          <p14:tracePt t="148645" x="7581900" y="6667500"/>
          <p14:tracePt t="148661" x="7499350" y="6762750"/>
          <p14:tracePt t="148678" x="7397750" y="6826250"/>
          <p14:tracePt t="149033" x="7143750" y="6832600"/>
          <p14:tracePt t="149049" x="6921500" y="6775450"/>
          <p14:tracePt t="149071" x="6565900" y="6743700"/>
          <p14:tracePt t="149082" x="6203950" y="6743700"/>
          <p14:tracePt t="149111" x="5727700" y="6743700"/>
          <p14:tracePt t="149127" x="4997450" y="6743700"/>
          <p14:tracePt t="149144" x="4806950" y="6743700"/>
          <p14:tracePt t="149161" x="4654550" y="6737350"/>
          <p14:tracePt t="149178" x="4578350" y="6731000"/>
          <p14:tracePt t="149211" x="4508500" y="6724650"/>
          <p14:tracePt t="149227" x="4502150" y="6724650"/>
          <p14:tracePt t="149261" x="4470400" y="6724650"/>
          <p14:tracePt t="149277" x="4445000" y="6724650"/>
          <p14:tracePt t="149294" x="4406900" y="6724650"/>
          <p14:tracePt t="149311" x="4394200" y="6731000"/>
          <p14:tracePt t="149327" x="4387850" y="6731000"/>
          <p14:tracePt t="149344" x="4311650" y="6762750"/>
          <p14:tracePt t="149362" x="4184650" y="6800850"/>
          <p14:tracePt t="149379" x="4070350" y="681990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Proposed Timeline(5 Weeks)</a:t>
            </a:r>
          </a:p>
        </p:txBody>
      </p:sp>
      <p:graphicFrame>
        <p:nvGraphicFramePr>
          <p:cNvPr id="446" name="Diagram 2">
            <a:extLst>
              <a:ext uri="{FF2B5EF4-FFF2-40B4-BE49-F238E27FC236}">
                <a16:creationId xmlns:a16="http://schemas.microsoft.com/office/drawing/2014/main" id="{96CC9985-04D9-4CA0-BC75-66D0FA126C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97772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1505103"/>
      </p:ext>
    </p:extLst>
  </p:cSld>
  <p:clrMapOvr>
    <a:masterClrMapping/>
  </p:clrMapOvr>
  <p:extLst>
    <p:ext uri="{3A86A75C-4F4B-4683-9AE1-C65F6400EC91}">
      <p14:laserTraceLst xmlns:p14="http://schemas.microsoft.com/office/powerpoint/2010/main">
        <p14:tracePtLst>
          <p14:tracePt t="4517" x="1289050" y="3592513"/>
          <p14:tracePt t="4525" x="1327150" y="3663950"/>
          <p14:tracePt t="4550" x="1398588" y="3765550"/>
          <p14:tracePt t="4564" x="1406525" y="3795713"/>
          <p14:tracePt t="4580" x="1436688" y="3859213"/>
          <p14:tracePt t="4594" x="1460500" y="3889375"/>
          <p14:tracePt t="4607" x="1492250" y="3913188"/>
          <p14:tracePt t="4736" x="1508125" y="3889375"/>
          <p14:tracePt t="4753" x="1508125" y="3859213"/>
          <p14:tracePt t="4769" x="1508125" y="3835400"/>
          <p14:tracePt t="4776" x="1508125" y="3803650"/>
          <p14:tracePt t="4804" x="1492250" y="3771900"/>
          <p14:tracePt t="4818" x="1476375" y="3749675"/>
          <p14:tracePt t="4834" x="1452563" y="3725863"/>
          <p14:tracePt t="4849" x="1436688" y="3709988"/>
          <p14:tracePt t="4880" x="1350963" y="3648075"/>
          <p14:tracePt t="4896" x="1335088" y="3640138"/>
          <p14:tracePt t="4908" x="1319213" y="3624263"/>
          <p14:tracePt t="4923" x="1249363" y="3576638"/>
          <p14:tracePt t="4938" x="1179513" y="3562350"/>
          <p14:tracePt t="4953" x="1147763" y="3546475"/>
          <p14:tracePt t="5351" x="1343025" y="3530600"/>
          <p14:tracePt t="5369" x="1398588" y="3530600"/>
          <p14:tracePt t="5384" x="1522413" y="3506788"/>
          <p14:tracePt t="5420" x="1601788" y="3498850"/>
          <p14:tracePt t="5442" x="1671638" y="3490913"/>
          <p14:tracePt t="5457" x="1703388" y="3482975"/>
          <p14:tracePt t="5548" x="1733550" y="3498850"/>
          <p14:tracePt t="5617" x="1797050" y="3490913"/>
          <p14:tracePt t="5631" x="1851025" y="3490913"/>
          <p14:tracePt t="5647" x="1890713" y="3498850"/>
          <p14:tracePt t="5676" x="1928813" y="3514725"/>
          <p14:tracePt t="5691" x="1968500" y="3546475"/>
          <p14:tracePt t="5704" x="2030413" y="3570288"/>
          <p14:tracePt t="5736" x="2085975" y="3600450"/>
          <p14:tracePt t="5750" x="2108200" y="3616325"/>
          <p14:tracePt t="5800" x="2139950" y="3632200"/>
          <p14:tracePt t="5819" x="2171700" y="3648075"/>
          <p14:tracePt t="5832" x="2193925" y="3663950"/>
          <p14:tracePt t="5854" x="2225675" y="3671888"/>
          <p14:tracePt t="5938" x="2273300" y="3678238"/>
          <p14:tracePt t="5951" x="2319338" y="3686175"/>
          <p14:tracePt t="5963" x="2351088" y="3686175"/>
          <p14:tracePt t="5975" x="2374900" y="3686175"/>
          <p14:tracePt t="6027" x="2405063" y="3686175"/>
          <p14:tracePt t="6043" x="2460625" y="3686175"/>
          <p14:tracePt t="6057" x="2498725" y="3686175"/>
          <p14:tracePt t="6072" x="2562225" y="3678238"/>
          <p14:tracePt t="6118" x="2600325" y="3671888"/>
          <p14:tracePt t="6150" x="2679700" y="3663950"/>
          <p14:tracePt t="6168" x="2701925" y="3656013"/>
          <p14:tracePt t="6179" x="2725738" y="3648075"/>
          <p14:tracePt t="6208" x="2749550" y="3632200"/>
          <p14:tracePt t="6223" x="2779713" y="3616325"/>
          <p14:tracePt t="6262" x="2811463" y="3600450"/>
          <p14:tracePt t="6270" x="2881313" y="3584575"/>
          <p14:tracePt t="6312" x="2913063" y="3570288"/>
          <p14:tracePt t="6330" x="2944813" y="3546475"/>
          <p14:tracePt t="6448" x="2913063" y="3546475"/>
          <p14:tracePt t="6467" x="2867025" y="3576638"/>
          <p14:tracePt t="6495" x="2835275" y="3584575"/>
          <p14:tracePt t="6518" x="2795588" y="3600450"/>
          <p14:tracePt t="6535" x="2725738" y="3608388"/>
          <p14:tracePt t="6541" x="2679700" y="3608388"/>
          <p14:tracePt t="6571" x="2655888" y="3608388"/>
          <p14:tracePt t="6601" x="2592388" y="3592513"/>
          <p14:tracePt t="6617" x="2522538" y="3592513"/>
          <p14:tracePt t="6629" x="2460625" y="3592513"/>
          <p14:tracePt t="6648" x="2397125" y="3608388"/>
          <p14:tracePt t="6663" x="2351088" y="3624263"/>
          <p14:tracePt t="6691" x="2257425" y="3648075"/>
          <p14:tracePt t="6713" x="2225675" y="3648075"/>
          <p14:tracePt t="6722" x="2108200" y="3678238"/>
          <p14:tracePt t="6733" x="2038350" y="3694113"/>
          <p14:tracePt t="6749" x="1976438" y="3702050"/>
          <p14:tracePt t="6764" x="1920875" y="3702050"/>
          <p14:tracePt t="6778" x="1858963" y="3702050"/>
          <p14:tracePt t="6793" x="1827213" y="3694113"/>
          <p14:tracePt t="6812" x="1757363" y="3686175"/>
          <p14:tracePt t="6824" x="1687513" y="3663950"/>
          <p14:tracePt t="6838" x="1631950" y="3656013"/>
          <p14:tracePt t="6854" x="1609725" y="3648075"/>
          <p14:tracePt t="6867" x="1530350" y="3632200"/>
          <p14:tracePt t="6878" x="1460500" y="3624263"/>
          <p14:tracePt t="6895" x="1436688" y="3624263"/>
          <p14:tracePt t="6923" x="1406525" y="3616325"/>
          <p14:tracePt t="6939" x="1374775" y="3608388"/>
          <p14:tracePt t="6954" x="1350963" y="3608388"/>
          <p14:tracePt t="7017" x="1335088" y="3632200"/>
          <p14:tracePt t="7079" x="1343025" y="3656013"/>
          <p14:tracePt t="7110" x="1366838" y="3663950"/>
          <p14:tracePt t="7126" x="1406525" y="3671888"/>
          <p14:tracePt t="7146" x="1476375" y="3686175"/>
          <p14:tracePt t="7163" x="1546225" y="3694113"/>
          <p14:tracePt t="7178" x="1616075" y="3702050"/>
          <p14:tracePt t="7187" x="1647825" y="3709988"/>
          <p14:tracePt t="7200" x="1717675" y="3709988"/>
          <p14:tracePt t="7216" x="1797050" y="3702050"/>
          <p14:tracePt t="7228" x="1866900" y="3686175"/>
          <p14:tracePt t="7251" x="1920875" y="3663950"/>
          <p14:tracePt t="7273" x="1952625" y="3648075"/>
          <p14:tracePt t="7319" x="2022475" y="3632200"/>
          <p14:tracePt t="7346" x="2078038" y="3624263"/>
          <p14:tracePt t="7359" x="2139950" y="3624263"/>
          <p14:tracePt t="7366" x="2171700" y="3624263"/>
          <p14:tracePt t="7396" x="2225675" y="3640138"/>
          <p14:tracePt t="7409" x="2257425" y="3648075"/>
          <p14:tracePt t="7440" x="2289175" y="3663950"/>
          <p14:tracePt t="7457" x="2335213" y="3694113"/>
          <p14:tracePt t="7485" x="2351088" y="3702050"/>
          <p14:tracePt t="7510" x="2397125" y="3725863"/>
          <p14:tracePt t="7517" x="2452688" y="3733800"/>
          <p14:tracePt t="7530" x="2538413" y="3733800"/>
          <p14:tracePt t="7548" x="2570163" y="3733800"/>
          <p14:tracePt t="7561" x="2640013" y="3717925"/>
          <p14:tracePt t="7571" x="2663825" y="3717925"/>
          <p14:tracePt t="7589" x="2693988" y="3709988"/>
          <p14:tracePt t="7604" x="2757488" y="3702050"/>
          <p14:tracePt t="7620" x="2795588" y="3686175"/>
          <p14:tracePt t="7648" x="2859088" y="3671888"/>
          <p14:tracePt t="7723" x="2889250" y="3663950"/>
          <p14:tracePt t="7769" x="2913063" y="3648075"/>
          <p14:tracePt t="7786" x="2936875" y="3624263"/>
          <p14:tracePt t="7802" x="2968625" y="3554413"/>
          <p14:tracePt t="7824" x="2998788" y="3490913"/>
          <p14:tracePt t="7834" x="3006725" y="3460750"/>
          <p14:tracePt t="7857" x="3038475" y="3389313"/>
          <p14:tracePt t="7866" x="3054350" y="3327400"/>
          <p14:tracePt t="7875" x="3076575" y="3273425"/>
          <p14:tracePt t="7892" x="3092450" y="3249613"/>
          <p14:tracePt t="7906" x="3116263" y="3201988"/>
          <p14:tracePt t="7920" x="3170238" y="3132138"/>
          <p14:tracePt t="7962" x="3241675" y="3078163"/>
          <p14:tracePt t="7977" x="3257550" y="3046413"/>
          <p14:tracePt t="8084" x="3295650" y="2936875"/>
          <p14:tracePt t="8114" x="3311525" y="2819400"/>
          <p14:tracePt t="8145" x="3327400" y="2701925"/>
          <p14:tracePt t="8190" x="3319463" y="2586038"/>
          <p14:tracePt t="8445" x="3209925" y="2546350"/>
          <p14:tracePt t="8473" x="3092450" y="2546350"/>
          <p14:tracePt t="8503" x="2968625" y="2562225"/>
          <p14:tracePt t="8565" x="2851150" y="2554288"/>
          <p14:tracePt t="8597" x="2733675" y="2546350"/>
          <p14:tracePt t="8625" x="2624138" y="2546350"/>
          <p14:tracePt t="8715" x="2498725" y="2562225"/>
          <p14:tracePt t="8745" x="2382838" y="2570163"/>
          <p14:tracePt t="8821" x="2265363" y="2593975"/>
          <p14:tracePt t="9211" x="2366963" y="2647950"/>
          <p14:tracePt t="9228" x="2484438" y="2671763"/>
          <p14:tracePt t="9344" x="2592388" y="2701925"/>
          <p14:tracePt t="9448" x="2717800" y="2709863"/>
          <p14:tracePt t="9602" x="2835275" y="2701925"/>
          <p14:tracePt t="9661" x="2944813" y="2679700"/>
          <p14:tracePt t="9720" x="3054350" y="2655888"/>
          <p14:tracePt t="10653" x="2974975" y="2749550"/>
          <p14:tracePt t="10681" x="2905125" y="2843213"/>
          <p14:tracePt t="10713" x="2851150" y="2952750"/>
          <p14:tracePt t="10757" x="2803525" y="3070225"/>
          <p14:tracePt t="10803" x="2749550" y="3163888"/>
          <p14:tracePt t="10861" x="2655888" y="3233738"/>
          <p14:tracePt t="10923" x="2554288" y="3295650"/>
          <p14:tracePt t="10954" x="2452688" y="3367088"/>
          <p14:tracePt t="10972" x="2351088" y="3429000"/>
          <p14:tracePt t="10987" x="2233613" y="3490913"/>
          <p14:tracePt t="11010" x="2139950" y="3546475"/>
          <p14:tracePt t="11025" x="2054225" y="3608388"/>
          <p14:tracePt t="11043" x="1952625" y="3678238"/>
          <p14:tracePt t="11073" x="1866900" y="3765550"/>
          <p14:tracePt t="11113" x="1789113" y="3851275"/>
          <p14:tracePt t="11128" x="1717675" y="3937000"/>
          <p14:tracePt t="11194" x="1655763" y="4030663"/>
          <p14:tracePt t="11627" x="1741488" y="3952875"/>
          <p14:tracePt t="11703" x="1843088" y="3873500"/>
          <p14:tracePt t="11764" x="1936750" y="3795713"/>
          <p14:tracePt t="11853" x="2038350" y="3733800"/>
          <p14:tracePt t="11987" x="2163763" y="3702050"/>
          <p14:tracePt t="12095" x="2265363" y="3694113"/>
          <p14:tracePt t="12184" x="2397125" y="3678238"/>
          <p14:tracePt t="12273" x="2514600" y="3663950"/>
          <p14:tracePt t="12332" x="2624138" y="3656013"/>
          <p14:tracePt t="12410" x="2741613" y="3656013"/>
          <p14:tracePt t="12528" x="2859088" y="3678238"/>
          <p14:tracePt t="12709" x="2952750" y="3741738"/>
          <p14:tracePt t="12846" x="3070225" y="3757613"/>
          <p14:tracePt t="12890" x="3178175" y="3741738"/>
          <p14:tracePt t="13445" x="3116263" y="3835400"/>
          <p14:tracePt t="13474" x="3022600" y="3905250"/>
          <p14:tracePt t="13519" x="2921000" y="3960813"/>
          <p14:tracePt t="13567" x="2803525" y="3975100"/>
          <p14:tracePt t="13595" x="2686050" y="3990975"/>
          <p14:tracePt t="13611" x="2554288" y="4006850"/>
          <p14:tracePt t="13699" x="2420938" y="4014788"/>
          <p14:tracePt t="13746" x="2311400" y="4014788"/>
          <p14:tracePt t="13850" x="2201863" y="4038600"/>
          <p14:tracePt t="13895" x="2100263" y="4038600"/>
          <p14:tracePt t="13924" x="1976438" y="4054475"/>
          <p14:tracePt t="14060" x="1851025" y="4062413"/>
          <p14:tracePt t="14100" x="1717675" y="4084638"/>
          <p14:tracePt t="16510" x="3257550" y="3765550"/>
          <p14:tracePt t="16523" x="3140075" y="3795713"/>
          <p14:tracePt t="16681" x="3249613" y="3749675"/>
          <p14:tracePt t="16706" x="3359150" y="3709988"/>
          <p14:tracePt t="16731" x="3475038" y="3686175"/>
          <p14:tracePt t="16922" x="3530600" y="3787775"/>
          <p14:tracePt t="16958" x="3576638" y="3967163"/>
          <p14:tracePt t="16994" x="3554413" y="4038600"/>
          <p14:tracePt t="17004" x="3530600" y="4132263"/>
          <p14:tracePt t="17043" x="3514725" y="4170363"/>
          <p14:tracePt t="17068" x="3498850" y="4225925"/>
          <p14:tracePt t="17096" x="3482975" y="4241800"/>
          <p14:tracePt t="17317" x="3429000" y="4148138"/>
          <p14:tracePt t="17348" x="3335338" y="4076700"/>
          <p14:tracePt t="17408" x="3233738" y="4014788"/>
          <p14:tracePt t="17633" x="3124200" y="3990975"/>
          <p14:tracePt t="17655" x="3006725" y="3990975"/>
          <p14:tracePt t="17683" x="2889250" y="4022725"/>
          <p14:tracePt t="17695" x="2787650" y="4046538"/>
          <p14:tracePt t="17711" x="2671763" y="4076700"/>
          <p14:tracePt t="17725" x="2554288" y="4116388"/>
          <p14:tracePt t="17740" x="2327275" y="4186238"/>
          <p14:tracePt t="17776" x="2209800" y="4225925"/>
          <p14:tracePt t="18354" x="2116138" y="4287838"/>
          <p14:tracePt t="18385" x="2006600" y="4327525"/>
          <p14:tracePt t="18638" x="1905000" y="4381500"/>
          <p14:tracePt t="18776" x="1819275" y="4437063"/>
          <p14:tracePt t="19376" x="1960563" y="4421188"/>
          <p14:tracePt t="19420" x="2070100" y="4397375"/>
          <p14:tracePt t="19494" x="2193925" y="4365625"/>
          <p14:tracePt t="19512" x="2303463" y="4327525"/>
          <p14:tracePt t="19600" x="2428875" y="4311650"/>
          <p14:tracePt t="19916" x="2522538" y="4397375"/>
          <p14:tracePt t="19946" x="2608263" y="4475163"/>
          <p14:tracePt t="20261" x="2725738" y="4452938"/>
          <p14:tracePt t="20322" x="2851150" y="4445000"/>
          <p14:tracePt t="20367" x="2974975" y="4452938"/>
          <p14:tracePt t="20441" x="3092450" y="4459288"/>
          <p14:tracePt t="20815" x="2974975" y="4467225"/>
          <p14:tracePt t="20847" x="2757488" y="4459288"/>
          <p14:tracePt t="20879" x="2640013" y="4483100"/>
          <p14:tracePt t="20907" x="2366963" y="4514850"/>
          <p14:tracePt t="20951" x="2257425" y="4530725"/>
          <p14:tracePt t="20970" x="2155825" y="4546600"/>
          <p14:tracePt t="20993" x="2038350" y="4546600"/>
          <p14:tracePt t="21027" x="1912938" y="4538663"/>
          <p14:tracePt t="21070" x="1804988" y="4498975"/>
          <p14:tracePt t="21103" x="1570038" y="4429125"/>
          <p14:tracePt t="21161" x="1468438" y="4303713"/>
          <p14:tracePt t="21206" x="1428750" y="4194175"/>
          <p14:tracePt t="21221" x="1444625" y="3952875"/>
          <p14:tracePt t="21270" x="1522413" y="3867150"/>
          <p14:tracePt t="21290" x="1601788" y="3787775"/>
          <p14:tracePt t="21300" x="1687513" y="3702050"/>
          <p14:tracePt t="21315" x="1773238" y="3632200"/>
          <p14:tracePt t="21371" x="1890713" y="3592513"/>
          <p14:tracePt t="21420" x="2139950" y="3624263"/>
          <p14:tracePt t="21463" x="2217738" y="3709988"/>
          <p14:tracePt t="21490" x="2281238" y="3819525"/>
          <p14:tracePt t="21511" x="2359025" y="3905250"/>
          <p14:tracePt t="21553" x="2351088" y="4022725"/>
          <p14:tracePt t="21597" x="2359025" y="4170363"/>
          <p14:tracePt t="21673" x="2241550" y="4279900"/>
          <p14:tracePt t="21703" x="2147888" y="4351338"/>
          <p14:tracePt t="21728" x="2038350" y="4397375"/>
          <p14:tracePt t="21740" x="2006600" y="4405313"/>
          <p14:tracePt t="21763" x="1890713" y="4437063"/>
          <p14:tracePt t="21851" x="1819275" y="4343400"/>
          <p14:tracePt t="21882" x="1781175" y="4225925"/>
          <p14:tracePt t="21942" x="1789113" y="4108450"/>
          <p14:tracePt t="21961" x="1819275" y="3998913"/>
          <p14:tracePt t="22002" x="1936750" y="3960813"/>
          <p14:tracePt t="22026" x="2070100" y="3937000"/>
          <p14:tracePt t="22050" x="2179638" y="3929063"/>
          <p14:tracePt t="22107" x="2303463" y="3952875"/>
          <p14:tracePt t="22125" x="2436813" y="3975100"/>
          <p14:tracePt t="22137" x="2546350" y="3998913"/>
          <p14:tracePt t="22227" x="2632075" y="4084638"/>
          <p14:tracePt t="22288" x="2686050" y="4186238"/>
          <p14:tracePt t="22342" x="2686050" y="4303713"/>
          <p14:tracePt t="22379" x="2655888" y="4421188"/>
          <p14:tracePt t="22396" x="2570163" y="4506913"/>
          <p14:tracePt t="22412" x="2468563" y="4554538"/>
          <p14:tracePt t="22440" x="2351088" y="4592638"/>
          <p14:tracePt t="22454" x="2225675" y="4600575"/>
          <p14:tracePt t="22482" x="2108200" y="4576763"/>
          <p14:tracePt t="22500" x="1992313" y="4530725"/>
          <p14:tracePt t="22571" x="1905000" y="4303713"/>
          <p14:tracePt t="22634" x="1928813" y="4186238"/>
          <p14:tracePt t="22663" x="2070100" y="3990975"/>
          <p14:tracePt t="22722" x="2147888" y="3897313"/>
          <p14:tracePt t="22753" x="2265363" y="3873500"/>
          <p14:tracePt t="22781" x="2382838" y="3889375"/>
          <p14:tracePt t="22801" x="2498725" y="3913188"/>
          <p14:tracePt t="22846" x="2608263" y="3960813"/>
          <p14:tracePt t="22903" x="2663825" y="4068763"/>
          <p14:tracePt t="22992" x="2655888" y="4186238"/>
          <p14:tracePt t="23022" x="2578100" y="4279900"/>
          <p14:tracePt t="23053" x="2468563" y="4335463"/>
          <p14:tracePt t="23113" x="2351088" y="4335463"/>
          <p14:tracePt t="23129" x="2225675" y="4327525"/>
          <p14:tracePt t="23233" x="2132013" y="4264025"/>
          <p14:tracePt t="23251" x="2022475" y="4210050"/>
          <p14:tracePt t="23295" x="2030413" y="4092575"/>
          <p14:tracePt t="23311" x="2100263" y="3990975"/>
          <p14:tracePt t="23355" x="2132013" y="3873500"/>
          <p14:tracePt t="23489" x="2233613" y="3921125"/>
          <p14:tracePt t="23517" x="2343150" y="3975100"/>
          <p14:tracePt t="23595" x="2374900" y="4084638"/>
          <p14:tracePt t="23758" x="2374900" y="4210050"/>
          <p14:tracePt t="23775" x="2343150" y="4327525"/>
          <p14:tracePt t="23789" x="2163763" y="4491038"/>
          <p14:tracePt t="23848" x="2000250" y="4670425"/>
          <p14:tracePt t="24163" x="2116138" y="4686300"/>
          <p14:tracePt t="24374" x="2225675" y="4725988"/>
          <p14:tracePt t="24689" x="2351088" y="4725988"/>
          <p14:tracePt t="24796" x="2468563" y="4718050"/>
          <p14:tracePt t="25319" x="2592388" y="4702175"/>
          <p14:tracePt t="25411" x="2709863" y="4678363"/>
          <p14:tracePt t="25800" x="2600325" y="4741863"/>
          <p14:tracePt t="26237" x="2570163" y="4624388"/>
          <p14:tracePt t="26762" x="2686050" y="4640263"/>
          <p14:tracePt t="26972" x="2811463" y="4662488"/>
          <p14:tracePt t="27061" x="2928938" y="4648200"/>
          <p14:tracePt t="27181" x="3046413" y="4654550"/>
          <p14:tracePt t="27549" x="3124200" y="4749800"/>
          <p14:tracePt t="27594" x="3201988" y="4835525"/>
          <p14:tracePt t="27985" x="3092450" y="4787900"/>
          <p14:tracePt t="28010" x="2960688" y="4756150"/>
          <p14:tracePt t="28040" x="2819400" y="4733925"/>
          <p14:tracePt t="28048" x="2679700" y="4718050"/>
          <p14:tracePt t="28060" x="2514600" y="4702175"/>
          <p14:tracePt t="28068" x="2359025" y="4694238"/>
          <p14:tracePt t="28091" x="2335213" y="4694238"/>
          <p14:tracePt t="28167" x="2209800" y="4702175"/>
          <p14:tracePt t="28295" x="2093913" y="4686300"/>
          <p14:tracePt t="28401" x="1976438" y="4702175"/>
          <p14:tracePt t="28419" x="1952625" y="4718050"/>
          <p14:tracePt t="28436" x="1858963" y="4787900"/>
          <p14:tracePt t="28497" x="1811338" y="4819650"/>
          <p14:tracePt t="28520" x="1687513" y="4881563"/>
          <p14:tracePt t="29148" x="1797050" y="4843463"/>
          <p14:tracePt t="29404" x="1912938" y="4803775"/>
          <p14:tracePt t="29419" x="2030413" y="4772025"/>
          <p14:tracePt t="29450" x="2139950" y="4741863"/>
          <p14:tracePt t="29644" x="2217738" y="4648200"/>
          <p14:tracePt t="29749" x="2343150" y="4640263"/>
          <p14:tracePt t="29766" x="2460625" y="4640263"/>
          <p14:tracePt t="30381" x="2578100" y="4640263"/>
          <p14:tracePt t="30921" x="2693988" y="4670425"/>
          <p14:tracePt t="31250" x="2686050" y="4787900"/>
          <p14:tracePt t="31297" x="2608263" y="4889500"/>
          <p14:tracePt t="31323" x="2530475" y="4975225"/>
          <p14:tracePt t="31386" x="2444750" y="5068888"/>
          <p14:tracePt t="31419" x="2335213" y="5116513"/>
          <p14:tracePt t="31462" x="2225675" y="5162550"/>
          <p14:tracePt t="31510" x="2116138" y="5194300"/>
          <p14:tracePt t="31625" x="2000250" y="5241925"/>
          <p14:tracePt t="31973" x="2100263" y="5162550"/>
          <p14:tracePt t="31988" x="2124075" y="5146675"/>
          <p14:tracePt t="32030" x="2233613" y="5108575"/>
          <p14:tracePt t="32227" x="2155825" y="5202238"/>
          <p14:tracePt t="32259" x="2046288" y="5256213"/>
          <p14:tracePt t="32281" x="1936750" y="5287963"/>
          <p14:tracePt t="32301" x="1789113" y="5295900"/>
          <p14:tracePt t="32407" x="1647825" y="5272088"/>
          <p14:tracePt t="32587" x="1725613" y="5186363"/>
          <p14:tracePt t="32617" x="1835150" y="5132388"/>
          <p14:tracePt t="32708" x="1952625" y="5108575"/>
          <p14:tracePt t="32720" x="2070100" y="5076825"/>
          <p14:tracePt t="32797" x="2187575" y="5060950"/>
          <p14:tracePt t="32826" x="2303463" y="5060950"/>
          <p14:tracePt t="32867" x="2436813" y="5084763"/>
          <p14:tracePt t="32928" x="2554288" y="5116513"/>
          <p14:tracePt t="34074" x="2624138" y="5146675"/>
          <p14:tracePt t="34165" x="2640013" y="5154613"/>
          <p14:tracePt t="34180" x="2686050" y="5186363"/>
          <p14:tracePt t="34196" x="2725738" y="5210175"/>
          <p14:tracePt t="34224" x="2741613" y="5233988"/>
          <p14:tracePt t="34234" x="2765425" y="5256213"/>
          <p14:tracePt t="34390" x="2733675" y="5264150"/>
          <p14:tracePt t="34523" x="2773363" y="5272088"/>
          <p14:tracePt t="34570" x="2819400" y="5264150"/>
          <p14:tracePt t="34584" x="2859088" y="5264150"/>
          <p14:tracePt t="34599" x="2897188" y="5264150"/>
          <p14:tracePt t="34629" x="2936875" y="5264150"/>
          <p14:tracePt t="34659" x="2974975" y="5248275"/>
          <p14:tracePt t="34792" x="2968625" y="5226050"/>
          <p14:tracePt t="34869" x="3022600" y="5170488"/>
          <p14:tracePt t="34897" x="3046413" y="5146675"/>
          <p14:tracePt t="34975" x="2982913" y="5108575"/>
          <p14:tracePt t="34991" x="2960688" y="5092700"/>
          <p14:tracePt t="35010" x="2921000" y="5092700"/>
          <p14:tracePt t="35141" x="2960688" y="5092700"/>
          <p14:tracePt t="35214" x="3022600" y="5100638"/>
          <p14:tracePt t="35244" x="3046413" y="5108575"/>
          <p14:tracePt t="35350" x="3014663" y="5116513"/>
          <p14:tracePt t="35366" x="2960688" y="5140325"/>
          <p14:tracePt t="35381" x="2913063" y="5154613"/>
          <p14:tracePt t="35399" x="2795588" y="5162550"/>
          <p14:tracePt t="35419" x="2765425" y="5170488"/>
          <p14:tracePt t="35435" x="2484438" y="5218113"/>
          <p14:tracePt t="35454" x="2374900" y="5248275"/>
          <p14:tracePt t="35486" x="2351088" y="5256213"/>
          <p14:tracePt t="35511" x="2225675" y="5280025"/>
          <p14:tracePt t="35524" x="2201863" y="5287963"/>
          <p14:tracePt t="35543" x="2030413" y="5295900"/>
          <p14:tracePt t="36100" x="2155825" y="5295900"/>
          <p14:tracePt t="36129" x="2257425" y="5287963"/>
          <p14:tracePt t="36312" x="2289175" y="5287963"/>
          <p14:tracePt t="36342" x="2405063" y="5303838"/>
          <p14:tracePt t="36444" x="2514600" y="5327650"/>
          <p14:tracePt t="36537" x="2632075" y="5327650"/>
          <p14:tracePt t="36596" x="2749550" y="5327650"/>
          <p14:tracePt t="36911" x="2640013" y="5349875"/>
          <p14:tracePt t="36927" x="2530475" y="5357813"/>
          <p14:tracePt t="36971" x="2382838" y="5365750"/>
          <p14:tracePt t="36988" x="2163763" y="5381625"/>
          <p14:tracePt t="37019" x="2054225" y="5405438"/>
          <p14:tracePt t="37042" x="1920875" y="5467350"/>
          <p14:tracePt t="37077" x="1827213" y="5522913"/>
          <p14:tracePt t="37422" x="1843088" y="5499100"/>
          <p14:tracePt t="37440" x="1890713" y="5397500"/>
          <p14:tracePt t="37540" x="1866900" y="5280025"/>
          <p14:tracePt t="37557" x="1858963" y="5256213"/>
          <p14:tracePt t="37581" x="1804988" y="5146675"/>
          <p14:tracePt t="37603" x="1585913" y="4678363"/>
          <p14:tracePt t="38554" x="2078038" y="2717800"/>
          <p14:tracePt t="38560" x="2187575" y="2835275"/>
          <p14:tracePt t="38570" x="2201863" y="2859088"/>
          <p14:tracePt t="38599" x="2241550" y="2859088"/>
          <p14:tracePt t="38629" x="2311400" y="2882900"/>
          <p14:tracePt t="38644" x="2335213" y="2890838"/>
          <p14:tracePt t="38675" x="2335213" y="2921000"/>
          <p14:tracePt t="38707" x="2335213" y="2984500"/>
          <p14:tracePt t="38737" x="2343150" y="2998788"/>
          <p14:tracePt t="38815" x="2319338" y="2944813"/>
          <p14:tracePt t="38829" x="2281238" y="2859088"/>
          <p14:tracePt t="38861" x="2257425" y="2835275"/>
          <p14:tracePt t="38891" x="2225675" y="2819400"/>
          <p14:tracePt t="38904" x="2193925" y="2803525"/>
          <p14:tracePt t="38934" x="2163763" y="2781300"/>
          <p14:tracePt t="38994" x="2163763" y="2749550"/>
          <p14:tracePt t="39024" x="2225675" y="2709863"/>
          <p14:tracePt t="39037" x="2249488" y="2701925"/>
          <p14:tracePt t="39054" x="2335213" y="2693988"/>
          <p14:tracePt t="39067" x="2413000" y="2701925"/>
          <p14:tracePt t="39082" x="2436813" y="2701925"/>
          <p14:tracePt t="39094" x="2468563" y="2701925"/>
          <p14:tracePt t="39110" x="2490788" y="2709863"/>
          <p14:tracePt t="39124" x="2522538" y="2709863"/>
          <p14:tracePt t="39142" x="2554288" y="2709863"/>
          <p14:tracePt t="39156" x="2592388" y="2709863"/>
          <p14:tracePt t="39170" x="2671763" y="2717800"/>
          <p14:tracePt t="39187" x="2757488" y="2725738"/>
          <p14:tracePt t="39215" x="2811463" y="2733675"/>
          <p14:tracePt t="39230" x="2843213" y="2725738"/>
          <p14:tracePt t="39245" x="2874963" y="2717800"/>
          <p14:tracePt t="39329" x="2827338" y="2717800"/>
          <p14:tracePt t="39350" x="2787650" y="2717800"/>
          <p14:tracePt t="39381" x="2733675" y="2725738"/>
          <p14:tracePt t="39734" x="2709863" y="2803525"/>
          <p14:tracePt t="39751" x="2693988" y="2859088"/>
          <p14:tracePt t="39766" x="2655888" y="2897188"/>
          <p14:tracePt t="39786" x="2624138" y="2928938"/>
          <p14:tracePt t="39999" x="2570163" y="2928938"/>
          <p14:tracePt t="40137" x="2538413" y="2952750"/>
          <p14:tracePt t="40154" x="2468563" y="2976563"/>
          <p14:tracePt t="40171" x="2436813" y="2984500"/>
          <p14:tracePt t="40183" x="2351088" y="2976563"/>
          <p14:tracePt t="40259" x="2374900" y="2968625"/>
          <p14:tracePt t="40275" x="2405063" y="2960688"/>
          <p14:tracePt t="40288" x="2460625" y="2936875"/>
          <p14:tracePt t="40305" x="2484438" y="2921000"/>
          <p14:tracePt t="40322" x="2522538" y="2913063"/>
          <p14:tracePt t="40339" x="2592388" y="2897188"/>
          <p14:tracePt t="40365" x="2655888" y="2890838"/>
          <p14:tracePt t="40437" x="2640013" y="2921000"/>
          <p14:tracePt t="40497" x="2616200" y="2905125"/>
          <p14:tracePt t="40515" x="2600325" y="2859088"/>
          <p14:tracePt t="40530" x="2616200" y="2827338"/>
          <p14:tracePt t="40543" x="2671763" y="2789238"/>
          <p14:tracePt t="40555" x="2733675" y="2781300"/>
          <p14:tracePt t="40575" x="2803525" y="2795588"/>
          <p14:tracePt t="40592" x="2843213" y="2811463"/>
          <p14:tracePt t="40603" x="2968625" y="2928938"/>
          <p14:tracePt t="40619" x="3038475" y="3014663"/>
          <p14:tracePt t="40638" x="3092450" y="3100388"/>
          <p14:tracePt t="40653" x="3132138" y="3148013"/>
          <p14:tracePt t="40709" x="3062288" y="3163888"/>
          <p14:tracePt t="40724" x="2952750" y="3140075"/>
          <p14:tracePt t="40741" x="2827338" y="3086100"/>
          <p14:tracePt t="40763" x="2757488" y="3046413"/>
          <p14:tracePt t="40772" x="2647950" y="2968625"/>
          <p14:tracePt t="40786" x="2624138" y="2905125"/>
          <p14:tracePt t="40798" x="2632075" y="2827338"/>
          <p14:tracePt t="40817" x="2671763" y="2749550"/>
          <p14:tracePt t="40840" x="2733675" y="2679700"/>
          <p14:tracePt t="40846" x="2757488" y="2663825"/>
          <p14:tracePt t="40860" x="2787650" y="2655888"/>
          <p14:tracePt t="40874" x="2905125" y="2647950"/>
          <p14:tracePt t="40887" x="2936875" y="2640013"/>
          <p14:tracePt t="40891" x="3006725" y="2663825"/>
          <p14:tracePt t="40906" x="3108325" y="2717800"/>
          <p14:tracePt t="40918" x="3194050" y="2789238"/>
          <p14:tracePt t="40933" x="3241675" y="2843213"/>
          <p14:tracePt t="40949" x="3257550" y="2867025"/>
          <p14:tracePt t="40966" x="3271838" y="2890838"/>
          <p14:tracePt t="40981" x="3257550" y="2921000"/>
          <p14:tracePt t="40993" x="3201988" y="2952750"/>
          <p14:tracePt t="41006" x="3132138" y="2960688"/>
          <p14:tracePt t="41022" x="3006725" y="2960688"/>
          <p14:tracePt t="41041" x="2913063" y="2960688"/>
          <p14:tracePt t="41054" x="2725738" y="2960688"/>
          <p14:tracePt t="41070" x="2663825" y="2960688"/>
          <p14:tracePt t="41086" x="2640013" y="2952750"/>
          <p14:tracePt t="41098" x="2608263" y="2944813"/>
          <p14:tracePt t="41115" x="2584450" y="2928938"/>
          <p14:tracePt t="41129" x="2522538" y="2874963"/>
          <p14:tracePt t="41141" x="2484438" y="2819400"/>
          <p14:tracePt t="41160" x="2484438" y="2789238"/>
          <p14:tracePt t="41174" x="2476500" y="2757488"/>
          <p14:tracePt t="41189" x="2490788" y="2687638"/>
          <p14:tracePt t="41203" x="2490788" y="2655888"/>
          <p14:tracePt t="41220" x="2490788" y="2593975"/>
          <p14:tracePt t="41233" x="2498725" y="2538413"/>
          <p14:tracePt t="41250" x="2506663" y="2506663"/>
          <p14:tracePt t="41264" x="2506663" y="2476500"/>
          <p14:tracePt t="41280" x="2546350" y="2405063"/>
          <p14:tracePt t="41294" x="2592388" y="2351088"/>
          <p14:tracePt t="41311" x="2608263" y="2327275"/>
          <p14:tracePt t="41324" x="2624138" y="2303463"/>
          <p14:tracePt t="41353" x="2663825" y="2265363"/>
          <p14:tracePt t="41370" x="2709863" y="2233613"/>
          <p14:tracePt t="41384" x="2803525" y="2187575"/>
          <p14:tracePt t="41402" x="2843213" y="2171700"/>
          <p14:tracePt t="41418" x="2867025" y="2163763"/>
          <p14:tracePt t="41445" x="2897188" y="2179638"/>
          <p14:tracePt t="41463" x="2928938" y="2203450"/>
          <p14:tracePt t="41477" x="2982913" y="2257425"/>
          <p14:tracePt t="41494" x="3014663" y="2281238"/>
          <p14:tracePt t="41508" x="3070225" y="2351088"/>
          <p14:tracePt t="41520" x="3084513" y="2382838"/>
          <p14:tracePt t="41536" x="3108325" y="2436813"/>
          <p14:tracePt t="41545" x="3116263" y="2468563"/>
          <p14:tracePt t="41565" x="3116263" y="2498725"/>
          <p14:tracePt t="41577" x="3116263" y="2530475"/>
          <p14:tracePt t="41610" x="3116263" y="2562225"/>
          <p14:tracePt t="41623" x="3100388" y="2640013"/>
          <p14:tracePt t="41639" x="3100388" y="2663825"/>
          <p14:tracePt t="41653" x="3070225" y="2717800"/>
          <p14:tracePt t="41670" x="3062288" y="2741613"/>
          <p14:tracePt t="41687" x="3038475" y="2765425"/>
          <p14:tracePt t="41703" x="2974975" y="2827338"/>
          <p14:tracePt t="41716" x="2952750" y="2851150"/>
          <p14:tracePt t="41744" x="2889250" y="2874963"/>
          <p14:tracePt t="41760" x="2819400" y="2890838"/>
          <p14:tracePt t="41773" x="2779713" y="2890838"/>
          <p14:tracePt t="41790" x="2679700" y="2905125"/>
          <p14:tracePt t="41804" x="2640013" y="2913063"/>
          <p14:tracePt t="41833" x="2522538" y="2905125"/>
          <p14:tracePt t="41862" x="2389188" y="2897188"/>
          <p14:tracePt t="41880" x="2265363" y="2890838"/>
          <p14:tracePt t="41894" x="2147888" y="2882900"/>
          <p14:tracePt t="41923" x="2030413" y="2867025"/>
          <p14:tracePt t="41969" x="1912938" y="2819400"/>
          <p14:tracePt t="42104" x="1960563" y="2717800"/>
          <p14:tracePt t="42136" x="2038350" y="2616200"/>
          <p14:tracePt t="42180" x="2124075" y="2530475"/>
          <p14:tracePt t="42210" x="2209800" y="2452688"/>
          <p14:tracePt t="42240" x="2303463" y="2382838"/>
          <p14:tracePt t="42255" x="2397125" y="2335213"/>
          <p14:tracePt t="42300" x="2506663" y="2297113"/>
          <p14:tracePt t="42329" x="2632075" y="2289175"/>
          <p14:tracePt t="42345" x="2749550" y="2281238"/>
          <p14:tracePt t="42391" x="2867025" y="2297113"/>
          <p14:tracePt t="42420" x="2960688" y="2327275"/>
          <p14:tracePt t="42437" x="3022600" y="2359025"/>
          <p14:tracePt t="42464" x="3092450" y="2498725"/>
          <p14:tracePt t="42484" x="3100388" y="2530475"/>
          <p14:tracePt t="42508" x="3100388" y="2562225"/>
          <p14:tracePt t="42520" x="3092450" y="2608263"/>
          <p14:tracePt t="42525" x="3062288" y="2687638"/>
          <p14:tracePt t="42540" x="3006725" y="2781300"/>
          <p14:tracePt t="42558" x="2974975" y="2835275"/>
          <p14:tracePt t="42570" x="2913063" y="2928938"/>
          <p14:tracePt t="42584" x="2889250" y="2952750"/>
          <p14:tracePt t="42603" x="2819400" y="3006725"/>
          <p14:tracePt t="42615" x="2773363" y="3046413"/>
          <p14:tracePt t="42644" x="2749550" y="3070225"/>
          <p14:tracePt t="42661" x="2679700" y="3140075"/>
          <p14:tracePt t="42677" x="2592388" y="3171825"/>
          <p14:tracePt t="42690" x="2530475" y="3171825"/>
          <p14:tracePt t="42704" x="2490788" y="3163888"/>
          <p14:tracePt t="42751" x="2382838" y="3116263"/>
          <p14:tracePt t="42781" x="2281238" y="3078163"/>
          <p14:tracePt t="42797" x="2163763" y="2998788"/>
          <p14:tracePt t="42812" x="2085975" y="2913063"/>
          <p14:tracePt t="42841" x="2014538" y="2819400"/>
          <p14:tracePt t="42886" x="2006600" y="2693988"/>
          <p14:tracePt t="42917" x="1984375" y="2578100"/>
          <p14:tracePt t="42974" x="2046288" y="2476500"/>
          <p14:tracePt t="42991" x="2139950" y="2398713"/>
          <p14:tracePt t="43020" x="2225675" y="2311400"/>
          <p14:tracePt t="43065" x="2366963" y="2297113"/>
          <p14:tracePt t="43096" x="2490788" y="2297113"/>
          <p14:tracePt t="43127" x="2600325" y="2319338"/>
          <p14:tracePt t="43154" x="2717800" y="2343150"/>
          <p14:tracePt t="43214" x="2835275" y="2343150"/>
          <p14:tracePt t="43441" x="2827338" y="2468563"/>
          <p14:tracePt t="43485" x="2773363" y="2578100"/>
          <p14:tracePt t="43531" x="2701925" y="2671763"/>
          <p14:tracePt t="43548" x="2608263" y="2749550"/>
          <p14:tracePt t="43561" x="2498725" y="2803525"/>
          <p14:tracePt t="43575" x="2389188" y="2843213"/>
          <p14:tracePt t="43665" x="2303463" y="2765425"/>
          <p14:tracePt t="43741" x="2303463" y="2647950"/>
          <p14:tracePt t="43800" x="2366963" y="2546350"/>
          <p14:tracePt t="43845" x="2476500" y="2476500"/>
          <p14:tracePt t="43892" x="2584450" y="2498725"/>
          <p14:tracePt t="43951" x="2709863" y="2693988"/>
          <p14:tracePt t="43983" x="2725738" y="2811463"/>
          <p14:tracePt t="43996" x="2701925" y="2936875"/>
          <p14:tracePt t="44014" x="2655888" y="3132138"/>
          <p14:tracePt t="44026" x="2640013" y="3201988"/>
          <p14:tracePt t="44080" x="2546350" y="3295650"/>
          <p14:tracePt t="44095" x="2468563" y="3381375"/>
          <p14:tracePt t="44128" x="2382838" y="3452813"/>
          <p14:tracePt t="44140" x="2281238" y="3514725"/>
          <p14:tracePt t="44172" x="2179638" y="3570288"/>
          <p14:tracePt t="44202" x="1968500" y="3686175"/>
          <p14:tracePt t="44235" x="1874838" y="3741738"/>
          <p14:tracePt t="44507" x="1984375" y="3717925"/>
          <p14:tracePt t="44553" x="2116138" y="3733800"/>
          <p14:tracePt t="44584" x="2225675" y="3771900"/>
          <p14:tracePt t="44613" x="2420938" y="3873500"/>
          <p14:tracePt t="44630" x="2476500" y="3905250"/>
          <p14:tracePt t="44646" x="2506663" y="3921125"/>
          <p14:tracePt t="44663" x="2608263" y="3983038"/>
          <p14:tracePt t="44683" x="2624138" y="3998913"/>
          <p14:tracePt t="44699" x="2640013" y="4022725"/>
          <p14:tracePt t="44733" x="2624138" y="4054475"/>
          <p14:tracePt t="44760" x="2608263" y="4084638"/>
          <p14:tracePt t="44777" x="2562225" y="4156075"/>
          <p14:tracePt t="44810" x="2554288" y="4164013"/>
          <p14:tracePt t="44822" x="2452688" y="4233863"/>
          <p14:tracePt t="44839" x="2389188" y="4279900"/>
          <p14:tracePt t="44856" x="2351088" y="4319588"/>
          <p14:tracePt t="44870" x="2335213" y="4335463"/>
          <p14:tracePt t="44882" x="2319338" y="4351338"/>
          <p14:tracePt t="44901" x="2281238" y="4389438"/>
          <p14:tracePt t="44916" x="2225675" y="4421188"/>
          <p14:tracePt t="44930" x="2187575" y="4429125"/>
          <p14:tracePt t="44944" x="2155825" y="4445000"/>
          <p14:tracePt t="45034" x="2054225" y="4373563"/>
          <p14:tracePt t="45047" x="1968500" y="4287838"/>
          <p14:tracePt t="45063" x="1890713" y="4202113"/>
          <p14:tracePt t="45096" x="1843088" y="4100513"/>
          <p14:tracePt t="45109" x="1811338" y="3983038"/>
          <p14:tracePt t="45134" x="1797050" y="3859213"/>
          <p14:tracePt t="45153" x="1811338" y="3749675"/>
          <p14:tracePt t="45185" x="1874838" y="3632200"/>
          <p14:tracePt t="45197" x="2078038" y="3482975"/>
          <p14:tracePt t="45272" x="2193925" y="3468688"/>
          <p14:tracePt t="45318" x="2420938" y="3554413"/>
          <p14:tracePt t="45408" x="2498725" y="3648075"/>
          <p14:tracePt t="45440" x="2562225" y="3749675"/>
          <p14:tracePt t="45499" x="2538413" y="3859213"/>
          <p14:tracePt t="45528" x="2498725" y="3967163"/>
          <p14:tracePt t="45572" x="2460625" y="4084638"/>
          <p14:tracePt t="45603" x="2366963" y="4170363"/>
          <p14:tracePt t="45694" x="2249488" y="4178300"/>
          <p14:tracePt t="45723" x="2147888" y="4178300"/>
          <p14:tracePt t="45754" x="2030413" y="4156075"/>
          <p14:tracePt t="45861" x="1968500" y="4054475"/>
          <p14:tracePt t="45891" x="1928813" y="3944938"/>
          <p14:tracePt t="45951" x="1968500" y="3835400"/>
          <p14:tracePt t="45993" x="2038350" y="3749675"/>
          <p14:tracePt t="46024" x="2132013" y="3686175"/>
          <p14:tracePt t="46053" x="2241550" y="3656013"/>
          <p14:tracePt t="46102" x="2359025" y="3640138"/>
          <p14:tracePt t="46129" x="2468563" y="3624263"/>
          <p14:tracePt t="46161" x="2584450" y="3632200"/>
          <p14:tracePt t="46414" x="2444750" y="3640138"/>
          <p14:tracePt t="46432" x="2319338" y="3632200"/>
          <p14:tracePt t="46457" x="2209800" y="3600450"/>
          <p14:tracePt t="46488" x="2132013" y="3514725"/>
          <p14:tracePt t="46511" x="2062163" y="3421063"/>
          <p14:tracePt t="46537" x="2038350" y="3295650"/>
          <p14:tracePt t="46564" x="2217738" y="2984500"/>
          <p14:tracePt t="46582" x="2233613" y="2851150"/>
          <p14:tracePt t="46596" x="2249488" y="2616200"/>
          <p14:tracePt t="46612" x="2327275" y="2476500"/>
          <p14:tracePt t="46634" x="2530475" y="2209800"/>
          <p14:tracePt t="46662" x="2624138" y="2147888"/>
          <p14:tracePt t="46703" x="2725738" y="2116138"/>
          <p14:tracePt t="46732" x="2835275" y="2147888"/>
          <p14:tracePt t="46754" x="2921000" y="2209800"/>
          <p14:tracePt t="46800" x="2960688" y="2319338"/>
          <p14:tracePt t="46874" x="2803525" y="2359025"/>
          <p14:tracePt t="46892" x="2655888" y="2374900"/>
          <p14:tracePt t="46904" x="2476500" y="2390775"/>
          <p14:tracePt t="46971" x="2592388" y="2420938"/>
          <p14:tracePt t="46987" x="2693988" y="2476500"/>
          <p14:tracePt t="47007" x="2787650" y="2538413"/>
          <p14:tracePt t="47050" x="2859088" y="2632075"/>
          <p14:tracePt t="47091" x="2889250" y="2749550"/>
          <p14:tracePt t="47451" x="2733675" y="2835275"/>
          <p14:tracePt t="47527" x="2733675" y="2960688"/>
          <p14:tracePt t="47542" x="2632075" y="3038475"/>
          <p14:tracePt t="47566" x="2733675" y="3100388"/>
          <p14:tracePt t="47588" x="2968625" y="3078163"/>
          <p14:tracePt t="47612" x="3233738" y="3046413"/>
          <p14:tracePt t="47631" x="3467100" y="3006725"/>
          <p14:tracePt t="47654" x="3709988" y="2976563"/>
          <p14:tracePt t="47671" x="3944938" y="2960688"/>
          <p14:tracePt t="47691" x="4202113" y="2960688"/>
          <p14:tracePt t="47701" x="4319588" y="2952750"/>
          <p14:tracePt t="47722" x="4429125" y="2936875"/>
          <p14:tracePt t="47866" x="4311650" y="2928938"/>
          <p14:tracePt t="47890" x="4186238" y="2905125"/>
          <p14:tracePt t="47911" x="3717925" y="2693988"/>
          <p14:tracePt t="47924" x="3608388" y="2647950"/>
          <p14:tracePt t="48052" x="3725863" y="2640013"/>
          <p14:tracePt t="48067" x="3843338" y="2640013"/>
          <p14:tracePt t="48084" x="3959225" y="2640013"/>
          <p14:tracePt t="48105" x="4084638" y="2647950"/>
          <p14:tracePt t="48119" x="4202113" y="2655888"/>
          <p14:tracePt t="48136" x="4443413" y="2701925"/>
          <p14:tracePt t="48152" x="4576763" y="2725738"/>
          <p14:tracePt t="48171" x="4819650" y="2741613"/>
          <p14:tracePt t="48188" x="4935538" y="2725738"/>
          <p14:tracePt t="48202" x="5060950" y="2709863"/>
          <p14:tracePt t="48212" x="5311775" y="2671763"/>
          <p14:tracePt t="48237" x="5545138" y="2616200"/>
          <p14:tracePt t="48245" x="5756275" y="2506663"/>
          <p14:tracePt t="48252" x="5857875" y="2460625"/>
          <p14:tracePt t="48262" x="5975350" y="2413000"/>
          <p14:tracePt t="48278" x="6099175" y="2374900"/>
          <p14:tracePt t="48284" x="6224588" y="2343150"/>
          <p14:tracePt t="48303" x="6334125" y="2297113"/>
          <p14:tracePt t="48313" x="6443663" y="2249488"/>
          <p14:tracePt t="48330" x="6569075" y="2233613"/>
          <p14:tracePt t="48351" x="6684963" y="2257425"/>
          <p14:tracePt t="48361" x="6818313" y="2281238"/>
          <p14:tracePt t="48373" x="6935788" y="2303463"/>
          <p14:tracePt t="48398" x="7053263" y="2319338"/>
          <p14:tracePt t="48412" x="7169150" y="2343150"/>
          <p14:tracePt t="48443" x="7286625" y="2359025"/>
          <p14:tracePt t="48570" x="7162800" y="2366963"/>
          <p14:tracePt t="48597" x="7045325" y="2366963"/>
          <p14:tracePt t="48613" x="6919913" y="2366963"/>
          <p14:tracePt t="48623" x="6786563" y="2366963"/>
          <p14:tracePt t="48638" x="6521450" y="2359025"/>
          <p14:tracePt t="48662" x="6396038" y="2366963"/>
          <p14:tracePt t="48678" x="6280150" y="2398713"/>
          <p14:tracePt t="48691" x="6162675" y="2444750"/>
          <p14:tracePt t="48725" x="6076950" y="2530475"/>
          <p14:tracePt t="48815" x="6122988" y="2655888"/>
          <p14:tracePt t="48846" x="6170613" y="2765425"/>
          <p14:tracePt t="48901" x="6208713" y="2874963"/>
          <p14:tracePt t="48929" x="6240463" y="3086100"/>
          <p14:tracePt t="48945" x="6232525" y="3155950"/>
          <p14:tracePt t="49051" x="6200775" y="3186113"/>
          <p14:tracePt t="49070" x="6186488" y="3186113"/>
          <p14:tracePt t="49088" x="6178550" y="3194050"/>
          <p14:tracePt t="49145" x="6186488" y="3163888"/>
          <p14:tracePt t="49162" x="6186488" y="3124200"/>
          <p14:tracePt t="49175" x="6186488" y="3062288"/>
          <p14:tracePt t="49205" x="6107113" y="2952750"/>
          <p14:tracePt t="49223" x="6069013" y="2921000"/>
          <p14:tracePt t="49240" x="6013450" y="2890838"/>
          <p14:tracePt t="49260" x="5983288" y="2859088"/>
          <p14:tracePt t="49276" x="5927725" y="2811463"/>
          <p14:tracePt t="49291" x="5911850" y="2795588"/>
          <p14:tracePt t="49312" x="5897563" y="2773363"/>
          <p14:tracePt t="49327" x="5881688" y="2749550"/>
          <p14:tracePt t="49385" x="5935663" y="2693988"/>
          <p14:tracePt t="49401" x="5951538" y="2671763"/>
          <p14:tracePt t="49416" x="5983288" y="2608263"/>
          <p14:tracePt t="49429" x="6005513" y="2546350"/>
          <p14:tracePt t="49446" x="6013450" y="2514600"/>
          <p14:tracePt t="49464" x="6029325" y="2484438"/>
          <p14:tracePt t="49479" x="6045200" y="2460625"/>
          <p14:tracePt t="49492" x="6092825" y="2405063"/>
          <p14:tracePt t="49505" x="6122988" y="2390775"/>
          <p14:tracePt t="49536" x="6162675" y="2374900"/>
          <p14:tracePt t="49559" x="6200775" y="2366963"/>
          <p14:tracePt t="49569" x="6310313" y="2382838"/>
          <p14:tracePt t="49582" x="6350000" y="2398713"/>
          <p14:tracePt t="49596" x="6411913" y="2428875"/>
          <p14:tracePt t="49622" x="6435725" y="2452688"/>
          <p14:tracePt t="49628" x="6483350" y="2492375"/>
          <p14:tracePt t="49643" x="6529388" y="2546350"/>
          <p14:tracePt t="49657" x="6553200" y="2570163"/>
          <p14:tracePt t="49671" x="6583363" y="2640013"/>
          <p14:tracePt t="49692" x="6591300" y="2663825"/>
          <p14:tracePt t="49703" x="6591300" y="2693988"/>
          <p14:tracePt t="49719" x="6561138" y="2781300"/>
          <p14:tracePt t="49730" x="6545263" y="2803525"/>
          <p14:tracePt t="49745" x="6497638" y="2897188"/>
          <p14:tracePt t="49764" x="6459538" y="2960688"/>
          <p14:tracePt t="49777" x="6411913" y="3030538"/>
          <p14:tracePt t="49791" x="6396038" y="3046413"/>
          <p14:tracePt t="49809" x="6342063" y="3092450"/>
          <p14:tracePt t="49822" x="6264275" y="3116263"/>
          <p14:tracePt t="49835" x="6248400" y="3116263"/>
          <p14:tracePt t="49853" x="6186488" y="3116263"/>
          <p14:tracePt t="49868" x="6099175" y="3092450"/>
          <p14:tracePt t="49899" x="6045200" y="3062288"/>
          <p14:tracePt t="49915" x="6005513" y="3030538"/>
          <p14:tracePt t="49929" x="5959475" y="2990850"/>
          <p14:tracePt t="49942" x="5935663" y="2976563"/>
          <p14:tracePt t="49956" x="5889625" y="2936875"/>
          <p14:tracePt t="49968" x="5873750" y="2905125"/>
          <p14:tracePt t="49986" x="5857875" y="2882900"/>
          <p14:tracePt t="50004" x="5849938" y="2811463"/>
          <p14:tracePt t="50021" x="5842000" y="2789238"/>
          <p14:tracePt t="50033" x="5842000" y="2749550"/>
          <p14:tracePt t="50045" x="5842000" y="2717800"/>
          <p14:tracePt t="50059" x="5842000" y="2693988"/>
          <p14:tracePt t="50076" x="5842000" y="2671763"/>
          <p14:tracePt t="50092" x="5849938" y="2640013"/>
          <p14:tracePt t="50122" x="5897563" y="2586038"/>
          <p14:tracePt t="50139" x="5927725" y="2570163"/>
          <p14:tracePt t="50157" x="5983288" y="2530475"/>
          <p14:tracePt t="50181" x="6013450" y="2522538"/>
          <p14:tracePt t="50199" x="6045200" y="2538413"/>
          <p14:tracePt t="50214" x="6069013" y="2554288"/>
          <p14:tracePt t="50227" x="6115050" y="2586038"/>
          <p14:tracePt t="50241" x="6138863" y="2616200"/>
          <p14:tracePt t="50257" x="6154738" y="2640013"/>
          <p14:tracePt t="50273" x="6170613" y="2663825"/>
          <p14:tracePt t="50287" x="6186488" y="2687638"/>
          <p14:tracePt t="50316" x="6192838" y="2717800"/>
          <p14:tracePt t="50335" x="6200775" y="2749550"/>
          <p14:tracePt t="50347" x="6208713" y="2819400"/>
          <p14:tracePt t="50374" x="6192838" y="2882900"/>
          <p14:tracePt t="50390" x="6178550" y="2913063"/>
          <p14:tracePt t="50395" x="6154738" y="2944813"/>
          <p14:tracePt t="50405" x="6107113" y="2998788"/>
          <p14:tracePt t="50420" x="6053138" y="3070225"/>
          <p14:tracePt t="50435" x="6021388" y="3116263"/>
          <p14:tracePt t="50452" x="5991225" y="3171825"/>
          <p14:tracePt t="50468" x="5927725" y="3281363"/>
          <p14:tracePt t="50483" x="5903913" y="3319463"/>
          <p14:tracePt t="50496" x="5857875" y="3389313"/>
          <p14:tracePt t="50514" x="5842000" y="3405188"/>
          <p14:tracePt t="50527" x="5826125" y="3436938"/>
          <p14:tracePt t="50542" x="5795963" y="3490913"/>
          <p14:tracePt t="50558" x="5788025" y="3514725"/>
          <p14:tracePt t="50568" x="5780088" y="3546475"/>
          <p14:tracePt t="50589" x="5780088" y="3576638"/>
          <p14:tracePt t="50601" x="5780088" y="3632200"/>
          <p14:tracePt t="50616" x="5780088" y="3648075"/>
          <p14:tracePt t="50631" x="5788025" y="3671888"/>
          <p14:tracePt t="50646" x="5803900" y="3694113"/>
          <p14:tracePt t="50661" x="5810250" y="3709988"/>
          <p14:tracePt t="50675" x="5834063" y="3725863"/>
          <p14:tracePt t="50692" x="5849938" y="3741738"/>
          <p14:tracePt t="50705" x="5873750" y="3749675"/>
          <p14:tracePt t="50754" x="5897563" y="3749675"/>
          <p14:tracePt t="50829" x="5935663" y="3717925"/>
          <p14:tracePt t="50846" x="5951538" y="3702050"/>
          <p14:tracePt t="50860" x="5975350" y="3678238"/>
          <p14:tracePt t="50875" x="5991225" y="3663950"/>
          <p14:tracePt t="50886" x="5999163" y="3648075"/>
          <p14:tracePt t="50905" x="6005513" y="3616325"/>
          <p14:tracePt t="50920" x="6005513" y="3592513"/>
          <p14:tracePt t="50934" x="5999163" y="3570288"/>
          <p14:tracePt t="50948" x="5951538" y="3538538"/>
          <p14:tracePt t="50964" x="5881688" y="3498850"/>
          <p14:tracePt t="50980" x="5842000" y="3476625"/>
          <p14:tracePt t="50993" x="5795963" y="3436938"/>
          <p14:tracePt t="51008" x="5772150" y="3413125"/>
          <p14:tracePt t="51037" x="5740400" y="3359150"/>
          <p14:tracePt t="51043" x="5702300" y="3281363"/>
          <p14:tracePt t="51062" x="5686425" y="3217863"/>
          <p14:tracePt t="51071" x="5662613" y="3124200"/>
          <p14:tracePt t="51086" x="5646738" y="3022600"/>
          <p14:tracePt t="51101" x="5654675" y="2960688"/>
          <p14:tracePt t="51114" x="5670550" y="2897188"/>
          <p14:tracePt t="51129" x="5686425" y="2843213"/>
          <p14:tracePt t="51144" x="5694363" y="2811463"/>
          <p14:tracePt t="51159" x="5702300" y="2789238"/>
          <p14:tracePt t="51174" x="5756275" y="2701925"/>
          <p14:tracePt t="51187" x="5788025" y="2647950"/>
          <p14:tracePt t="51218" x="5834063" y="2593975"/>
          <p14:tracePt t="51232" x="5881688" y="2538413"/>
          <p14:tracePt t="51237" x="5951538" y="2476500"/>
          <p14:tracePt t="51259" x="5983288" y="2452688"/>
          <p14:tracePt t="51274" x="6045200" y="2420938"/>
          <p14:tracePt t="51281" x="6115050" y="2405063"/>
          <p14:tracePt t="51298" x="6186488" y="2398713"/>
          <p14:tracePt t="51333" x="6264275" y="2398713"/>
          <p14:tracePt t="51341" x="6396038" y="2444750"/>
          <p14:tracePt t="51354" x="6443663" y="2476500"/>
          <p14:tracePt t="51378" x="6521450" y="2554288"/>
          <p14:tracePt t="51394" x="6577013" y="2616200"/>
          <p14:tracePt t="51411" x="6615113" y="2679700"/>
          <p14:tracePt t="51417" x="6630988" y="2741613"/>
          <p14:tracePt t="51431" x="6638925" y="2819400"/>
          <p14:tracePt t="51447" x="6638925" y="2859088"/>
          <p14:tracePt t="51460" x="6623050" y="2897188"/>
          <p14:tracePt t="51475" x="6607175" y="2921000"/>
          <p14:tracePt t="51485" x="6591300" y="2936875"/>
          <p14:tracePt t="51513" x="6561138" y="2976563"/>
          <p14:tracePt t="51528" x="6489700" y="3030538"/>
          <p14:tracePt t="51536" x="6427788" y="3070225"/>
          <p14:tracePt t="51550" x="6334125" y="3116263"/>
          <p14:tracePt t="51565" x="6264275" y="3148013"/>
          <p14:tracePt t="51580" x="6170613" y="3163888"/>
          <p14:tracePt t="51597" x="6076950" y="3171825"/>
          <p14:tracePt t="51610" x="6005513" y="3186113"/>
          <p14:tracePt t="51626" x="5959475" y="3194050"/>
          <p14:tracePt t="51637" x="5903913" y="3209925"/>
          <p14:tracePt t="51665" x="5865813" y="3225800"/>
          <p14:tracePt t="51682" x="5818188" y="3241675"/>
          <p14:tracePt t="51700" x="5740400" y="3281363"/>
          <p14:tracePt t="51716" x="5670550" y="3343275"/>
          <p14:tracePt t="51730" x="5638800" y="3381375"/>
          <p14:tracePt t="51744" x="5608638" y="3421063"/>
          <p14:tracePt t="51760" x="5568950" y="3460750"/>
          <p14:tracePt t="51771" x="5553075" y="3476625"/>
          <p14:tracePt t="51791" x="5435600" y="3546475"/>
          <p14:tracePt t="51806" x="5397500" y="3570288"/>
          <p14:tracePt t="51820" x="5349875" y="3592513"/>
          <p14:tracePt t="51845" x="5264150" y="3632200"/>
          <p14:tracePt t="51859" x="5202238" y="3656013"/>
          <p14:tracePt t="51876" x="5130800" y="3663950"/>
          <p14:tracePt t="51881" x="5037138" y="3663950"/>
          <p14:tracePt t="51903" x="4943475" y="3656013"/>
          <p14:tracePt t="51910" x="4881563" y="3648075"/>
          <p14:tracePt t="51924" x="4857750" y="3640138"/>
          <p14:tracePt t="51969" x="4827588" y="3624263"/>
          <p14:tracePt t="51998" x="4803775" y="3608388"/>
          <p14:tracePt t="52090" x="4833938" y="3608388"/>
          <p14:tracePt t="52105" x="4897438" y="3608388"/>
          <p14:tracePt t="52121" x="4959350" y="3608388"/>
          <p14:tracePt t="52137" x="5029200" y="3608388"/>
          <p14:tracePt t="52152" x="5122863" y="3616325"/>
          <p14:tracePt t="52166" x="5202238" y="3624263"/>
          <p14:tracePt t="52181" x="5280025" y="3632200"/>
          <p14:tracePt t="52196" x="5349875" y="3648075"/>
          <p14:tracePt t="52210" x="5419725" y="3663950"/>
          <p14:tracePt t="52232" x="5443538" y="3663950"/>
          <p14:tracePt t="52243" x="5545138" y="3694113"/>
          <p14:tracePt t="52258" x="5608638" y="3733800"/>
          <p14:tracePt t="52278" x="5646738" y="3749675"/>
          <p14:tracePt t="52296" x="5678488" y="3757613"/>
          <p14:tracePt t="52310" x="5716588" y="3749675"/>
          <p14:tracePt t="52316" x="5740400" y="3741738"/>
          <p14:tracePt t="52326" x="5788025" y="3741738"/>
          <p14:tracePt t="52419" x="5708650" y="3757613"/>
          <p14:tracePt t="52441" x="5654675" y="3757613"/>
          <p14:tracePt t="52455" x="5608638" y="3741738"/>
          <p14:tracePt t="52466" x="5537200" y="3725863"/>
          <p14:tracePt t="52481" x="5491163" y="3702050"/>
          <p14:tracePt t="52494" x="5467350" y="3678238"/>
          <p14:tracePt t="52540" x="5507038" y="3632200"/>
          <p14:tracePt t="52556" x="5584825" y="3616325"/>
          <p14:tracePt t="52572" x="5694363" y="3608388"/>
          <p14:tracePt t="52586" x="5834063" y="3624263"/>
          <p14:tracePt t="52601" x="5935663" y="3648075"/>
          <p14:tracePt t="52618" x="6069013" y="3694113"/>
          <p14:tracePt t="52635" x="6122988" y="3717925"/>
          <p14:tracePt t="52735" x="6208713" y="3827463"/>
          <p14:tracePt t="52764" x="6192838" y="3843338"/>
          <p14:tracePt t="52775" x="6146800" y="3867150"/>
          <p14:tracePt t="52794" x="6076950" y="3843338"/>
          <p14:tracePt t="52826" x="5975350" y="3709988"/>
          <p14:tracePt t="52842" x="5951538" y="3648075"/>
          <p14:tracePt t="52857" x="5927725" y="3584575"/>
          <p14:tracePt t="52873" x="5927725" y="3554413"/>
          <p14:tracePt t="52972" x="5897563" y="3570288"/>
          <p14:tracePt t="53017" x="5865813" y="3584575"/>
          <p14:tracePt t="53049" x="5788025" y="3616325"/>
          <p14:tracePt t="53081" x="5732463" y="3616325"/>
          <p14:tracePt t="53098" x="5702300" y="3608388"/>
          <p14:tracePt t="53120" x="5670550" y="3616325"/>
          <p14:tracePt t="53127" x="5592763" y="3616325"/>
          <p14:tracePt t="53140" x="5553075" y="3624263"/>
          <p14:tracePt t="53155" x="5467350" y="3640138"/>
          <p14:tracePt t="53169" x="5443538" y="3640138"/>
          <p14:tracePt t="53200" x="5389563" y="3663950"/>
          <p14:tracePt t="53217" x="5365750" y="3663950"/>
          <p14:tracePt t="53228" x="5303838" y="3678238"/>
          <p14:tracePt t="53275" x="5264150" y="3678238"/>
          <p14:tracePt t="53332" x="5240338" y="3702050"/>
          <p14:tracePt t="53350" x="5218113" y="3717925"/>
          <p14:tracePt t="53379" x="5194300" y="3741738"/>
          <p14:tracePt t="53409" x="5138738" y="3787775"/>
          <p14:tracePt t="53438" x="5100638" y="3819525"/>
          <p14:tracePt t="53695" x="5154613" y="3803650"/>
          <p14:tracePt t="53715" x="5210175" y="3779838"/>
          <p14:tracePt t="53728" x="5280025" y="3765550"/>
          <p14:tracePt t="53737" x="5311775" y="3765550"/>
          <p14:tracePt t="53845" x="5295900" y="3779838"/>
          <p14:tracePt t="53891" x="5264150" y="3795713"/>
          <p14:tracePt t="53951" x="5303838" y="3787775"/>
          <p14:tracePt t="53974" x="5334000" y="3779838"/>
          <p14:tracePt t="53981" x="5435600" y="3771900"/>
          <p14:tracePt t="53994" x="5459413" y="3771900"/>
          <p14:tracePt t="54016" x="5499100" y="3765550"/>
          <p14:tracePt t="54028" x="5614988" y="3749675"/>
          <p14:tracePt t="54040" x="5646738" y="3749675"/>
          <p14:tracePt t="54054" x="5686425" y="3741738"/>
          <p14:tracePt t="54081" x="5740400" y="3733800"/>
          <p14:tracePt t="54095" x="5772150" y="3733800"/>
          <p14:tracePt t="54116" x="5803900" y="3733800"/>
          <p14:tracePt t="54133" x="5834063" y="3757613"/>
          <p14:tracePt t="54160" x="5849938" y="3787775"/>
          <p14:tracePt t="54177" x="5857875" y="3859213"/>
          <p14:tracePt t="54204" x="5849938" y="3889375"/>
          <p14:tracePt t="54236" x="5834063" y="3913188"/>
          <p14:tracePt t="54266" x="5803900" y="3937000"/>
          <p14:tracePt t="54283" x="5780088" y="3960813"/>
          <p14:tracePt t="54312" x="5756275" y="3967163"/>
          <p14:tracePt t="54341" x="5724525" y="3967163"/>
          <p14:tracePt t="54357" x="5702300" y="3967163"/>
          <p14:tracePt t="54372" x="5646738" y="3952875"/>
          <p14:tracePt t="54385" x="5600700" y="3937000"/>
          <p14:tracePt t="54420" x="5553075" y="3905250"/>
          <p14:tracePt t="54434" x="5529263" y="3881438"/>
          <p14:tracePt t="54478" x="5499100" y="3873500"/>
          <p14:tracePt t="54492" x="5467350" y="3867150"/>
          <p14:tracePt t="54536" x="5443538" y="3859213"/>
          <p14:tracePt t="54625" x="5435600" y="3827463"/>
          <p14:tracePt t="54656" x="5427663" y="3795713"/>
          <p14:tracePt t="54686" x="5413375" y="3765550"/>
          <p14:tracePt t="54730" x="5357813" y="3741738"/>
          <p14:tracePt t="54748" x="5303838" y="3733800"/>
          <p14:tracePt t="54760" x="5272088" y="3725863"/>
          <p14:tracePt t="54789" x="5240338" y="3709988"/>
          <p14:tracePt t="54803" x="5218113" y="3686175"/>
          <p14:tracePt t="54808" x="5194300" y="3671888"/>
          <p14:tracePt t="54821" x="5178425" y="3648075"/>
          <p14:tracePt t="54926" x="5232400" y="3530600"/>
          <p14:tracePt t="54945" x="5272088" y="3452813"/>
          <p14:tracePt t="55031" x="5341938" y="3397250"/>
          <p14:tracePt t="55077" x="5435600" y="3351213"/>
          <p14:tracePt t="55094" x="5467350" y="3351213"/>
          <p14:tracePt t="55109" x="5491163" y="3351213"/>
          <p14:tracePt t="55121" x="5529263" y="3359150"/>
          <p14:tracePt t="55137" x="5600700" y="3359150"/>
          <p14:tracePt t="55167" x="5670550" y="3359150"/>
          <p14:tracePt t="55191" x="5732463" y="3359150"/>
          <p14:tracePt t="55199" x="5764213" y="3359150"/>
          <p14:tracePt t="55213" x="5865813" y="3359150"/>
          <p14:tracePt t="55226" x="5897563" y="3367088"/>
          <p14:tracePt t="55243" x="5967413" y="3375025"/>
          <p14:tracePt t="55260" x="5999163" y="3375025"/>
          <p14:tracePt t="55288" x="6029325" y="3397250"/>
          <p14:tracePt t="55317" x="6029325" y="3429000"/>
          <p14:tracePt t="55334" x="6021388" y="3460750"/>
          <p14:tracePt t="55356" x="6005513" y="3490913"/>
          <p14:tracePt t="55364" x="5991225" y="3522663"/>
          <p14:tracePt t="55377" x="5967413" y="3546475"/>
          <p14:tracePt t="55403" x="5919788" y="3600450"/>
          <p14:tracePt t="55408" x="5897563" y="3624263"/>
          <p14:tracePt t="55422" x="5842000" y="3709988"/>
          <p14:tracePt t="55438" x="5834063" y="3779838"/>
          <p14:tracePt t="55453" x="5826125" y="3819525"/>
          <p14:tracePt t="55467" x="5826125" y="3851275"/>
          <p14:tracePt t="55484" x="5826125" y="3873500"/>
          <p14:tracePt t="55515" x="5803900" y="3889375"/>
          <p14:tracePt t="55529" x="5748338" y="3897313"/>
          <p14:tracePt t="55551" x="5708650" y="3897313"/>
          <p14:tracePt t="55561" x="5568950" y="3873500"/>
          <p14:tracePt t="55575" x="5507038" y="3859213"/>
          <p14:tracePt t="55648" x="5475288" y="3827463"/>
          <p14:tracePt t="55678" x="5475288" y="3795713"/>
          <p14:tracePt t="55695" x="5491163" y="3765550"/>
          <p14:tracePt t="55708" x="5553075" y="3709988"/>
          <p14:tracePt t="55741" x="5614988" y="3608388"/>
          <p14:tracePt t="55761" x="5694363" y="3514725"/>
          <p14:tracePt t="55775" x="5756275" y="3413125"/>
          <p14:tracePt t="55785" x="5826125" y="3311525"/>
          <p14:tracePt t="55800" x="5897563" y="3217863"/>
          <p14:tracePt t="55962" x="5935663" y="3327400"/>
          <p14:tracePt t="56143" x="5865813" y="3429000"/>
          <p14:tracePt t="56381" x="5764213" y="3482975"/>
          <p14:tracePt t="56411" x="5638800" y="3506788"/>
          <p14:tracePt t="56428" x="5529263" y="3538538"/>
          <p14:tracePt t="56540" x="5622925" y="3468688"/>
          <p14:tracePt t="56699" x="5568950" y="3570288"/>
          <p14:tracePt t="56743" x="5622925" y="3678238"/>
          <p14:tracePt t="56779" x="5716588" y="3749675"/>
          <p14:tracePt t="56835" x="5818188" y="3819525"/>
          <p14:tracePt t="57285" x="5795963" y="3921125"/>
          <p14:tracePt t="57329" x="5702300" y="3990975"/>
          <p14:tracePt t="57900" x="5818188" y="4014788"/>
          <p14:tracePt t="57990" x="5927725" y="4030663"/>
          <p14:tracePt t="58170" x="6037263" y="4054475"/>
          <p14:tracePt t="58244" x="6154738" y="4062413"/>
          <p14:tracePt t="58394" x="6264275" y="4038600"/>
          <p14:tracePt t="58502" x="6318250" y="4014788"/>
          <p14:tracePt t="58526" x="6350000" y="3998913"/>
          <p14:tracePt t="58604" x="6373813" y="3937000"/>
          <p14:tracePt t="58623" x="6381750" y="3905250"/>
          <p14:tracePt t="58638" x="6388100" y="3867150"/>
          <p14:tracePt t="58654" x="6403975" y="3835400"/>
          <p14:tracePt t="58697" x="6403975" y="3803650"/>
          <p14:tracePt t="58755" x="6381750" y="3765550"/>
          <p14:tracePt t="58771" x="6350000" y="3749675"/>
          <p14:tracePt t="58787" x="6294438" y="3709988"/>
          <p14:tracePt t="58804" x="6264275" y="3702050"/>
          <p14:tracePt t="58818" x="6232525" y="3686175"/>
          <p14:tracePt t="58876" x="6115050" y="3648075"/>
          <p14:tracePt t="58905" x="5999163" y="3624263"/>
          <p14:tracePt t="58965" x="5764213" y="3584575"/>
          <p14:tracePt t="59040" x="5638800" y="3570288"/>
          <p14:tracePt t="59072" x="5529263" y="3530600"/>
          <p14:tracePt t="59116" x="5413375" y="3530600"/>
          <p14:tracePt t="59178" x="5303838" y="3562350"/>
          <p14:tracePt t="59326" x="5210175" y="3608388"/>
          <p14:tracePt t="59445" x="5130800" y="3694113"/>
          <p14:tracePt t="59671" x="5210175" y="3787775"/>
          <p14:tracePt t="59853" x="5326063" y="3843338"/>
          <p14:tracePt t="59883" x="5443538" y="3843338"/>
          <p14:tracePt t="60001" x="5545138" y="3787775"/>
          <p14:tracePt t="60047" x="5638800" y="3717925"/>
          <p14:tracePt t="60082" x="5724525" y="3632200"/>
          <p14:tracePt t="60438" x="5834063" y="3663950"/>
          <p14:tracePt t="60512" x="5911850" y="3717925"/>
          <p14:tracePt t="60532" x="5951538" y="3757613"/>
          <p14:tracePt t="60556" x="5959475" y="3787775"/>
          <p14:tracePt t="60604" x="5865813" y="3913188"/>
          <p14:tracePt t="60619" x="5842000" y="3960813"/>
          <p14:tracePt t="60643" x="5803900" y="4014788"/>
          <p14:tracePt t="60656" x="5740400" y="4084638"/>
          <p14:tracePt t="60670" x="5686425" y="4108450"/>
          <p14:tracePt t="60684" x="5614988" y="4116388"/>
          <p14:tracePt t="60699" x="5584825" y="4116388"/>
          <p14:tracePt t="60723" x="5553075" y="4116388"/>
          <p14:tracePt t="60738" x="5513388" y="4116388"/>
          <p14:tracePt t="60784" x="5451475" y="4108450"/>
          <p14:tracePt t="60798" x="5365750" y="4092575"/>
          <p14:tracePt t="60810" x="5341938" y="4084638"/>
          <p14:tracePt t="60902" x="5280025" y="3983038"/>
          <p14:tracePt t="60963" x="5264150" y="3873500"/>
          <p14:tracePt t="61023" x="5280025" y="3749675"/>
          <p14:tracePt t="61068" x="5326063" y="3632200"/>
          <p14:tracePt t="61097" x="5373688" y="3538538"/>
          <p14:tracePt t="61188" x="5491163" y="3490913"/>
          <p14:tracePt t="61235" x="5600700" y="3490913"/>
          <p14:tracePt t="61278" x="5716588" y="3506788"/>
          <p14:tracePt t="61352" x="5911850" y="3694113"/>
          <p14:tracePt t="61371" x="5951538" y="3779838"/>
          <p14:tracePt t="61397" x="5967413" y="3819525"/>
          <p14:tracePt t="61413" x="5975350" y="3889375"/>
          <p14:tracePt t="61445" x="5943600" y="3944938"/>
          <p14:tracePt t="61474" x="5911850" y="3960813"/>
          <p14:tracePt t="61504" x="5849938" y="3990975"/>
          <p14:tracePt t="61530" x="5818188" y="3998913"/>
          <p14:tracePt t="61541" x="5788025" y="4006850"/>
          <p14:tracePt t="61554" x="5740400" y="4022725"/>
          <p14:tracePt t="61566" x="5694363" y="4046538"/>
          <p14:tracePt t="61590" x="5662613" y="4054475"/>
          <p14:tracePt t="61607" x="5553075" y="4054475"/>
          <p14:tracePt t="61682" x="5483225" y="3967163"/>
          <p14:tracePt t="61712" x="5427663" y="3873500"/>
          <p14:tracePt t="61774" x="5405438" y="3765550"/>
          <p14:tracePt t="61834" x="5405438" y="3648075"/>
          <p14:tracePt t="61938" x="5499100" y="3576638"/>
          <p14:tracePt t="61985" x="5608638" y="3554413"/>
          <p14:tracePt t="62119" x="5780088" y="3663950"/>
          <p14:tracePt t="62139" x="5865813" y="3733800"/>
          <p14:tracePt t="62166" x="5873750" y="3765550"/>
          <p14:tracePt t="62191" x="5881688" y="3803650"/>
          <p14:tracePt t="62209" x="5865813" y="3835400"/>
          <p14:tracePt t="62270" x="5818188" y="3881438"/>
          <p14:tracePt t="62286" x="5772150" y="3944938"/>
          <p14:tracePt t="62330" x="5748338" y="3967163"/>
          <p14:tracePt t="62359" x="5662613" y="3990975"/>
          <p14:tracePt t="62374" x="5584825" y="3990975"/>
          <p14:tracePt t="62391" x="5553075" y="3990975"/>
          <p14:tracePt t="62538" x="5475288" y="3897313"/>
          <p14:tracePt t="62660" x="5443538" y="3787775"/>
          <p14:tracePt t="62883" x="5537200" y="3717925"/>
          <p14:tracePt t="63081" x="5638800" y="3757613"/>
          <p14:tracePt t="63099" x="5702300" y="3779838"/>
          <p14:tracePt t="63141" x="5764213" y="3851275"/>
          <p14:tracePt t="63164" x="5780088" y="3881438"/>
          <p14:tracePt t="63171" x="5788025" y="3905250"/>
          <p14:tracePt t="63215" x="5795963" y="3944938"/>
          <p14:tracePt t="63234" x="5795963" y="3975100"/>
          <p14:tracePt t="63250" x="5795963" y="3990975"/>
          <p14:tracePt t="63290" x="5788025" y="4014788"/>
          <p14:tracePt t="63336" x="5772150" y="4038600"/>
          <p14:tracePt t="63365" x="5756275" y="4054475"/>
          <p14:tracePt t="63395" x="5694363" y="4068763"/>
          <p14:tracePt t="63428" x="5662613" y="4068763"/>
          <p14:tracePt t="63450" x="5600700" y="4054475"/>
          <p14:tracePt t="63471" x="5576888" y="4046538"/>
          <p14:tracePt t="63500" x="5537200" y="4038600"/>
          <p14:tracePt t="63770" x="5600700" y="3937000"/>
          <p14:tracePt t="63816" x="5678488" y="3905250"/>
          <p14:tracePt t="63843" x="5756275" y="3897313"/>
          <p14:tracePt t="63869" x="5788025" y="3960813"/>
          <p14:tracePt t="63878" x="5795963" y="3983038"/>
          <p14:tracePt t="63900" x="5795963" y="4076700"/>
          <p14:tracePt t="63907" x="5788025" y="4116388"/>
          <p14:tracePt t="63919" x="5764213" y="4202113"/>
          <p14:tracePt t="63938" x="5748338" y="4264025"/>
          <p14:tracePt t="63963" x="5716588" y="4327525"/>
          <p14:tracePt t="63975" x="5694363" y="4343400"/>
          <p14:tracePt t="63982" x="5670550" y="4359275"/>
          <p14:tracePt t="63998" x="5622925" y="4381500"/>
          <p14:tracePt t="64014" x="5561013" y="4405313"/>
          <p14:tracePt t="64028" x="5529263" y="4413250"/>
          <p14:tracePt t="64042" x="5491163" y="4413250"/>
          <p14:tracePt t="64057" x="5451475" y="4405313"/>
          <p14:tracePt t="64072" x="5389563" y="4397375"/>
          <p14:tracePt t="64096" x="5326063" y="4397375"/>
          <p14:tracePt t="64103" x="5295900" y="4389438"/>
          <p14:tracePt t="64135" x="5248275" y="4359275"/>
          <p14:tracePt t="64168" x="5202238" y="4327525"/>
          <p14:tracePt t="64184" x="5186363" y="4311650"/>
          <p14:tracePt t="64198" x="5154613" y="4287838"/>
          <p14:tracePt t="64218" x="5053013" y="4241800"/>
          <p14:tracePt t="64251" x="4927600" y="4233863"/>
          <p14:tracePt t="64295" x="4819650" y="4233863"/>
          <p14:tracePt t="64625" x="4927600" y="4217988"/>
          <p14:tracePt t="64671" x="5037138" y="4225925"/>
          <p14:tracePt t="64685" x="5162550" y="4233863"/>
          <p14:tracePt t="64702" x="5186363" y="4249738"/>
          <p14:tracePt t="64746" x="5224463" y="4249738"/>
          <p14:tracePt t="64764" x="5264150" y="4249738"/>
          <p14:tracePt t="64789" x="5326063" y="4249738"/>
          <p14:tracePt t="64819" x="5357813" y="4233863"/>
          <p14:tracePt t="64830" x="5381625" y="4233863"/>
          <p14:tracePt t="64898" x="5397500" y="4217988"/>
          <p14:tracePt t="65107" x="5427663" y="4225925"/>
          <p14:tracePt t="65138" x="5451475" y="4233863"/>
          <p14:tracePt t="65181" x="5483225" y="4249738"/>
          <p14:tracePt t="65301" x="5483225" y="4287838"/>
          <p14:tracePt t="65319" x="5483225" y="4295775"/>
          <p14:tracePt t="65616" x="5381625" y="4343400"/>
          <p14:tracePt t="65692" x="5264150" y="4351338"/>
          <p14:tracePt t="65767" x="5146675" y="4343400"/>
          <p14:tracePt t="66009" x="5037138" y="4365625"/>
          <p14:tracePt t="66653" x="5154613" y="4351338"/>
          <p14:tracePt t="66850" x="5264150" y="4335463"/>
          <p14:tracePt t="66894" x="5397500" y="4327525"/>
          <p14:tracePt t="66952" x="5513388" y="4303713"/>
          <p14:tracePt t="66986" x="5622925" y="4271963"/>
          <p14:tracePt t="67253" x="5622925" y="4351338"/>
          <p14:tracePt t="67271" x="5614988" y="4437063"/>
          <p14:tracePt t="67299" x="5584825" y="4522788"/>
          <p14:tracePt t="67314" x="5576888" y="4554538"/>
          <p14:tracePt t="67328" x="5553075" y="4576763"/>
          <p14:tracePt t="67368" x="5529263" y="4600575"/>
          <p14:tracePt t="67449" x="5413375" y="4600575"/>
          <p14:tracePt t="67479" x="5295900" y="4584700"/>
          <p14:tracePt t="67495" x="5202238" y="4530725"/>
          <p14:tracePt t="67524" x="5116513" y="4459288"/>
          <p14:tracePt t="67569" x="5053013" y="4359275"/>
          <p14:tracePt t="67614" x="5037138" y="4241800"/>
          <p14:tracePt t="67659" x="5045075" y="4124325"/>
          <p14:tracePt t="67749" x="5100638" y="4022725"/>
          <p14:tracePt t="67780" x="5202238" y="3952875"/>
          <p14:tracePt t="67838" x="5311775" y="3913188"/>
          <p14:tracePt t="67885" x="5427663" y="3897313"/>
          <p14:tracePt t="67987" x="5521325" y="3975100"/>
          <p14:tracePt t="68138" x="5451475" y="4068763"/>
          <p14:tracePt t="68185" x="5357813" y="4132263"/>
          <p14:tracePt t="68303" x="5256213" y="4076700"/>
          <p14:tracePt t="68364" x="5186363" y="3967163"/>
          <p14:tracePt t="68414" x="5154613" y="3859213"/>
          <p14:tracePt t="68449" x="5138738" y="3749675"/>
          <p14:tracePt t="68482" x="5146675" y="3624263"/>
          <p14:tracePt t="68488" x="5194300" y="3514725"/>
          <p14:tracePt t="68529" x="5256213" y="3413125"/>
          <p14:tracePt t="68635" x="5373688" y="3444875"/>
          <p14:tracePt t="68663" x="5475288" y="3506788"/>
          <p14:tracePt t="68695" x="5553075" y="3592513"/>
          <p14:tracePt t="68712" x="5614988" y="3702050"/>
          <p14:tracePt t="68740" x="5654675" y="3819525"/>
          <p14:tracePt t="68771" x="5686425" y="3929063"/>
          <p14:tracePt t="68785" x="5694363" y="4046538"/>
          <p14:tracePt t="68818" x="5686425" y="4170363"/>
          <p14:tracePt t="68845" x="5630863" y="4271963"/>
          <p14:tracePt t="68904" x="5529263" y="4311650"/>
          <p14:tracePt t="68922" x="5405438" y="4311650"/>
          <p14:tracePt t="68963" x="5311775" y="4241800"/>
          <p14:tracePt t="69031" x="5295900" y="4124325"/>
          <p14:tracePt t="69219" x="5413375" y="4170363"/>
          <p14:tracePt t="69250" x="5513388" y="4233863"/>
          <p14:tracePt t="69282" x="5600700" y="4311650"/>
          <p14:tracePt t="69307" x="5724525" y="4445000"/>
          <p14:tracePt t="69318" x="5756275" y="4475163"/>
          <p14:tracePt t="69700" x="5638800" y="4530725"/>
          <p14:tracePt t="69730" x="5529263" y="4560888"/>
          <p14:tracePt t="69747" x="5405438" y="4576763"/>
          <p14:tracePt t="69762" x="5280025" y="4568825"/>
          <p14:tracePt t="69794" x="5170488" y="4538663"/>
          <p14:tracePt t="69820" x="5053013" y="4514850"/>
          <p14:tracePt t="69866" x="4913313" y="4467225"/>
          <p14:tracePt t="69926" x="4819650" y="4413250"/>
          <p14:tracePt t="70003" x="4710113" y="4381500"/>
          <p14:tracePt t="70121" x="4592638" y="4397375"/>
          <p14:tracePt t="70451" x="4670425" y="4491038"/>
          <p14:tracePt t="70496" x="4772025" y="4554538"/>
          <p14:tracePt t="70514" x="4849813" y="4600575"/>
          <p14:tracePt t="70677" x="4967288" y="4600575"/>
          <p14:tracePt t="70750" x="5084763" y="4576763"/>
          <p14:tracePt t="70812" x="5202238" y="4560888"/>
          <p14:tracePt t="70857" x="5443538" y="4546600"/>
          <p14:tracePt t="70874" x="5475288" y="4546600"/>
          <p14:tracePt t="70886" x="5521325" y="4538663"/>
          <p14:tracePt t="70992" x="5614988" y="4554538"/>
          <p14:tracePt t="71095" x="5724525" y="4554538"/>
          <p14:tracePt t="71129" x="5903913" y="4560888"/>
          <p14:tracePt t="71157" x="5999163" y="4584700"/>
          <p14:tracePt t="71188" x="6045200" y="4568825"/>
          <p14:tracePt t="71216" x="6115050" y="4554538"/>
          <p14:tracePt t="71234" x="6154738" y="4560888"/>
          <p14:tracePt t="71267" x="6178550" y="4568825"/>
          <p14:tracePt t="71279" x="6208713" y="4576763"/>
          <p14:tracePt t="71295" x="6240463" y="4584700"/>
          <p14:tracePt t="71310" x="6280150" y="4592638"/>
          <p14:tracePt t="71334" x="6310313" y="4600575"/>
          <p14:tracePt t="71357" x="6342063" y="4592638"/>
          <p14:tracePt t="71380" x="6381750" y="4592638"/>
          <p14:tracePt t="71435" x="6435725" y="4576763"/>
          <p14:tracePt t="71445" x="6467475" y="4576763"/>
          <p14:tracePt t="71474" x="6489700" y="4584700"/>
          <p14:tracePt t="71533" x="6521450" y="4584700"/>
          <p14:tracePt t="71590" x="6545263" y="4592638"/>
          <p14:tracePt t="71953" x="6537325" y="4616450"/>
          <p14:tracePt t="71996" x="6537325" y="4648200"/>
          <p14:tracePt t="72149" x="6497638" y="4624388"/>
          <p14:tracePt t="72167" x="6435725" y="4584700"/>
          <p14:tracePt t="72181" x="6310313" y="4498975"/>
          <p14:tracePt t="72196" x="6272213" y="4475163"/>
          <p14:tracePt t="72255" x="6178550" y="4405313"/>
          <p14:tracePt t="72298" x="6084888" y="4327525"/>
          <p14:tracePt t="72314" x="6029325" y="4279900"/>
          <p14:tracePt t="72387" x="5927725" y="4217988"/>
          <p14:tracePt t="72421" x="5818188" y="4186238"/>
          <p14:tracePt t="72447" x="5678488" y="4156075"/>
          <p14:tracePt t="72458" x="5568950" y="4156075"/>
          <p14:tracePt t="72508" x="5475288" y="4156075"/>
          <p14:tracePt t="72528" x="5397500" y="4156075"/>
          <p14:tracePt t="72595" x="5280025" y="4108450"/>
          <p14:tracePt t="72610" x="5186363" y="4054475"/>
          <p14:tracePt t="72630" x="5100638" y="3983038"/>
          <p14:tracePt t="72658" x="5014913" y="3913188"/>
          <p14:tracePt t="72686" x="4935538" y="3819525"/>
          <p14:tracePt t="72720" x="4897438" y="3717925"/>
          <p14:tracePt t="72764" x="4959350" y="3608388"/>
          <p14:tracePt t="72795" x="5060950" y="3546475"/>
          <p14:tracePt t="72811" x="5186363" y="3530600"/>
          <p14:tracePt t="72824" x="5295900" y="3546475"/>
          <p14:tracePt t="72854" x="5537200" y="3608388"/>
          <p14:tracePt t="72870" x="5630863" y="3678238"/>
          <p14:tracePt t="72884" x="5708650" y="3771900"/>
          <p14:tracePt t="72914" x="5810250" y="3952875"/>
          <p14:tracePt t="72928" x="5903913" y="4092575"/>
          <p14:tracePt t="72945" x="5959475" y="4186238"/>
          <p14:tracePt t="72960" x="5999163" y="4264025"/>
          <p14:tracePt t="72976" x="6005513" y="4295775"/>
          <p14:tracePt t="72991" x="6029325" y="4389438"/>
          <p14:tracePt t="73005" x="6037263" y="4437063"/>
          <p14:tracePt t="73029" x="6029325" y="4600575"/>
          <p14:tracePt t="73041" x="6021388" y="4662488"/>
          <p14:tracePt t="73051" x="6013450" y="4718050"/>
          <p14:tracePt t="73066" x="5999163" y="4749800"/>
          <p14:tracePt t="73096" x="5935663" y="4819650"/>
          <p14:tracePt t="73161" x="5818188" y="4835525"/>
          <p14:tracePt t="73253" x="5756275" y="4827588"/>
          <p14:tracePt t="73469" x="5630863" y="4827588"/>
          <p14:tracePt t="73590" x="5592763" y="4803775"/>
          <p14:tracePt t="73636" x="5646738" y="4819650"/>
          <p14:tracePt t="73658" x="5654675" y="4819650"/>
          <p14:tracePt t="73676" x="5732463" y="4843463"/>
          <p14:tracePt t="73689" x="5756275" y="4857750"/>
          <p14:tracePt t="73708" x="5732463" y="4881563"/>
          <p14:tracePt t="73743" x="5708650" y="4897438"/>
          <p14:tracePt t="73754" x="5686425" y="4921250"/>
          <p14:tracePt t="73783" x="5608638" y="4951413"/>
          <p14:tracePt t="73889" x="5646738" y="4937125"/>
          <p14:tracePt t="73950" x="5654675" y="4921250"/>
          <p14:tracePt t="73980" x="5686425" y="4881563"/>
          <p14:tracePt t="74249" x="5716588" y="4865688"/>
          <p14:tracePt t="74267" x="5740400" y="4857750"/>
          <p14:tracePt t="74294" x="5772150" y="4857750"/>
          <p14:tracePt t="74312" x="5795963" y="4857750"/>
          <p14:tracePt t="74341" x="5826125" y="4857750"/>
          <p14:tracePt t="74358" x="5857875" y="4843463"/>
          <p14:tracePt t="74376" x="5927725" y="4827588"/>
          <p14:tracePt t="74393" x="5967413" y="4819650"/>
          <p14:tracePt t="74418" x="6045200" y="4787900"/>
          <p14:tracePt t="74434" x="6069013" y="4772025"/>
          <p14:tracePt t="74597" x="6069013" y="4779963"/>
          <p14:tracePt t="74621" x="6107113" y="4889500"/>
          <p14:tracePt t="74637" x="6122988" y="4913313"/>
          <p14:tracePt t="74652" x="6146800" y="4937125"/>
          <p14:tracePt t="74716" x="6178550" y="4951413"/>
          <p14:tracePt t="74731" x="6208713" y="4967288"/>
          <p14:tracePt t="74762" x="6216650" y="4991100"/>
          <p14:tracePt t="74776" x="6232525" y="5014913"/>
          <p14:tracePt t="74801" x="6256338" y="5038725"/>
          <p14:tracePt t="74833" x="6310313" y="5068888"/>
          <p14:tracePt t="74864" x="6342063" y="5076825"/>
          <p14:tracePt t="74897" x="6373813" y="5076825"/>
          <p14:tracePt t="74925" x="6435725" y="5060950"/>
          <p14:tracePt t="74943" x="6459538" y="5045075"/>
          <p14:tracePt t="74957" x="6475413" y="5030788"/>
          <p14:tracePt t="74972" x="6489700" y="5014913"/>
          <p14:tracePt t="75002" x="6497638" y="4991100"/>
          <p14:tracePt t="75028" x="6483350" y="4959350"/>
          <p14:tracePt t="75043" x="6475413" y="4951413"/>
          <p14:tracePt t="75063" x="6419850" y="4889500"/>
          <p14:tracePt t="75079" x="6365875" y="4849813"/>
          <p14:tracePt t="75120" x="6264275" y="4803775"/>
          <p14:tracePt t="75135" x="6029325" y="4741863"/>
          <p14:tracePt t="75150" x="5911850" y="4710113"/>
          <p14:tracePt t="75164" x="5795963" y="4686300"/>
          <p14:tracePt t="75193" x="5670550" y="4686300"/>
          <p14:tracePt t="75223" x="5537200" y="4733925"/>
          <p14:tracePt t="75254" x="5435600" y="4787900"/>
          <p14:tracePt t="75269" x="5326063" y="4843463"/>
          <p14:tracePt t="75299" x="5232400" y="4897438"/>
          <p14:tracePt t="75343" x="5130800" y="4951413"/>
          <p14:tracePt t="75408" x="5029200" y="4999038"/>
          <p14:tracePt t="75480" x="4959350" y="5092700"/>
          <p14:tracePt t="75855" x="5053013" y="5170488"/>
          <p14:tracePt t="75931" x="5154613" y="5226050"/>
          <p14:tracePt t="76005" x="5264150" y="5264150"/>
          <p14:tracePt t="76112" x="5381625" y="5287963"/>
          <p14:tracePt t="76201" x="5507038" y="5287963"/>
          <p14:tracePt t="76276" x="5614988" y="5280025"/>
          <p14:tracePt t="76340" x="5732463" y="5256213"/>
          <p14:tracePt t="76419" x="5849938" y="5218113"/>
          <p14:tracePt t="76531" x="6037263" y="5194300"/>
          <p14:tracePt t="76549" x="6092825" y="5194300"/>
          <p14:tracePt t="76567" x="6162675" y="5202238"/>
          <p14:tracePt t="76587" x="6192838" y="5218113"/>
          <p14:tracePt t="76595" x="6240463" y="5241925"/>
          <p14:tracePt t="76608" x="6280150" y="5248275"/>
          <p14:tracePt t="76620" x="6310313" y="5256213"/>
          <p14:tracePt t="76668" x="6342063" y="5256213"/>
          <p14:tracePt t="76698" x="6357938" y="5256213"/>
          <p14:tracePt t="76728" x="6489700" y="5256213"/>
          <p14:tracePt t="76743" x="6521450" y="5256213"/>
          <p14:tracePt t="76761" x="6591300" y="5264150"/>
          <p14:tracePt t="76803" x="6599238" y="5264150"/>
          <p14:tracePt t="76846" x="6630988" y="5256213"/>
          <p14:tracePt t="76936" x="6654800" y="5233988"/>
          <p14:tracePt t="76953" x="6678613" y="5194300"/>
          <p14:tracePt t="76981" x="6678613" y="5132388"/>
          <p14:tracePt t="76999" x="6678613" y="5124450"/>
          <p14:tracePt t="77030" x="6599238" y="5014913"/>
          <p14:tracePt t="77044" x="6545263" y="4905375"/>
          <p14:tracePt t="77072" x="6505575" y="4803775"/>
          <p14:tracePt t="77100" x="6459538" y="4694238"/>
          <p14:tracePt t="77132" x="6427788" y="4576763"/>
          <p14:tracePt t="77297" x="6310313" y="4530725"/>
          <p14:tracePt t="77329" x="6192838" y="4491038"/>
          <p14:tracePt t="77354" x="5951538" y="4452938"/>
          <p14:tracePt t="77361" x="5834063" y="4445000"/>
          <p14:tracePt t="77383" x="5686425" y="4452938"/>
          <p14:tracePt t="77416" x="5576888" y="4459288"/>
          <p14:tracePt t="77450" x="5459413" y="4459288"/>
          <p14:tracePt t="77467" x="5334000" y="4459288"/>
          <p14:tracePt t="77483" x="5218113" y="4452938"/>
          <p14:tracePt t="77512" x="4975225" y="4429125"/>
          <p14:tracePt t="77549" x="4865688" y="4405313"/>
          <p14:tracePt t="77555" x="4772025" y="4343400"/>
          <p14:tracePt t="77584" x="4686300" y="4264025"/>
          <p14:tracePt t="77601" x="4638675" y="4178300"/>
          <p14:tracePt t="77627" x="4616450" y="4062413"/>
          <p14:tracePt t="77654" x="4632325" y="3952875"/>
          <p14:tracePt t="77677" x="4686300" y="3843338"/>
          <p14:tracePt t="77705" x="4756150" y="3749675"/>
          <p14:tracePt t="77722" x="4827588" y="3663950"/>
          <p14:tracePt t="77753" x="4905375" y="3576638"/>
          <p14:tracePt t="77788" x="5006975" y="3514725"/>
          <p14:tracePt t="77803" x="5130800" y="3498850"/>
          <p14:tracePt t="77833" x="5240338" y="3514725"/>
          <p14:tracePt t="77849" x="5349875" y="3570288"/>
          <p14:tracePt t="77864" x="5459413" y="3608388"/>
          <p14:tracePt t="77895" x="5568950" y="3648075"/>
          <p14:tracePt t="77910" x="5646738" y="3733800"/>
          <p14:tracePt t="77941" x="5694363" y="3843338"/>
          <p14:tracePt t="77968" x="5694363" y="3867150"/>
          <p14:tracePt t="77983" x="5686425" y="3990975"/>
          <p14:tracePt t="77998" x="5646738" y="4108450"/>
          <p14:tracePt t="78025" x="5592763" y="4210050"/>
          <p14:tracePt t="78055" x="5521325" y="4303713"/>
          <p14:tracePt t="78085" x="5435600" y="4389438"/>
          <p14:tracePt t="78100" x="5326063" y="4429125"/>
          <p14:tracePt t="78159" x="5218113" y="4381500"/>
          <p14:tracePt t="78190" x="5138738" y="4303713"/>
          <p14:tracePt t="78219" x="5100638" y="4194175"/>
          <p14:tracePt t="78251" x="5084763" y="4076700"/>
          <p14:tracePt t="78324" x="5138738" y="3960813"/>
          <p14:tracePt t="78370" x="5232400" y="3889375"/>
          <p14:tracePt t="78415" x="5357813" y="3889375"/>
          <p14:tracePt t="78429" x="5475288" y="3921125"/>
          <p14:tracePt t="78459" x="5568950" y="3998913"/>
          <p14:tracePt t="78505" x="5630863" y="4108450"/>
          <p14:tracePt t="78520" x="5646738" y="4217988"/>
          <p14:tracePt t="78535" x="5646738" y="4335463"/>
          <p14:tracePt t="78565" x="5584825" y="4445000"/>
          <p14:tracePt t="78595" x="5491163" y="4522788"/>
          <p14:tracePt t="78609" x="5467350" y="4530725"/>
          <p14:tracePt t="78625" x="5349875" y="4584700"/>
          <p14:tracePt t="78654" x="5232400" y="4584700"/>
          <p14:tracePt t="78699" x="5146675" y="4498975"/>
          <p14:tracePt t="78731" x="5108575" y="4381500"/>
          <p14:tracePt t="78744" x="5092700" y="4257675"/>
          <p14:tracePt t="78774" x="5100638" y="4156075"/>
          <p14:tracePt t="78789" x="5138738" y="4038600"/>
          <p14:tracePt t="78819" x="5202238" y="3937000"/>
          <p14:tracePt t="78865" x="5287963" y="3859213"/>
          <p14:tracePt t="78896" x="5405438" y="3859213"/>
          <p14:tracePt t="78954" x="5521325" y="3913188"/>
          <p14:tracePt t="78985" x="5592763" y="4006850"/>
          <p14:tracePt t="79016" x="5638800" y="4124325"/>
          <p14:tracePt t="79045" x="5654675" y="4233863"/>
          <p14:tracePt t="79075" x="5614988" y="4351338"/>
          <p14:tracePt t="79104" x="5499100" y="4413250"/>
          <p14:tracePt t="79119" x="5373688" y="4429125"/>
          <p14:tracePt t="79196" x="5280025" y="4343400"/>
          <p14:tracePt t="79226" x="5210175" y="4233863"/>
          <p14:tracePt t="79240" x="5170488" y="4116388"/>
          <p14:tracePt t="79255" x="5162550" y="3998913"/>
          <p14:tracePt t="79301" x="5202238" y="3881438"/>
          <p14:tracePt t="79345" x="5280025" y="3795713"/>
          <p14:tracePt t="79420" x="5397500" y="3757613"/>
          <p14:tracePt t="79451" x="5513388" y="3749675"/>
          <p14:tracePt t="79510" x="5600700" y="3843338"/>
          <p14:tracePt t="79524" x="5646738" y="3944938"/>
          <p14:tracePt t="79540" x="5670550" y="4062413"/>
          <p14:tracePt t="79569" x="5670550" y="4178300"/>
          <p14:tracePt t="79609" x="5630863" y="4287838"/>
          <p14:tracePt t="79624" x="5561013" y="4373563"/>
          <p14:tracePt t="79641" x="5435600" y="4459288"/>
          <p14:tracePt t="79673" x="5318125" y="4483100"/>
          <p14:tracePt t="79687" x="5210175" y="4483100"/>
          <p14:tracePt t="79705" x="5100638" y="4445000"/>
          <p14:tracePt t="79734" x="4999038" y="4381500"/>
          <p14:tracePt t="79758" x="4921250" y="4287838"/>
          <p14:tracePt t="79773" x="4849813" y="4178300"/>
          <p14:tracePt t="79797" x="4795838" y="3952875"/>
          <p14:tracePt t="79821" x="4803775" y="3843338"/>
          <p14:tracePt t="79835" x="4849813" y="3741738"/>
          <p14:tracePt t="79850" x="4913313" y="3640138"/>
          <p14:tracePt t="79896" x="4975225" y="3546475"/>
          <p14:tracePt t="79909" x="5045075" y="3460750"/>
          <p14:tracePt t="79926" x="5138738" y="3389313"/>
          <p14:tracePt t="79958" x="5248275" y="3359150"/>
          <p14:tracePt t="79977" x="5365750" y="3311525"/>
          <p14:tracePt t="80002" x="5483225" y="3303588"/>
          <p14:tracePt t="80042" x="5600700" y="3303588"/>
          <p14:tracePt t="80096" x="5678488" y="3397250"/>
          <p14:tracePt t="80126" x="5724525" y="3498850"/>
          <p14:tracePt t="80157" x="5748338" y="3624263"/>
          <p14:tracePt t="80171" x="5756275" y="3741738"/>
          <p14:tracePt t="80256" x="5724525" y="3843338"/>
          <p14:tracePt t="80406" x="5630863" y="3765550"/>
          <p14:tracePt t="80509" x="5654675" y="3648075"/>
          <p14:tracePt t="80584" x="5780088" y="3632200"/>
          <p14:tracePt t="80628" x="5889625" y="3648075"/>
          <p14:tracePt t="80675" x="5951538" y="3741738"/>
          <p14:tracePt t="80693" x="5983288" y="3851275"/>
          <p14:tracePt t="80751" x="5951538" y="3960813"/>
          <p14:tracePt t="80810" x="5857875" y="4014788"/>
          <p14:tracePt t="80852" x="5740400" y="4030663"/>
          <p14:tracePt t="80901" x="5622925" y="4006850"/>
          <p14:tracePt t="80918" x="5529263" y="3952875"/>
          <p14:tracePt t="80975" x="5499100" y="3819525"/>
          <p14:tracePt t="80992" x="5491163" y="3702050"/>
          <p14:tracePt t="81031" x="5521325" y="3592513"/>
          <p14:tracePt t="81065" x="5614988" y="3514725"/>
          <p14:tracePt t="81126" x="5732463" y="3506788"/>
          <p14:tracePt t="81170" x="5849938" y="3514725"/>
          <p14:tracePt t="81230" x="5951538" y="3576638"/>
          <p14:tracePt t="81258" x="6013450" y="3663950"/>
          <p14:tracePt t="81294" x="6061075" y="3771900"/>
          <p14:tracePt t="81320" x="6084888" y="3881438"/>
          <p14:tracePt t="81337" x="6076950" y="3998913"/>
          <p14:tracePt t="81365" x="6029325" y="4108450"/>
          <p14:tracePt t="81389" x="5935663" y="4186238"/>
          <p14:tracePt t="81404" x="5834063" y="4233863"/>
          <p14:tracePt t="81419" x="5708650" y="4257675"/>
          <p14:tracePt t="81434" x="5584825" y="4257675"/>
          <p14:tracePt t="81448" x="5475288" y="4241800"/>
          <p14:tracePt t="81523" x="5357813" y="4194175"/>
          <p14:tracePt t="81554" x="5280025" y="4116388"/>
          <p14:tracePt t="81606" x="5232400" y="4006850"/>
          <p14:tracePt t="81666" x="5248275" y="3881438"/>
          <p14:tracePt t="81712" x="5303838" y="3771900"/>
          <p14:tracePt t="81740" x="5349875" y="3663950"/>
          <p14:tracePt t="81786" x="5451475" y="3592513"/>
          <p14:tracePt t="81847" x="5584825" y="3616325"/>
          <p14:tracePt t="81864" x="5694363" y="3648075"/>
          <p14:tracePt t="81893" x="5810250" y="3671888"/>
          <p14:tracePt t="81936" x="5919788" y="3656013"/>
          <p14:tracePt t="82057" x="5983288" y="3741738"/>
          <p14:tracePt t="82102" x="6005513" y="3859213"/>
          <p14:tracePt t="82132" x="5999163" y="3975100"/>
          <p14:tracePt t="82194" x="5897563" y="4022725"/>
          <p14:tracePt t="82210" x="5780088" y="4030663"/>
          <p14:tracePt t="82238" x="5537200" y="4006850"/>
          <p14:tracePt t="82254" x="5427663" y="3967163"/>
          <p14:tracePt t="82268" x="5326063" y="3913188"/>
          <p14:tracePt t="82305" x="5232400" y="3843338"/>
          <p14:tracePt t="82317" x="5138738" y="3779838"/>
          <p14:tracePt t="83400" x="5311775" y="3757613"/>
          <p14:tracePt t="83407" x="5427663" y="3741738"/>
          <p14:tracePt t="83420" x="5622925" y="3733800"/>
          <p14:tracePt t="83427" x="5678488" y="3733800"/>
          <p14:tracePt t="83438" x="5756275" y="3749675"/>
          <p14:tracePt t="83468" x="5834063" y="3795713"/>
          <p14:tracePt t="83549" x="5772150" y="3905250"/>
          <p14:tracePt t="83558" x="5702300" y="4006850"/>
          <p14:tracePt t="83567" x="5614988" y="4100513"/>
          <p14:tracePt t="83573" x="5600700" y="4116388"/>
          <p14:tracePt t="83581" x="5521325" y="4210050"/>
          <p14:tracePt t="83605" x="5435600" y="4287838"/>
          <p14:tracePt t="83633" x="5341938" y="4365625"/>
          <p14:tracePt t="83764" x="5365750" y="4249738"/>
          <p14:tracePt t="83779" x="5427663" y="4164013"/>
          <p14:tracePt t="83790" x="5553075" y="4076700"/>
          <p14:tracePt t="83793" x="5614988" y="4068763"/>
          <p14:tracePt t="83799" x="5694363" y="4062413"/>
          <p14:tracePt t="83828" x="5772150" y="4124325"/>
          <p14:tracePt t="83840" x="5795963" y="4170363"/>
          <p14:tracePt t="83843" x="5810250" y="4217988"/>
          <p14:tracePt t="83852" x="5826125" y="4257675"/>
          <p14:tracePt t="83864" x="5834063" y="4405313"/>
          <p14:tracePt t="83879" x="5795963" y="4506913"/>
          <p14:tracePt t="83894" x="5716588" y="4592638"/>
          <p14:tracePt t="83910" x="5608638" y="4632325"/>
          <p14:tracePt t="83924" x="5459413" y="4640263"/>
          <p14:tracePt t="83951" x="5280025" y="4616450"/>
          <p14:tracePt t="83971" x="5130800" y="4576763"/>
          <p14:tracePt t="83994" x="5022850" y="4514850"/>
          <p14:tracePt t="84023" x="4927600" y="4397375"/>
          <p14:tracePt t="84046" x="4873625" y="4303713"/>
          <p14:tracePt t="84076" x="4865688" y="4178300"/>
          <p14:tracePt t="84084" x="4905375" y="4062413"/>
          <p14:tracePt t="84098" x="4983163" y="3975100"/>
          <p14:tracePt t="84126" x="5092700" y="3921125"/>
          <p14:tracePt t="84146" x="5224463" y="3897313"/>
          <p14:tracePt t="84157" x="5341938" y="3889375"/>
          <p14:tracePt t="84167" x="5459413" y="3897313"/>
          <p14:tracePt t="84173" x="5600700" y="3913188"/>
          <p14:tracePt t="84186" x="5756275" y="3990975"/>
          <p14:tracePt t="84201" x="5889625" y="4076700"/>
          <p14:tracePt t="84217" x="5951538" y="4124325"/>
          <p14:tracePt t="84243" x="5983288" y="4148138"/>
          <p14:tracePt t="84265" x="5967413" y="4178300"/>
          <p14:tracePt t="84280" x="5903913" y="4249738"/>
          <p14:tracePt t="84292" x="5865813" y="4287838"/>
          <p14:tracePt t="84309" x="5842000" y="4327525"/>
          <p14:tracePt t="84325" x="5732463" y="4467225"/>
          <p14:tracePt t="84336" x="5662613" y="4560888"/>
          <p14:tracePt t="84351" x="5576888" y="4624388"/>
          <p14:tracePt t="84369" x="5553075" y="4640263"/>
          <p14:tracePt t="84386" x="5475288" y="4648200"/>
          <p14:tracePt t="84398" x="5373688" y="4616450"/>
          <p14:tracePt t="84412" x="5334000" y="4592638"/>
          <p14:tracePt t="84456" x="5224463" y="4483100"/>
          <p14:tracePt t="84475" x="5154613" y="4397375"/>
          <p14:tracePt t="84488" x="5092700" y="4287838"/>
          <p14:tracePt t="84502" x="5037138" y="4186238"/>
          <p14:tracePt t="84532" x="5006975" y="4062413"/>
          <p14:tracePt t="84549" x="5006975" y="3944938"/>
          <p14:tracePt t="84578" x="5037138" y="3835400"/>
          <p14:tracePt t="84593" x="5068888" y="3725863"/>
          <p14:tracePt t="84609" x="5130800" y="3616325"/>
          <p14:tracePt t="84624" x="5218113" y="3530600"/>
          <p14:tracePt t="84653" x="5318125" y="3468688"/>
          <p14:tracePt t="84672" x="5427663" y="3429000"/>
          <p14:tracePt t="84695" x="5553075" y="3436938"/>
          <p14:tracePt t="84709" x="5670550" y="3476625"/>
          <p14:tracePt t="84717" x="5842000" y="3592513"/>
          <p14:tracePt t="84727" x="5943600" y="3709988"/>
          <p14:tracePt t="84739" x="6021388" y="3897313"/>
          <p14:tracePt t="84754" x="6045200" y="4084638"/>
          <p14:tracePt t="84766" x="6037263" y="4202113"/>
          <p14:tracePt t="84779" x="5975350" y="4397375"/>
          <p14:tracePt t="84795" x="5935663" y="4475163"/>
          <p14:tracePt t="84810" x="5818188" y="4624388"/>
          <p14:tracePt t="84825" x="5756275" y="4662488"/>
          <p14:tracePt t="84840" x="5630863" y="4686300"/>
          <p14:tracePt t="84858" x="5483225" y="4662488"/>
          <p14:tracePt t="84874" x="5318125" y="4576763"/>
          <p14:tracePt t="84889" x="5272088" y="4538663"/>
          <p14:tracePt t="84916" x="5232400" y="4303713"/>
          <p14:tracePt t="84945" x="5264150" y="4186238"/>
          <p14:tracePt t="84960" x="5326063" y="4076700"/>
          <p14:tracePt t="84975" x="5491163" y="3905250"/>
          <p14:tracePt t="85008" x="5614988" y="3867150"/>
          <p14:tracePt t="85064" x="5834063" y="3990975"/>
          <p14:tracePt t="85109" x="5927725" y="4062413"/>
          <p14:tracePt t="85194" x="6037263" y="4030663"/>
          <p14:tracePt t="85210" x="6146800" y="3975100"/>
          <p14:tracePt t="85240" x="6256338" y="3905250"/>
          <p14:tracePt t="85263" x="6357938" y="3851275"/>
          <p14:tracePt t="85271" x="6467475" y="3803650"/>
          <p14:tracePt t="85358" x="6357938" y="3851275"/>
          <p14:tracePt t="85376" x="6224588" y="3881438"/>
          <p14:tracePt t="85388" x="5983288" y="3921125"/>
          <p14:tracePt t="85479" x="5919788" y="3827463"/>
          <p14:tracePt t="85519" x="6021388" y="3765550"/>
          <p14:tracePt t="85548" x="6146800" y="3779838"/>
          <p14:tracePt t="85562" x="6288088" y="3897313"/>
          <p14:tracePt t="85624" x="6224588" y="4006850"/>
          <p14:tracePt t="85638" x="6107113" y="4194175"/>
          <p14:tracePt t="85659" x="6029325" y="4271963"/>
          <p14:tracePt t="85667" x="5991225" y="4295775"/>
          <p14:tracePt t="85675" x="5889625" y="4319588"/>
          <p14:tracePt t="85689" x="5857875" y="4319588"/>
          <p14:tracePt t="85703" x="5670550" y="4257675"/>
          <p14:tracePt t="85721" x="5545138" y="4170363"/>
          <p14:tracePt t="85747" x="5521325" y="4132263"/>
          <p14:tracePt t="85767" x="5467350" y="4022725"/>
          <p14:tracePt t="85778" x="5427663" y="3913188"/>
          <p14:tracePt t="85793" x="5389563" y="3803650"/>
          <p14:tracePt t="85854" x="5491163" y="3616325"/>
          <p14:tracePt t="85871" x="5545138" y="3576638"/>
          <p14:tracePt t="85895" x="5686425" y="3562350"/>
          <p14:tracePt t="85903" x="5724525" y="3584575"/>
          <p14:tracePt t="85916" x="5772150" y="3632200"/>
          <p14:tracePt t="85928" x="5810250" y="3686175"/>
          <p14:tracePt t="85945" x="5849938" y="3843338"/>
          <p14:tracePt t="85959" x="5865813" y="3913188"/>
          <p14:tracePt t="85973" x="5857875" y="4062413"/>
          <p14:tracePt t="85987" x="5826125" y="4170363"/>
          <p14:tracePt t="86015" x="5818188" y="4202113"/>
          <p14:tracePt t="86033" x="5764213" y="4319588"/>
          <p14:tracePt t="86048" x="5702300" y="4421188"/>
          <p14:tracePt t="86055" x="5630863" y="4498975"/>
          <p14:tracePt t="86066" x="5568950" y="4530725"/>
          <p14:tracePt t="86081" x="5491163" y="4546600"/>
          <p14:tracePt t="86095" x="5381625" y="4506913"/>
          <p14:tracePt t="86124" x="5178425" y="4365625"/>
          <p14:tracePt t="86150" x="5162550" y="4335463"/>
          <p14:tracePt t="86184" x="5138738" y="4092575"/>
          <p14:tracePt t="86203" x="5146675" y="3983038"/>
          <p14:tracePt t="86217" x="5202238" y="3867150"/>
          <p14:tracePt t="86262" x="5381625" y="3717925"/>
          <p14:tracePt t="86290" x="5483225" y="3671888"/>
          <p14:tracePt t="86321" x="5694363" y="3678238"/>
          <p14:tracePt t="86349" x="5873750" y="3741738"/>
          <p14:tracePt t="86362" x="5991225" y="3905250"/>
          <p14:tracePt t="86376" x="6037263" y="4030663"/>
          <p14:tracePt t="86391" x="6061075" y="4156075"/>
          <p14:tracePt t="86397" x="6069013" y="4233863"/>
          <p14:tracePt t="86412" x="6061075" y="4343400"/>
          <p14:tracePt t="86427" x="6021388" y="4445000"/>
          <p14:tracePt t="86439" x="5975350" y="4554538"/>
          <p14:tracePt t="86455" x="5919788" y="4648200"/>
          <p14:tracePt t="86471" x="5881688" y="4694238"/>
          <p14:tracePt t="86494" x="5857875" y="4710113"/>
          <p14:tracePt t="86502" x="5795963" y="4725988"/>
          <p14:tracePt t="86515" x="5694363" y="4718050"/>
          <p14:tracePt t="86534" x="5553075" y="4662488"/>
          <p14:tracePt t="86545" x="5389563" y="4560888"/>
          <p14:tracePt t="86560" x="5287963" y="4498975"/>
          <p14:tracePt t="86574" x="5232400" y="4467225"/>
          <p14:tracePt t="86584" x="5186363" y="4437063"/>
          <p14:tracePt t="86621" x="5092700" y="4202113"/>
          <p14:tracePt t="86636" x="5076825" y="4132263"/>
          <p14:tracePt t="86651" x="5068888" y="4092575"/>
          <p14:tracePt t="86678" x="5084763" y="3975100"/>
          <p14:tracePt t="86697" x="5130800" y="3811588"/>
          <p14:tracePt t="86712" x="5232400" y="3709988"/>
          <p14:tracePt t="86728" x="5397500" y="3648075"/>
          <p14:tracePt t="86740" x="5584825" y="3608388"/>
          <p14:tracePt t="86758" x="5686425" y="3592513"/>
          <p14:tracePt t="86782" x="5772150" y="3576638"/>
          <p14:tracePt t="86799" x="5911850" y="3570288"/>
          <p14:tracePt t="86814" x="5983288" y="3592513"/>
          <p14:tracePt t="86828" x="6045200" y="3624263"/>
          <p14:tracePt t="86840" x="6099175" y="3648075"/>
          <p14:tracePt t="86846" x="6122988" y="3678238"/>
          <p14:tracePt t="86856" x="6178550" y="3725863"/>
          <p14:tracePt t="86877" x="6208713" y="3795713"/>
          <p14:tracePt t="86887" x="6208713" y="3905250"/>
          <p14:tracePt t="86904" x="6186488" y="3975100"/>
          <p14:tracePt t="86920" x="6146800" y="4076700"/>
          <p14:tracePt t="86935" x="6099175" y="4170363"/>
          <p14:tracePt t="86951" x="6076950" y="4202113"/>
          <p14:tracePt t="86968" x="5999163" y="4319588"/>
          <p14:tracePt t="86980" x="5935663" y="4397375"/>
          <p14:tracePt t="86993" x="5889625" y="4437063"/>
          <p14:tracePt t="87008" x="5857875" y="4452938"/>
          <p14:tracePt t="87024" x="5788025" y="4467225"/>
          <p14:tracePt t="87043" x="5678488" y="4467225"/>
          <p14:tracePt t="87052" x="5561013" y="4452938"/>
          <p14:tracePt t="87069" x="5491163" y="4445000"/>
          <p14:tracePt t="87085" x="5459413" y="4437063"/>
          <p14:tracePt t="87099" x="5435600" y="4421188"/>
          <p14:tracePt t="87115" x="5341938" y="4351338"/>
          <p14:tracePt t="87130" x="5256213" y="4225925"/>
          <p14:tracePt t="87145" x="5202238" y="4108450"/>
          <p14:tracePt t="87162" x="5186363" y="4030663"/>
          <p14:tracePt t="87175" x="5202238" y="3929063"/>
          <p14:tracePt t="87189" x="5210175" y="3905250"/>
          <p14:tracePt t="87203" x="5248275" y="3851275"/>
          <p14:tracePt t="87219" x="5295900" y="3787775"/>
          <p14:tracePt t="87236" x="5326063" y="3765550"/>
          <p14:tracePt t="87252" x="5413375" y="3709988"/>
          <p14:tracePt t="87267" x="5475288" y="3686175"/>
          <p14:tracePt t="87280" x="5553075" y="3678238"/>
          <p14:tracePt t="87294" x="5584825" y="3678238"/>
          <p14:tracePt t="87312" x="5686425" y="3694113"/>
          <p14:tracePt t="87325" x="5708650" y="3702050"/>
          <p14:tracePt t="87338" x="5795963" y="3741738"/>
          <p14:tracePt t="87357" x="5865813" y="3787775"/>
          <p14:tracePt t="87373" x="5919788" y="3835400"/>
          <p14:tracePt t="87387" x="5967413" y="3897313"/>
          <p14:tracePt t="87401" x="5983288" y="3967163"/>
          <p14:tracePt t="87414" x="5983288" y="4030663"/>
          <p14:tracePt t="87435" x="5935663" y="4156075"/>
          <p14:tracePt t="87446" x="5889625" y="4264025"/>
          <p14:tracePt t="87461" x="5873750" y="4287838"/>
          <p14:tracePt t="87476" x="5818188" y="4381500"/>
          <p14:tracePt t="87488" x="5788025" y="4405313"/>
          <p14:tracePt t="87508" x="5732463" y="4437063"/>
          <p14:tracePt t="87522" x="5708650" y="4445000"/>
          <p14:tracePt t="87539" x="5600700" y="4445000"/>
          <p14:tracePt t="87552" x="5529263" y="4437063"/>
          <p14:tracePt t="87566" x="5491163" y="4413250"/>
          <p14:tracePt t="87595" x="5459413" y="4389438"/>
          <p14:tracePt t="87609" x="5443538" y="4365625"/>
          <p14:tracePt t="87615" x="5419725" y="4351338"/>
          <p14:tracePt t="87643" x="5413375" y="4327525"/>
          <p14:tracePt t="87657" x="5413375" y="4319588"/>
          <p14:tracePt t="87670" x="5427663" y="4202113"/>
          <p14:tracePt t="87684" x="5435600" y="4148138"/>
          <p14:tracePt t="87700" x="5443538" y="4116388"/>
          <p14:tracePt t="87719" x="5459413" y="4046538"/>
          <p14:tracePt t="87743" x="5467350" y="3990975"/>
          <p14:tracePt t="87819" x="5349875" y="3990975"/>
          <p14:tracePt t="87837" x="5232400" y="3998913"/>
          <p14:tracePt t="87940" x="5178425" y="3889375"/>
          <p14:tracePt t="87969" x="5178425" y="3779838"/>
          <p14:tracePt t="88001" x="5224463" y="3678238"/>
          <p14:tracePt t="88241" x="5122863" y="3709988"/>
          <p14:tracePt t="88271" x="4921250" y="3584575"/>
          <p14:tracePt t="88300" x="4857750" y="3490913"/>
          <p14:tracePt t="88317" x="4811713" y="3389313"/>
          <p14:tracePt t="88334" x="4779963" y="3281363"/>
          <p14:tracePt t="88365" x="4779963" y="3155950"/>
          <p14:tracePt t="88383" x="4819650" y="3046413"/>
          <p14:tracePt t="88395" x="4897438" y="2952750"/>
          <p14:tracePt t="88408" x="5006975" y="2874963"/>
          <p14:tracePt t="88422" x="5108575" y="2819400"/>
          <p14:tracePt t="88436" x="5349875" y="2789238"/>
          <p14:tracePt t="88451" x="5467350" y="2819400"/>
          <p14:tracePt t="88465" x="5576888" y="2882900"/>
          <p14:tracePt t="88483" x="5740400" y="3038475"/>
          <p14:tracePt t="88507" x="5810250" y="3140075"/>
          <p14:tracePt t="88518" x="5865813" y="3257550"/>
          <p14:tracePt t="88525" x="5889625" y="3375025"/>
          <p14:tracePt t="88556" x="5810250" y="3600450"/>
          <p14:tracePt t="88575" x="5614988" y="3779838"/>
          <p14:tracePt t="88589" x="5381625" y="3889375"/>
          <p14:tracePt t="88604" x="5122863" y="3944938"/>
          <p14:tracePt t="88617" x="4881563" y="3990975"/>
          <p14:tracePt t="88633" x="4764088" y="4006850"/>
          <p14:tracePt t="88647" x="4646613" y="4022725"/>
          <p14:tracePt t="88735" x="4646613" y="3889375"/>
          <p14:tracePt t="88753" x="4740275" y="3686175"/>
          <p14:tracePt t="88766" x="4819650" y="3600450"/>
          <p14:tracePt t="88781" x="5006975" y="3444875"/>
          <p14:tracePt t="88797" x="5116513" y="3389313"/>
          <p14:tracePt t="88814" x="5224463" y="3359150"/>
          <p14:tracePt t="88886" x="5178425" y="3476625"/>
          <p14:tracePt t="88904" x="5108575" y="3584575"/>
          <p14:tracePt t="88921" x="5037138" y="3678238"/>
          <p14:tracePt t="88934" x="4905375" y="3873500"/>
          <p14:tracePt t="88963" x="4849813" y="4132263"/>
          <p14:tracePt t="88979" x="4857750" y="4164013"/>
          <p14:tracePt t="88993" x="4881563" y="4186238"/>
          <p14:tracePt t="89010" x="5014913" y="4194175"/>
          <p14:tracePt t="89023" x="5154613" y="4148138"/>
          <p14:tracePt t="89038" x="5295900" y="4092575"/>
          <p14:tracePt t="89051" x="5427663" y="4046538"/>
          <p14:tracePt t="89070" x="5521325" y="3998913"/>
          <p14:tracePt t="89088" x="5576888" y="3960813"/>
          <p14:tracePt t="89113" x="5584825" y="3929063"/>
          <p14:tracePt t="89133" x="5529263" y="3913188"/>
          <p14:tracePt t="89150" x="5451475" y="3929063"/>
          <p14:tracePt t="89156" x="5341938" y="3960813"/>
          <p14:tracePt t="89174" x="5170488" y="4014788"/>
          <p14:tracePt t="89186" x="5037138" y="4038600"/>
          <p14:tracePt t="89205" x="4905375" y="4038600"/>
          <p14:tracePt t="89219" x="4833938" y="4006850"/>
          <p14:tracePt t="89234" x="4819650" y="3983038"/>
          <p14:tracePt t="89245" x="4827588" y="3905250"/>
          <p14:tracePt t="89260" x="4881563" y="3779838"/>
          <p14:tracePt t="89276" x="4921250" y="3717925"/>
          <p14:tracePt t="89293" x="4975225" y="3640138"/>
          <p14:tracePt t="89308" x="5116513" y="3429000"/>
          <p14:tracePt t="89322" x="5232400" y="3343275"/>
          <p14:tracePt t="89339" x="5311775" y="3303588"/>
          <p14:tracePt t="89352" x="5491163" y="3249613"/>
          <p14:tracePt t="89370" x="5622925" y="3241675"/>
          <p14:tracePt t="89382" x="5740400" y="3257550"/>
          <p14:tracePt t="89400" x="5803900" y="3287713"/>
          <p14:tracePt t="89413" x="5911850" y="3389313"/>
          <p14:tracePt t="89428" x="5975350" y="3538538"/>
          <p14:tracePt t="89440" x="6005513" y="3656013"/>
          <p14:tracePt t="89459" x="6021388" y="3795713"/>
          <p14:tracePt t="89471" x="6029325" y="3897313"/>
          <p14:tracePt t="89486" x="5991225" y="4046538"/>
          <p14:tracePt t="89502" x="5951538" y="4116388"/>
          <p14:tracePt t="89516" x="5881688" y="4194175"/>
          <p14:tracePt t="89530" x="5842000" y="4233863"/>
          <p14:tracePt t="89546" x="5732463" y="4335463"/>
          <p14:tracePt t="89563" x="5708650" y="4359275"/>
          <p14:tracePt t="89577" x="5662613" y="4405313"/>
          <p14:tracePt t="89595" x="5630863" y="4405313"/>
          <p14:tracePt t="89608" x="5584825" y="4373563"/>
          <p14:tracePt t="89620" x="5529263" y="4343400"/>
          <p14:tracePt t="89634" x="5443538" y="4271963"/>
          <p14:tracePt t="89645" x="5397500" y="4194175"/>
          <p14:tracePt t="89660" x="5389563" y="4132263"/>
          <p14:tracePt t="89676" x="5389563" y="4030663"/>
          <p14:tracePt t="89691" x="5397500" y="3937000"/>
          <p14:tracePt t="89713" x="5397500" y="3835400"/>
          <p14:tracePt t="89730" x="5397500" y="3803650"/>
          <p14:tracePt t="89745" x="5397500" y="3694113"/>
          <p14:tracePt t="89761" x="5405438" y="3600450"/>
          <p14:tracePt t="89776" x="5419725" y="3546475"/>
          <p14:tracePt t="89789" x="5427663" y="3514725"/>
          <p14:tracePt t="89803" x="5443538" y="3490913"/>
          <p14:tracePt t="89817" x="5467350" y="3476625"/>
          <p14:tracePt t="89835" x="5529263" y="3452813"/>
          <p14:tracePt t="89849" x="5561013" y="3452813"/>
          <p14:tracePt t="89866" x="5592763" y="3452813"/>
          <p14:tracePt t="89878" x="5662613" y="3476625"/>
          <p14:tracePt t="89892" x="5686425" y="3498850"/>
          <p14:tracePt t="89907" x="5732463" y="3546475"/>
          <p14:tracePt t="89924" x="5780088" y="3592513"/>
          <p14:tracePt t="89938" x="5803900" y="3616325"/>
          <p14:tracePt t="89953" x="5865813" y="3702050"/>
          <p14:tracePt t="89967" x="5881688" y="3717925"/>
          <p14:tracePt t="89985" x="5897563" y="3827463"/>
          <p14:tracePt t="89994" x="5897563" y="3889375"/>
          <p14:tracePt t="90013" x="5897563" y="3975100"/>
          <p14:tracePt t="90028" x="5889625" y="4014788"/>
          <p14:tracePt t="90044" x="5889625" y="4038600"/>
          <p14:tracePt t="90059" x="5849938" y="4100513"/>
          <p14:tracePt t="90071" x="5834063" y="4124325"/>
          <p14:tracePt t="90089" x="5818188" y="4140200"/>
          <p14:tracePt t="90100" x="5788025" y="4178300"/>
          <p14:tracePt t="90119" x="5772150" y="4202113"/>
          <p14:tracePt t="90162" x="5756275" y="4217988"/>
          <p14:tracePt t="90193" x="5694363" y="4233863"/>
          <p14:tracePt t="90221" x="5638800" y="4233863"/>
          <p14:tracePt t="90236" x="5622925" y="4225925"/>
          <p14:tracePt t="90252" x="5584825" y="4194175"/>
          <p14:tracePt t="90270" x="5545138" y="4164013"/>
          <p14:tracePt t="90286" x="5513388" y="4132263"/>
          <p14:tracePt t="90298" x="5459413" y="4092575"/>
          <p14:tracePt t="90314" x="5427663" y="4038600"/>
          <p14:tracePt t="90327" x="5413375" y="4014788"/>
          <p14:tracePt t="90355" x="5413375" y="3983038"/>
          <p14:tracePt t="90374" x="5405438" y="3929063"/>
          <p14:tracePt t="90392" x="5397500" y="3889375"/>
          <p14:tracePt t="90404" x="5397500" y="3835400"/>
          <p14:tracePt t="90418" x="5405438" y="3803650"/>
          <p14:tracePt t="90433" x="5405438" y="3771900"/>
          <p14:tracePt t="90476" x="5413375" y="3741738"/>
          <p14:tracePt t="90510" x="5435600" y="3717925"/>
          <p14:tracePt t="90525" x="5483225" y="3678238"/>
          <p14:tracePt t="90542" x="5507038" y="3663950"/>
          <p14:tracePt t="90558" x="5608638" y="3616325"/>
          <p14:tracePt t="90582" x="5638800" y="3600450"/>
          <p14:tracePt t="90601" x="5788025" y="3592513"/>
          <p14:tracePt t="90615" x="5857875" y="3616325"/>
          <p14:tracePt t="90640" x="5881688" y="3632200"/>
          <p14:tracePt t="90646" x="5967413" y="3749675"/>
          <p14:tracePt t="90660" x="6013450" y="3835400"/>
          <p14:tracePt t="90676" x="6037263" y="3929063"/>
          <p14:tracePt t="90690" x="6053138" y="4006850"/>
          <p14:tracePt t="90703" x="6045200" y="4068763"/>
          <p14:tracePt t="90718" x="6037263" y="4092575"/>
          <p14:tracePt t="90737" x="5967413" y="4194175"/>
          <p14:tracePt t="90753" x="5927725" y="4257675"/>
          <p14:tracePt t="90766" x="5903913" y="4295775"/>
          <p14:tracePt t="90793" x="5857875" y="4319588"/>
          <p14:tracePt t="90809" x="5795963" y="4343400"/>
          <p14:tracePt t="90825" x="5716588" y="4365625"/>
          <p14:tracePt t="90841" x="5630863" y="4365625"/>
          <p14:tracePt t="90853" x="5499100" y="4359275"/>
          <p14:tracePt t="90868" x="5459413" y="4351338"/>
          <p14:tracePt t="90886" x="5365750" y="4327525"/>
          <p14:tracePt t="90901" x="5303838" y="4303713"/>
          <p14:tracePt t="90924" x="5202238" y="4202113"/>
          <p14:tracePt t="90939" x="5130800" y="4108450"/>
          <p14:tracePt t="90944" x="5116513" y="4084638"/>
          <p14:tracePt t="90960" x="5037138" y="3960813"/>
          <p14:tracePt t="90976" x="5014913" y="3905250"/>
          <p14:tracePt t="90991" x="5006975" y="3851275"/>
          <p14:tracePt t="91004" x="5037138" y="3827463"/>
          <p14:tracePt t="91017" x="5108575" y="3803650"/>
          <p14:tracePt t="91038" x="5138738" y="3795713"/>
          <p14:tracePt t="91050" x="5311775" y="3733800"/>
          <p14:tracePt t="91067" x="5341938" y="3717925"/>
          <p14:tracePt t="91081" x="5435600" y="3608388"/>
          <p14:tracePt t="91094" x="5507038" y="3530600"/>
          <p14:tracePt t="91108" x="5529263" y="3498850"/>
          <p14:tracePt t="91126" x="5662613" y="3436938"/>
          <p14:tracePt t="91138" x="5732463" y="3429000"/>
          <p14:tracePt t="91152" x="5803900" y="3421063"/>
          <p14:tracePt t="91161" x="5834063" y="3413125"/>
          <p14:tracePt t="91176" x="5903913" y="3405188"/>
          <p14:tracePt t="91193" x="5935663" y="3397250"/>
          <p14:tracePt t="91250" x="5911850" y="3421063"/>
          <p14:tracePt t="91264" x="5849938" y="3514725"/>
          <p14:tracePt t="91279" x="5788025" y="3592513"/>
          <p14:tracePt t="91295" x="5748338" y="3648075"/>
          <p14:tracePt t="91310" x="5662613" y="3709988"/>
          <p14:tracePt t="91327" x="5529263" y="3779838"/>
          <p14:tracePt t="91342" x="5499100" y="3779838"/>
          <p14:tracePt t="91358" x="5419725" y="3749675"/>
          <p14:tracePt t="91375" x="5357813" y="3725863"/>
          <p14:tracePt t="91385" x="5248275" y="3671888"/>
          <p14:tracePt t="91403" x="5170488" y="3616325"/>
          <p14:tracePt t="91417" x="5154613" y="3584575"/>
          <p14:tracePt t="91431" x="5154613" y="3514725"/>
          <p14:tracePt t="91446" x="5146675" y="3429000"/>
          <p14:tracePt t="91513" x="5264150" y="3375025"/>
          <p14:tracePt t="91526" x="5529263" y="3311525"/>
          <p14:tracePt t="91549" x="5654675" y="3311525"/>
          <p14:tracePt t="91560" x="5724525" y="3327400"/>
          <p14:tracePt t="91573" x="5803900" y="3359150"/>
          <p14:tracePt t="91589" x="5873750" y="3421063"/>
          <p14:tracePt t="91605" x="5911850" y="3476625"/>
          <p14:tracePt t="91618" x="5927725" y="3648075"/>
          <p14:tracePt t="91634" x="5881688" y="3779838"/>
          <p14:tracePt t="91648" x="5842000" y="3867150"/>
          <p14:tracePt t="91662" x="5756275" y="3960813"/>
          <p14:tracePt t="91680" x="5686425" y="3998913"/>
          <p14:tracePt t="91697" x="5561013" y="4014788"/>
          <p14:tracePt t="91710" x="5443538" y="3998913"/>
          <p14:tracePt t="91723" x="5389563" y="3990975"/>
          <p14:tracePt t="91740" x="5365750" y="3990975"/>
          <p14:tracePt t="91753" x="5318125" y="3952875"/>
          <p14:tracePt t="91770" x="5318125" y="3913188"/>
          <p14:tracePt t="91785" x="5326063" y="3851275"/>
          <p14:tracePt t="91842" x="5381625" y="3741738"/>
          <p14:tracePt t="91872" x="5427663" y="3632200"/>
          <p14:tracePt t="91917" x="5459413" y="3530600"/>
          <p14:tracePt t="92054" x="5576888" y="3530600"/>
          <p14:tracePt t="92069" x="5694363" y="3554413"/>
          <p14:tracePt t="92100" x="5810250" y="3576638"/>
          <p14:tracePt t="92220" x="5897563" y="3616325"/>
          <p14:tracePt t="92239" x="6013450" y="3663950"/>
          <p14:tracePt t="92279" x="6037263" y="3671888"/>
          <p14:tracePt t="92326" x="6053138" y="3686175"/>
          <p14:tracePt t="92355" x="6061075" y="3717925"/>
          <p14:tracePt t="92521" x="6029325" y="3717925"/>
          <p14:tracePt t="92552" x="5967413" y="3741738"/>
          <p14:tracePt t="92610" x="5849938" y="3779838"/>
          <p14:tracePt t="92625" x="5724525" y="3787775"/>
          <p14:tracePt t="92665" x="5600700" y="3779838"/>
          <p14:tracePt t="92701" x="5483225" y="3819525"/>
          <p14:tracePt t="92806" x="5600700" y="3779838"/>
          <p14:tracePt t="92972" x="5708650" y="3725863"/>
          <p14:tracePt t="92988" x="5826125" y="3686175"/>
          <p14:tracePt t="93009" x="5927725" y="3656013"/>
          <p14:tracePt t="93030" x="6037263" y="3624263"/>
          <p14:tracePt t="93048" x="6162675" y="3584575"/>
          <p14:tracePt t="93091" x="6264275" y="3570288"/>
          <p14:tracePt t="93196" x="6200775" y="3678238"/>
          <p14:tracePt t="93214" x="6138863" y="3779838"/>
          <p14:tracePt t="93229" x="6061075" y="3873500"/>
          <p14:tracePt t="93242" x="5983288" y="3952875"/>
          <p14:tracePt t="93274" x="5903913" y="4038600"/>
          <p14:tracePt t="93393" x="5991225" y="3967163"/>
          <p14:tracePt t="93423" x="6192838" y="3897313"/>
          <p14:tracePt t="93439" x="6264275" y="3921125"/>
          <p14:tracePt t="93470" x="6256338" y="3960813"/>
          <p14:tracePt t="93488" x="6240463" y="4022725"/>
          <p14:tracePt t="93541" x="6162675" y="4116388"/>
          <p14:tracePt t="93571" x="6061075" y="4178300"/>
          <p14:tracePt t="93590" x="5943600" y="4164013"/>
          <p14:tracePt t="93602" x="5834063" y="4132263"/>
          <p14:tracePt t="93644" x="5724525" y="4084638"/>
          <p14:tracePt t="93660" x="5630863" y="4014788"/>
          <p14:tracePt t="93675" x="5553075" y="3913188"/>
          <p14:tracePt t="93694" x="5513388" y="3811588"/>
          <p14:tracePt t="93726" x="5521325" y="3694113"/>
          <p14:tracePt t="93768" x="5614988" y="3624263"/>
          <p14:tracePt t="93796" x="5732463" y="3624263"/>
          <p14:tracePt t="93822" x="5842000" y="3678238"/>
          <p14:tracePt t="93833" x="5935663" y="3779838"/>
          <p14:tracePt t="93848" x="5983288" y="3881438"/>
          <p14:tracePt t="93869" x="6005513" y="3990975"/>
          <p14:tracePt t="93889" x="5999163" y="4116388"/>
          <p14:tracePt t="93917" x="5951538" y="4225925"/>
          <p14:tracePt t="93935" x="5881688" y="4327525"/>
          <p14:tracePt t="93958" x="5810250" y="4413250"/>
          <p14:tracePt t="93972" x="5724525" y="4498975"/>
          <p14:tracePt t="94008" x="5608638" y="4522788"/>
          <p14:tracePt t="94021" x="5491163" y="4491038"/>
          <p14:tracePt t="94055" x="5397500" y="4413250"/>
          <p14:tracePt t="94082" x="5357813" y="4295775"/>
          <p14:tracePt t="94114" x="5349875" y="4178300"/>
          <p14:tracePt t="94132" x="5365750" y="4062413"/>
          <p14:tracePt t="94154" x="5397500" y="3944938"/>
          <p14:tracePt t="94162" x="5475288" y="3851275"/>
          <p14:tracePt t="94188" x="5561013" y="3779838"/>
          <p14:tracePt t="94201" x="5670550" y="3741738"/>
          <p14:tracePt t="94231" x="5795963" y="3741738"/>
          <p14:tracePt t="94247" x="5983288" y="3787775"/>
          <p14:tracePt t="94263" x="6045200" y="3889375"/>
          <p14:tracePt t="94280" x="6061075" y="3937000"/>
          <p14:tracePt t="94296" x="6092825" y="4092575"/>
          <p14:tracePt t="94318" x="6061075" y="4241800"/>
          <p14:tracePt t="94332" x="5959475" y="4389438"/>
          <p14:tracePt t="94348" x="5865813" y="4475163"/>
          <p14:tracePt t="94354" x="5834063" y="4506913"/>
          <p14:tracePt t="94364" x="5788025" y="4530725"/>
          <p14:tracePt t="94387" x="5662613" y="4546600"/>
          <p14:tracePt t="94401" x="5638800" y="4530725"/>
          <p14:tracePt t="94414" x="5584825" y="4483100"/>
          <p14:tracePt t="94456" x="5600700" y="4257675"/>
          <p14:tracePt t="94475" x="5622925" y="4194175"/>
          <p14:tracePt t="94516" x="5803900" y="3990975"/>
          <p14:tracePt t="94533" x="5903913" y="3921125"/>
          <p14:tracePt t="94549" x="5927725" y="3905250"/>
          <p14:tracePt t="94562" x="5951538" y="3881438"/>
          <p14:tracePt t="94577" x="5967413" y="3859213"/>
          <p14:tracePt t="94651" x="5959475" y="3889375"/>
          <p14:tracePt t="94771" x="6021388" y="3867150"/>
          <p14:tracePt t="94790" x="6069013" y="3859213"/>
          <p14:tracePt t="94803" x="6130925" y="3851275"/>
          <p14:tracePt t="94879" x="6069013" y="3897313"/>
          <p14:tracePt t="94900" x="6045200" y="3921125"/>
          <p14:tracePt t="94914" x="5943600" y="3975100"/>
          <p14:tracePt t="94930" x="5897563" y="4006850"/>
          <p14:tracePt t="94941" x="5865813" y="4022725"/>
          <p14:tracePt t="95014" x="5927725" y="4022725"/>
          <p14:tracePt t="95033" x="5959475" y="4014788"/>
          <p14:tracePt t="95053" x="6053138" y="3983038"/>
          <p14:tracePt t="95069" x="6076950" y="3975100"/>
          <p14:tracePt t="95132" x="5999163" y="4038600"/>
          <p14:tracePt t="95148" x="5967413" y="4054475"/>
          <p14:tracePt t="95159" x="5911850" y="4100513"/>
          <p14:tracePt t="95167" x="5857875" y="4148138"/>
          <p14:tracePt t="95196" x="5826125" y="4164013"/>
          <p14:tracePt t="95208" x="5803900" y="4170363"/>
          <p14:tracePt t="95234" x="5788025" y="4140200"/>
          <p14:tracePt t="95247" x="5740400" y="4038600"/>
          <p14:tracePt t="95259" x="5724525" y="3983038"/>
          <p14:tracePt t="95274" x="5716588" y="3960813"/>
          <p14:tracePt t="95344" x="5686425" y="3851275"/>
          <p14:tracePt t="95390" x="5678488" y="3733800"/>
          <p14:tracePt t="95448" x="5732463" y="3663950"/>
          <p14:tracePt t="95466" x="5780088" y="3616325"/>
          <p14:tracePt t="95479" x="5935663" y="3616325"/>
          <p14:tracePt t="95496" x="6013450" y="3640138"/>
          <p14:tracePt t="95517" x="6045200" y="3648075"/>
          <p14:tracePt t="95535" x="6076950" y="3663950"/>
          <p14:tracePt t="95550" x="6138863" y="3694113"/>
          <p14:tracePt t="95558" x="6224588" y="3741738"/>
          <p14:tracePt t="95570" x="6272213" y="3795713"/>
          <p14:tracePt t="95584" x="6318250" y="3859213"/>
          <p14:tracePt t="95600" x="6350000" y="3913188"/>
          <p14:tracePt t="95613" x="6381750" y="3975100"/>
          <p14:tracePt t="95628" x="6388100" y="4038600"/>
          <p14:tracePt t="95646" x="6388100" y="4062413"/>
          <p14:tracePt t="95660" x="6357938" y="4217988"/>
          <p14:tracePt t="95675" x="6334125" y="4279900"/>
          <p14:tracePt t="95700" x="6240463" y="4413250"/>
          <p14:tracePt t="95709" x="6170613" y="4506913"/>
          <p14:tracePt t="95720" x="6146800" y="4530725"/>
          <p14:tracePt t="95750" x="5889625" y="4648200"/>
          <p14:tracePt t="95765" x="5818188" y="4662488"/>
          <p14:tracePt t="95778" x="5662613" y="4678363"/>
          <p14:tracePt t="95795" x="5592763" y="4678363"/>
          <p14:tracePt t="95809" x="5459413" y="4686300"/>
          <p14:tracePt t="95823" x="5373688" y="4686300"/>
          <p14:tracePt t="95838" x="5334000" y="4678363"/>
          <p14:tracePt t="95857" x="5295900" y="4670425"/>
          <p14:tracePt t="95897" x="5210175" y="4546600"/>
          <p14:tracePt t="95928" x="5162550" y="4445000"/>
          <p14:tracePt t="95956" x="5138738" y="4327525"/>
          <p14:tracePt t="95971" x="5130800" y="4202113"/>
          <p14:tracePt t="96002" x="5138738" y="4084638"/>
          <p14:tracePt t="96019" x="5138738" y="3967163"/>
          <p14:tracePt t="96063" x="5178425" y="3859213"/>
          <p14:tracePt t="96094" x="5232400" y="3749675"/>
          <p14:tracePt t="96121" x="5287963" y="3648075"/>
          <p14:tracePt t="96170" x="5373688" y="3570288"/>
          <p14:tracePt t="96214" x="5483225" y="3530600"/>
          <p14:tracePt t="96258" x="5592763" y="3530600"/>
          <p14:tracePt t="96289" x="5708650" y="3562350"/>
          <p14:tracePt t="96317" x="5826125" y="3600450"/>
          <p14:tracePt t="96332" x="5991225" y="3678238"/>
          <p14:tracePt t="96352" x="6045200" y="3702050"/>
          <p14:tracePt t="96368" x="6154738" y="3757613"/>
          <p14:tracePt t="96409" x="6192838" y="3819525"/>
          <p14:tracePt t="96433" x="6200775" y="3851275"/>
          <p14:tracePt t="96452" x="6178550" y="3929063"/>
          <p14:tracePt t="96469" x="6146800" y="3983038"/>
          <p14:tracePt t="96484" x="6107113" y="4062413"/>
          <p14:tracePt t="96497" x="6084888" y="4116388"/>
          <p14:tracePt t="96512" x="6076950" y="4148138"/>
          <p14:tracePt t="96528" x="6061075" y="4178300"/>
          <p14:tracePt t="96544" x="6053138" y="4178300"/>
          <p14:tracePt t="96561" x="6013450" y="4233863"/>
          <p14:tracePt t="96573" x="5991225" y="4257675"/>
          <p14:tracePt t="96588" x="5975350" y="4279900"/>
          <p14:tracePt t="96606" x="5951538" y="4327525"/>
          <p14:tracePt t="96620" x="5919788" y="4373563"/>
          <p14:tracePt t="96634" x="5903913" y="4397375"/>
          <p14:tracePt t="96648" x="5881688" y="4413250"/>
          <p14:tracePt t="96661" x="5849938" y="4429125"/>
          <p14:tracePt t="96695" x="5772150" y="4437063"/>
          <p14:tracePt t="96723" x="5748338" y="4429125"/>
          <p14:tracePt t="96753" x="5686425" y="4381500"/>
          <p14:tracePt t="96828" x="5608638" y="4303713"/>
          <p14:tracePt t="96859" x="5537200" y="4202113"/>
          <p14:tracePt t="96875" x="5467350" y="4116388"/>
          <p14:tracePt t="96890" x="5373688" y="4038600"/>
          <p14:tracePt t="96915" x="5287963" y="3960813"/>
          <p14:tracePt t="96948" x="5232400" y="3859213"/>
          <p14:tracePt t="96979" x="5218113" y="3741738"/>
          <p14:tracePt t="97008" x="5240338" y="3624263"/>
          <p14:tracePt t="97053" x="5435600" y="3468688"/>
          <p14:tracePt t="97086" x="5662613" y="3381375"/>
          <p14:tracePt t="97102" x="5911850" y="3327400"/>
          <p14:tracePt t="97113" x="6013450" y="3303588"/>
          <p14:tracePt t="97129" x="6130925" y="3265488"/>
          <p14:tracePt t="97160" x="6248400" y="3217863"/>
          <p14:tracePt t="97176" x="6483350" y="3163888"/>
          <p14:tracePt t="97189" x="6607175" y="3163888"/>
          <p14:tracePt t="97206" x="6842125" y="3163888"/>
          <p14:tracePt t="97218" x="6967538" y="3179763"/>
          <p14:tracePt t="97237" x="7083425" y="3217863"/>
          <p14:tracePt t="97251" x="7326313" y="3311525"/>
          <p14:tracePt t="97265" x="7435850" y="3335338"/>
          <p14:tracePt t="97279" x="7559675" y="3335338"/>
          <p14:tracePt t="97293" x="7842250" y="3287713"/>
          <p14:tracePt t="98143" x="4827588" y="3867150"/>
          <p14:tracePt t="98149" x="4718050" y="3921125"/>
          <p14:tracePt t="98164" x="4584700" y="3952875"/>
          <p14:tracePt t="98170" x="4467225" y="3975100"/>
          <p14:tracePt t="98202" x="4217988" y="3990975"/>
          <p14:tracePt t="98208" x="4108450" y="3990975"/>
          <p14:tracePt t="98259" x="3983038" y="3975100"/>
          <p14:tracePt t="98287" x="3881438" y="3921125"/>
          <p14:tracePt t="98318" x="3811588" y="3819525"/>
          <p14:tracePt t="98344" x="3779838" y="3694113"/>
          <p14:tracePt t="98393" x="3857625" y="3600450"/>
          <p14:tracePt t="98409" x="4084638" y="3530600"/>
          <p14:tracePt t="98423" x="4271963" y="3530600"/>
          <p14:tracePt t="98436" x="4443413" y="3522663"/>
          <p14:tracePt t="98450" x="4576763" y="3570288"/>
          <p14:tracePt t="98468" x="4608513" y="3584575"/>
          <p14:tracePt t="98483" x="4632325" y="3608388"/>
          <p14:tracePt t="98507" x="4662488" y="3648075"/>
          <p14:tracePt t="98515" x="4686300" y="3733800"/>
          <p14:tracePt t="98527" x="4686300" y="3771900"/>
          <p14:tracePt t="98551" x="4638675" y="3889375"/>
          <p14:tracePt t="98563" x="4592638" y="3960813"/>
          <p14:tracePt t="98572" x="4506913" y="4046538"/>
          <p14:tracePt t="98586" x="4475163" y="4062413"/>
          <p14:tracePt t="98616" x="4349750" y="4084638"/>
          <p14:tracePt t="98631" x="4233863" y="4100513"/>
          <p14:tracePt t="98692" x="4132263" y="4054475"/>
          <p14:tracePt t="98721" x="4060825" y="3944938"/>
          <p14:tracePt t="98750" x="4046538" y="3835400"/>
          <p14:tracePt t="98782" x="4052888" y="3717925"/>
          <p14:tracePt t="98810" x="4092575" y="3600450"/>
          <p14:tracePt t="98842" x="4162425" y="3514725"/>
          <p14:tracePt t="98860" x="4279900" y="3460750"/>
          <p14:tracePt t="98872" x="4498975" y="3405188"/>
          <p14:tracePt t="98886" x="4638675" y="3389313"/>
          <p14:tracePt t="98902" x="4857750" y="3405188"/>
          <p14:tracePt t="98917" x="4943475" y="3421063"/>
          <p14:tracePt t="98932" x="5022850" y="3436938"/>
          <p14:tracePt t="98946" x="5146675" y="3498850"/>
          <p14:tracePt t="98958" x="5248275" y="3570288"/>
          <p14:tracePt t="98976" x="5303838" y="3632200"/>
          <p14:tracePt t="98995" x="5326063" y="3663950"/>
          <p14:tracePt t="99007" x="5341938" y="3771900"/>
          <p14:tracePt t="99022" x="5287963" y="3897313"/>
          <p14:tracePt t="99035" x="5210175" y="3975100"/>
          <p14:tracePt t="99053" x="5186363" y="3998913"/>
          <p14:tracePt t="99066" x="5076825" y="4140200"/>
          <p14:tracePt t="99083" x="5045075" y="4202113"/>
          <p14:tracePt t="99097" x="4959350" y="4319588"/>
          <p14:tracePt t="99109" x="4897438" y="4359275"/>
          <p14:tracePt t="99128" x="4827588" y="4389438"/>
          <p14:tracePt t="99142" x="4772025" y="4397375"/>
          <p14:tracePt t="99156" x="4725988" y="4397375"/>
          <p14:tracePt t="99173" x="4608513" y="4359275"/>
          <p14:tracePt t="99186" x="4491038" y="4319588"/>
          <p14:tracePt t="99201" x="4381500" y="4271963"/>
          <p14:tracePt t="99215" x="4279900" y="4194175"/>
          <p14:tracePt t="99245" x="4210050" y="4092575"/>
          <p14:tracePt t="99277" x="4154488" y="3983038"/>
          <p14:tracePt t="99306" x="4186238" y="3867150"/>
          <p14:tracePt t="99335" x="4271963" y="3771900"/>
          <p14:tracePt t="99352" x="4467225" y="3656013"/>
          <p14:tracePt t="99369" x="4678363" y="3570288"/>
          <p14:tracePt t="99381" x="4756150" y="3546475"/>
          <p14:tracePt t="99407" x="5053013" y="3506788"/>
          <p14:tracePt t="99422" x="5194300" y="3530600"/>
          <p14:tracePt t="99430" x="5326063" y="3576638"/>
          <p14:tracePt t="99443" x="5413375" y="3608388"/>
          <p14:tracePt t="99459" x="5507038" y="3663950"/>
          <p14:tracePt t="99472" x="5553075" y="3702050"/>
          <p14:tracePt t="99493" x="5630863" y="3811588"/>
          <p14:tracePt t="99504" x="5646738" y="3897313"/>
          <p14:tracePt t="99517" x="5646738" y="3983038"/>
          <p14:tracePt t="99530" x="5614988" y="4084638"/>
          <p14:tracePt t="99547" x="5553075" y="4178300"/>
          <p14:tracePt t="99568" x="5483225" y="4225925"/>
          <p14:tracePt t="99593" x="5318125" y="4241800"/>
          <p14:tracePt t="99608" x="5202238" y="4210050"/>
          <p14:tracePt t="99621" x="5076825" y="4186238"/>
          <p14:tracePt t="99639" x="4951413" y="4156075"/>
          <p14:tracePt t="99756" x="4991100" y="4046538"/>
          <p14:tracePt t="99772" x="5068888" y="3952875"/>
          <p14:tracePt t="99801" x="5162550" y="3873500"/>
          <p14:tracePt t="99818" x="5264150" y="3843338"/>
          <p14:tracePt t="99830" x="5349875" y="3827463"/>
          <p14:tracePt t="99849" x="5435600" y="3819525"/>
          <p14:tracePt t="99876" x="5443538" y="3851275"/>
          <p14:tracePt t="99892" x="5419725" y="3867150"/>
          <p14:tracePt t="99906" x="5381625" y="3873500"/>
          <p14:tracePt t="99923" x="5264150" y="3859213"/>
          <p14:tracePt t="99936" x="5218113" y="3843338"/>
          <p14:tracePt t="99966" x="5029200" y="3717925"/>
          <p14:tracePt t="99997" x="4951413" y="3648075"/>
          <p14:tracePt t="100015" x="4881563" y="3554413"/>
          <p14:tracePt t="100027" x="4857750" y="3452813"/>
          <p14:tracePt t="100042" x="4889500" y="3335338"/>
          <p14:tracePt t="100055" x="4951413" y="3233738"/>
          <p14:tracePt t="100086" x="5138738" y="3100388"/>
          <p14:tracePt t="100102" x="5264150" y="3070225"/>
          <p14:tracePt t="100119" x="5405438" y="3062288"/>
          <p14:tracePt t="100132" x="5537200" y="3062288"/>
          <p14:tracePt t="100147" x="5935663" y="3086100"/>
          <p14:tracePt t="100163" x="6099175" y="3155950"/>
          <p14:tracePt t="100176" x="6192838" y="3257550"/>
          <p14:tracePt t="100195" x="6216650" y="3287713"/>
          <p14:tracePt t="100206" x="6232525" y="3359150"/>
          <p14:tracePt t="100220" x="6170613" y="3460750"/>
          <p14:tracePt t="100238" x="6084888" y="3562350"/>
          <p14:tracePt t="100249" x="6013450" y="3616325"/>
          <p14:tracePt t="100255" x="5959475" y="3656013"/>
          <p14:tracePt t="100267" x="5911850" y="3686175"/>
          <p14:tracePt t="100299" x="5780088" y="3873500"/>
          <p14:tracePt t="100315" x="5702300" y="3967163"/>
          <p14:tracePt t="100327" x="5568950" y="4054475"/>
          <p14:tracePt t="100355" x="5467350" y="4068763"/>
          <p14:tracePt t="100373" x="5405438" y="4054475"/>
          <p14:tracePt t="100386" x="5373688" y="4038600"/>
          <p14:tracePt t="100401" x="5334000" y="4022725"/>
          <p14:tracePt t="100405" x="5303838" y="4006850"/>
          <p14:tracePt t="100446" x="5303838" y="3913188"/>
          <p14:tracePt t="100465" x="5303838" y="3851275"/>
          <p14:tracePt t="100521" x="5303838" y="3733800"/>
          <p14:tracePt t="100535" x="5264150" y="3624263"/>
          <p14:tracePt t="100718" x="5138738" y="3648075"/>
          <p14:tracePt t="100807" x="5232400" y="3570288"/>
          <p14:tracePt t="100822" x="5341938" y="3514725"/>
          <p14:tracePt t="100837" x="5467350" y="3498850"/>
          <p14:tracePt t="100852" x="5592763" y="3506788"/>
          <p14:tracePt t="100883" x="5708650" y="3546475"/>
          <p14:tracePt t="100957" x="5716588" y="3663950"/>
          <p14:tracePt t="100987" x="5646738" y="3779838"/>
          <p14:tracePt t="101005" x="5451475" y="3937000"/>
          <p14:tracePt t="101014" x="5341938" y="3990975"/>
          <p14:tracePt t="101031" x="5130800" y="4100513"/>
          <p14:tracePt t="101048" x="5029200" y="4148138"/>
          <p14:tracePt t="101151" x="5029200" y="4038600"/>
          <p14:tracePt t="101166" x="5053013" y="3921125"/>
          <p14:tracePt t="101183" x="5084763" y="3827463"/>
          <p14:tracePt t="101214" x="5170488" y="3749675"/>
          <p14:tracePt t="101242" x="5280025" y="3717925"/>
          <p14:tracePt t="101289" x="5397500" y="3741738"/>
          <p14:tracePt t="101349" x="5357813" y="3835400"/>
          <p14:tracePt t="101377" x="5256213" y="3889375"/>
          <p14:tracePt t="101990" x="5218113" y="3765550"/>
          <p14:tracePt t="102023" x="5170488" y="3640138"/>
          <p14:tracePt t="104133" x="9747250" y="2765425"/>
          <p14:tracePt t="104140" x="9856788" y="2717800"/>
          <p14:tracePt t="104154" x="9966325" y="2687638"/>
          <p14:tracePt t="104181" x="10083800" y="2663825"/>
          <p14:tracePt t="104195" x="10199688" y="2640013"/>
          <p14:tracePt t="104232" x="10340975" y="2640013"/>
          <p14:tracePt t="104274" x="10293350" y="2679700"/>
          <p14:tracePt t="104306" x="10247313" y="2725738"/>
          <p14:tracePt t="104323" x="10121900" y="2773363"/>
          <p14:tracePt t="104335" x="9950450" y="2905125"/>
          <p14:tracePt t="104346" x="9888538" y="2960688"/>
          <p14:tracePt t="104358" x="9802813" y="3038475"/>
          <p14:tracePt t="104373" x="9739313" y="3086100"/>
          <p14:tracePt t="104388" x="9693275" y="3140075"/>
          <p14:tracePt t="104417" x="9669463" y="3163888"/>
          <p14:tracePt t="104426" x="9645650" y="3186113"/>
          <p14:tracePt t="104451" x="9607550" y="3194050"/>
          <p14:tracePt t="104465" x="9536113" y="3163888"/>
          <p14:tracePt t="104479" x="9498013" y="3140075"/>
          <p14:tracePt t="104494" x="9466263" y="3124200"/>
          <p14:tracePt t="104508" x="9364663" y="3092450"/>
          <p14:tracePt t="104524" x="9332913" y="3086100"/>
          <p14:tracePt t="104538" x="9263063" y="3062288"/>
          <p14:tracePt t="104554" x="9223375" y="3054350"/>
          <p14:tracePt t="104570" x="9177338" y="3054350"/>
          <p14:tracePt t="104585" x="9115425" y="3054350"/>
          <p14:tracePt t="104600" x="9075738" y="3062288"/>
          <p14:tracePt t="104613" x="9013825" y="3070225"/>
          <p14:tracePt t="104628" x="8982075" y="3078163"/>
          <p14:tracePt t="104644" x="8942388" y="3092450"/>
          <p14:tracePt t="104658" x="8920163" y="3108325"/>
          <p14:tracePt t="104674" x="8896350" y="3132138"/>
          <p14:tracePt t="104688" x="8888413" y="3163888"/>
          <p14:tracePt t="104720" x="8896350" y="3194050"/>
          <p14:tracePt t="104735" x="8958263" y="3233738"/>
          <p14:tracePt t="104751" x="8990013" y="3241675"/>
          <p14:tracePt t="104765" x="9067800" y="3257550"/>
          <p14:tracePt t="104778" x="9177338" y="3273425"/>
          <p14:tracePt t="104794" x="9310688" y="3295650"/>
          <p14:tracePt t="104808" x="9380538" y="3303588"/>
          <p14:tracePt t="104823" x="9466263" y="3311525"/>
          <p14:tracePt t="104839" x="9498013" y="3303588"/>
          <p14:tracePt t="104855" x="9591675" y="3295650"/>
          <p14:tracePt t="104901" x="9551988" y="3265488"/>
          <p14:tracePt t="104915" x="9450388" y="3225800"/>
          <p14:tracePt t="104930" x="9412288" y="3217863"/>
          <p14:tracePt t="104959" x="9302750" y="3225800"/>
          <p14:tracePt t="104974" x="9193213" y="3249613"/>
          <p14:tracePt t="105005" x="9075738" y="3281363"/>
          <p14:tracePt t="105037" x="8974138" y="3327400"/>
          <p14:tracePt t="105050" x="8848725" y="3389313"/>
          <p14:tracePt t="105054" x="8818563" y="3421063"/>
          <p14:tracePt t="105066" x="8763000" y="3468688"/>
          <p14:tracePt t="105096" x="8755063" y="3498850"/>
          <p14:tracePt t="105124" x="8763000" y="3530600"/>
          <p14:tracePt t="105268" x="8747125" y="3554413"/>
          <p14:tracePt t="105295" x="8724900" y="3576638"/>
          <p14:tracePt t="105310" x="8693150" y="3592513"/>
          <p14:tracePt t="105323" x="8661400" y="3600450"/>
          <p14:tracePt t="105339" x="8631238" y="3608388"/>
          <p14:tracePt t="105564" x="8685213" y="3600450"/>
          <p14:tracePt t="105580" x="8724900" y="3600450"/>
          <p14:tracePt t="105624" x="8794750" y="3640138"/>
          <p14:tracePt t="105642" x="8818563" y="3656013"/>
          <p14:tracePt t="105654" x="8832850" y="3671888"/>
          <p14:tracePt t="105682" x="8848725" y="3686175"/>
          <p14:tracePt t="105710" x="8880475" y="3694113"/>
          <p14:tracePt t="105724" x="8904288" y="3694113"/>
          <p14:tracePt t="105739" x="8934450" y="3694113"/>
          <p14:tracePt t="105754" x="8966200" y="3694113"/>
          <p14:tracePt t="105786" x="8997950" y="3694113"/>
          <p14:tracePt t="105799" x="9028113" y="3694113"/>
          <p14:tracePt t="105824" x="9059863" y="3686175"/>
          <p14:tracePt t="105849" x="9028113" y="3671888"/>
          <p14:tracePt t="105861" x="9005888" y="3663950"/>
          <p14:tracePt t="105874" x="8934450" y="3656013"/>
          <p14:tracePt t="105904" x="8880475" y="3648075"/>
          <p14:tracePt t="105921" x="8848725" y="3648075"/>
          <p14:tracePt t="105937" x="8818563" y="3640138"/>
          <p14:tracePt t="105966" x="8802688" y="3663950"/>
          <p14:tracePt t="105995" x="8802688" y="3702050"/>
          <p14:tracePt t="106190" x="8826500" y="3725863"/>
          <p14:tracePt t="106212" x="8848725" y="3741738"/>
          <p14:tracePt t="106240" x="8880475" y="3757613"/>
          <p14:tracePt t="106254" x="8920163" y="3757613"/>
          <p14:tracePt t="106258" x="8950325" y="3749675"/>
          <p14:tracePt t="106269" x="8982075" y="3733800"/>
          <p14:tracePt t="106298" x="9013825" y="3717925"/>
          <p14:tracePt t="106311" x="9043988" y="3702050"/>
          <p14:tracePt t="106325" x="9075738" y="3709988"/>
          <p14:tracePt t="106340" x="9107488" y="3709988"/>
          <p14:tracePt t="106372" x="9177338" y="3717925"/>
          <p14:tracePt t="106396" x="9201150" y="3725863"/>
          <p14:tracePt t="106410" x="9223375" y="3725863"/>
          <p14:tracePt t="106434" x="9255125" y="3725863"/>
          <p14:tracePt t="106450" x="9294813" y="3717925"/>
          <p14:tracePt t="106463" x="9364663" y="3709988"/>
          <p14:tracePt t="106479" x="9396413" y="3702050"/>
          <p14:tracePt t="106495" x="9426575" y="3702050"/>
          <p14:tracePt t="106525" x="9498013" y="3702050"/>
          <p14:tracePt t="106539" x="9520238" y="3709988"/>
          <p14:tracePt t="106554" x="9544050" y="3709988"/>
          <p14:tracePt t="106560" x="9575800" y="3717925"/>
          <p14:tracePt t="106585" x="9677400" y="3733800"/>
          <p14:tracePt t="106615" x="9707563" y="3741738"/>
          <p14:tracePt t="106644" x="9739313" y="3741738"/>
          <p14:tracePt t="106659" x="9771063" y="3733800"/>
          <p14:tracePt t="106689" x="9825038" y="3702050"/>
          <p14:tracePt t="106706" x="9840913" y="3678238"/>
          <p14:tracePt t="106720" x="9864725" y="3663950"/>
          <p14:tracePt t="106750" x="9880600" y="3648075"/>
          <p14:tracePt t="106779" x="9910763" y="3640138"/>
          <p14:tracePt t="106809" x="9966325" y="3632200"/>
          <p14:tracePt t="106855" x="9998075" y="3648075"/>
          <p14:tracePt t="106870" x="10028238" y="3656013"/>
          <p14:tracePt t="106886" x="10059988" y="3671888"/>
          <p14:tracePt t="106901" x="10083800" y="3686175"/>
          <p14:tracePt t="106989" x="10113963" y="3678238"/>
          <p14:tracePt t="107065" x="10145713" y="3678238"/>
          <p14:tracePt t="107251" x="10169525" y="3663950"/>
          <p14:tracePt t="107353" x="10153650" y="3640138"/>
          <p14:tracePt t="107378" x="10121900" y="3624263"/>
          <p14:tracePt t="107387" x="10059988" y="3608388"/>
          <p14:tracePt t="107416" x="10028238" y="3600450"/>
          <p14:tracePt t="107445" x="9990138" y="3592513"/>
          <p14:tracePt t="107608" x="9974263" y="3562350"/>
          <p14:tracePt t="107626" x="9982200" y="3530600"/>
          <p14:tracePt t="107791" x="10004425" y="3546475"/>
          <p14:tracePt t="107806" x="10044113" y="3554413"/>
          <p14:tracePt t="107821" x="10106025" y="3576638"/>
          <p14:tracePt t="107837" x="10137775" y="3584575"/>
          <p14:tracePt t="107876" x="10169525" y="3600450"/>
          <p14:tracePt t="107904" x="10191750" y="3608388"/>
          <p14:tracePt t="107986" x="10215563" y="3616325"/>
          <p14:tracePt t="108030" x="10247313" y="3616325"/>
          <p14:tracePt t="108059" x="10279063" y="3608388"/>
          <p14:tracePt t="108074" x="10301288" y="3608388"/>
          <p14:tracePt t="108092" x="10333038" y="3608388"/>
          <p14:tracePt t="108107" x="10364788" y="3600450"/>
          <p14:tracePt t="108124" x="10394950" y="3592513"/>
          <p14:tracePt t="108165" x="10418763" y="3576638"/>
          <p14:tracePt t="109096" x="10387013" y="3592513"/>
          <p14:tracePt t="109111" x="10356850" y="3608388"/>
          <p14:tracePt t="109126" x="10293350" y="3632200"/>
          <p14:tracePt t="109138" x="10231438" y="3656013"/>
          <p14:tracePt t="109149" x="10169525" y="3678238"/>
          <p14:tracePt t="109158" x="10098088" y="3686175"/>
          <p14:tracePt t="109171" x="9902825" y="3717925"/>
          <p14:tracePt t="109189" x="9747250" y="3741738"/>
          <p14:tracePt t="109203" x="9599613" y="3771900"/>
          <p14:tracePt t="109219" x="9536113" y="3787775"/>
          <p14:tracePt t="109232" x="9434513" y="3835400"/>
          <p14:tracePt t="109247" x="9340850" y="3867150"/>
          <p14:tracePt t="109260" x="9310688" y="3881438"/>
          <p14:tracePt t="109292" x="9059863" y="3921125"/>
          <p14:tracePt t="109307" x="8966200" y="3921125"/>
          <p14:tracePt t="109321" x="8934450" y="3913188"/>
          <p14:tracePt t="109337" x="8896350" y="3905250"/>
          <p14:tracePt t="109350" x="8840788" y="3897313"/>
          <p14:tracePt t="109382" x="8810625" y="3897313"/>
          <p14:tracePt t="109398" x="8615363" y="3897313"/>
          <p14:tracePt t="109414" x="8575675" y="3897313"/>
          <p14:tracePt t="109428" x="8543925" y="3897313"/>
          <p14:tracePt t="109451" x="8482013" y="3905250"/>
          <p14:tracePt t="109468" x="8458200" y="3913188"/>
          <p14:tracePt t="109482" x="8404225" y="3921125"/>
          <p14:tracePt t="109488" x="8340725" y="3937000"/>
          <p14:tracePt t="109528" x="8318500" y="3937000"/>
          <p14:tracePt t="109544" x="8286750" y="3937000"/>
          <p14:tracePt t="109555" x="8255000" y="3929063"/>
          <p14:tracePt t="109562" x="8224838" y="3913188"/>
          <p14:tracePt t="109577" x="8193088" y="3905250"/>
          <p14:tracePt t="109667" x="8255000" y="3867150"/>
          <p14:tracePt t="109685" x="8372475" y="3819525"/>
          <p14:tracePt t="109697" x="8450263" y="3787775"/>
          <p14:tracePt t="109714" x="8615363" y="3725863"/>
          <p14:tracePt t="109727" x="8685213" y="3694113"/>
          <p14:tracePt t="109743" x="8716963" y="3678238"/>
          <p14:tracePt t="109760" x="8832850" y="3576638"/>
          <p14:tracePt t="109774" x="8904288" y="3506788"/>
          <p14:tracePt t="109788" x="8982075" y="3452813"/>
          <p14:tracePt t="109803" x="9043988" y="3413125"/>
          <p14:tracePt t="109816" x="9115425" y="3375025"/>
          <p14:tracePt t="109850" x="9286875" y="3343275"/>
          <p14:tracePt t="109867" x="9356725" y="3327400"/>
          <p14:tracePt t="109890" x="9388475" y="3311525"/>
          <p14:tracePt t="109904" x="9418638" y="3303588"/>
          <p14:tracePt t="109951" x="9482138" y="3241675"/>
          <p14:tracePt t="109998" x="9498013" y="3217863"/>
          <p14:tracePt t="110016" x="9520238" y="3201988"/>
          <p14:tracePt t="110034" x="9544050" y="3186113"/>
          <p14:tracePt t="110079" x="9559925" y="3155950"/>
          <p14:tracePt t="110093" x="9559925" y="3132138"/>
          <p14:tracePt t="110108" x="9559925" y="3100388"/>
          <p14:tracePt t="110125" x="9551988" y="3030538"/>
          <p14:tracePt t="110140" x="9544050" y="3006725"/>
          <p14:tracePt t="110155" x="9551988" y="2952750"/>
          <p14:tracePt t="110185" x="9607550" y="2921000"/>
          <p14:tracePt t="110205" x="9629775" y="2905125"/>
          <p14:tracePt t="110225" x="9661525" y="2890838"/>
          <p14:tracePt t="110254" x="9693275" y="2874963"/>
          <p14:tracePt t="110281" x="9731375" y="2867025"/>
          <p14:tracePt t="110304" x="9763125" y="2859088"/>
          <p14:tracePt t="110328" x="9832975" y="2843213"/>
          <p14:tracePt t="110344" x="9856788" y="2843213"/>
          <p14:tracePt t="110551" x="9888538" y="2827338"/>
          <p14:tracePt t="110643" x="9888538" y="2803525"/>
          <p14:tracePt t="110673" x="9888538" y="2773363"/>
          <p14:tracePt t="110704" x="9896475" y="2741613"/>
          <p14:tracePt t="110731" x="9902825" y="2709863"/>
          <p14:tracePt t="110808" x="9880600" y="2709863"/>
          <p14:tracePt t="110838" x="9856788" y="2717800"/>
          <p14:tracePt t="110866" x="9840913" y="2749550"/>
          <p14:tracePt t="110912" x="9825038" y="2781300"/>
          <p14:tracePt t="110928" x="9809163" y="2795588"/>
          <p14:tracePt t="110959" x="9779000" y="2859088"/>
          <p14:tracePt t="110972" x="9763125" y="2882900"/>
          <p14:tracePt t="110987" x="9707563" y="2944813"/>
          <p14:tracePt t="111003" x="9645650" y="3014663"/>
          <p14:tracePt t="111018" x="9613900" y="3062288"/>
          <p14:tracePt t="111032" x="9613900" y="3100388"/>
          <p14:tracePt t="111046" x="9613900" y="3132138"/>
          <p14:tracePt t="111183" x="9607550" y="3062288"/>
          <p14:tracePt t="111213" x="9583738" y="2990850"/>
          <p14:tracePt t="111229" x="9544050" y="2944813"/>
          <p14:tracePt t="111244" x="9528175" y="2928938"/>
          <p14:tracePt t="111255" x="9474200" y="2921000"/>
          <p14:tracePt t="111271" x="9434513" y="2905125"/>
          <p14:tracePt t="111276" x="9348788" y="2890838"/>
          <p14:tracePt t="111296" x="9317038" y="2890838"/>
          <p14:tracePt t="111306" x="9217025" y="2890838"/>
          <p14:tracePt t="111321" x="9145588" y="2905125"/>
          <p14:tracePt t="111337" x="9107488" y="2905125"/>
          <p14:tracePt t="111351" x="9083675" y="2913063"/>
          <p14:tracePt t="111452" x="9115425" y="2890838"/>
          <p14:tracePt t="111484" x="9185275" y="2851150"/>
          <p14:tracePt t="111511" x="9209088" y="2835275"/>
          <p14:tracePt t="111526" x="9294813" y="2819400"/>
          <p14:tracePt t="111539" x="9332913" y="2811463"/>
          <p14:tracePt t="111544" x="9364663" y="2803525"/>
          <p14:tracePt t="111558" x="9442450" y="2803525"/>
          <p14:tracePt t="111572" x="9505950" y="2811463"/>
          <p14:tracePt t="111590" x="9528175" y="2811463"/>
          <p14:tracePt t="111602" x="9559925" y="2811463"/>
          <p14:tracePt t="111647" x="9583738" y="2827338"/>
          <p14:tracePt t="111659" x="9607550" y="2851150"/>
          <p14:tracePt t="111672" x="9637713" y="2874963"/>
          <p14:tracePt t="111684" x="9669463" y="2890838"/>
          <p14:tracePt t="111746" x="9685338" y="2921000"/>
          <p14:tracePt t="111760" x="9715500" y="2952750"/>
          <p14:tracePt t="111775" x="9747250" y="2968625"/>
          <p14:tracePt t="111790" x="9779000" y="2984500"/>
          <p14:tracePt t="111866" x="9755188" y="2998788"/>
          <p14:tracePt t="111880" x="9731375" y="3014663"/>
          <p14:tracePt t="111896" x="9677400" y="3046413"/>
          <p14:tracePt t="111925" x="9637713" y="3100388"/>
          <p14:tracePt t="111941" x="9607550" y="3163888"/>
          <p14:tracePt t="111972" x="9607550" y="3194050"/>
          <p14:tracePt t="111986" x="9607550" y="3225800"/>
          <p14:tracePt t="112000" x="9599613" y="3265488"/>
          <p14:tracePt t="112015" x="9591675" y="3287713"/>
          <p14:tracePt t="112045" x="9551988" y="3343275"/>
          <p14:tracePt t="112060" x="9528175" y="3359150"/>
          <p14:tracePt t="112075" x="9498013" y="3405188"/>
          <p14:tracePt t="112092" x="9482138" y="3429000"/>
          <p14:tracePt t="112108" x="9474200" y="3452813"/>
          <p14:tracePt t="112122" x="9426575" y="3498850"/>
          <p14:tracePt t="112139" x="9364663" y="3546475"/>
          <p14:tracePt t="112150" x="9302750" y="3592513"/>
          <p14:tracePt t="112166" x="9278938" y="3608388"/>
          <p14:tracePt t="112181" x="9153525" y="3678238"/>
          <p14:tracePt t="112196" x="9091613" y="3702050"/>
          <p14:tracePt t="112211" x="9059863" y="3717925"/>
          <p14:tracePt t="112225" x="8997950" y="3749675"/>
          <p14:tracePt t="112242" x="8912225" y="3811588"/>
          <p14:tracePt t="112257" x="8856663" y="3851275"/>
          <p14:tracePt t="112273" x="8802688" y="3889375"/>
          <p14:tracePt t="112285" x="8778875" y="3905250"/>
          <p14:tracePt t="112289" x="8755063" y="3921125"/>
          <p14:tracePt t="112301" x="8731250" y="3937000"/>
          <p14:tracePt t="112315" x="8701088" y="3952875"/>
          <p14:tracePt t="112329" x="8669338" y="3960813"/>
          <p14:tracePt t="112345" x="8637588" y="3975100"/>
          <p14:tracePt t="112376" x="8607425" y="3975100"/>
          <p14:tracePt t="112406" x="8575675" y="3975100"/>
          <p14:tracePt t="112436" x="8513763" y="3952875"/>
          <p14:tracePt t="112451" x="8466138" y="3921125"/>
          <p14:tracePt t="112465" x="8420100" y="3897313"/>
          <p14:tracePt t="112480" x="8396288" y="3881438"/>
          <p14:tracePt t="112495" x="8364538" y="3873500"/>
          <p14:tracePt t="112510" x="8340725" y="3859213"/>
          <p14:tracePt t="112541" x="8310563" y="3851275"/>
          <p14:tracePt t="112713" x="8372475" y="3811588"/>
          <p14:tracePt t="112744" x="8404225" y="3795713"/>
          <p14:tracePt t="112788" x="8435975" y="3779838"/>
          <p14:tracePt t="112812" x="8458200" y="3771900"/>
          <p14:tracePt t="112820" x="8505825" y="3765550"/>
          <p14:tracePt t="112849" x="8535988" y="3787775"/>
          <p14:tracePt t="112879" x="8559800" y="3803650"/>
          <p14:tracePt t="112898" x="8607425" y="3843338"/>
          <p14:tracePt t="112925" x="8637588" y="3851275"/>
          <p14:tracePt t="112983" x="8669338" y="3851275"/>
          <p14:tracePt t="113002" x="8701088" y="3851275"/>
          <p14:tracePt t="113031" x="8731250" y="3843338"/>
          <p14:tracePt t="113061" x="8763000" y="3843338"/>
          <p14:tracePt t="113083" x="8794750" y="3835400"/>
          <p14:tracePt t="113102" x="8818563" y="3843338"/>
          <p14:tracePt t="113164" x="8840788" y="3851275"/>
          <p14:tracePt t="113226" x="8864600" y="3843338"/>
          <p14:tracePt t="113480" x="8888413" y="3867150"/>
          <p14:tracePt t="113554" x="8912225" y="3851275"/>
          <p14:tracePt t="113572" x="8934450" y="3835400"/>
          <p14:tracePt t="113600" x="9005888" y="3819525"/>
          <p14:tracePt t="113718" x="9036050" y="3811588"/>
          <p14:tracePt t="113780" x="9067800" y="3819525"/>
          <p14:tracePt t="113812" x="9121775" y="3843338"/>
          <p14:tracePt t="113824" x="9153525" y="3859213"/>
          <p14:tracePt t="113885" x="9177338" y="3859213"/>
          <p14:tracePt t="113912" x="9239250" y="3867150"/>
          <p14:tracePt t="113930" x="9302750" y="3873500"/>
          <p14:tracePt t="114243" x="9372600" y="3873500"/>
          <p14:tracePt t="114304" x="9404350" y="3867150"/>
          <p14:tracePt t="114379" x="9434513" y="3851275"/>
          <p14:tracePt t="114425" x="9466263" y="3843338"/>
          <p14:tracePt t="114454" x="9520238" y="3851275"/>
          <p14:tracePt t="114488" x="9551988" y="3851275"/>
          <p14:tracePt t="114545" x="9583738" y="3859213"/>
          <p14:tracePt t="114564" x="9645650" y="3859213"/>
          <p14:tracePt t="114591" x="9677400" y="3859213"/>
          <p14:tracePt t="114630" x="9707563" y="3851275"/>
          <p14:tracePt t="114662" x="9817100" y="3851275"/>
          <p14:tracePt t="114675" x="9840913" y="3851275"/>
          <p14:tracePt t="114692" x="9896475" y="3835400"/>
          <p14:tracePt t="114704" x="9950450" y="3835400"/>
          <p14:tracePt t="114724" x="9982200" y="3827463"/>
          <p14:tracePt t="114755" x="10052050" y="3811588"/>
          <p14:tracePt t="114784" x="10091738" y="3803650"/>
          <p14:tracePt t="114801" x="10121900" y="3803650"/>
          <p14:tracePt t="114921" x="10129838" y="3835400"/>
          <p14:tracePt t="114951" x="10121900" y="3867150"/>
          <p14:tracePt t="115160" x="10098088" y="3881438"/>
          <p14:tracePt t="115265" x="10137775" y="3889375"/>
          <p14:tracePt t="115281" x="10169525" y="3889375"/>
          <p14:tracePt t="115303" x="10191750" y="3881438"/>
          <p14:tracePt t="115314" x="10215563" y="3867150"/>
          <p14:tracePt t="115344" x="10247313" y="3851275"/>
          <p14:tracePt t="115371" x="10271125" y="3843338"/>
          <p14:tracePt t="115595" x="10263188" y="3811588"/>
          <p14:tracePt t="115732" x="10231438" y="3811588"/>
          <p14:tracePt t="115761" x="10199688" y="3819525"/>
          <p14:tracePt t="115777" x="10177463" y="3819525"/>
          <p14:tracePt t="115792" x="10113963" y="3835400"/>
          <p14:tracePt t="115806" x="10052050" y="3851275"/>
          <p14:tracePt t="115822" x="10020300" y="3851275"/>
          <p14:tracePt t="115839" x="9902825" y="3851275"/>
          <p14:tracePt t="115853" x="9794875" y="3859213"/>
          <p14:tracePt t="115867" x="9763125" y="3859213"/>
          <p14:tracePt t="115882" x="9731375" y="3867150"/>
          <p14:tracePt t="115908" x="9621838" y="3881438"/>
          <p14:tracePt t="115926" x="9551988" y="3873500"/>
          <p14:tracePt t="115935" x="9450388" y="3859213"/>
          <p14:tracePt t="115944" x="9310688" y="3835400"/>
          <p14:tracePt t="115959" x="9169400" y="3803650"/>
          <p14:tracePt t="115975" x="8997950" y="3771900"/>
          <p14:tracePt t="115988" x="8848725" y="3749675"/>
          <p14:tracePt t="116016" x="8631238" y="3787775"/>
          <p14:tracePt t="116044" x="8559800" y="3819525"/>
          <p14:tracePt t="116052" x="8482013" y="3859213"/>
          <p14:tracePt t="116063" x="8428038" y="3873500"/>
          <p14:tracePt t="116078" x="8372475" y="3889375"/>
          <p14:tracePt t="116092" x="8348663" y="3889375"/>
          <p14:tracePt t="116259" x="8388350" y="3889375"/>
          <p14:tracePt t="116287" x="8420100" y="3889375"/>
          <p14:tracePt t="116371" x="8513763" y="3843338"/>
          <p14:tracePt t="116379" x="8575675" y="3873500"/>
          <p14:tracePt t="116393" x="8637588" y="3897313"/>
          <p14:tracePt t="116411" x="8709025" y="3921125"/>
          <p14:tracePt t="116452" x="8739188" y="3944938"/>
          <p14:tracePt t="116466" x="8763000" y="3960813"/>
          <p14:tracePt t="116500" x="8778875" y="3983038"/>
          <p14:tracePt t="116588" x="8802688" y="3998913"/>
          <p14:tracePt t="116606" x="8818563" y="4006850"/>
          <p14:tracePt t="116622" x="8840788" y="4014788"/>
          <p14:tracePt t="116648" x="8872538" y="4022725"/>
          <p14:tracePt t="116664" x="8896350" y="4014788"/>
          <p14:tracePt t="116710" x="8942388" y="3983038"/>
          <p14:tracePt t="116753" x="8974138" y="3975100"/>
          <p14:tracePt t="116779" x="9005888" y="3975100"/>
          <p14:tracePt t="116801" x="9043988" y="3967163"/>
          <p14:tracePt t="116828" x="9075738" y="3960813"/>
          <p14:tracePt t="117083" x="9099550" y="3937000"/>
          <p14:tracePt t="117165" x="9067800" y="3944938"/>
          <p14:tracePt t="117180" x="9028113" y="3944938"/>
          <p14:tracePt t="117194" x="8896350" y="3975100"/>
          <p14:tracePt t="117212" x="8832850" y="3998913"/>
          <p14:tracePt t="117226" x="8778875" y="4014788"/>
          <p14:tracePt t="117241" x="8747125" y="4022725"/>
          <p14:tracePt t="117256" x="8716963" y="4022725"/>
          <p14:tracePt t="117286" x="8631238" y="4006850"/>
          <p14:tracePt t="117314" x="8575675" y="3975100"/>
          <p14:tracePt t="117406" x="8489950" y="3897313"/>
          <p14:tracePt t="117449" x="8420100" y="3811588"/>
          <p14:tracePt t="117480" x="8380413" y="3702050"/>
          <p14:tracePt t="117541" x="8372475" y="3576638"/>
          <p14:tracePt t="117616" x="8420100" y="3468688"/>
          <p14:tracePt t="117661" x="8513763" y="3405188"/>
          <p14:tracePt t="117694" x="8631238" y="3367088"/>
          <p14:tracePt t="117720" x="8739188" y="3343275"/>
          <p14:tracePt t="117737" x="8864600" y="3335338"/>
          <p14:tracePt t="117765" x="8990013" y="3343275"/>
          <p14:tracePt t="117814" x="9091613" y="3367088"/>
          <p14:tracePt t="117859" x="9209088" y="3413125"/>
          <p14:tracePt t="117875" x="9278938" y="3452813"/>
          <p14:tracePt t="117889" x="9356725" y="3530600"/>
          <p14:tracePt t="117903" x="9380538" y="3546475"/>
          <p14:tracePt t="117918" x="9388475" y="3584575"/>
          <p14:tracePt t="117931" x="9426575" y="3678238"/>
          <p14:tracePt t="117945" x="9442450" y="3749675"/>
          <p14:tracePt t="117970" x="9466263" y="3819525"/>
          <p14:tracePt t="117989" x="9474200" y="3843338"/>
          <p14:tracePt t="118013" x="9474200" y="3873500"/>
          <p14:tracePt t="118025" x="9474200" y="3905250"/>
          <p14:tracePt t="118044" x="9458325" y="3960813"/>
          <p14:tracePt t="118073" x="9450388" y="3983038"/>
          <p14:tracePt t="118095" x="9412288" y="4030663"/>
          <p14:tracePt t="118121" x="9340850" y="4054475"/>
          <p14:tracePt t="118145" x="9271000" y="4076700"/>
          <p14:tracePt t="118157" x="9223375" y="4084638"/>
          <p14:tracePt t="118176" x="9137650" y="4116388"/>
          <p14:tracePt t="118182" x="9075738" y="4124325"/>
          <p14:tracePt t="118196" x="9021763" y="4132263"/>
          <p14:tracePt t="118210" x="8934450" y="4148138"/>
          <p14:tracePt t="118226" x="8856663" y="4156075"/>
          <p14:tracePt t="118239" x="8770938" y="4178300"/>
          <p14:tracePt t="118266" x="8677275" y="4202113"/>
          <p14:tracePt t="118286" x="8599488" y="4194175"/>
          <p14:tracePt t="118300" x="8567738" y="4186238"/>
          <p14:tracePt t="118399" x="8458200" y="4132263"/>
          <p14:tracePt t="118433" x="8340725" y="4092575"/>
          <p14:tracePt t="118462" x="8232775" y="4068763"/>
          <p14:tracePt t="118569" x="8185150" y="3960813"/>
          <p14:tracePt t="118615" x="8161338" y="3843338"/>
          <p14:tracePt t="118690" x="8193088" y="3733800"/>
          <p14:tracePt t="118736" x="8270875" y="3648075"/>
          <p14:tracePt t="118768" x="8356600" y="3570288"/>
          <p14:tracePt t="118812" x="8482013" y="3514725"/>
          <p14:tracePt t="118840" x="8599488" y="3514725"/>
          <p14:tracePt t="118902" x="8716963" y="3538538"/>
          <p14:tracePt t="118928" x="8832850" y="3576638"/>
          <p14:tracePt t="119005" x="8942388" y="3624263"/>
          <p14:tracePt t="119065" x="9091613" y="3717925"/>
          <p14:tracePt t="119082" x="9153525" y="3765550"/>
          <p14:tracePt t="119096" x="9177338" y="3779838"/>
          <p14:tracePt t="119112" x="9223375" y="3827463"/>
          <p14:tracePt t="119126" x="9278938" y="3873500"/>
          <p14:tracePt t="119148" x="9310688" y="3897313"/>
          <p14:tracePt t="119201" x="9286875" y="3929063"/>
          <p14:tracePt t="119246" x="9255125" y="3952875"/>
          <p14:tracePt t="119262" x="9177338" y="3998913"/>
          <p14:tracePt t="119275" x="9129713" y="4022725"/>
          <p14:tracePt t="119291" x="9091613" y="4030663"/>
          <p14:tracePt t="119334" x="8990013" y="4030663"/>
          <p14:tracePt t="119366" x="8950325" y="4030663"/>
          <p14:tracePt t="119471" x="8840788" y="4022725"/>
          <p14:tracePt t="119530" x="8724900" y="4006850"/>
          <p14:tracePt t="119575" x="8623300" y="3952875"/>
          <p14:tracePt t="119651" x="8543925" y="3881438"/>
          <p14:tracePt t="119905" x="8607425" y="3779838"/>
          <p14:tracePt t="119967" x="8701088" y="3725863"/>
          <p14:tracePt t="120132" x="8599488" y="3725863"/>
          <p14:tracePt t="120148" x="8474075" y="3733800"/>
          <p14:tracePt t="120161" x="8247063" y="3733800"/>
          <p14:tracePt t="120171" x="8131175" y="3749675"/>
          <p14:tracePt t="120175" x="8005763" y="3765550"/>
          <p14:tracePt t="120184" x="7754938" y="3765550"/>
          <p14:tracePt t="120197" x="7639050" y="3765550"/>
          <p14:tracePt t="120213" x="7404100" y="3765550"/>
          <p14:tracePt t="120216" x="7286625" y="3749675"/>
          <p14:tracePt t="120227" x="7256463" y="3749675"/>
          <p14:tracePt t="120244" x="6865938" y="3803650"/>
          <p14:tracePt t="120259" x="6623050" y="3787775"/>
          <p14:tracePt t="120272" x="6489700" y="3787775"/>
          <p14:tracePt t="120288" x="6224588" y="3859213"/>
          <p14:tracePt t="120302" x="5818188" y="4006850"/>
          <p14:tracePt t="120321" x="5678488" y="4038600"/>
          <p14:tracePt t="122269" x="1631950" y="3741738"/>
          <p14:tracePt t="122277" x="1514475" y="3757613"/>
          <p14:tracePt t="122283" x="1390650" y="3749675"/>
          <p14:tracePt t="122300" x="1273175" y="3733800"/>
          <p14:tracePt t="122331" x="1211263" y="3632200"/>
          <p14:tracePt t="122366" x="1203325" y="3514725"/>
          <p14:tracePt t="122382" x="1249363" y="3397250"/>
          <p14:tracePt t="122399" x="1319213" y="3295650"/>
          <p14:tracePt t="122404" x="1428750" y="3225800"/>
          <p14:tracePt t="122434" x="1554163" y="3194050"/>
          <p14:tracePt t="122448" x="1717675" y="3249613"/>
          <p14:tracePt t="122456" x="1827213" y="3295650"/>
          <p14:tracePt t="122471" x="1851025" y="3327400"/>
          <p14:tracePt t="122495" x="1811338" y="3375025"/>
          <p14:tracePt t="122604" x="1928813" y="3367088"/>
          <p14:tracePt t="122617" x="2046288" y="3351213"/>
          <p14:tracePt t="122631" x="2343150" y="3311525"/>
          <p14:tracePt t="122645" x="2608263" y="3273425"/>
          <p14:tracePt t="122661" x="3030538" y="3241675"/>
          <p14:tracePt t="122674" x="3303588" y="3225800"/>
          <p14:tracePt t="122688" x="3584575" y="3194050"/>
          <p14:tracePt t="122704" x="4124325" y="3092450"/>
          <p14:tracePt t="122719" x="4389438" y="3030538"/>
          <p14:tracePt t="122735" x="4646613" y="2968625"/>
          <p14:tracePt t="122751" x="5154613" y="2944813"/>
          <p14:tracePt t="122766" x="5349875" y="2867025"/>
          <p14:tracePt t="123458" x="9271000" y="3616325"/>
          <p14:tracePt t="123471" x="9286875" y="3640138"/>
          <p14:tracePt t="123486" x="9278938" y="3671888"/>
          <p14:tracePt t="123500" x="9263063" y="3702050"/>
          <p14:tracePt t="123516" x="9209088" y="3733800"/>
          <p14:tracePt t="123532" x="9153525" y="3749675"/>
          <p14:tracePt t="123546" x="9059863" y="3757613"/>
          <p14:tracePt t="123568" x="8982075" y="3749675"/>
          <p14:tracePt t="123593" x="8942388" y="3749675"/>
          <p14:tracePt t="123623" x="8950325" y="3709988"/>
          <p14:tracePt t="123635" x="8958263" y="3640138"/>
          <p14:tracePt t="123683" x="8904288" y="3530600"/>
          <p14:tracePt t="124080" x="9021763" y="3576638"/>
          <p14:tracePt t="124110" x="9099550" y="3648075"/>
          <p14:tracePt t="124155" x="9145588" y="3765550"/>
          <p14:tracePt t="124184" x="9153525" y="3873500"/>
          <p14:tracePt t="124228" x="9115425" y="3990975"/>
          <p14:tracePt t="124260" x="9021763" y="4054475"/>
          <p14:tracePt t="124291" x="8896350" y="4062413"/>
          <p14:tracePt t="124320" x="8669338" y="4014788"/>
          <p14:tracePt t="124378" x="8591550" y="3929063"/>
          <p14:tracePt t="124424" x="8535988" y="3835400"/>
          <p14:tracePt t="124440" x="8513763" y="3717925"/>
          <p14:tracePt t="124485" x="8591550" y="3616325"/>
          <p14:tracePt t="124515" x="8669338" y="3538538"/>
          <p14:tracePt t="124559" x="8778875" y="3476625"/>
          <p14:tracePt t="124577" x="8896350" y="3436938"/>
          <p14:tracePt t="124591" x="9013825" y="3436938"/>
          <p14:tracePt t="124619" x="9121775" y="3476625"/>
          <p14:tracePt t="124681" x="9231313" y="3546475"/>
          <p14:tracePt t="124726" x="9310688" y="3648075"/>
          <p14:tracePt t="124785" x="9271000" y="3757613"/>
          <p14:tracePt t="124814" x="9201150" y="3851275"/>
          <p14:tracePt t="124846" x="9091613" y="3913188"/>
          <p14:tracePt t="124873" x="8974138" y="3952875"/>
          <p14:tracePt t="124904" x="8864600" y="3975100"/>
          <p14:tracePt t="124995" x="8763000" y="3921125"/>
          <p14:tracePt t="125023" x="8709025" y="3835400"/>
          <p14:tracePt t="125115" x="8763000" y="3741738"/>
          <p14:tracePt t="125205" x="8880475" y="3702050"/>
          <p14:tracePt t="125221" x="8990013" y="3686175"/>
          <p14:tracePt t="125295" x="9091613" y="3725863"/>
          <p14:tracePt t="125433" x="9013825" y="3819525"/>
          <p14:tracePt t="125476" x="8904288" y="3859213"/>
          <p14:tracePt t="125523" x="8786813" y="3843338"/>
          <p14:tracePt t="125599" x="8716963" y="3749675"/>
          <p14:tracePt t="125625" x="8724900" y="3632200"/>
          <p14:tracePt t="125686" x="8794750" y="3530600"/>
          <p14:tracePt t="125702" x="8896350" y="3468688"/>
          <p14:tracePt t="125742" x="9028113" y="3436938"/>
          <p14:tracePt t="125754" x="9145588" y="3436938"/>
          <p14:tracePt t="125760" x="9263063" y="3468688"/>
          <p14:tracePt t="125821" x="9348788" y="3546475"/>
          <p14:tracePt t="125911" x="9255125" y="3616325"/>
          <p14:tracePt t="125929" x="9153525" y="3671888"/>
          <p14:tracePt t="126753" x="9043988" y="3608388"/>
          <p14:tracePt t="126903" x="8990013" y="3514725"/>
          <p14:tracePt t="126961" x="9067800" y="3429000"/>
          <p14:tracePt t="126993" x="9161463" y="3375025"/>
          <p14:tracePt t="127038" x="9286875" y="3351213"/>
          <p14:tracePt t="127097" x="9380538" y="3436938"/>
          <p14:tracePt t="127144" x="9458325" y="3522663"/>
          <p14:tracePt t="127188" x="9505950" y="3616325"/>
          <p14:tracePt t="127262" x="9418638" y="3694113"/>
          <p14:tracePt t="127282" x="9310688" y="3725863"/>
          <p14:tracePt t="127307" x="9193213" y="3733800"/>
          <p14:tracePt t="127324" x="9075738" y="3725863"/>
          <p14:tracePt t="127355" x="8974138" y="3702050"/>
          <p14:tracePt t="127660" x="9091613" y="3671888"/>
          <p14:tracePt t="127674" x="9217025" y="3656013"/>
          <p14:tracePt t="127689" x="9317038" y="3663950"/>
          <p14:tracePt t="127760" x="9434513" y="3717925"/>
          <p14:tracePt t="127789" x="9536113" y="3779838"/>
          <p14:tracePt t="127892" x="9434513" y="3859213"/>
          <p14:tracePt t="127952" x="9348788" y="3929063"/>
          <p14:tracePt t="128057" x="9239250" y="3975100"/>
          <p14:tracePt t="128147" x="9115425" y="4006850"/>
          <p14:tracePt t="128328" x="9005888" y="3998913"/>
          <p14:tracePt t="128433" x="8896350" y="3990975"/>
          <p14:tracePt t="128479" x="8778875" y="3990975"/>
          <p14:tracePt t="128988" x="8677275" y="4068763"/>
          <p14:tracePt t="129036" x="8591550" y="4132263"/>
          <p14:tracePt t="129064" x="8474075" y="4178300"/>
          <p14:tracePt t="129891" x="8599488" y="4140200"/>
          <p14:tracePt t="130040" x="8716963" y="4116388"/>
          <p14:tracePt t="130294" x="8826500" y="4092575"/>
          <p14:tracePt t="130369" x="8942388" y="4108450"/>
          <p14:tracePt t="130549" x="9059863" y="4156075"/>
          <p14:tracePt t="131106" x="8990013" y="4062413"/>
          <p14:tracePt t="131136" x="8942388" y="3952875"/>
          <p14:tracePt t="131162" x="8880475" y="3859213"/>
          <p14:tracePt t="131376" x="8942388" y="3749675"/>
          <p14:tracePt t="131408" x="9028113" y="3656013"/>
          <p14:tracePt t="131436" x="9107488" y="3570288"/>
          <p14:tracePt t="131466" x="9193213" y="3490913"/>
          <p14:tracePt t="131497" x="9310688" y="3460750"/>
          <p14:tracePt t="131752" x="9348788" y="3562350"/>
          <p14:tracePt t="131797" x="9332913" y="3678238"/>
          <p14:tracePt t="131855" x="9332913" y="3795713"/>
          <p14:tracePt t="131961" x="9310688" y="3913188"/>
          <p14:tracePt t="131975" x="9278938" y="4030663"/>
          <p14:tracePt t="132112" x="9177338" y="4068763"/>
          <p14:tracePt t="132141" x="9067800" y="4132263"/>
          <p14:tracePt t="132171" x="8958263" y="4178300"/>
          <p14:tracePt t="132247" x="8840788" y="4178300"/>
          <p14:tracePt t="132294" x="8731250" y="4132263"/>
          <p14:tracePt t="132338" x="8623300" y="4116388"/>
          <p14:tracePt t="132366" x="8505825" y="4100513"/>
          <p14:tracePt t="132471" x="8388350" y="4054475"/>
          <p14:tracePt t="132561" x="8356600" y="3944938"/>
          <p14:tracePt t="132621" x="8326438" y="3835400"/>
          <p14:tracePt t="132668" x="8318500" y="3717925"/>
          <p14:tracePt t="134822" x="8840788" y="3413125"/>
          <p14:tracePt t="134837" x="8912225" y="3405188"/>
          <p14:tracePt t="134849" x="8942388" y="3405188"/>
          <p14:tracePt t="135025" x="8826500" y="3397250"/>
          <p14:tracePt t="135146" x="8904288" y="3303588"/>
          <p14:tracePt t="135174" x="9013825" y="3265488"/>
          <p14:tracePt t="135190" x="9107488" y="3257550"/>
          <p14:tracePt t="135200" x="9161463" y="3257550"/>
          <p14:tracePt t="135211" x="9278938" y="3287713"/>
          <p14:tracePt t="135226" x="9324975" y="3319463"/>
          <p14:tracePt t="135241" x="9388475" y="3375025"/>
          <p14:tracePt t="135267" x="9412288" y="3405188"/>
          <p14:tracePt t="135281" x="9466263" y="3514725"/>
          <p14:tracePt t="135296" x="9482138" y="3546475"/>
          <p14:tracePt t="135308" x="9505950" y="3608388"/>
          <p14:tracePt t="135326" x="9528175" y="3656013"/>
          <p14:tracePt t="135370" x="9528175" y="3709988"/>
          <p14:tracePt t="135394" x="9498013" y="3803650"/>
          <p14:tracePt t="135407" x="9474200" y="3859213"/>
          <p14:tracePt t="135428" x="9458325" y="3889375"/>
          <p14:tracePt t="135447" x="9412288" y="3937000"/>
          <p14:tracePt t="135461" x="9310688" y="3983038"/>
          <p14:tracePt t="135476" x="9223375" y="3998913"/>
          <p14:tracePt t="135490" x="9107488" y="4014788"/>
          <p14:tracePt t="135504" x="9028113" y="4022725"/>
          <p14:tracePt t="135523" x="8990013" y="4022725"/>
          <p14:tracePt t="135538" x="8958263" y="4022725"/>
          <p14:tracePt t="135551" x="8926513" y="4022725"/>
          <p14:tracePt t="135566" x="8856663" y="4006850"/>
          <p14:tracePt t="135578" x="8826500" y="3998913"/>
          <p14:tracePt t="135608" x="8763000" y="3967163"/>
          <p14:tracePt t="135625" x="8701088" y="3897313"/>
          <p14:tracePt t="135667" x="8701088" y="3867150"/>
          <p14:tracePt t="135685" x="8716963" y="3811588"/>
          <p14:tracePt t="135696" x="8731250" y="3779838"/>
          <p14:tracePt t="135711" x="8747125" y="3741738"/>
          <p14:tracePt t="135774" x="8826500" y="3648075"/>
          <p14:tracePt t="135803" x="8912225" y="3570288"/>
          <p14:tracePt t="135864" x="9005888" y="3506788"/>
          <p14:tracePt t="135955" x="9115425" y="3506788"/>
          <p14:tracePt t="135984" x="9239250" y="3530600"/>
          <p14:tracePt t="136046" x="9302750" y="3600450"/>
          <p14:tracePt t="136063" x="9340850" y="3640138"/>
          <p14:tracePt t="136078" x="9364663" y="3709988"/>
          <p14:tracePt t="136092" x="9380538" y="3765550"/>
          <p14:tracePt t="136107" x="9380538" y="3803650"/>
          <p14:tracePt t="136120" x="9348788" y="3867150"/>
          <p14:tracePt t="136153" x="9278938" y="3905250"/>
          <p14:tracePt t="136210" x="9231313" y="3897313"/>
          <p14:tracePt t="136227" x="9185275" y="3889375"/>
          <p14:tracePt t="136284" x="9059863" y="3889375"/>
          <p14:tracePt t="136317" x="8950325" y="3897313"/>
          <p14:tracePt t="136343" x="8840788" y="3873500"/>
          <p14:tracePt t="136398" x="8731250" y="3811588"/>
          <p14:tracePt t="136423" x="8653463" y="3733800"/>
          <p14:tracePt t="136542" x="8661400" y="3616325"/>
          <p14:tracePt t="136615" x="8724900" y="3514725"/>
          <p14:tracePt t="136641" x="8810625" y="3452813"/>
          <p14:tracePt t="136679" x="8926513" y="3444875"/>
          <p14:tracePt t="136704" x="9036050" y="3476625"/>
          <p14:tracePt t="136735" x="9153525" y="3522663"/>
          <p14:tracePt t="136765" x="9263063" y="3584575"/>
          <p14:tracePt t="136809" x="9372600" y="3741738"/>
          <p14:tracePt t="136827" x="9388475" y="3787775"/>
          <p14:tracePt t="136853" x="9396413" y="3827463"/>
          <p14:tracePt t="136866" x="9340850" y="3921125"/>
          <p14:tracePt t="136873" x="9310688" y="3937000"/>
          <p14:tracePt t="136900" x="9263063" y="3983038"/>
          <p14:tracePt t="136919" x="9239250" y="4006850"/>
          <p14:tracePt t="136933" x="9209088" y="4030663"/>
          <p14:tracePt t="136952" x="9161463" y="4054475"/>
          <p14:tracePt t="136970" x="9107488" y="4062413"/>
          <p14:tracePt t="136987" x="9036050" y="4076700"/>
          <p14:tracePt t="136992" x="8974138" y="4084638"/>
          <p14:tracePt t="137024" x="8942388" y="4084638"/>
          <p14:tracePt t="137092" x="8826500" y="4062413"/>
          <p14:tracePt t="137132" x="8716963" y="4022725"/>
          <p14:tracePt t="137178" x="8615363" y="3975100"/>
          <p14:tracePt t="137381" x="8615363" y="3867150"/>
          <p14:tracePt t="137414" x="8685213" y="3765550"/>
          <p14:tracePt t="137457" x="8763000" y="3678238"/>
          <p14:tracePt t="137487" x="8848725" y="3600450"/>
          <p14:tracePt t="137515" x="8966200" y="3546475"/>
          <p14:tracePt t="137575" x="9083675" y="3522663"/>
          <p14:tracePt t="137607" x="9201150" y="3530600"/>
          <p14:tracePt t="137758" x="9223375" y="3733800"/>
          <p14:tracePt t="137775" x="9239250" y="3819525"/>
          <p14:tracePt t="137804" x="9286875" y="3873500"/>
          <p14:tracePt t="137847" x="9255125" y="3905250"/>
          <p14:tracePt t="137880" x="9223375" y="3921125"/>
          <p14:tracePt t="137904" x="9201150" y="3944938"/>
          <p14:tracePt t="137923" x="9169400" y="3998913"/>
          <p14:tracePt t="137996" x="9137650" y="4006850"/>
          <p14:tracePt t="138017" x="9083675" y="4022725"/>
          <p14:tracePt t="138036" x="9051925" y="4022725"/>
          <p14:tracePt t="138050" x="8997950" y="4014788"/>
          <p14:tracePt t="138087" x="8880475" y="3990975"/>
          <p14:tracePt t="138117" x="8763000" y="3967163"/>
          <p14:tracePt t="138149" x="8653463" y="3952875"/>
          <p14:tracePt t="138236" x="8567738" y="3873500"/>
          <p14:tracePt t="138392" x="8543925" y="3765550"/>
          <p14:tracePt t="138449" x="8583613" y="3648075"/>
          <p14:tracePt t="138494" x="8669338" y="3562350"/>
          <p14:tracePt t="138536" x="8786813" y="3514725"/>
          <p14:tracePt t="138581" x="8904288" y="3498850"/>
          <p14:tracePt t="138702" x="8990013" y="3584575"/>
          <p14:tracePt t="138735" x="9051925" y="3694113"/>
          <p14:tracePt t="138905" x="9005888" y="3795713"/>
          <p14:tracePt t="138981" x="8888413" y="3795713"/>
          <p14:tracePt t="138995" x="8770938" y="3771900"/>
          <p14:tracePt t="139041" x="8661400" y="3733800"/>
          <p14:tracePt t="139123" x="8599488" y="3640138"/>
          <p14:tracePt t="139302" x="8693150" y="3576638"/>
          <p14:tracePt t="139349" x="8778875" y="3506788"/>
          <p14:tracePt t="139421" x="8896350" y="3538538"/>
          <p14:tracePt t="139572" x="8778875" y="3576638"/>
          <p14:tracePt t="139619" x="8677275" y="3570288"/>
          <p14:tracePt t="139768" x="8739188" y="3476625"/>
          <p14:tracePt t="139816" x="8840788" y="3421063"/>
          <p14:tracePt t="139844" x="8950325" y="3375025"/>
          <p14:tracePt t="139994" x="8840788" y="3405188"/>
          <p14:tracePt t="140038" x="8716963" y="3405188"/>
          <p14:tracePt t="140248" x="8840788" y="3375025"/>
          <p14:tracePt t="140294" x="8958263" y="3359150"/>
          <p14:tracePt t="140339" x="9083675" y="3351213"/>
          <p14:tracePt t="140355" x="9201150" y="3351213"/>
          <p14:tracePt t="140427" x="9317038" y="3367088"/>
          <p14:tracePt t="140490" x="9426575" y="3413125"/>
          <p14:tracePt t="140624" x="9388475" y="3522663"/>
          <p14:tracePt t="140668" x="9372600" y="3632200"/>
          <p14:tracePt t="140729" x="9324975" y="3749675"/>
          <p14:tracePt t="140819" x="9271000" y="3843338"/>
          <p14:tracePt t="140910" x="9161463" y="3897313"/>
          <p14:tracePt t="141016" x="9036050" y="3905250"/>
          <p14:tracePt t="141040" x="8920163" y="3905250"/>
          <p14:tracePt t="141105" x="8794750" y="3889375"/>
          <p14:tracePt t="141224" x="8685213" y="3851275"/>
          <p14:tracePt t="141434" x="8724900" y="3741738"/>
          <p14:tracePt t="141526" x="8848725" y="3709988"/>
          <p14:tracePt t="141601" x="8958263" y="3717925"/>
          <p14:tracePt t="141660" x="9059863" y="3779838"/>
          <p14:tracePt t="141750" x="9161463" y="3843338"/>
          <p14:tracePt t="141960" x="9043988" y="3897313"/>
          <p14:tracePt t="141977" x="8950325" y="3952875"/>
          <p14:tracePt t="142035" x="8832850" y="3960813"/>
          <p14:tracePt t="142081" x="8716963" y="3937000"/>
          <p14:tracePt t="142142" x="8631238" y="3867150"/>
          <p14:tracePt t="142275" x="8653463" y="3749675"/>
          <p14:tracePt t="142335" x="8755063" y="3694113"/>
          <p14:tracePt t="142353" x="8872538" y="3671888"/>
          <p14:tracePt t="142638" x="8950325" y="3757613"/>
          <p14:tracePt t="143433" x="9013825" y="3843338"/>
          <p14:tracePt t="143547" x="8950325" y="3937000"/>
          <p14:tracePt t="143555" x="8864600" y="4030663"/>
          <p14:tracePt t="143570" x="8770938" y="4092575"/>
          <p14:tracePt t="143593" x="8653463" y="4156075"/>
          <p14:tracePt t="143602" x="8435975" y="4249738"/>
          <p14:tracePt t="143637" x="8318500" y="4295775"/>
          <p14:tracePt t="143651" x="8216900" y="4335463"/>
          <p14:tracePt t="143663" x="8107363" y="4373563"/>
          <p14:tracePt t="143701" x="7981950" y="4389438"/>
          <p14:tracePt t="143747" x="7872413" y="4397375"/>
          <p14:tracePt t="143806" x="7842250" y="4405313"/>
          <p14:tracePt t="143868" x="7724775" y="4405313"/>
          <p14:tracePt t="144047" x="7850188" y="4389438"/>
          <p14:tracePt t="144079" x="7958138" y="4373563"/>
          <p14:tracePt t="144108" x="8067675" y="4343400"/>
          <p14:tracePt t="144137" x="8193088" y="4319588"/>
          <p14:tracePt t="144186" x="8310563" y="4319588"/>
          <p14:tracePt t="144229" x="8428038" y="4327525"/>
          <p14:tracePt t="144347" x="8543925" y="4351338"/>
          <p14:tracePt t="144423" x="8653463" y="4351338"/>
          <p14:tracePt t="144499" x="8770938" y="4359275"/>
          <p14:tracePt t="144604" x="8896350" y="4343400"/>
          <p14:tracePt t="145204" x="8997950" y="4381500"/>
          <p14:tracePt t="145429" x="9107488" y="4381500"/>
          <p14:tracePt t="145474" x="9223375" y="4389438"/>
          <p14:tracePt t="146524" x="9340850" y="4351338"/>
          <p14:tracePt t="146600" x="9466263" y="4319588"/>
          <p14:tracePt t="146631" x="9591675" y="4303713"/>
          <p14:tracePt t="146665" x="9701213" y="4295775"/>
          <p14:tracePt t="146975" x="9591675" y="4327525"/>
          <p14:tracePt t="146992" x="9466263" y="4335463"/>
          <p14:tracePt t="147005" x="9348788" y="4343400"/>
          <p14:tracePt t="147021" x="9231313" y="4343400"/>
          <p14:tracePt t="147036" x="9115425" y="4343400"/>
          <p14:tracePt t="147095" x="8982075" y="4343400"/>
          <p14:tracePt t="147111" x="8872538" y="4335463"/>
          <p14:tracePt t="147149" x="8747125" y="4319588"/>
          <p14:tracePt t="147177" x="8637588" y="4287838"/>
          <p14:tracePt t="147207" x="8535988" y="4225925"/>
          <p14:tracePt t="147223" x="8435975" y="4178300"/>
          <p14:tracePt t="147666" x="8529638" y="4241800"/>
          <p14:tracePt t="147741" x="8637588" y="4295775"/>
          <p14:tracePt t="147787" x="8786813" y="4351338"/>
          <p14:tracePt t="147831" x="8904288" y="4389438"/>
          <p14:tracePt t="148056" x="8856663" y="4491038"/>
          <p14:tracePt t="148117" x="8810625" y="4592638"/>
          <p14:tracePt t="148145" x="8731250" y="4686300"/>
          <p14:tracePt t="148206" x="8623300" y="4718050"/>
          <p14:tracePt t="148237" x="8505825" y="4725988"/>
          <p14:tracePt t="148492" x="8615363" y="4733925"/>
          <p14:tracePt t="148551" x="8731250" y="4756150"/>
          <p14:tracePt t="148596" x="8848725" y="4787900"/>
          <p14:tracePt t="148629" x="8958263" y="4827588"/>
          <p14:tracePt t="148657" x="8982075" y="4835525"/>
          <p14:tracePt t="148686" x="9107488" y="4889500"/>
          <p14:tracePt t="148748" x="9129713" y="4897438"/>
          <p14:tracePt t="148768" x="9255125" y="4921250"/>
          <p14:tracePt t="148803" x="9356725" y="4945063"/>
          <p14:tracePt t="148865" x="9505950" y="4905375"/>
          <p14:tracePt t="148956" x="9645650" y="4897438"/>
          <p14:tracePt t="149004" x="9755188" y="4889500"/>
          <p14:tracePt t="149348" x="9685338" y="4787900"/>
          <p14:tracePt t="149366" x="9591675" y="4702175"/>
          <p14:tracePt t="149422" x="9498013" y="4632325"/>
          <p14:tracePt t="149439" x="9396413" y="4560888"/>
          <p14:tracePt t="149467" x="9302750" y="4491038"/>
          <p14:tracePt t="149751" x="9185275" y="4483100"/>
          <p14:tracePt t="149812" x="9067800" y="4506913"/>
          <p14:tracePt t="149844" x="8958263" y="4538663"/>
          <p14:tracePt t="150384" x="9051925" y="4584700"/>
          <p14:tracePt t="150639" x="9153525" y="4546600"/>
          <p14:tracePt t="150682" x="9263063" y="4546600"/>
          <p14:tracePt t="151193" x="9412288" y="4538663"/>
          <p14:tracePt t="151294" x="9544050" y="4530725"/>
          <p14:tracePt t="151403" x="9661525" y="4530725"/>
          <p14:tracePt t="151900" x="9575800" y="4452938"/>
          <p14:tracePt t="151918" x="9450388" y="4389438"/>
          <p14:tracePt t="152019" x="9348788" y="4359275"/>
          <p14:tracePt t="152078" x="9091613" y="4311650"/>
          <p14:tracePt t="152154" x="8974138" y="4287838"/>
          <p14:tracePt t="152184" x="8864600" y="4241800"/>
          <p14:tracePt t="152275" x="8763000" y="4178300"/>
          <p14:tracePt t="152379" x="8778875" y="4068763"/>
          <p14:tracePt t="152411" x="8840788" y="3975100"/>
          <p14:tracePt t="152440" x="8920163" y="3873500"/>
          <p14:tracePt t="152501" x="9013825" y="3819525"/>
          <p14:tracePt t="152528" x="9121775" y="3803650"/>
          <p14:tracePt t="152576" x="9247188" y="3819525"/>
          <p14:tracePt t="152710" x="9332913" y="3897313"/>
          <p14:tracePt t="152785" x="9340850" y="4022725"/>
          <p14:tracePt t="152845" x="9364663" y="4132263"/>
          <p14:tracePt t="152995" x="9310688" y="4233863"/>
          <p14:tracePt t="153056" x="9263063" y="4343400"/>
          <p14:tracePt t="153086" x="9193213" y="4429125"/>
          <p14:tracePt t="153160" x="9083675" y="4498975"/>
          <p14:tracePt t="153251" x="8958263" y="4546600"/>
          <p14:tracePt t="153297" x="8848725" y="4560888"/>
          <p14:tracePt t="153370" x="8755063" y="4483100"/>
          <p14:tracePt t="153475" x="8701088" y="4381500"/>
          <p14:tracePt t="153520" x="8677275" y="4271963"/>
          <p14:tracePt t="153611" x="8716963" y="4164013"/>
          <p14:tracePt t="153685" x="8802688" y="4092575"/>
          <p14:tracePt t="153775" x="8934450" y="4068763"/>
          <p14:tracePt t="153837" x="9036050" y="4046538"/>
          <p14:tracePt t="153866" x="9271000" y="4054475"/>
          <p14:tracePt t="154001" x="9364663" y="4100513"/>
          <p14:tracePt t="154106" x="9418638" y="4186238"/>
          <p14:tracePt t="154166" x="9404350" y="4303713"/>
          <p14:tracePt t="154197" x="9396413" y="4421188"/>
          <p14:tracePt t="154287" x="9317038" y="4498975"/>
          <p14:tracePt t="154376" x="9231313" y="4554538"/>
          <p14:tracePt t="154452" x="9107488" y="4530725"/>
          <p14:tracePt t="154499" x="8997950" y="4491038"/>
          <p14:tracePt t="154571" x="8926513" y="4405313"/>
          <p14:tracePt t="154676" x="8912225" y="4287838"/>
          <p14:tracePt t="154751" x="8982075" y="4194175"/>
          <p14:tracePt t="154825" x="9099550" y="4124325"/>
          <p14:tracePt t="154856" x="9231313" y="4092575"/>
          <p14:tracePt t="155009" x="9302750" y="4186238"/>
          <p14:tracePt t="155031" x="9388475" y="4257675"/>
          <p14:tracePt t="155066" x="9426575" y="4365625"/>
          <p14:tracePt t="155112" x="9412288" y="4475163"/>
          <p14:tracePt t="155203" x="9340850" y="4568825"/>
          <p14:tracePt t="155308" x="9317038" y="4576763"/>
          <p14:tracePt t="155326" x="9209088" y="4592638"/>
          <p14:tracePt t="155412" x="9091613" y="4546600"/>
          <p14:tracePt t="155483" x="9021763" y="4452938"/>
          <p14:tracePt t="155511" x="8982075" y="4343400"/>
          <p14:tracePt t="155594" x="9013825" y="4233863"/>
          <p14:tracePt t="155683" x="9107488" y="4148138"/>
          <p14:tracePt t="155761" x="9177338" y="4046538"/>
          <p14:tracePt t="155863" x="9310688" y="4030663"/>
          <p14:tracePt t="155923" x="9418638" y="4014788"/>
          <p14:tracePt t="155999" x="9474200" y="4140200"/>
          <p14:tracePt t="156020" x="9482138" y="4164013"/>
          <p14:tracePt t="156030" x="9528175" y="4257675"/>
          <p14:tracePt t="156192" x="9442450" y="4335463"/>
          <p14:tracePt t="156252" x="9348788" y="4421188"/>
          <p14:tracePt t="156298" x="9239250" y="4445000"/>
          <p14:tracePt t="156389" x="9115425" y="4483100"/>
          <p14:tracePt t="156687" x="9028113" y="4421188"/>
          <p14:tracePt t="156718" x="8966200" y="4319588"/>
          <p14:tracePt t="156884" x="9021763" y="4116388"/>
          <p14:tracePt t="156953" x="9145588" y="4046538"/>
          <p14:tracePt t="157063" x="9255125" y="3998913"/>
          <p14:tracePt t="157170" x="9364663" y="4030663"/>
          <p14:tracePt t="157261" x="9466263" y="4116388"/>
          <p14:tracePt t="157289" x="9551988" y="4186238"/>
          <p14:tracePt t="157424" x="9450388" y="4287838"/>
          <p14:tracePt t="157454" x="9364663" y="4373563"/>
          <p14:tracePt t="157530" x="9255125" y="4421188"/>
          <p14:tracePt t="157559" x="9129713" y="4437063"/>
          <p14:tracePt t="157591" x="9013825" y="4445000"/>
          <p14:tracePt t="157665" x="8912225" y="4389438"/>
          <p14:tracePt t="157695" x="8810625" y="4319588"/>
          <p14:tracePt t="157709" x="8731250" y="4233863"/>
          <p14:tracePt t="157798" x="8653463" y="4140200"/>
          <p14:tracePt t="157905" x="8731250" y="4068763"/>
          <p14:tracePt t="157936" x="8848725" y="4030663"/>
          <p14:tracePt t="157964" x="8966200" y="3998913"/>
          <p14:tracePt t="157995" x="9099550" y="3998913"/>
          <p14:tracePt t="158010" x="9223375" y="4014788"/>
          <p14:tracePt t="158054" x="9324975" y="4054475"/>
          <p14:tracePt t="158176" x="9302750" y="4164013"/>
          <p14:tracePt t="158295" x="9239250" y="4264025"/>
          <p14:tracePt t="158325" x="9153525" y="4467225"/>
          <p14:tracePt t="158342" x="9137650" y="4498975"/>
          <p14:tracePt t="158356" x="9137650" y="4530725"/>
          <p14:tracePt t="158372" x="9115425" y="4560888"/>
          <p14:tracePt t="158387" x="9099550" y="4584700"/>
          <p14:tracePt t="158405" x="9075738" y="4608513"/>
          <p14:tracePt t="158426" x="9051925" y="4624388"/>
          <p14:tracePt t="158462" x="9021763" y="4640263"/>
          <p14:tracePt t="158483" x="8982075" y="4640263"/>
          <p14:tracePt t="158503" x="8950325" y="4640263"/>
          <p14:tracePt t="158516" x="8920163" y="4632325"/>
          <p14:tracePt t="158580" x="8888413" y="4608513"/>
          <p14:tracePt t="158598" x="8872538" y="4576763"/>
          <p14:tracePt t="158612" x="8864600" y="4546600"/>
          <p14:tracePt t="158627" x="8856663" y="4514850"/>
          <p14:tracePt t="158670" x="8856663" y="4475163"/>
          <p14:tracePt t="158700" x="8856663" y="4429125"/>
          <p14:tracePt t="158730" x="8864600" y="4303713"/>
          <p14:tracePt t="158746" x="8864600" y="4279900"/>
          <p14:tracePt t="158821" x="8896350" y="4217988"/>
          <p14:tracePt t="158838" x="8920163" y="4178300"/>
          <p14:tracePt t="158912" x="9028113" y="4148138"/>
          <p14:tracePt t="158942" x="9271000" y="4100513"/>
          <p14:tracePt t="158959" x="9356725" y="4100513"/>
          <p14:tracePt t="158974" x="9396413" y="4116388"/>
          <p14:tracePt t="158989" x="9442450" y="4164013"/>
          <p14:tracePt t="159005" x="9466263" y="4194175"/>
          <p14:tracePt t="159034" x="9466263" y="4225925"/>
          <p14:tracePt t="159062" x="9450388" y="4257675"/>
          <p14:tracePt t="159082" x="9418638" y="4351338"/>
          <p14:tracePt t="159097" x="9404350" y="4373563"/>
          <p14:tracePt t="159109" x="9310688" y="4459288"/>
          <p14:tracePt t="159121" x="9286875" y="4483100"/>
          <p14:tracePt t="159140" x="9247188" y="4546600"/>
          <p14:tracePt t="159157" x="9223375" y="4576763"/>
          <p14:tracePt t="159167" x="9217025" y="4608513"/>
          <p14:tracePt t="159198" x="9153525" y="4654550"/>
          <p14:tracePt t="159211" x="9083675" y="4654550"/>
          <p14:tracePt t="159225" x="8990013" y="4648200"/>
          <p14:tracePt t="159257" x="8958263" y="4640263"/>
          <p14:tracePt t="159283" x="8888413" y="4608513"/>
          <p14:tracePt t="159345" x="8832850" y="4506913"/>
          <p14:tracePt t="159422" x="8826500" y="4381500"/>
          <p14:tracePt t="159467" x="8840788" y="4271963"/>
          <p14:tracePt t="159541" x="8926513" y="4178300"/>
          <p14:tracePt t="159582" x="9013825" y="4116388"/>
          <p14:tracePt t="159608" x="9137650" y="4076700"/>
          <p14:tracePt t="159653" x="9255125" y="4062413"/>
          <p14:tracePt t="159721" x="9364663" y="4084638"/>
          <p14:tracePt t="159827" x="9426575" y="4178300"/>
          <p14:tracePt t="160054" x="9348788" y="4264025"/>
          <p14:tracePt t="160216" x="9239250" y="4303713"/>
          <p14:tracePt t="160367" x="9137650" y="4257675"/>
          <p14:tracePt t="160398" x="8997950" y="4194175"/>
          <p14:tracePt t="160442" x="8888413" y="4156075"/>
          <p14:tracePt t="160713" x="8997950" y="4100513"/>
          <p14:tracePt t="160847" x="8950325" y="3990975"/>
          <p14:tracePt t="161022" x="8912225" y="3881438"/>
          <p14:tracePt t="161201" x="8982075" y="3795713"/>
          <p14:tracePt t="161408" x="9115425" y="3787775"/>
          <p14:tracePt t="161530" x="9177338" y="3889375"/>
          <p14:tracePt t="161590" x="9278938" y="3944938"/>
          <p14:tracePt t="161680" x="9278938" y="3975100"/>
          <p14:tracePt t="161695" x="9271000" y="4092575"/>
          <p14:tracePt t="161726" x="9271000" y="4202113"/>
          <p14:tracePt t="161756" x="9271000" y="4319588"/>
          <p14:tracePt t="162199" x="9177338" y="4381500"/>
          <p14:tracePt t="162746" x="9083675" y="4467225"/>
          <p14:tracePt t="162813" x="9005888" y="4554538"/>
          <p14:tracePt t="163278" x="8990013" y="4568825"/>
          <p14:tracePt t="163310" x="8912225" y="4654550"/>
          <p14:tracePt t="163488" x="8818563" y="4718050"/>
          <p14:tracePt t="163707" x="8701088" y="4764088"/>
          <p14:tracePt t="163729" x="8591550" y="4811713"/>
          <p14:tracePt t="163761" x="8567738" y="4827588"/>
          <p14:tracePt t="163779" x="8543925" y="4835525"/>
          <p14:tracePt t="163792" x="8412163" y="4889500"/>
          <p14:tracePt t="163925" x="8302625" y="4905375"/>
          <p14:tracePt t="164360" x="8326438" y="4905375"/>
          <p14:tracePt t="164376" x="8450263" y="4905375"/>
          <p14:tracePt t="164422" x="8567738" y="4913313"/>
          <p14:tracePt t="164484" x="8677275" y="4897438"/>
          <p14:tracePt t="164511" x="8794750" y="4889500"/>
          <p14:tracePt t="164601" x="8926513" y="4889500"/>
          <p14:tracePt t="164840" x="9036050" y="4897438"/>
          <p14:tracePt t="164871" x="9145588" y="4889500"/>
          <p14:tracePt t="164961" x="9263063" y="4897438"/>
          <p14:tracePt t="165126" x="9356725" y="4835525"/>
          <p14:tracePt t="165247" x="9474200" y="4772025"/>
          <p14:tracePt t="165261" x="9583738" y="4718050"/>
          <p14:tracePt t="165382" x="9701213" y="4718050"/>
          <p14:tracePt t="165667" x="9802813" y="4772025"/>
          <p14:tracePt t="166432" x="9902825" y="4843463"/>
          <p14:tracePt t="168068" x="9779000" y="4881563"/>
          <p14:tracePt t="168145" x="9669463" y="4913313"/>
          <p14:tracePt t="168190" x="9536113" y="4937125"/>
          <p14:tracePt t="168248" x="9418638" y="4929188"/>
          <p14:tracePt t="168279" x="9302750" y="4913313"/>
          <p14:tracePt t="168339" x="9239250" y="4819650"/>
          <p14:tracePt t="168356" x="9153525" y="4741863"/>
          <p14:tracePt t="171799" x="8739188" y="4686300"/>
          <p14:tracePt t="171813" x="8778875" y="4686300"/>
          <p14:tracePt t="171845" x="8810625" y="4694238"/>
          <p14:tracePt t="171874" x="8848725" y="4686300"/>
          <p14:tracePt t="171903" x="8880475" y="4702175"/>
          <p14:tracePt t="171948" x="8912225" y="4718050"/>
          <p14:tracePt t="172063" x="8904288" y="4749800"/>
          <p14:tracePt t="172080" x="8904288" y="4779963"/>
          <p14:tracePt t="172167" x="8864600" y="4835525"/>
          <p14:tracePt t="172183" x="8856663" y="4843463"/>
          <p14:tracePt t="172198" x="8818563" y="4905375"/>
          <p14:tracePt t="172213" x="8786813" y="4937125"/>
          <p14:tracePt t="172245" x="8739188" y="4959350"/>
          <p14:tracePt t="172274" x="8709025" y="4959350"/>
          <p14:tracePt t="172290" x="8685213" y="4975225"/>
          <p14:tracePt t="172514" x="8724900" y="4975225"/>
          <p14:tracePt t="172544" x="8794750" y="4983163"/>
          <p14:tracePt t="172561" x="8826500" y="4983163"/>
          <p14:tracePt t="172590" x="8848725" y="4983163"/>
          <p14:tracePt t="172610" x="8880475" y="4975225"/>
          <p14:tracePt t="172621" x="8912225" y="4967288"/>
          <p14:tracePt t="172635" x="8950325" y="4959350"/>
          <p14:tracePt t="172648" x="8982075" y="4959350"/>
          <p14:tracePt t="172680" x="9021763" y="4945063"/>
          <p14:tracePt t="172707" x="9059863" y="4913313"/>
          <p14:tracePt t="172798" x="9013825" y="4967288"/>
          <p14:tracePt t="172816" x="8990013" y="4983163"/>
          <p14:tracePt t="172844" x="8966200" y="4999038"/>
          <p14:tracePt t="172872" x="8934450" y="5014913"/>
          <p14:tracePt t="172918" x="9005888" y="5038725"/>
          <p14:tracePt t="172935" x="9051925" y="5045075"/>
          <p14:tracePt t="172951" x="9091613" y="5053013"/>
          <p14:tracePt t="172981" x="9129713" y="5068888"/>
          <p14:tracePt t="173005" x="9177338" y="5100638"/>
          <p14:tracePt t="173022" x="9231313" y="5154613"/>
          <p14:tracePt t="173038" x="9263063" y="5194300"/>
          <p14:tracePt t="173072" x="9247188" y="5226050"/>
          <p14:tracePt t="173100" x="9201150" y="5264150"/>
          <p14:tracePt t="173145" x="9185275" y="5248275"/>
          <p14:tracePt t="173233" x="9217025" y="5248275"/>
          <p14:tracePt t="173250" x="9247188" y="5256213"/>
          <p14:tracePt t="173271" x="9255125" y="5256213"/>
          <p14:tracePt t="173281" x="9278938" y="5264150"/>
          <p14:tracePt t="173311" x="9302750" y="5272088"/>
          <p14:tracePt t="173338" x="9324975" y="5264150"/>
          <p14:tracePt t="173385" x="9294813" y="5264150"/>
          <p14:tracePt t="173416" x="9255125" y="5264150"/>
          <p14:tracePt t="173444" x="9231313" y="5264150"/>
          <p14:tracePt t="173461" x="9201150" y="5272088"/>
          <p14:tracePt t="173520" x="9217025" y="5295900"/>
          <p14:tracePt t="173537" x="9247188" y="5327650"/>
          <p14:tracePt t="173551" x="9263063" y="5335588"/>
          <p14:tracePt t="173563" x="9310688" y="5357813"/>
          <p14:tracePt t="173577" x="9332913" y="5365750"/>
          <p14:tracePt t="173637" x="9317038" y="5365750"/>
          <p14:tracePt t="173655" x="9286875" y="5357813"/>
          <p14:tracePt t="173670" x="9129713" y="5311775"/>
          <p14:tracePt t="173684" x="8990013" y="5280025"/>
          <p14:tracePt t="173700" x="8848725" y="5256213"/>
          <p14:tracePt t="173714" x="8739188" y="5233988"/>
          <p14:tracePt t="173731" x="8709025" y="5226050"/>
          <p14:tracePt t="173774" x="8677275" y="5218113"/>
          <p14:tracePt t="173790" x="8653463" y="5210175"/>
          <p14:tracePt t="173807" x="8631238" y="5186363"/>
          <p14:tracePt t="173819" x="8607425" y="5162550"/>
          <p14:tracePt t="173894" x="8637588" y="5170488"/>
          <p14:tracePt t="173916" x="8677275" y="5178425"/>
          <p14:tracePt t="173969" x="8637588" y="5170488"/>
          <p14:tracePt t="173985" x="8575675" y="5162550"/>
          <p14:tracePt t="174017" x="8529638" y="5154613"/>
          <p14:tracePt t="174030" x="8420100" y="5124450"/>
          <p14:tracePt t="174044" x="8364538" y="5116513"/>
          <p14:tracePt t="174106" x="8348663" y="5084763"/>
          <p14:tracePt t="174270" x="8318500" y="5124450"/>
          <p14:tracePt t="174286" x="8348663" y="5154613"/>
          <p14:tracePt t="174300" x="8412163" y="5186363"/>
          <p14:tracePt t="174314" x="8458200" y="5186363"/>
          <p14:tracePt t="174328" x="8513763" y="5170488"/>
          <p14:tracePt t="174347" x="8543925" y="5162550"/>
          <p14:tracePt t="174362" x="8669338" y="5178425"/>
          <p14:tracePt t="174374" x="8701088" y="5178425"/>
          <p14:tracePt t="174422" x="8669338" y="5186363"/>
          <p14:tracePt t="174444" x="8551863" y="5194300"/>
          <p14:tracePt t="174453" x="8482013" y="5194300"/>
          <p14:tracePt t="174465" x="8450263" y="5194300"/>
          <p14:tracePt t="174516" x="8474075" y="5226050"/>
          <p14:tracePt t="174528" x="8599488" y="5256213"/>
          <p14:tracePt t="174541" x="8701088" y="5248275"/>
          <p14:tracePt t="174562" x="8763000" y="5226050"/>
          <p14:tracePt t="174589" x="8786813" y="5210175"/>
          <p14:tracePt t="174603" x="8778875" y="5178425"/>
          <p14:tracePt t="174625" x="8763000" y="5146675"/>
          <p14:tracePt t="174634" x="8701088" y="5108575"/>
          <p14:tracePt t="174652" x="8669338" y="5100638"/>
          <p14:tracePt t="174668" x="8631238" y="5100638"/>
          <p14:tracePt t="174704" x="8653463" y="5124450"/>
          <p14:tracePt t="174722" x="8685213" y="5146675"/>
          <p14:tracePt t="174736" x="8716963" y="5162550"/>
          <p14:tracePt t="174768" x="8739188" y="5146675"/>
          <p14:tracePt t="174915" x="8747125" y="5146675"/>
          <p14:tracePt t="174932" x="8802688" y="5108575"/>
          <p14:tracePt t="174945" x="8840788" y="5076825"/>
          <p14:tracePt t="174976" x="8864600" y="5068888"/>
          <p14:tracePt t="175006" x="8896350" y="5068888"/>
          <p14:tracePt t="175051" x="8958263" y="5076825"/>
          <p14:tracePt t="175067" x="8997950" y="5084763"/>
          <p14:tracePt t="175079" x="9107488" y="5116513"/>
          <p14:tracePt t="175097" x="9161463" y="5146675"/>
          <p14:tracePt t="175112" x="9217025" y="5162550"/>
          <p14:tracePt t="175127" x="9247188" y="5162550"/>
          <p14:tracePt t="175154" x="9380538" y="5100638"/>
          <p14:tracePt t="175171" x="9404350" y="5092700"/>
          <p14:tracePt t="175244" x="9426575" y="5116513"/>
          <p14:tracePt t="175291" x="9490075" y="5170488"/>
          <p14:tracePt t="175308" x="9505950" y="5186363"/>
          <p14:tracePt t="175381" x="9528175" y="5170488"/>
          <p14:tracePt t="175457" x="9575800" y="5170488"/>
          <p14:tracePt t="175480" x="9599613" y="5154613"/>
          <p14:tracePt t="175651" x="9607550" y="5116513"/>
          <p14:tracePt t="175771" x="9629775" y="5092700"/>
          <p14:tracePt t="175796" x="9661525" y="5076825"/>
          <p14:tracePt t="175876" x="9747250" y="5100638"/>
          <p14:tracePt t="175892" x="9779000" y="5108575"/>
          <p14:tracePt t="175917" x="9817100" y="5100638"/>
          <p14:tracePt t="175924" x="9840913" y="5092700"/>
          <p14:tracePt t="175936" x="9864725" y="5084763"/>
          <p14:tracePt t="175953" x="9888538" y="5076825"/>
          <p14:tracePt t="175966" x="9926638" y="5076825"/>
          <p14:tracePt t="175983" x="10012363" y="5076825"/>
          <p14:tracePt t="175995" x="10052050" y="5076825"/>
          <p14:tracePt t="176017" x="10091738" y="5076825"/>
          <p14:tracePt t="176078" x="10106025" y="5108575"/>
          <p14:tracePt t="176092" x="10129838" y="5140325"/>
          <p14:tracePt t="176145" x="10153650" y="5170488"/>
          <p14:tracePt t="176174" x="10185400" y="5162550"/>
          <p14:tracePt t="176207" x="10191750" y="5162550"/>
          <p14:tracePt t="176224" x="10223500" y="5146675"/>
          <p14:tracePt t="176266" x="10207625" y="5124450"/>
          <p14:tracePt t="176284" x="10185400" y="5108575"/>
          <p14:tracePt t="176298" x="10075863" y="5084763"/>
          <p14:tracePt t="176311" x="9990138" y="5076825"/>
          <p14:tracePt t="176330" x="9958388" y="5076825"/>
          <p14:tracePt t="176354" x="9880600" y="5092700"/>
          <p14:tracePt t="176371" x="9669463" y="5132388"/>
          <p14:tracePt t="176397" x="9567863" y="5124450"/>
          <p14:tracePt t="176403" x="9466263" y="5108575"/>
          <p14:tracePt t="176417" x="9404350" y="5108575"/>
          <p14:tracePt t="176435" x="9286875" y="5092700"/>
          <p14:tracePt t="176450" x="9177338" y="5092700"/>
          <p14:tracePt t="176494" x="9021763" y="5108575"/>
          <p14:tracePt t="176504" x="8818563" y="5124450"/>
          <p14:tracePt t="176550" x="8669338" y="5116513"/>
          <p14:tracePt t="176582" x="8645525" y="5116513"/>
          <p14:tracePt t="176881" x="8529638" y="5210175"/>
          <p14:tracePt t="176926" x="8450263" y="5287963"/>
          <p14:tracePt t="177229" x="8567738" y="5327650"/>
          <p14:tracePt t="177261" x="8677275" y="5365750"/>
          <p14:tracePt t="177289" x="8810625" y="5429250"/>
          <p14:tracePt t="177301" x="8912225" y="5483225"/>
          <p14:tracePt t="177317" x="9005888" y="5530850"/>
          <p14:tracePt t="177331" x="9051925" y="5537200"/>
          <p14:tracePt t="177350" x="9083675" y="5537200"/>
          <p14:tracePt t="177365" x="9129713" y="5522913"/>
          <p14:tracePt t="177381" x="9137650" y="5522913"/>
          <p14:tracePt t="177397" x="9193213" y="5514975"/>
          <p14:tracePt t="177407" x="9255125" y="5522913"/>
          <p14:tracePt t="177439" x="9286875" y="5530850"/>
          <p14:tracePt t="177452" x="9332913" y="5530850"/>
          <p14:tracePt t="177485" x="9340850" y="5530850"/>
          <p14:tracePt t="177502" x="9412288" y="5499100"/>
          <p14:tracePt t="177527" x="9442450" y="5483225"/>
          <p14:tracePt t="177544" x="9466263" y="5467350"/>
          <p14:tracePt t="177563" x="9512300" y="5451475"/>
          <p14:tracePt t="177587" x="9551988" y="5437188"/>
          <p14:tracePt t="177603" x="9575800" y="5429250"/>
          <p14:tracePt t="177618" x="9645650" y="5413375"/>
          <p14:tracePt t="177663" x="9707563" y="5373688"/>
          <p14:tracePt t="177693" x="9747250" y="5327650"/>
          <p14:tracePt t="177714" x="9763125" y="5295900"/>
          <p14:tracePt t="177726" x="9771063" y="5272088"/>
          <p14:tracePt t="177740" x="9771063" y="5241925"/>
          <p14:tracePt t="177753" x="9731375" y="5154613"/>
          <p14:tracePt t="177770" x="9723438" y="5140325"/>
          <p14:tracePt t="177783" x="9707563" y="5068888"/>
          <p14:tracePt t="177797" x="9707563" y="5045075"/>
          <p14:tracePt t="177811" x="9701213" y="5022850"/>
          <p14:tracePt t="177840" x="9685338" y="4999038"/>
          <p14:tracePt t="177845" x="9661525" y="4975225"/>
          <p14:tracePt t="177858" x="9621838" y="4967288"/>
          <p14:tracePt t="177872" x="9621838" y="4959350"/>
          <p14:tracePt t="177948" x="9505950" y="4913313"/>
          <p14:tracePt t="177976" x="9364663" y="4849813"/>
          <p14:tracePt t="178022" x="9263063" y="4795838"/>
          <p14:tracePt t="178069" x="9145588" y="4787900"/>
          <p14:tracePt t="178145" x="9021763" y="4803775"/>
          <p14:tracePt t="178172" x="8912225" y="4827588"/>
          <p14:tracePt t="178205" x="8794750" y="4857750"/>
          <p14:tracePt t="178248" x="8685213" y="4913313"/>
          <p14:tracePt t="178353" x="8607425" y="4999038"/>
          <p14:tracePt t="178427" x="8599488" y="5022850"/>
          <p14:tracePt t="178458" x="8567738" y="5146675"/>
          <p14:tracePt t="178474" x="8591550" y="5272088"/>
          <p14:tracePt t="178488" x="8685213" y="5475288"/>
          <p14:tracePt t="178505" x="8739188" y="5568950"/>
          <p14:tracePt t="178535" x="8747125" y="5638800"/>
          <p14:tracePt t="178549" x="8739188" y="5662613"/>
          <p14:tracePt t="178566" x="8724900" y="5726113"/>
          <p14:tracePt t="178579" x="8709025" y="5756275"/>
          <p14:tracePt t="178591" x="8701088" y="5780088"/>
          <p14:tracePt t="178634" x="8653463" y="5780088"/>
          <p14:tracePt t="178683" x="8567738" y="5718175"/>
          <p14:tracePt t="178757" x="8529638" y="5608638"/>
          <p14:tracePt t="178818" x="8599488" y="5514975"/>
          <p14:tracePt t="178848" x="8685213" y="5443538"/>
          <p14:tracePt t="178895" x="8716963" y="5429250"/>
          <p14:tracePt t="178924" x="8912225" y="5365750"/>
          <p14:tracePt t="178941" x="8966200" y="5357813"/>
          <p14:tracePt t="179043" x="8942388" y="5349875"/>
          <p14:tracePt t="179240" x="9036050" y="5327650"/>
          <p14:tracePt t="179256" x="9051925" y="5319713"/>
          <p14:tracePt t="179272" x="9129713" y="5327650"/>
          <p14:tracePt t="179286" x="9169400" y="5381625"/>
          <p14:tracePt t="179298" x="9177338" y="5491163"/>
          <p14:tracePt t="179326" x="9137650" y="5568950"/>
          <p14:tracePt t="179342" x="9083675" y="5608638"/>
          <p14:tracePt t="179355" x="9028113" y="5632450"/>
          <p14:tracePt t="179377" x="8950325" y="5638800"/>
          <p14:tracePt t="179392" x="8920163" y="5646738"/>
          <p14:tracePt t="179510" x="8926513" y="5530850"/>
          <p14:tracePt t="179527" x="8958263" y="5437188"/>
          <p14:tracePt t="179549" x="8990013" y="5357813"/>
          <p14:tracePt t="179608" x="9051925" y="5248275"/>
          <p14:tracePt t="179660" x="9129713" y="5154613"/>
          <p14:tracePt t="179690" x="9217025" y="5076825"/>
          <p14:tracePt t="179719" x="9302750" y="4991100"/>
          <p14:tracePt t="179750" x="9388475" y="4913313"/>
          <p14:tracePt t="179796" x="9498013" y="4881563"/>
          <p14:tracePt t="179824" x="9645650" y="4849813"/>
          <p14:tracePt t="179841" x="9763125" y="4843463"/>
          <p14:tracePt t="179866" x="9942513" y="4843463"/>
          <p14:tracePt t="179873" x="10075863" y="4849813"/>
          <p14:tracePt t="179886" x="10137775" y="4881563"/>
          <p14:tracePt t="179903" x="10199688" y="4929188"/>
          <p14:tracePt t="179920" x="10247313" y="4975225"/>
          <p14:tracePt t="179931" x="10263188" y="4999038"/>
          <p14:tracePt t="179942" x="10271125" y="5022850"/>
          <p14:tracePt t="179960" x="10271125" y="5030788"/>
          <p14:tracePt t="179976" x="10263188" y="5030788"/>
          <p14:tracePt t="179987" x="10199688" y="5108575"/>
          <p14:tracePt t="179997" x="10169525" y="5124450"/>
          <p14:tracePt t="180005" x="10113963" y="5170488"/>
          <p14:tracePt t="180019" x="10059988" y="5218113"/>
          <p14:tracePt t="180037" x="9998075" y="5256213"/>
          <p14:tracePt t="180050" x="9934575" y="5280025"/>
          <p14:tracePt t="180064" x="9840913" y="5303838"/>
          <p14:tracePt t="180078" x="9677400" y="5311775"/>
          <p14:tracePt t="180090" x="9490075" y="5303838"/>
          <p14:tracePt t="180103" x="9380538" y="5311775"/>
          <p14:tracePt t="180118" x="9310688" y="5319713"/>
          <p14:tracePt t="180140" x="9255125" y="5349875"/>
          <p14:tracePt t="180153" x="9217025" y="5373688"/>
          <p14:tracePt t="180171" x="9083675" y="5397500"/>
          <p14:tracePt t="180187" x="8966200" y="5373688"/>
          <p14:tracePt t="180202" x="8896350" y="5349875"/>
          <p14:tracePt t="180217" x="8848725" y="5327650"/>
          <p14:tracePt t="180248" x="8826500" y="5327650"/>
          <p14:tracePt t="180270" x="8709025" y="5280025"/>
          <p14:tracePt t="180365" x="8731250" y="5162550"/>
          <p14:tracePt t="180412" x="8778875" y="5030788"/>
          <p14:tracePt t="180486" x="8896350" y="4999038"/>
          <p14:tracePt t="180544" x="9005888" y="4999038"/>
          <p14:tracePt t="180585" x="9121775" y="5014913"/>
          <p14:tracePt t="180666" x="9115425" y="5140325"/>
          <p14:tracePt t="180685" x="9107488" y="5154613"/>
          <p14:tracePt t="180698" x="9051925" y="5272088"/>
          <p14:tracePt t="180712" x="8982075" y="5357813"/>
          <p14:tracePt t="180735" x="8840788" y="5483225"/>
          <p14:tracePt t="180742" x="8832850" y="5483225"/>
          <p14:tracePt t="180771" x="8709025" y="5491163"/>
          <p14:tracePt t="180801" x="8543925" y="5459413"/>
          <p14:tracePt t="180877" x="8466138" y="5381625"/>
          <p14:tracePt t="180904" x="8442325" y="5264150"/>
          <p14:tracePt t="180953" x="8458200" y="5154613"/>
          <p14:tracePt t="181011" x="8551863" y="5053013"/>
          <p14:tracePt t="181028" x="8653463" y="4983163"/>
          <p14:tracePt t="181055" x="8826500" y="4913313"/>
          <p14:tracePt t="181088" x="8950325" y="4905375"/>
          <p14:tracePt t="181115" x="9137650" y="4929188"/>
          <p14:tracePt t="181134" x="9294813" y="4951413"/>
          <p14:tracePt t="181159" x="9388475" y="5014913"/>
          <p14:tracePt t="181176" x="9388475" y="5116513"/>
          <p14:tracePt t="181191" x="9364663" y="5248275"/>
          <p14:tracePt t="181205" x="9332913" y="5303838"/>
          <p14:tracePt t="181222" x="9286875" y="5357813"/>
          <p14:tracePt t="181235" x="9209088" y="5421313"/>
          <p14:tracePt t="181254" x="9145588" y="5459413"/>
          <p14:tracePt t="181276" x="9067800" y="5507038"/>
          <p14:tracePt t="181285" x="8958263" y="5530850"/>
          <p14:tracePt t="181299" x="8926513" y="5537200"/>
          <p14:tracePt t="181341" x="8904288" y="5530850"/>
          <p14:tracePt t="181367" x="8880475" y="5522913"/>
          <p14:tracePt t="181374" x="8770938" y="5467350"/>
          <p14:tracePt t="181418" x="8724900" y="5365750"/>
          <p14:tracePt t="181445" x="8724900" y="5341938"/>
          <p14:tracePt t="181461" x="8731250" y="5218113"/>
          <p14:tracePt t="181476" x="8747125" y="5194300"/>
          <p14:tracePt t="181490" x="8794750" y="5084763"/>
          <p14:tracePt t="181519" x="8872538" y="4959350"/>
          <p14:tracePt t="181537" x="8966200" y="4889500"/>
          <p14:tracePt t="181554" x="9067800" y="4819650"/>
          <p14:tracePt t="181567" x="9247188" y="4725988"/>
          <p14:tracePt t="181591" x="9302750" y="4694238"/>
          <p14:tracePt t="181609" x="9364663" y="4584700"/>
          <p14:tracePt t="181644" x="9404350" y="4459288"/>
          <p14:tracePt t="181656" x="9418638" y="4217988"/>
          <p14:tracePt t="181672" x="9332913" y="3851275"/>
          <p14:tracePt t="181686" x="9286875" y="3600450"/>
          <p14:tracePt t="181713" x="9286875" y="3476625"/>
          <p14:tracePt t="181721" x="9255125" y="3132138"/>
          <p14:tracePt t="181735" x="9340850" y="2905125"/>
          <p14:tracePt t="181749" x="9388475" y="2789238"/>
          <p14:tracePt t="181761" x="9498013" y="2436813"/>
          <p14:tracePt t="183399" x="9607550" y="3468688"/>
          <p14:tracePt t="183405" x="9466263" y="3538538"/>
          <p14:tracePt t="183411" x="9348788" y="3584575"/>
          <p14:tracePt t="183426" x="9231313" y="3624263"/>
          <p14:tracePt t="183428" x="9099550" y="3671888"/>
          <p14:tracePt t="183434" x="8974138" y="3709988"/>
          <p14:tracePt t="183448" x="8840788" y="3741738"/>
          <p14:tracePt t="183457" x="8724900" y="3765550"/>
          <p14:tracePt t="183463" x="8591550" y="3771900"/>
          <p14:tracePt t="183473" x="8466138" y="3765550"/>
          <p14:tracePt t="183489" x="8348663" y="3765550"/>
          <p14:tracePt t="183492" x="8232775" y="3771900"/>
          <p14:tracePt t="183507" x="8099425" y="3803650"/>
          <p14:tracePt t="183517" x="7981950" y="3843338"/>
          <p14:tracePt t="183523" x="7732713" y="3913188"/>
          <p14:tracePt t="183557" x="7459663" y="3967163"/>
          <p14:tracePt t="183575" x="7061200" y="3990975"/>
          <p14:tracePt t="183595" x="6670675" y="3952875"/>
          <p14:tracePt t="183611" x="6037263" y="3819525"/>
          <p14:tracePt t="183634" x="5162550" y="3795713"/>
          <p14:tracePt t="183663" x="3998913" y="3725863"/>
          <p14:tracePt t="183671" x="3851275" y="3717925"/>
          <p14:tracePt t="183685" x="3295650" y="3648075"/>
          <p14:tracePt t="183701" x="2787650" y="3640138"/>
          <p14:tracePt t="183712" x="2663825" y="3608388"/>
          <p14:tracePt t="183730" x="2155825" y="3413125"/>
          <p14:tracePt t="183744" x="1912938" y="3389313"/>
          <p14:tracePt t="183842" x="2046288" y="3389313"/>
          <p14:tracePt t="183858" x="2765425" y="3389313"/>
          <p14:tracePt t="183868" x="3271838" y="3375025"/>
          <p14:tracePt t="183895" x="3897313" y="3319463"/>
          <p14:tracePt t="183910" x="4467225" y="3273425"/>
          <p14:tracePt t="183925" x="4841875" y="3241675"/>
          <p14:tracePt t="183940" x="5405438" y="3179763"/>
          <p14:tracePt t="183952" x="5834063" y="3132138"/>
          <p14:tracePt t="183977" x="6537325" y="3078163"/>
          <p14:tracePt t="183992" x="6935788" y="3022600"/>
          <p14:tracePt t="184011" x="7286625" y="2928938"/>
          <p14:tracePt t="184026" x="7553325" y="2851150"/>
          <p14:tracePt t="185661" x="7232650" y="4030663"/>
          <p14:tracePt t="185670" x="7545388" y="4865688"/>
          <p14:tracePt t="185682" x="7856538" y="5311775"/>
          <p14:tracePt t="187097" x="11231563" y="6545263"/>
          <p14:tracePt t="187119" x="10287000" y="6202363"/>
          <p14:tracePt t="187128" x="9528175" y="6015038"/>
          <p14:tracePt t="187151" x="8232775" y="5905500"/>
          <p14:tracePt t="187156" x="7443788" y="5905500"/>
          <p14:tracePt t="187173" x="6865938" y="5913438"/>
          <p14:tracePt t="187178" x="6248400" y="5983288"/>
          <p14:tracePt t="187205" x="5029200" y="6248400"/>
          <p14:tracePt t="187218" x="4357688" y="6427788"/>
          <p14:tracePt t="187241" x="4022725" y="6491288"/>
          <p14:tracePt t="187246" x="3913188" y="6515100"/>
          <p14:tracePt t="187263" x="3851275" y="6537325"/>
          <p14:tracePt t="187269" x="3827463" y="6545263"/>
          <p14:tracePt t="187293" x="3787775" y="6569075"/>
          <p14:tracePt t="187306" x="3779838" y="6569075"/>
          <p14:tracePt t="187331" x="3771900" y="6577013"/>
          <p14:tracePt t="187340" x="3763963" y="6577013"/>
          <p14:tracePt t="187353" x="3702050" y="6600825"/>
          <p14:tracePt t="187358" x="3648075" y="6638925"/>
          <p14:tracePt t="187384" x="3436938" y="6694488"/>
          <p14:tracePt t="187398" x="3209925" y="6716713"/>
          <p14:tracePt t="187421" x="2663825" y="6732588"/>
          <p14:tracePt t="187427" x="2335213" y="6748463"/>
          <p14:tracePt t="187442" x="2155825" y="6772275"/>
          <p14:tracePt t="187449" x="2014538" y="6804025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3D71-55C4-7B03-3303-370E056E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Proposal Document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2BB5E9-CC69-8931-5091-A4A164A50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790" y="1690688"/>
            <a:ext cx="3683506" cy="4351338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447546-C9B9-2A23-8FAE-B6F13264EA37}"/>
              </a:ext>
            </a:extLst>
          </p:cNvPr>
          <p:cNvSpPr/>
          <p:nvPr/>
        </p:nvSpPr>
        <p:spPr>
          <a:xfrm>
            <a:off x="1807029" y="1823357"/>
            <a:ext cx="1115785" cy="1251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09AF95-6F6C-450D-D829-221AEA2DE89C}"/>
              </a:ext>
            </a:extLst>
          </p:cNvPr>
          <p:cNvSpPr/>
          <p:nvPr/>
        </p:nvSpPr>
        <p:spPr>
          <a:xfrm flipV="1">
            <a:off x="1807029" y="2242455"/>
            <a:ext cx="859971" cy="12518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135897-241A-F393-05DF-8A02DDBD6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52" y="1262723"/>
            <a:ext cx="4534133" cy="520726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FD6E3F-D6B8-AA1C-1C01-AC12A03FF6E5}"/>
              </a:ext>
            </a:extLst>
          </p:cNvPr>
          <p:cNvSpPr/>
          <p:nvPr/>
        </p:nvSpPr>
        <p:spPr>
          <a:xfrm>
            <a:off x="7293430" y="2242455"/>
            <a:ext cx="1045028" cy="1442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374F01-3DBF-D250-9F61-AE88011F9BA9}"/>
              </a:ext>
            </a:extLst>
          </p:cNvPr>
          <p:cNvSpPr/>
          <p:nvPr/>
        </p:nvSpPr>
        <p:spPr>
          <a:xfrm>
            <a:off x="9133114" y="2261503"/>
            <a:ext cx="1115785" cy="1251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5766162"/>
      </p:ext>
    </p:extLst>
  </p:cSld>
  <p:clrMapOvr>
    <a:masterClrMapping/>
  </p:clrMapOvr>
  <p:extLst>
    <p:ext uri="{3A86A75C-4F4B-4683-9AE1-C65F6400EC91}">
      <p14:laserTraceLst xmlns:p14="http://schemas.microsoft.com/office/powerpoint/2010/main">
        <p14:tracePtLst>
          <p14:tracePt t="8219" x="2233613" y="4076700"/>
          <p14:tracePt t="8234" x="2201863" y="4076700"/>
          <p14:tracePt t="8250" x="2132013" y="4092575"/>
          <p14:tracePt t="8264" x="2100263" y="4116388"/>
          <p14:tracePt t="8281" x="2038350" y="4164013"/>
          <p14:tracePt t="8295" x="2000250" y="4194175"/>
          <p14:tracePt t="8312" x="1968500" y="4210050"/>
          <p14:tracePt t="8326" x="1866900" y="4241800"/>
          <p14:tracePt t="8339" x="1797050" y="4217988"/>
          <p14:tracePt t="8364" x="1765300" y="4194175"/>
          <p14:tracePt t="8385" x="1655763" y="4124325"/>
          <p14:tracePt t="8390" x="1554163" y="4076700"/>
          <p14:tracePt t="8402" x="1484313" y="4046538"/>
          <p14:tracePt t="8430" x="1428750" y="3937000"/>
          <p14:tracePt t="8445" x="1366838" y="3694113"/>
          <p14:tracePt t="8459" x="1350963" y="3576638"/>
          <p14:tracePt t="8489" x="1312863" y="3335338"/>
          <p14:tracePt t="8505" x="1312863" y="3086100"/>
          <p14:tracePt t="8518" x="1327150" y="2960688"/>
          <p14:tracePt t="8536" x="1343025" y="2835275"/>
          <p14:tracePt t="8549" x="1406525" y="2709863"/>
          <p14:tracePt t="8565" x="1468438" y="2608263"/>
          <p14:tracePt t="8582" x="1554163" y="2522538"/>
          <p14:tracePt t="8595" x="1663700" y="2484438"/>
          <p14:tracePt t="8611" x="1797050" y="2522538"/>
          <p14:tracePt t="8614" x="1890713" y="2562225"/>
          <p14:tracePt t="8638" x="1984375" y="2632075"/>
          <p14:tracePt t="8654" x="2085975" y="2701925"/>
          <p14:tracePt t="8684" x="2311400" y="2843213"/>
          <p14:tracePt t="8699" x="2420938" y="2897188"/>
          <p14:tracePt t="8771" x="2506663" y="2976563"/>
          <p14:tracePt t="8797" x="2476500" y="3092450"/>
          <p14:tracePt t="8826" x="2436813" y="3201988"/>
          <p14:tracePt t="8842" x="2382838" y="3311525"/>
          <p14:tracePt t="8852" x="2311400" y="3421063"/>
          <p14:tracePt t="8865" x="2233613" y="3514725"/>
          <p14:tracePt t="8911" x="2163763" y="3608388"/>
          <p14:tracePt t="8962" x="2108200" y="3717925"/>
          <p14:tracePt t="9091" x="2022475" y="3795713"/>
          <p14:tracePt t="9150" x="1905000" y="3765550"/>
          <p14:tracePt t="9194" x="1890713" y="3648075"/>
          <p14:tracePt t="9225" x="1912938" y="3530600"/>
          <p14:tracePt t="9254" x="1992313" y="3295650"/>
          <p14:tracePt t="9269" x="1992313" y="3179763"/>
          <p14:tracePt t="9316" x="2155825" y="2998788"/>
          <p14:tracePt t="9330" x="2382838" y="2882900"/>
          <p14:tracePt t="9361" x="2498725" y="2843213"/>
          <p14:tracePt t="9376" x="2608263" y="2811463"/>
          <p14:tracePt t="9413" x="2733675" y="2795588"/>
          <p14:tracePt t="9577" x="2655888" y="2882900"/>
          <p14:tracePt t="9608" x="2530475" y="2936875"/>
          <p14:tracePt t="9638" x="2405063" y="2968625"/>
          <p14:tracePt t="9771" x="2530475" y="2928938"/>
          <p14:tracePt t="9802" x="2640013" y="2921000"/>
          <p14:tracePt t="9862" x="2709863" y="3030538"/>
          <p14:tracePt t="9907" x="2717800" y="3155950"/>
          <p14:tracePt t="9923" x="2741613" y="3287713"/>
          <p14:tracePt t="9968" x="3038475" y="3546475"/>
          <p14:tracePt t="9999" x="3421063" y="3616325"/>
          <p14:tracePt t="10013" x="3662363" y="3671888"/>
          <p14:tracePt t="11791" x="1211263" y="3648075"/>
          <p14:tracePt t="11816" x="1109663" y="3584575"/>
          <p14:tracePt t="11851" x="1030288" y="3490913"/>
          <p14:tracePt t="11906" x="1016000" y="3375025"/>
          <p14:tracePt t="11949" x="1123950" y="3327400"/>
          <p14:tracePt t="11973" x="1327150" y="3273425"/>
          <p14:tracePt t="11988" x="1492250" y="3281363"/>
          <p14:tracePt t="12002" x="1530350" y="3287713"/>
          <p14:tracePt t="12017" x="1601788" y="3327400"/>
          <p14:tracePt t="12033" x="1647825" y="3389313"/>
          <p14:tracePt t="12049" x="1671638" y="3460750"/>
          <p14:tracePt t="12064" x="1679575" y="3530600"/>
          <p14:tracePt t="12078" x="1655763" y="3576638"/>
          <p14:tracePt t="12092" x="1624013" y="3624263"/>
          <p14:tracePt t="12107" x="1554163" y="3648075"/>
          <p14:tracePt t="12123" x="1484313" y="3648075"/>
          <p14:tracePt t="12137" x="1366838" y="3608388"/>
          <p14:tracePt t="12152" x="1241425" y="3570288"/>
          <p14:tracePt t="12167" x="1203325" y="3554413"/>
          <p14:tracePt t="12183" x="1109663" y="3498850"/>
          <p14:tracePt t="12214" x="1062038" y="3444875"/>
          <p14:tracePt t="12281" x="1046163" y="3327400"/>
          <p14:tracePt t="12311" x="1109663" y="3217863"/>
          <p14:tracePt t="12334" x="1304925" y="3062288"/>
          <p14:tracePt t="12349" x="1530350" y="2928938"/>
          <p14:tracePt t="12364" x="1585913" y="2905125"/>
          <p14:tracePt t="12379" x="1671638" y="2882900"/>
          <p14:tracePt t="12393" x="1797050" y="2874963"/>
          <p14:tracePt t="12408" x="1992313" y="2882900"/>
          <p14:tracePt t="12423" x="2233613" y="2928938"/>
          <p14:tracePt t="12438" x="2343150" y="2960688"/>
          <p14:tracePt t="12453" x="2546350" y="3038475"/>
          <p14:tracePt t="12467" x="2647950" y="3078163"/>
          <p14:tracePt t="12484" x="2749550" y="3148013"/>
          <p14:tracePt t="12501" x="2851150" y="3233738"/>
          <p14:tracePt t="12514" x="2952750" y="3327400"/>
          <p14:tracePt t="12527" x="3030538" y="3421063"/>
          <p14:tracePt t="12542" x="3076575" y="3476625"/>
          <p14:tracePt t="12557" x="3092450" y="3498850"/>
          <p14:tracePt t="12572" x="3076575" y="3522663"/>
          <p14:tracePt t="12587" x="3030538" y="3554413"/>
          <p14:tracePt t="12603" x="2960688" y="3562350"/>
          <p14:tracePt t="12618" x="2843213" y="3538538"/>
          <p14:tracePt t="12635" x="2709863" y="3514725"/>
          <p14:tracePt t="12651" x="2608263" y="3498850"/>
          <p14:tracePt t="12665" x="2366963" y="3476625"/>
          <p14:tracePt t="12680" x="2257425" y="3468688"/>
          <p14:tracePt t="12684" x="2193925" y="3452813"/>
          <p14:tracePt t="12692" x="2030413" y="3436938"/>
          <p14:tracePt t="12708" x="1882775" y="3421063"/>
          <p14:tracePt t="12723" x="1765300" y="3405188"/>
          <p14:tracePt t="12760" x="1562100" y="3351213"/>
          <p14:tracePt t="12772" x="1492250" y="3319463"/>
          <p14:tracePt t="12814" x="1452563" y="3201988"/>
          <p14:tracePt t="12828" x="1476375" y="3086100"/>
          <p14:tracePt t="12845" x="1522413" y="2976563"/>
          <p14:tracePt t="12859" x="1593850" y="2874963"/>
          <p14:tracePt t="12874" x="1679575" y="2789238"/>
          <p14:tracePt t="12888" x="1858963" y="2616200"/>
          <p14:tracePt t="12903" x="1936750" y="2530475"/>
          <p14:tracePt t="12918" x="2038350" y="2452688"/>
          <p14:tracePt t="12935" x="2147888" y="2390775"/>
          <p14:tracePt t="12951" x="2257425" y="2335213"/>
          <p14:tracePt t="12970" x="2382838" y="2319338"/>
          <p14:tracePt t="12988" x="2514600" y="2343150"/>
          <p14:tracePt t="13009" x="2717800" y="2436813"/>
          <p14:tracePt t="13014" x="2944813" y="2624138"/>
          <p14:tracePt t="13023" x="2990850" y="2679700"/>
          <p14:tracePt t="13039" x="2998788" y="2709863"/>
          <p14:tracePt t="13053" x="2998788" y="2741613"/>
          <p14:tracePt t="13068" x="2921000" y="2803525"/>
          <p14:tracePt t="13084" x="2867025" y="2835275"/>
          <p14:tracePt t="13101" x="2795588" y="2874963"/>
          <p14:tracePt t="13114" x="2679700" y="2913063"/>
          <p14:tracePt t="13129" x="2530475" y="2944813"/>
          <p14:tracePt t="13163" x="2452688" y="2968625"/>
          <p14:tracePt t="13184" x="2382838" y="2984500"/>
          <p14:tracePt t="13198" x="2100263" y="2990850"/>
          <p14:tracePt t="13210" x="1928813" y="2984500"/>
          <p14:tracePt t="13219" x="1882775" y="2976563"/>
          <p14:tracePt t="13265" x="1765300" y="2952750"/>
          <p14:tracePt t="13295" x="1655763" y="2905125"/>
          <p14:tracePt t="13326" x="1570038" y="2811463"/>
          <p14:tracePt t="13343" x="1522413" y="2693988"/>
          <p14:tracePt t="13372" x="1508125" y="2578100"/>
          <p14:tracePt t="13422" x="1562100" y="2468563"/>
          <p14:tracePt t="13440" x="1616075" y="2366963"/>
          <p14:tracePt t="13456" x="1695450" y="2273300"/>
          <p14:tracePt t="13497" x="1819275" y="2249488"/>
          <p14:tracePt t="13544" x="1928813" y="2249488"/>
          <p14:tracePt t="13571" x="2062163" y="2289175"/>
          <p14:tracePt t="13589" x="2187575" y="2359025"/>
          <p14:tracePt t="13605" x="2303463" y="2420938"/>
          <p14:tracePt t="13620" x="2413000" y="2476500"/>
          <p14:tracePt t="13634" x="2522538" y="2530475"/>
          <p14:tracePt t="13665" x="2701925" y="2640013"/>
          <p14:tracePt t="13680" x="2827338" y="2733675"/>
          <p14:tracePt t="13695" x="2874963" y="2789238"/>
          <p14:tracePt t="13708" x="2921000" y="2851150"/>
          <p14:tracePt t="13722" x="2928938" y="2890838"/>
          <p14:tracePt t="13740" x="2905125" y="2952750"/>
          <p14:tracePt t="13754" x="2889250" y="2976563"/>
          <p14:tracePt t="13769" x="2827338" y="3006725"/>
          <p14:tracePt t="13783" x="2803525" y="3022600"/>
          <p14:tracePt t="13827" x="2701925" y="3078163"/>
          <p14:tracePt t="13841" x="2640013" y="3100388"/>
          <p14:tracePt t="13851" x="2538413" y="3108325"/>
          <p14:tracePt t="13870" x="2498725" y="3108325"/>
          <p14:tracePt t="13875" x="2397125" y="3108325"/>
          <p14:tracePt t="13890" x="2366963" y="3108325"/>
          <p14:tracePt t="13930" x="2289175" y="3124200"/>
          <p14:tracePt t="13944" x="2209800" y="3140075"/>
          <p14:tracePt t="13977" x="2093913" y="3155950"/>
          <p14:tracePt t="14006" x="1976438" y="3155950"/>
          <p14:tracePt t="14021" x="1858963" y="3148013"/>
          <p14:tracePt t="14067" x="1741488" y="3116263"/>
          <p14:tracePt t="14082" x="1631950" y="3078163"/>
          <p14:tracePt t="14143" x="1514475" y="3062288"/>
          <p14:tracePt t="14249" x="1452563" y="2968625"/>
          <p14:tracePt t="14294" x="1414463" y="2859088"/>
          <p14:tracePt t="14319" x="1390650" y="2749550"/>
          <p14:tracePt t="14341" x="1382713" y="2632075"/>
          <p14:tracePt t="14383" x="1390650" y="2522538"/>
          <p14:tracePt t="14428" x="1428750" y="2420938"/>
          <p14:tracePt t="14459" x="1492250" y="2311400"/>
          <p14:tracePt t="14517" x="1570038" y="2209800"/>
          <p14:tracePt t="14562" x="1671638" y="2155825"/>
          <p14:tracePt t="14624" x="1804988" y="2132013"/>
          <p14:tracePt t="14654" x="1936750" y="2101850"/>
          <p14:tracePt t="14863" x="2038350" y="2171700"/>
          <p14:tracePt t="15194" x="2030413" y="2289175"/>
          <p14:tracePt t="15614" x="2139950" y="2311400"/>
          <p14:tracePt t="15704" x="2249488" y="2297113"/>
          <p14:tracePt t="16015" x="2374900" y="2297113"/>
          <p14:tracePt t="16184" x="2257425" y="2351088"/>
          <p14:tracePt t="16213" x="2139950" y="2398713"/>
          <p14:tracePt t="16228" x="2030413" y="2460625"/>
          <p14:tracePt t="16379" x="2030413" y="2578100"/>
          <p14:tracePt t="16411" x="2000250" y="2693988"/>
          <p14:tracePt t="16452" x="1851025" y="2874963"/>
          <p14:tracePt t="16484" x="1749425" y="2928938"/>
          <p14:tracePt t="16513" x="1639888" y="2968625"/>
          <p14:tracePt t="16755" x="1538288" y="2928938"/>
          <p14:tracePt t="16785" x="1428750" y="2890838"/>
          <p14:tracePt t="16979" x="1530350" y="2811463"/>
          <p14:tracePt t="16995" x="1631950" y="2757488"/>
          <p14:tracePt t="17011" x="1749425" y="2725738"/>
          <p14:tracePt t="17113" x="1843088" y="2773363"/>
          <p14:tracePt t="17128" x="1952625" y="2781300"/>
          <p14:tracePt t="17189" x="2078038" y="2733675"/>
          <p14:tracePt t="17219" x="2179638" y="2693988"/>
          <p14:tracePt t="17324" x="2273300" y="2741613"/>
          <p14:tracePt t="17400" x="2382838" y="2773363"/>
          <p14:tracePt t="17446" x="2514600" y="2765425"/>
          <p14:tracePt t="17504" x="2640013" y="2749550"/>
          <p14:tracePt t="17550" x="2757488" y="2741613"/>
          <p14:tracePt t="17581" x="2867025" y="2789238"/>
          <p14:tracePt t="17670" x="2936875" y="2867025"/>
          <p14:tracePt t="17699" x="2974975" y="2984500"/>
          <p14:tracePt t="17760" x="2990850" y="3108325"/>
          <p14:tracePt t="17804" x="2936875" y="3201988"/>
          <p14:tracePt t="17835" x="2889250" y="3311525"/>
          <p14:tracePt t="17879" x="2843213" y="3429000"/>
          <p14:tracePt t="17910" x="2773363" y="3522663"/>
          <p14:tracePt t="17928" x="2686050" y="3592513"/>
          <p14:tracePt t="17942" x="2592388" y="3663950"/>
          <p14:tracePt t="17985" x="2514600" y="3765550"/>
          <p14:tracePt t="18030" x="2420938" y="3835400"/>
          <p14:tracePt t="18074" x="2311400" y="3889375"/>
          <p14:tracePt t="18089" x="2209800" y="3921125"/>
          <p14:tracePt t="18105" x="2070100" y="3944938"/>
          <p14:tracePt t="18129" x="1952625" y="3960813"/>
          <p14:tracePt t="18136" x="1811338" y="3975100"/>
          <p14:tracePt t="18152" x="1695450" y="3990975"/>
          <p14:tracePt t="18182" x="1577975" y="3998913"/>
          <p14:tracePt t="18200" x="1468438" y="3990975"/>
          <p14:tracePt t="18225" x="1350963" y="3960813"/>
          <p14:tracePt t="18257" x="1289050" y="3859213"/>
          <p14:tracePt t="18271" x="1219200" y="3765550"/>
          <p14:tracePt t="19495" x="1858963" y="4413250"/>
          <p14:tracePt t="19502" x="1609725" y="4351338"/>
          <p14:tracePt t="19522" x="1484313" y="4311650"/>
          <p14:tracePt t="19532" x="1374775" y="4257675"/>
          <p14:tracePt t="19560" x="1273175" y="4194175"/>
          <p14:tracePt t="19591" x="1249363" y="4068763"/>
          <p14:tracePt t="19607" x="1265238" y="3960813"/>
          <p14:tracePt t="19621" x="1304925" y="3843338"/>
          <p14:tracePt t="19637" x="1350963" y="3733800"/>
          <p14:tracePt t="19642" x="1406525" y="3632200"/>
          <p14:tracePt t="19652" x="1492250" y="3538538"/>
          <p14:tracePt t="19667" x="1577975" y="3452813"/>
          <p14:tracePt t="19694" x="1655763" y="3367088"/>
          <p14:tracePt t="19715" x="1765300" y="3311525"/>
          <p14:tracePt t="19725" x="2000250" y="3281363"/>
          <p14:tracePt t="19736" x="2132013" y="3273425"/>
          <p14:tracePt t="19771" x="2366963" y="3303588"/>
          <p14:tracePt t="19803" x="2460625" y="3405188"/>
          <p14:tracePt t="19818" x="2522538" y="3506788"/>
          <p14:tracePt t="19838" x="2578100" y="3608388"/>
          <p14:tracePt t="19861" x="2624138" y="3741738"/>
          <p14:tracePt t="19876" x="2632075" y="3859213"/>
          <p14:tracePt t="19890" x="2640013" y="3983038"/>
          <p14:tracePt t="19898" x="2616200" y="4100513"/>
          <p14:tracePt t="19914" x="2616200" y="4202113"/>
          <p14:tracePt t="19921" x="2562225" y="4335463"/>
          <p14:tracePt t="19928" x="2554288" y="4351338"/>
          <p14:tracePt t="19944" x="2554288" y="4445000"/>
          <p14:tracePt t="19959" x="2498725" y="4592638"/>
          <p14:tracePt t="19989" x="2413000" y="4662488"/>
          <p14:tracePt t="20005" x="2389188" y="4686300"/>
          <p14:tracePt t="20021" x="2343150" y="4718050"/>
          <p14:tracePt t="20036" x="2295525" y="4764088"/>
          <p14:tracePt t="20050" x="2241550" y="4811713"/>
          <p14:tracePt t="20053" x="2225675" y="4843463"/>
          <p14:tracePt t="20064" x="2171700" y="4873625"/>
          <p14:tracePt t="20080" x="2085975" y="4897438"/>
          <p14:tracePt t="20095" x="1992313" y="4929188"/>
          <p14:tracePt t="20109" x="1882775" y="4945063"/>
          <p14:tracePt t="20125" x="1797050" y="4959350"/>
          <p14:tracePt t="20139" x="1695450" y="4951413"/>
          <p14:tracePt t="20155" x="1647825" y="4937125"/>
          <p14:tracePt t="20171" x="1500188" y="4835525"/>
          <p14:tracePt t="20186" x="1436688" y="4779963"/>
          <p14:tracePt t="20202" x="1406525" y="4756150"/>
          <p14:tracePt t="20216" x="1281113" y="4678363"/>
          <p14:tracePt t="20245" x="1179513" y="4648200"/>
          <p14:tracePt t="20260" x="1123950" y="4616450"/>
          <p14:tracePt t="20275" x="1069975" y="4554538"/>
          <p14:tracePt t="20289" x="1023938" y="4459288"/>
          <p14:tracePt t="20306" x="992188" y="4373563"/>
          <p14:tracePt t="20321" x="984250" y="4303713"/>
          <p14:tracePt t="20337" x="992188" y="4233863"/>
          <p14:tracePt t="20352" x="1008063" y="4140200"/>
          <p14:tracePt t="20367" x="1030288" y="4038600"/>
          <p14:tracePt t="20382" x="1046163" y="3967163"/>
          <p14:tracePt t="20396" x="1085850" y="3835400"/>
          <p14:tracePt t="20410" x="1123950" y="3765550"/>
          <p14:tracePt t="20425" x="1139825" y="3741738"/>
          <p14:tracePt t="20440" x="1265238" y="3600450"/>
          <p14:tracePt t="20456" x="1343025" y="3514725"/>
          <p14:tracePt t="20471" x="1436688" y="3452813"/>
          <p14:tracePt t="20497" x="1562100" y="3421063"/>
          <p14:tracePt t="20511" x="1647825" y="3413125"/>
          <p14:tracePt t="20520" x="1827213" y="3405188"/>
          <p14:tracePt t="20530" x="1866900" y="3413125"/>
          <p14:tracePt t="20553" x="1944688" y="3421063"/>
          <p14:tracePt t="20565" x="2108200" y="3514725"/>
          <p14:tracePt t="20575" x="2209800" y="3570288"/>
          <p14:tracePt t="20590" x="2241550" y="3584575"/>
          <p14:tracePt t="20605" x="2343150" y="3624263"/>
          <p14:tracePt t="20621" x="2428875" y="3656013"/>
          <p14:tracePt t="20645" x="2554288" y="3733800"/>
          <p14:tracePt t="20675" x="2592388" y="3779838"/>
          <p14:tracePt t="20688" x="2600325" y="3819525"/>
          <p14:tracePt t="20698" x="2600325" y="3851275"/>
          <p14:tracePt t="20713" x="2546350" y="3952875"/>
          <p14:tracePt t="20726" x="2484438" y="3998913"/>
          <p14:tracePt t="20740" x="2428875" y="4054475"/>
          <p14:tracePt t="20756" x="2374900" y="4100513"/>
          <p14:tracePt t="20771" x="2311400" y="4178300"/>
          <p14:tracePt t="20786" x="2273300" y="4225925"/>
          <p14:tracePt t="20802" x="2187575" y="4295775"/>
          <p14:tracePt t="20816" x="2108200" y="4319588"/>
          <p14:tracePt t="20833" x="2070100" y="4327525"/>
          <p14:tracePt t="20845" x="1898650" y="4335463"/>
          <p14:tracePt t="20860" x="1757363" y="4343400"/>
          <p14:tracePt t="20875" x="1687513" y="4351338"/>
          <p14:tracePt t="20890" x="1663700" y="4351338"/>
          <p14:tracePt t="20915" x="1631950" y="4343400"/>
          <p14:tracePt t="20941" x="1530350" y="4264025"/>
          <p14:tracePt t="20959" x="1492250" y="4217988"/>
          <p14:tracePt t="20975" x="1312863" y="3960813"/>
          <p14:tracePt t="21000" x="1281113" y="3881438"/>
          <p14:tracePt t="21013" x="1249363" y="3757613"/>
          <p14:tracePt t="21021" x="1241425" y="3725863"/>
          <p14:tracePt t="21048" x="1225550" y="3663950"/>
          <p14:tracePt t="21066" x="1219200" y="3554413"/>
          <p14:tracePt t="21079" x="1225550" y="3460750"/>
          <p14:tracePt t="21138" x="1414463" y="3367088"/>
          <p14:tracePt t="21169" x="1733550" y="3335338"/>
          <p14:tracePt t="21194" x="1804988" y="3351213"/>
          <p14:tracePt t="21204" x="1928813" y="3413125"/>
          <p14:tracePt t="21227" x="2014538" y="3506788"/>
          <p14:tracePt t="21237" x="2070100" y="3570288"/>
          <p14:tracePt t="21250" x="2155825" y="3648075"/>
          <p14:tracePt t="21262" x="2241550" y="3741738"/>
          <p14:tracePt t="21274" x="2289175" y="3811588"/>
          <p14:tracePt t="21292" x="2311400" y="3881438"/>
          <p14:tracePt t="21307" x="2303463" y="3952875"/>
          <p14:tracePt t="21321" x="2289175" y="4006850"/>
          <p14:tracePt t="21337" x="2265363" y="4046538"/>
          <p14:tracePt t="21350" x="2225675" y="4068763"/>
          <p14:tracePt t="21366" x="2163763" y="4076700"/>
          <p14:tracePt t="21382" x="2139950" y="4084638"/>
          <p14:tracePt t="21408" x="1936750" y="4084638"/>
          <p14:tracePt t="21423" x="1781175" y="4046538"/>
          <p14:tracePt t="21447" x="1687513" y="4006850"/>
          <p14:tracePt t="21455" x="1601788" y="3960813"/>
          <p14:tracePt t="21471" x="1452563" y="3889375"/>
          <p14:tracePt t="21484" x="1327150" y="3787775"/>
          <p14:tracePt t="21498" x="1225550" y="3725863"/>
          <p14:tracePt t="21521" x="1195388" y="3709988"/>
          <p14:tracePt t="21559" x="1101725" y="3648075"/>
          <p14:tracePt t="21586" x="1016000" y="3562350"/>
          <p14:tracePt t="21603" x="928688" y="3476625"/>
          <p14:tracePt t="21617" x="858838" y="3389313"/>
          <p14:tracePt t="21678" x="882650" y="3281363"/>
          <p14:tracePt t="21723" x="922338" y="3179763"/>
          <p14:tracePt t="21740" x="1008063" y="3100388"/>
          <p14:tracePt t="21769" x="1117600" y="3054350"/>
          <p14:tracePt t="21801" x="1225550" y="3030538"/>
          <p14:tracePt t="21830" x="1444625" y="3014663"/>
          <p14:tracePt t="21849" x="1508125" y="3014663"/>
          <p14:tracePt t="21862" x="1585913" y="3030538"/>
          <p14:tracePt t="21875" x="1717675" y="3078163"/>
          <p14:tracePt t="21889" x="1811338" y="3148013"/>
          <p14:tracePt t="21904" x="1874838" y="3201988"/>
          <p14:tracePt t="21929" x="1920875" y="3257550"/>
          <p14:tracePt t="21938" x="1984375" y="3295650"/>
          <p14:tracePt t="21962" x="2000250" y="3311525"/>
          <p14:tracePt t="21973" x="2030413" y="3319463"/>
          <p14:tracePt t="21993" x="2093913" y="3335338"/>
          <p14:tracePt t="21998" x="2124075" y="3343275"/>
          <p14:tracePt t="22012" x="2147888" y="3367088"/>
          <p14:tracePt t="22051" x="2147888" y="3436938"/>
          <p14:tracePt t="22057" x="2132013" y="3506788"/>
          <p14:tracePt t="22082" x="2124075" y="3538538"/>
          <p14:tracePt t="22091" x="2070100" y="3624263"/>
          <p14:tracePt t="22102" x="2054225" y="3656013"/>
          <p14:tracePt t="22120" x="2022475" y="3702050"/>
          <p14:tracePt t="22156" x="1968500" y="3741738"/>
          <p14:tracePt t="22163" x="1912938" y="3771900"/>
          <p14:tracePt t="22177" x="1858963" y="3771900"/>
          <p14:tracePt t="22202" x="1804988" y="3741738"/>
          <p14:tracePt t="22208" x="1781175" y="3733800"/>
          <p14:tracePt t="22230" x="1741488" y="3709988"/>
          <p14:tracePt t="22250" x="1554163" y="3656013"/>
          <p14:tracePt t="22266" x="1460500" y="3648075"/>
          <p14:tracePt t="22281" x="1390650" y="3648075"/>
          <p14:tracePt t="22296" x="1366838" y="3648075"/>
          <p14:tracePt t="22321" x="1273175" y="3632200"/>
          <p14:tracePt t="22339" x="1211263" y="3616325"/>
          <p14:tracePt t="22351" x="1147763" y="3584575"/>
          <p14:tracePt t="22358" x="1123950" y="3562350"/>
          <p14:tracePt t="22415" x="1131888" y="3452813"/>
          <p14:tracePt t="22461" x="1171575" y="3335338"/>
          <p14:tracePt t="22493" x="1219200" y="3217863"/>
          <p14:tracePt t="22521" x="1289050" y="3132138"/>
          <p14:tracePt t="22539" x="1390650" y="3070225"/>
          <p14:tracePt t="22565" x="1492250" y="3014663"/>
          <p14:tracePt t="22625" x="1624013" y="3006725"/>
          <p14:tracePt t="22642" x="1819275" y="3022600"/>
          <p14:tracePt t="22657" x="1920875" y="3054350"/>
          <p14:tracePt t="22677" x="2006600" y="3100388"/>
          <p14:tracePt t="22690" x="2038350" y="3148013"/>
          <p14:tracePt t="22708" x="2070100" y="3217863"/>
          <p14:tracePt t="22734" x="2124075" y="3273425"/>
          <p14:tracePt t="22757" x="2147888" y="3303588"/>
          <p14:tracePt t="22776" x="2155825" y="3436938"/>
          <p14:tracePt t="22792" x="2124075" y="3530600"/>
          <p14:tracePt t="22806" x="2108200" y="3554413"/>
          <p14:tracePt t="22838" x="2085975" y="3576638"/>
          <p14:tracePt t="22853" x="2038350" y="3608388"/>
          <p14:tracePt t="22868" x="1944688" y="3648075"/>
          <p14:tracePt t="22884" x="1827213" y="3671888"/>
          <p14:tracePt t="22910" x="1789113" y="3671888"/>
          <p14:tracePt t="22925" x="1687513" y="3686175"/>
          <p14:tracePt t="22959" x="1616075" y="3678238"/>
          <p14:tracePt t="23000" x="1514475" y="3608388"/>
          <p14:tracePt t="23031" x="1414463" y="3546475"/>
          <p14:tracePt t="23076" x="1327150" y="3468688"/>
          <p14:tracePt t="23123" x="1273175" y="3367088"/>
          <p14:tracePt t="23167" x="1203325" y="3273425"/>
          <p14:tracePt t="23347" x="1327150" y="3265488"/>
          <p14:tracePt t="23363" x="1444625" y="3241675"/>
          <p14:tracePt t="23448" x="1554163" y="3194050"/>
          <p14:tracePt t="23511" x="1663700" y="3155950"/>
          <p14:tracePt t="23542" x="1781175" y="3116263"/>
          <p14:tracePt t="23559" x="1890713" y="3086100"/>
          <p14:tracePt t="23580" x="2000250" y="3070225"/>
          <p14:tracePt t="23595" x="2124075" y="3062288"/>
          <p14:tracePt t="23676" x="2201863" y="3171825"/>
          <p14:tracePt t="23720" x="2241550" y="3281363"/>
          <p14:tracePt t="23749" x="2193925" y="3397250"/>
          <p14:tracePt t="23780" x="2147888" y="3498850"/>
          <p14:tracePt t="23812" x="2070100" y="3584575"/>
          <p14:tracePt t="23827" x="1960563" y="3632200"/>
          <p14:tracePt t="23859" x="1851025" y="3663950"/>
          <p14:tracePt t="23885" x="1733550" y="3678238"/>
          <p14:tracePt t="23914" x="1616075" y="3656013"/>
          <p14:tracePt t="23960" x="1538288" y="3570288"/>
          <p14:tracePt t="23977" x="1476375" y="3476625"/>
          <p14:tracePt t="23992" x="1428750" y="3381375"/>
          <p14:tracePt t="24065" x="1428750" y="3265488"/>
          <p14:tracePt t="24112" x="1444625" y="3155950"/>
          <p14:tracePt t="24142" x="1522413" y="3062288"/>
          <p14:tracePt t="24157" x="1593850" y="2968625"/>
          <p14:tracePt t="24186" x="1687513" y="2905125"/>
          <p14:tracePt t="24230" x="1920875" y="2811463"/>
          <p14:tracePt t="24243" x="2022475" y="2789238"/>
          <p14:tracePt t="24290" x="2139950" y="2781300"/>
          <p14:tracePt t="24336" x="2265363" y="2835275"/>
          <p14:tracePt t="24350" x="2397125" y="2882900"/>
          <p14:tracePt t="24370" x="2592388" y="2984500"/>
          <p14:tracePt t="24384" x="2686050" y="3030538"/>
          <p14:tracePt t="24397" x="2803525" y="3086100"/>
          <p14:tracePt t="24425" x="2897188" y="3155950"/>
          <p14:tracePt t="24459" x="2960688" y="3249613"/>
          <p14:tracePt t="24482" x="2982913" y="3375025"/>
          <p14:tracePt t="24490" x="2982913" y="3490913"/>
          <p14:tracePt t="24503" x="2982913" y="3600450"/>
          <p14:tracePt t="24516" x="2974975" y="3725863"/>
          <p14:tracePt t="24548" x="2905125" y="4092575"/>
          <p14:tracePt t="24576" x="2905125" y="4327525"/>
          <p14:tracePt t="24591" x="2874963" y="4452938"/>
          <p14:tracePt t="24620" x="2811463" y="4546600"/>
          <p14:tracePt t="24650" x="2733675" y="4632325"/>
          <p14:tracePt t="24667" x="2640013" y="4718050"/>
          <p14:tracePt t="24681" x="2397125" y="4835525"/>
          <p14:tracePt t="24709" x="2163763" y="4913313"/>
          <p14:tracePt t="24727" x="2000250" y="4951413"/>
          <p14:tracePt t="24773" x="1874838" y="4975225"/>
          <p14:tracePt t="24790" x="1725613" y="4951413"/>
          <p14:tracePt t="24802" x="1609725" y="4905375"/>
          <p14:tracePt t="24818" x="1514475" y="4819650"/>
          <p14:tracePt t="24832" x="1428750" y="4749800"/>
          <p14:tracePt t="24860" x="1343025" y="4654550"/>
          <p14:tracePt t="24878" x="1289050" y="4554538"/>
          <p14:tracePt t="24907" x="1179513" y="4452938"/>
          <p14:tracePt t="24935" x="1123950" y="4217988"/>
          <p14:tracePt t="26030" x="1492250" y="3381375"/>
          <p14:tracePt t="26071" x="1593850" y="3311525"/>
          <p14:tracePt t="26087" x="1703388" y="3249613"/>
          <p14:tracePt t="26100" x="1819275" y="3209925"/>
          <p14:tracePt t="26118" x="1936750" y="3179763"/>
          <p14:tracePt t="26122" x="2062163" y="3140075"/>
          <p14:tracePt t="26139" x="2179638" y="3116263"/>
          <p14:tracePt t="26177" x="2303463" y="3092450"/>
          <p14:tracePt t="26193" x="2436813" y="3086100"/>
          <p14:tracePt t="26199" x="2570163" y="3086100"/>
          <p14:tracePt t="26228" x="2686050" y="3100388"/>
          <p14:tracePt t="26258" x="2811463" y="3148013"/>
          <p14:tracePt t="26279" x="2913063" y="3194050"/>
          <p14:tracePt t="26304" x="3038475" y="3241675"/>
          <p14:tracePt t="26324" x="3132138" y="3311525"/>
          <p14:tracePt t="26346" x="3194050" y="3413125"/>
          <p14:tracePt t="26378" x="3233738" y="3522663"/>
          <p14:tracePt t="26397" x="3279775" y="3686175"/>
          <p14:tracePt t="26421" x="3287713" y="3771900"/>
          <p14:tracePt t="26429" x="3257550" y="3937000"/>
          <p14:tracePt t="26431" x="3241675" y="4030663"/>
          <p14:tracePt t="26445" x="3170238" y="4225925"/>
          <p14:tracePt t="26460" x="3132138" y="4303713"/>
          <p14:tracePt t="26475" x="3084513" y="4359275"/>
          <p14:tracePt t="26490" x="3022600" y="4405313"/>
          <p14:tracePt t="26516" x="2974975" y="4437063"/>
          <p14:tracePt t="26526" x="2843213" y="4514850"/>
          <p14:tracePt t="26537" x="2773363" y="4538663"/>
          <p14:tracePt t="26552" x="2725738" y="4538663"/>
          <p14:tracePt t="26566" x="2592388" y="4554538"/>
          <p14:tracePt t="26581" x="2546350" y="4554538"/>
          <p14:tracePt t="26596" x="2420938" y="4568825"/>
          <p14:tracePt t="26611" x="2225675" y="4560888"/>
          <p14:tracePt t="26626" x="2124075" y="4546600"/>
          <p14:tracePt t="26640" x="2054225" y="4522788"/>
          <p14:tracePt t="26667" x="2000250" y="4506913"/>
          <p14:tracePt t="26680" x="1944688" y="4491038"/>
          <p14:tracePt t="26693" x="1835150" y="4467225"/>
          <p14:tracePt t="26705" x="1804988" y="4452938"/>
          <p14:tracePt t="26718" x="1765300" y="4437063"/>
          <p14:tracePt t="26734" x="1663700" y="4343400"/>
          <p14:tracePt t="26748" x="1616075" y="4257675"/>
          <p14:tracePt t="26764" x="1577975" y="4148138"/>
          <p14:tracePt t="26777" x="1562100" y="4076700"/>
          <p14:tracePt t="26793" x="1577975" y="4014788"/>
          <p14:tracePt t="26809" x="1585913" y="3990975"/>
          <p14:tracePt t="26825" x="1631950" y="3881438"/>
          <p14:tracePt t="26837" x="1663700" y="3757613"/>
          <p14:tracePt t="26859" x="1679575" y="3725863"/>
          <p14:tracePt t="26904" x="1733550" y="3616325"/>
          <p14:tracePt t="26920" x="1804988" y="3522663"/>
          <p14:tracePt t="26951" x="1874838" y="3444875"/>
          <p14:tracePt t="26971" x="1960563" y="3359150"/>
          <p14:tracePt t="26987" x="2062163" y="3281363"/>
          <p14:tracePt t="26994" x="2171700" y="3217863"/>
          <p14:tracePt t="27010" x="2273300" y="3148013"/>
          <p14:tracePt t="27024" x="2366963" y="3086100"/>
          <p14:tracePt t="27041" x="2484438" y="3038475"/>
          <p14:tracePt t="27079" x="2592388" y="3022600"/>
          <p14:tracePt t="27084" x="2709863" y="3022600"/>
          <p14:tracePt t="27099" x="2835275" y="3038475"/>
          <p14:tracePt t="27109" x="2936875" y="3062288"/>
          <p14:tracePt t="27122" x="3054350" y="3116263"/>
          <p14:tracePt t="27152" x="3163888" y="3179763"/>
          <p14:tracePt t="27167" x="3319463" y="3295650"/>
          <p14:tracePt t="27183" x="3381375" y="3375025"/>
          <p14:tracePt t="27198" x="3421063" y="3530600"/>
          <p14:tracePt t="27214" x="3436938" y="3608388"/>
          <p14:tracePt t="27235" x="3444875" y="3694113"/>
          <p14:tracePt t="27253" x="3452813" y="3725863"/>
          <p14:tracePt t="27276" x="3444875" y="3779838"/>
          <p14:tracePt t="27288" x="3389313" y="3929063"/>
          <p14:tracePt t="27303" x="3335338" y="4022725"/>
          <p14:tracePt t="27310" x="3279775" y="4076700"/>
          <p14:tracePt t="27324" x="3155950" y="4178300"/>
          <p14:tracePt t="27340" x="3070225" y="4233863"/>
          <p14:tracePt t="27354" x="2944813" y="4295775"/>
          <p14:tracePt t="27370" x="2859088" y="4335463"/>
          <p14:tracePt t="27400" x="2701925" y="4413250"/>
          <p14:tracePt t="27414" x="2600325" y="4445000"/>
          <p14:tracePt t="27428" x="2460625" y="4459288"/>
          <p14:tracePt t="27443" x="2405063" y="4459288"/>
          <p14:tracePt t="27460" x="2233613" y="4429125"/>
          <p14:tracePt t="27476" x="2171700" y="4413250"/>
          <p14:tracePt t="27506" x="2078038" y="4351338"/>
          <p14:tracePt t="27521" x="1882775" y="4202113"/>
          <p14:tracePt t="27550" x="1789113" y="4140200"/>
          <p14:tracePt t="27577" x="1687513" y="4076700"/>
          <p14:tracePt t="27592" x="1609725" y="3998913"/>
          <p14:tracePt t="27611" x="1562100" y="3897313"/>
          <p14:tracePt t="27639" x="1585913" y="3779838"/>
          <p14:tracePt t="27658" x="1647825" y="3678238"/>
          <p14:tracePt t="27700" x="1843088" y="3514725"/>
          <p14:tracePt t="27717" x="1960563" y="3460750"/>
          <p14:tracePt t="27733" x="2217738" y="3397250"/>
          <p14:tracePt t="27748" x="2335213" y="3381375"/>
          <p14:tracePt t="27768" x="2452688" y="3367088"/>
          <p14:tracePt t="27785" x="2570163" y="3343275"/>
          <p14:tracePt t="27792" x="2686050" y="3311525"/>
          <p14:tracePt t="27823" x="2811463" y="3295650"/>
          <p14:tracePt t="27865" x="2928938" y="3311525"/>
          <p14:tracePt t="27880" x="3046413" y="3327400"/>
          <p14:tracePt t="27897" x="3163888" y="3359150"/>
          <p14:tracePt t="27912" x="3257550" y="3429000"/>
          <p14:tracePt t="27955" x="3319463" y="3538538"/>
          <p14:tracePt t="27971" x="3335338" y="3671888"/>
          <p14:tracePt t="27986" x="3335338" y="3795713"/>
          <p14:tracePt t="28002" x="3303588" y="4038600"/>
          <p14:tracePt t="28019" x="3249613" y="4210050"/>
          <p14:tracePt t="28032" x="3170238" y="4287838"/>
          <p14:tracePt t="28049" x="3100388" y="4335463"/>
          <p14:tracePt t="28063" x="3006725" y="4389438"/>
          <p14:tracePt t="28077" x="2952750" y="4413250"/>
          <p14:tracePt t="28092" x="2835275" y="4467225"/>
          <p14:tracePt t="28109" x="2584450" y="4538663"/>
          <p14:tracePt t="28133" x="2343150" y="4568825"/>
          <p14:tracePt t="28149" x="2233613" y="4560888"/>
          <p14:tracePt t="28163" x="2132013" y="4538663"/>
          <p14:tracePt t="28179" x="1890713" y="4483100"/>
          <p14:tracePt t="28194" x="1655763" y="4397375"/>
          <p14:tracePt t="28208" x="1546225" y="4335463"/>
          <p14:tracePt t="28218" x="1468438" y="4264025"/>
          <p14:tracePt t="28235" x="1382713" y="4170363"/>
          <p14:tracePt t="28247" x="1312863" y="4092575"/>
          <p14:tracePt t="28284" x="1312863" y="3975100"/>
          <p14:tracePt t="28300" x="1343025" y="3873500"/>
          <p14:tracePt t="28315" x="1398588" y="3779838"/>
          <p14:tracePt t="28331" x="1460500" y="3678238"/>
          <p14:tracePt t="28345" x="1538288" y="3584575"/>
          <p14:tracePt t="28361" x="1757363" y="3460750"/>
          <p14:tracePt t="28375" x="2006600" y="3375025"/>
          <p14:tracePt t="28392" x="2124075" y="3335338"/>
          <p14:tracePt t="28408" x="2217738" y="3311525"/>
          <p14:tracePt t="28423" x="2335213" y="3287713"/>
          <p14:tracePt t="28436" x="2578100" y="3303588"/>
          <p14:tracePt t="28448" x="2701925" y="3343275"/>
          <p14:tracePt t="28468" x="2819400" y="3405188"/>
          <p14:tracePt t="28487" x="2968625" y="3608388"/>
          <p14:tracePt t="28498" x="3062288" y="3811588"/>
          <p14:tracePt t="28510" x="3084513" y="3913188"/>
          <p14:tracePt t="28540" x="3092450" y="4124325"/>
          <p14:tracePt t="28557" x="3014663" y="4271963"/>
          <p14:tracePt t="28575" x="2921000" y="4373563"/>
          <p14:tracePt t="28588" x="2819400" y="4467225"/>
          <p14:tracePt t="28602" x="2717800" y="4538663"/>
          <p14:tracePt t="28617" x="2570163" y="4584700"/>
          <p14:tracePt t="28634" x="2413000" y="4616450"/>
          <p14:tracePt t="28649" x="2241550" y="4616450"/>
          <p14:tracePt t="28663" x="2085975" y="4584700"/>
          <p14:tracePt t="28676" x="1952625" y="4560888"/>
          <p14:tracePt t="28692" x="1882775" y="4554538"/>
          <p14:tracePt t="28704" x="1858963" y="4546600"/>
          <p14:tracePt t="28734" x="1647825" y="4452938"/>
          <p14:tracePt t="28765" x="1562100" y="4373563"/>
          <p14:tracePt t="28794" x="1514475" y="4264025"/>
          <p14:tracePt t="28809" x="1492250" y="4156075"/>
          <p14:tracePt t="28825" x="1500188" y="4030663"/>
          <p14:tracePt t="28838" x="1570038" y="3787775"/>
          <p14:tracePt t="28857" x="1601788" y="3678238"/>
          <p14:tracePt t="28883" x="1679575" y="3468688"/>
          <p14:tracePt t="28915" x="1749425" y="3375025"/>
          <p14:tracePt t="28930" x="1843088" y="3287713"/>
          <p14:tracePt t="28961" x="1920875" y="3209925"/>
          <p14:tracePt t="28991" x="2046288" y="3171825"/>
          <p14:tracePt t="29021" x="2281238" y="3249613"/>
          <p14:tracePt t="29051" x="2490788" y="3389313"/>
          <p14:tracePt t="29083" x="2749550" y="3592513"/>
          <p14:tracePt t="29097" x="2944813" y="3686175"/>
          <p14:tracePt t="29112" x="2974975" y="3702050"/>
          <p14:tracePt t="29130" x="3070225" y="3787775"/>
          <p14:tracePt t="29144" x="3132138" y="3913188"/>
          <p14:tracePt t="29158" x="3148013" y="3998913"/>
          <p14:tracePt t="29169" x="3132138" y="4132263"/>
          <p14:tracePt t="29186" x="3100388" y="4233863"/>
          <p14:tracePt t="29200" x="3070225" y="4311650"/>
          <p14:tracePt t="29216" x="3030538" y="4359275"/>
          <p14:tracePt t="29232" x="2928938" y="4459288"/>
          <p14:tracePt t="29249" x="2851150" y="4522788"/>
          <p14:tracePt t="29262" x="2741613" y="4600575"/>
          <p14:tracePt t="29276" x="2679700" y="4632325"/>
          <p14:tracePt t="29293" x="2498725" y="4662488"/>
          <p14:tracePt t="29311" x="2413000" y="4678363"/>
          <p14:tracePt t="29325" x="2225675" y="4694238"/>
          <p14:tracePt t="29338" x="2078038" y="4686300"/>
          <p14:tracePt t="29353" x="1944688" y="4662488"/>
          <p14:tracePt t="29367" x="1819275" y="4616450"/>
          <p14:tracePt t="29383" x="1781175" y="4600575"/>
          <p14:tracePt t="29423" x="1733550" y="4568825"/>
          <p14:tracePt t="29439" x="1647825" y="4498975"/>
          <p14:tracePt t="29469" x="1601788" y="4389438"/>
          <p14:tracePt t="29485" x="1601788" y="4271963"/>
          <p14:tracePt t="29515" x="1609725" y="4164013"/>
          <p14:tracePt t="29545" x="1639888" y="4046538"/>
          <p14:tracePt t="29578" x="1663700" y="3929063"/>
          <p14:tracePt t="29596" x="1703388" y="3819525"/>
          <p14:tracePt t="29621" x="1725613" y="3709988"/>
          <p14:tracePt t="29640" x="1765300" y="3592513"/>
          <p14:tracePt t="29652" x="1797050" y="3490913"/>
          <p14:tracePt t="29668" x="1882775" y="3389313"/>
          <p14:tracePt t="29698" x="1928813" y="3281363"/>
          <p14:tracePt t="29727" x="2000250" y="3186113"/>
          <p14:tracePt t="29764" x="2193925" y="3054350"/>
          <p14:tracePt t="29787" x="2311400" y="3022600"/>
          <p14:tracePt t="29805" x="2428875" y="3014663"/>
          <p14:tracePt t="29827" x="2538413" y="3046413"/>
          <p14:tracePt t="29840" x="2835275" y="3179763"/>
          <p14:tracePt t="29860" x="3006725" y="3273425"/>
          <p14:tracePt t="29864" x="3140075" y="3327400"/>
          <p14:tracePt t="29876" x="3241675" y="3375025"/>
          <p14:tracePt t="29893" x="3271838" y="3389313"/>
          <p14:tracePt t="29908" x="3319463" y="3444875"/>
          <p14:tracePt t="29924" x="3381375" y="3546475"/>
          <p14:tracePt t="29938" x="3381375" y="3624263"/>
          <p14:tracePt t="29950" x="3365500" y="3725863"/>
          <p14:tracePt t="29965" x="3335338" y="3779838"/>
          <p14:tracePt t="29989" x="3287713" y="3835400"/>
          <p14:tracePt t="29997" x="3233738" y="3867150"/>
          <p14:tracePt t="30014" x="3100388" y="3905250"/>
          <p14:tracePt t="30030" x="3070225" y="3913188"/>
          <p14:tracePt t="30043" x="2968625" y="3944938"/>
          <p14:tracePt t="30055" x="2905125" y="3944938"/>
          <p14:tracePt t="30071" x="2874963" y="3929063"/>
          <p14:tracePt t="30086" x="2773363" y="3771900"/>
          <p14:tracePt t="30100" x="2741613" y="3663950"/>
          <p14:tracePt t="30116" x="2733675" y="3584575"/>
          <p14:tracePt t="30133" x="2765425" y="3490913"/>
          <p14:tracePt t="30145" x="2835275" y="3436938"/>
          <p14:tracePt t="30160" x="2913063" y="3421063"/>
          <p14:tracePt t="30176" x="2952750" y="3421063"/>
          <p14:tracePt t="30193" x="3038475" y="3490913"/>
          <p14:tracePt t="30207" x="3108325" y="3600450"/>
          <p14:tracePt t="30218" x="3178175" y="3749675"/>
          <p14:tracePt t="30237" x="3217863" y="3859213"/>
          <p14:tracePt t="30252" x="3279775" y="4084638"/>
          <p14:tracePt t="30269" x="3295650" y="4257675"/>
          <p14:tracePt t="30282" x="3303588" y="4365625"/>
          <p14:tracePt t="30294" x="3319463" y="4514850"/>
          <p14:tracePt t="30310" x="3319463" y="4576763"/>
          <p14:tracePt t="30326" x="3311525" y="4686300"/>
          <p14:tracePt t="30340" x="3257550" y="4843463"/>
          <p14:tracePt t="30356" x="3201988" y="4929188"/>
          <p14:tracePt t="30372" x="3084513" y="5030788"/>
          <p14:tracePt t="30386" x="3006725" y="5068888"/>
          <p14:tracePt t="30401" x="2982913" y="5076825"/>
          <p14:tracePt t="30415" x="2897188" y="5116513"/>
          <p14:tracePt t="30431" x="2779713" y="5194300"/>
          <p14:tracePt t="30447" x="2701925" y="5248275"/>
          <p14:tracePt t="30461" x="2584450" y="5303838"/>
          <p14:tracePt t="30476" x="2490788" y="5327650"/>
          <p14:tracePt t="30492" x="2428875" y="5335588"/>
          <p14:tracePt t="30505" x="2374900" y="5327650"/>
          <p14:tracePt t="30522" x="2281238" y="5327650"/>
          <p14:tracePt t="30538" x="2217738" y="5327650"/>
          <p14:tracePt t="30552" x="2078038" y="5341938"/>
          <p14:tracePt t="30562" x="2006600" y="5341938"/>
          <p14:tracePt t="30579" x="1905000" y="5341938"/>
          <p14:tracePt t="30597" x="1804988" y="5327650"/>
          <p14:tracePt t="30611" x="1733550" y="5319713"/>
          <p14:tracePt t="30628" x="1609725" y="5303838"/>
          <p14:tracePt t="30642" x="1601788" y="5303838"/>
          <p14:tracePt t="30651" x="1546225" y="5311775"/>
          <p14:tracePt t="30666" x="1514475" y="5311775"/>
          <p14:tracePt t="30682" x="1484313" y="5311775"/>
          <p14:tracePt t="30699" x="1420813" y="5303838"/>
          <p14:tracePt t="30710" x="1398588" y="5280025"/>
          <p14:tracePt t="30741" x="1382713" y="5248275"/>
          <p14:tracePt t="30807" x="1436688" y="5210175"/>
          <p14:tracePt t="30822" x="1468438" y="5202238"/>
          <p14:tracePt t="30838" x="1530350" y="5178425"/>
          <p14:tracePt t="30854" x="1562100" y="5162550"/>
          <p14:tracePt t="30869" x="1585913" y="5140325"/>
          <p14:tracePt t="30882" x="1616075" y="5124450"/>
          <p14:tracePt t="30898" x="1687513" y="5100638"/>
          <p14:tracePt t="30911" x="1811338" y="5092700"/>
          <p14:tracePt t="30928" x="1858963" y="5092700"/>
          <p14:tracePt t="30944" x="1984375" y="5076825"/>
          <p14:tracePt t="30958" x="2038350" y="5076825"/>
          <p14:tracePt t="30970" x="2070100" y="5068888"/>
          <p14:tracePt t="31033" x="2046288" y="5076825"/>
          <p14:tracePt t="31046" x="1984375" y="5108575"/>
          <p14:tracePt t="31076" x="1920875" y="5116513"/>
          <p14:tracePt t="31121" x="1952625" y="5100638"/>
          <p14:tracePt t="31136" x="2014538" y="5076825"/>
          <p14:tracePt t="31152" x="2155825" y="5030788"/>
          <p14:tracePt t="31167" x="2257425" y="5014913"/>
          <p14:tracePt t="31184" x="2343150" y="5014913"/>
          <p14:tracePt t="31199" x="2468563" y="5014913"/>
          <p14:tracePt t="31213" x="2608263" y="4999038"/>
          <p14:tracePt t="31228" x="2663825" y="4991100"/>
          <p14:tracePt t="31244" x="2779713" y="4983163"/>
          <p14:tracePt t="31258" x="2851150" y="4991100"/>
          <p14:tracePt t="31275" x="2897188" y="5014913"/>
          <p14:tracePt t="31289" x="2913063" y="5030788"/>
          <p14:tracePt t="31303" x="2928938" y="5053013"/>
          <p14:tracePt t="31331" x="2944813" y="5060950"/>
          <p14:tracePt t="31346" x="2990850" y="5045075"/>
          <p14:tracePt t="31484" x="2960688" y="5045075"/>
          <p14:tracePt t="31500" x="2944813" y="5045075"/>
          <p14:tracePt t="31515" x="2921000" y="5045075"/>
          <p14:tracePt t="31608" x="2913063" y="5014913"/>
          <p14:tracePt t="31654" x="2897188" y="5022850"/>
          <p14:tracePt t="31662" x="2867025" y="5030788"/>
          <p14:tracePt t="31679" x="2827338" y="5045075"/>
          <p14:tracePt t="31683" x="2757488" y="5053013"/>
          <p14:tracePt t="31695" x="2679700" y="5060950"/>
          <p14:tracePt t="31700" x="2655888" y="5060950"/>
          <p14:tracePt t="31715" x="2632075" y="5060950"/>
          <p14:tracePt t="31722" x="2600325" y="5068888"/>
          <p14:tracePt t="31737" x="2570163" y="5076825"/>
          <p14:tracePt t="31749" x="2530475" y="5092700"/>
          <p14:tracePt t="31752" x="2506663" y="5100638"/>
          <p14:tracePt t="31761" x="2476500" y="5116513"/>
          <p14:tracePt t="31766" x="2452688" y="5124450"/>
          <p14:tracePt t="31783" x="2420938" y="5124450"/>
          <p14:tracePt t="31797" x="2351088" y="5116513"/>
          <p14:tracePt t="31821" x="2265363" y="5100638"/>
          <p14:tracePt t="31851" x="2179638" y="5084763"/>
          <p14:tracePt t="31869" x="2093913" y="5068888"/>
          <p14:tracePt t="31892" x="1968500" y="5076825"/>
          <p14:tracePt t="31904" x="1944688" y="5076825"/>
          <p14:tracePt t="31923" x="1912938" y="5068888"/>
          <p14:tracePt t="31965" x="1920875" y="5045075"/>
          <p14:tracePt t="31994" x="1984375" y="4975225"/>
          <p14:tracePt t="32013" x="2006600" y="4945063"/>
          <p14:tracePt t="32038" x="2108200" y="4865688"/>
          <p14:tracePt t="32050" x="2193925" y="4819650"/>
          <p14:tracePt t="32062" x="2225675" y="4795838"/>
          <p14:tracePt t="32116" x="2187575" y="4827588"/>
          <p14:tracePt t="32139" x="2163763" y="4849813"/>
          <p14:tracePt t="32152" x="2093913" y="4873625"/>
          <p14:tracePt t="32160" x="2000250" y="4889500"/>
          <p14:tracePt t="32178" x="1936750" y="4873625"/>
          <p14:tracePt t="32200" x="1866900" y="4857750"/>
          <p14:tracePt t="32209" x="1804988" y="4811713"/>
          <p14:tracePt t="32221" x="1804988" y="4772025"/>
          <p14:tracePt t="32246" x="1874838" y="4670425"/>
          <p14:tracePt t="32275" x="1920875" y="4616450"/>
          <p14:tracePt t="32290" x="1960563" y="4560888"/>
          <p14:tracePt t="32301" x="2006600" y="4506913"/>
          <p14:tracePt t="32313" x="2062163" y="4475163"/>
          <p14:tracePt t="32342" x="2225675" y="4445000"/>
          <p14:tracePt t="32355" x="2327275" y="4445000"/>
          <p14:tracePt t="32371" x="2351088" y="4452938"/>
          <p14:tracePt t="32388" x="2382838" y="4498975"/>
          <p14:tracePt t="32401" x="2420938" y="4568825"/>
          <p14:tracePt t="32410" x="2484438" y="4648200"/>
          <p14:tracePt t="32438" x="2562225" y="4694238"/>
          <p14:tracePt t="32453" x="2600325" y="4710113"/>
          <p14:tracePt t="32468" x="2693988" y="4741863"/>
          <p14:tracePt t="32484" x="2749550" y="4749800"/>
          <p14:tracePt t="32499" x="2843213" y="4772025"/>
          <p14:tracePt t="32545" x="2843213" y="4827588"/>
          <p14:tracePt t="32564" x="2787650" y="4889500"/>
          <p14:tracePt t="32581" x="2779713" y="4897438"/>
          <p14:tracePt t="32594" x="2640013" y="4999038"/>
          <p14:tracePt t="32617" x="2592388" y="5030788"/>
          <p14:tracePt t="32626" x="2498725" y="5100638"/>
          <p14:tracePt t="32640" x="2468563" y="5132388"/>
          <p14:tracePt t="32656" x="2389188" y="5154613"/>
          <p14:tracePt t="32675" x="2351088" y="5154613"/>
          <p14:tracePt t="32699" x="2295525" y="5132388"/>
          <p14:tracePt t="32712" x="2209800" y="5084763"/>
          <p14:tracePt t="32728" x="2193925" y="5053013"/>
          <p14:tracePt t="32745" x="2171700" y="5014913"/>
          <p14:tracePt t="32759" x="2124075" y="4959350"/>
          <p14:tracePt t="32776" x="2100263" y="4937125"/>
          <p14:tracePt t="32801" x="2062163" y="4843463"/>
          <p14:tracePt t="32847" x="2062163" y="4803775"/>
          <p14:tracePt t="32854" x="2070100" y="4772025"/>
          <p14:tracePt t="32878" x="2078038" y="4741863"/>
          <p14:tracePt t="32908" x="2085975" y="4710113"/>
          <p14:tracePt t="32956" x="2078038" y="4749800"/>
          <p14:tracePt t="32970" x="2054225" y="4779963"/>
          <p14:tracePt t="32986" x="2038350" y="4795838"/>
          <p14:tracePt t="32999" x="2006600" y="4803775"/>
          <p14:tracePt t="33012" x="1960563" y="4811713"/>
          <p14:tracePt t="33017" x="1912938" y="4811713"/>
          <p14:tracePt t="33031" x="1890713" y="4811713"/>
          <p14:tracePt t="33047" x="1858963" y="4811713"/>
          <p14:tracePt t="33061" x="1835150" y="4803775"/>
          <p14:tracePt t="33096" x="1851025" y="4779963"/>
          <p14:tracePt t="33116" x="1912938" y="4725988"/>
          <p14:tracePt t="33126" x="2078038" y="4662488"/>
          <p14:tracePt t="33148" x="2359025" y="4560888"/>
          <p14:tracePt t="33176" x="2476500" y="4491038"/>
          <p14:tracePt t="33191" x="2562225" y="4413250"/>
          <p14:tracePt t="33207" x="2584450" y="4397375"/>
          <p14:tracePt t="33213" x="2663825" y="4311650"/>
          <p14:tracePt t="33228" x="2741613" y="4249738"/>
          <p14:tracePt t="33255" x="2843213" y="4194175"/>
          <p14:tracePt t="33270" x="2990850" y="4194175"/>
          <p14:tracePt t="33296" x="3014663" y="4210050"/>
          <p14:tracePt t="33304" x="3038475" y="4233863"/>
          <p14:tracePt t="33319" x="3054350" y="4257675"/>
          <p14:tracePt t="33332" x="3038475" y="4287838"/>
          <p14:tracePt t="33346" x="2990850" y="4335463"/>
          <p14:tracePt t="33362" x="2897188" y="4389438"/>
          <p14:tracePt t="33386" x="2803525" y="4437063"/>
          <p14:tracePt t="33402" x="2741613" y="4467225"/>
          <p14:tracePt t="33408" x="2671763" y="4483100"/>
          <p14:tracePt t="33424" x="2554288" y="4475163"/>
          <p14:tracePt t="33436" x="2506663" y="4467225"/>
          <p14:tracePt t="33465" x="2327275" y="4405313"/>
          <p14:tracePt t="33509" x="2359025" y="4389438"/>
          <p14:tracePt t="33524" x="2436813" y="4381500"/>
          <p14:tracePt t="33529" x="2530475" y="4389438"/>
          <p14:tracePt t="33549" x="2640013" y="4413250"/>
          <p14:tracePt t="33559" x="2693988" y="4429125"/>
          <p14:tracePt t="33572" x="2757488" y="4467225"/>
          <p14:tracePt t="33586" x="2779713" y="4491038"/>
          <p14:tracePt t="33602" x="2827338" y="4554538"/>
          <p14:tracePt t="33617" x="2835275" y="4592638"/>
          <p14:tracePt t="33629" x="2827338" y="4624388"/>
          <p14:tracePt t="33647" x="2803525" y="4648200"/>
          <p14:tracePt t="33676" x="2733675" y="4654550"/>
          <p14:tracePt t="33705" x="2709863" y="4648200"/>
          <p14:tracePt t="33721" x="2616200" y="4608513"/>
          <p14:tracePt t="33741" x="2444750" y="4514850"/>
          <p14:tracePt t="33759" x="2303463" y="4452938"/>
          <p14:tracePt t="33767" x="2249488" y="4429125"/>
          <p14:tracePt t="33806" x="2225675" y="4413250"/>
          <p14:tracePt t="33854" x="2225675" y="4381500"/>
          <p14:tracePt t="33871" x="2233613" y="4359275"/>
          <p14:tracePt t="33884" x="2241550" y="4335463"/>
          <p14:tracePt t="33891" x="2265363" y="4303713"/>
          <p14:tracePt t="33911" x="2281238" y="4279900"/>
          <p14:tracePt t="33928" x="2335213" y="4178300"/>
          <p14:tracePt t="33944" x="2366963" y="4054475"/>
          <p14:tracePt t="33963" x="2397125" y="3990975"/>
          <p14:tracePt t="33979" x="2436813" y="3905250"/>
          <p14:tracePt t="33993" x="2444750" y="3881438"/>
          <p14:tracePt t="34038" x="2624138" y="3803650"/>
          <p14:tracePt t="34053" x="2693988" y="3779838"/>
          <p14:tracePt t="34068" x="2779713" y="3741738"/>
          <p14:tracePt t="34083" x="2811463" y="3733800"/>
          <p14:tracePt t="34098" x="2843213" y="3725863"/>
          <p14:tracePt t="34112" x="2881313" y="3717925"/>
          <p14:tracePt t="34129" x="2913063" y="3725863"/>
          <p14:tracePt t="34142" x="3006725" y="3765550"/>
          <p14:tracePt t="34155" x="3062288" y="3803650"/>
          <p14:tracePt t="34170" x="3116263" y="3843338"/>
          <p14:tracePt t="34186" x="3140075" y="3859213"/>
          <p14:tracePt t="34204" x="3209925" y="3889375"/>
          <p14:tracePt t="34218" x="3233738" y="3905250"/>
          <p14:tracePt t="34234" x="3265488" y="3913188"/>
          <p14:tracePt t="34249" x="3295650" y="3929063"/>
          <p14:tracePt t="34263" x="3351213" y="3967163"/>
          <p14:tracePt t="34279" x="3365500" y="3990975"/>
          <p14:tracePt t="34293" x="3397250" y="4068763"/>
          <p14:tracePt t="34308" x="3405188" y="4124325"/>
          <p14:tracePt t="34326" x="3405188" y="4148138"/>
          <p14:tracePt t="34350" x="3287713" y="4233863"/>
          <p14:tracePt t="34368" x="3170238" y="4279900"/>
          <p14:tracePt t="34383" x="3076575" y="4319588"/>
          <p14:tracePt t="34396" x="3014663" y="4335463"/>
          <p14:tracePt t="34413" x="2928938" y="4343400"/>
          <p14:tracePt t="34426" x="2867025" y="4335463"/>
          <p14:tracePt t="34455" x="2835275" y="4327525"/>
          <p14:tracePt t="34469" x="2632075" y="4287838"/>
          <p14:tracePt t="34497" x="2570163" y="4279900"/>
          <p14:tracePt t="34511" x="2428875" y="4287838"/>
          <p14:tracePt t="34516" x="2335213" y="4271963"/>
          <p14:tracePt t="34531" x="2281238" y="4257675"/>
          <p14:tracePt t="34547" x="2155825" y="4170363"/>
          <p14:tracePt t="34564" x="2085975" y="4092575"/>
          <p14:tracePt t="34578" x="2038350" y="4030663"/>
          <p14:tracePt t="34593" x="1992313" y="3998913"/>
          <p14:tracePt t="34608" x="1968500" y="3983038"/>
          <p14:tracePt t="34620" x="1936750" y="3975100"/>
          <p14:tracePt t="34640" x="1905000" y="3967163"/>
          <p14:tracePt t="34655" x="1866900" y="3937000"/>
          <p14:tracePt t="34667" x="1843088" y="3905250"/>
          <p14:tracePt t="34727" x="1827213" y="3795713"/>
          <p14:tracePt t="34800" x="1789113" y="3686175"/>
          <p14:tracePt t="34844" x="1741488" y="3576638"/>
          <p14:tracePt t="34890" x="1687513" y="3476625"/>
          <p14:tracePt t="34918" x="1616075" y="3389313"/>
          <p14:tracePt t="34938" x="1530350" y="3295650"/>
          <p14:tracePt t="34952" x="1452563" y="3201988"/>
          <p14:tracePt t="34966" x="1350963" y="3124200"/>
          <p14:tracePt t="34996" x="1249363" y="3062288"/>
          <p14:tracePt t="35253" x="1155700" y="3148013"/>
          <p14:tracePt t="35268" x="1069975" y="3217863"/>
          <p14:tracePt t="35508" x="1171575" y="3171825"/>
          <p14:tracePt t="35531" x="1249363" y="3148013"/>
          <p14:tracePt t="35543" x="1444625" y="3201988"/>
          <p14:tracePt t="35558" x="1570038" y="3311525"/>
          <p14:tracePt t="35575" x="1609725" y="3367088"/>
          <p14:tracePt t="35586" x="1639888" y="3429000"/>
          <p14:tracePt t="35600" x="1647825" y="3482975"/>
          <p14:tracePt t="35615" x="1624013" y="3554413"/>
          <p14:tracePt t="35629" x="1593850" y="3624263"/>
          <p14:tracePt t="35650" x="1538288" y="3717925"/>
          <p14:tracePt t="35666" x="1476375" y="3779838"/>
          <p14:tracePt t="35673" x="1452563" y="3795713"/>
          <p14:tracePt t="35688" x="1382713" y="3811588"/>
          <p14:tracePt t="35702" x="1304925" y="3827463"/>
          <p14:tracePt t="35721" x="1171575" y="3843338"/>
          <p14:tracePt t="35734" x="1093788" y="3835400"/>
          <p14:tracePt t="35763" x="944563" y="3733800"/>
          <p14:tracePt t="35808" x="914400" y="3624263"/>
          <p14:tracePt t="35837" x="928688" y="3506788"/>
          <p14:tracePt t="35883" x="984250" y="3405188"/>
          <p14:tracePt t="35900" x="1155700" y="3241675"/>
          <p14:tracePt t="35924" x="1211263" y="3186113"/>
          <p14:tracePt t="35930" x="1296988" y="3132138"/>
          <p14:tracePt t="35952" x="1444625" y="3062288"/>
          <p14:tracePt t="35970" x="1514475" y="3054350"/>
          <p14:tracePt t="35976" x="1577975" y="3100388"/>
          <p14:tracePt t="36000" x="1639888" y="3281363"/>
          <p14:tracePt t="36021" x="1647825" y="3405188"/>
          <p14:tracePt t="36047" x="1631950" y="3530600"/>
          <p14:tracePt t="36064" x="1570038" y="3616325"/>
          <p14:tracePt t="36088" x="1428750" y="3656013"/>
          <p14:tracePt t="36101" x="1350963" y="3656013"/>
          <p14:tracePt t="36119" x="1265238" y="3632200"/>
          <p14:tracePt t="36126" x="1179513" y="3592513"/>
          <p14:tracePt t="36141" x="1131888" y="3538538"/>
          <p14:tracePt t="36153" x="1117600" y="3506788"/>
          <p14:tracePt t="36180" x="1109663" y="3413125"/>
          <p14:tracePt t="36198" x="1117600" y="3375025"/>
          <p14:tracePt t="36212" x="1203325" y="3287713"/>
          <p14:tracePt t="36227" x="1241425" y="3233738"/>
          <p14:tracePt t="36244" x="1374775" y="3124200"/>
          <p14:tracePt t="36258" x="1484313" y="3092450"/>
          <p14:tracePt t="36275" x="1554163" y="3086100"/>
          <p14:tracePt t="36288" x="1624013" y="3100388"/>
          <p14:tracePt t="36318" x="1757363" y="3194050"/>
          <p14:tracePt t="36334" x="1797050" y="3311525"/>
          <p14:tracePt t="36350" x="1819275" y="3436938"/>
          <p14:tracePt t="36363" x="1819275" y="3538538"/>
          <p14:tracePt t="36380" x="1819275" y="3632200"/>
          <p14:tracePt t="36394" x="1804988" y="3709988"/>
          <p14:tracePt t="36409" x="1773238" y="3749675"/>
          <p14:tracePt t="36425" x="1741488" y="3787775"/>
          <p14:tracePt t="36451" x="1679575" y="3859213"/>
          <p14:tracePt t="36478" x="1624013" y="3889375"/>
          <p14:tracePt t="36481" x="1538288" y="3921125"/>
          <p14:tracePt t="36490" x="1436688" y="3929063"/>
          <p14:tracePt t="36505" x="1366838" y="3913188"/>
          <p14:tracePt t="36519" x="1296988" y="3897313"/>
          <p14:tracePt t="36534" x="1203325" y="3851275"/>
          <p14:tracePt t="36550" x="1109663" y="3779838"/>
          <p14:tracePt t="36566" x="1054100" y="3741738"/>
          <p14:tracePt t="36580" x="1000125" y="3717925"/>
          <p14:tracePt t="36597" x="960438" y="3671888"/>
          <p14:tracePt t="36614" x="952500" y="3648075"/>
          <p14:tracePt t="36633" x="944563" y="3584575"/>
          <p14:tracePt t="36649" x="944563" y="3562350"/>
          <p14:tracePt t="36697" x="960438" y="3452813"/>
          <p14:tracePt t="36723" x="992188" y="3335338"/>
          <p14:tracePt t="36768" x="1054100" y="3225800"/>
          <p14:tracePt t="36798" x="1147763" y="3148013"/>
          <p14:tracePt t="36817" x="1319213" y="3078163"/>
          <p14:tracePt t="36842" x="1414463" y="3054350"/>
          <p14:tracePt t="36848" x="1570038" y="3070225"/>
          <p14:tracePt t="36870" x="1624013" y="3092450"/>
          <p14:tracePt t="36888" x="1741488" y="3148013"/>
          <p14:tracePt t="36913" x="1765300" y="3163888"/>
          <p14:tracePt t="36921" x="1781175" y="3194050"/>
          <p14:tracePt t="36950" x="1789113" y="3233738"/>
          <p14:tracePt t="36966" x="1749425" y="3359150"/>
          <p14:tracePt t="36988" x="1741488" y="3389313"/>
          <p14:tracePt t="36993" x="1733550" y="3421063"/>
          <p14:tracePt t="37010" x="1725613" y="3452813"/>
          <p14:tracePt t="37023" x="1695450" y="3570288"/>
          <p14:tracePt t="37052" x="1679575" y="3608388"/>
          <p14:tracePt t="37098" x="1663700" y="3632200"/>
          <p14:tracePt t="37127" x="1601788" y="3616325"/>
          <p14:tracePt t="37140" x="1538288" y="3584575"/>
          <p14:tracePt t="37162" x="1492250" y="3530600"/>
          <p14:tracePt t="37182" x="1452563" y="3444875"/>
          <p14:tracePt t="37191" x="1436688" y="3413125"/>
          <p14:tracePt t="37206" x="1414463" y="3343275"/>
          <p14:tracePt t="37221" x="1414463" y="3319463"/>
          <p14:tracePt t="37235" x="1414463" y="3287713"/>
          <p14:tracePt t="37248" x="1420813" y="3257550"/>
          <p14:tracePt t="37266" x="1436688" y="3225800"/>
          <p14:tracePt t="37278" x="1468438" y="3155950"/>
          <p14:tracePt t="37293" x="1492250" y="3124200"/>
          <p14:tracePt t="37310" x="1514475" y="3100388"/>
          <p14:tracePt t="37324" x="1538288" y="3070225"/>
          <p14:tracePt t="37350" x="1639888" y="3014663"/>
          <p14:tracePt t="37370" x="1741488" y="2984500"/>
          <p14:tracePt t="37384" x="1811338" y="2976563"/>
          <p14:tracePt t="37398" x="1920875" y="2984500"/>
          <p14:tracePt t="37428" x="2014538" y="3014663"/>
          <p14:tracePt t="37445" x="2046288" y="3030538"/>
          <p14:tracePt t="37461" x="2116138" y="3086100"/>
          <p14:tracePt t="37475" x="2124075" y="3155950"/>
          <p14:tracePt t="37489" x="2108200" y="3233738"/>
          <p14:tracePt t="37506" x="2085975" y="3303588"/>
          <p14:tracePt t="37521" x="2070100" y="3367088"/>
          <p14:tracePt t="37533" x="2038350" y="3482975"/>
          <p14:tracePt t="37562" x="2000250" y="3600450"/>
          <p14:tracePt t="37593" x="1952625" y="3624263"/>
          <p14:tracePt t="37612" x="1905000" y="3640138"/>
          <p14:tracePt t="37624" x="1851025" y="3632200"/>
          <p14:tracePt t="37639" x="1827213" y="3624263"/>
          <p14:tracePt t="37656" x="1797050" y="3616325"/>
          <p14:tracePt t="37668" x="1757363" y="3616325"/>
          <p14:tracePt t="37679" x="1717675" y="3616325"/>
          <p14:tracePt t="37685" x="1687513" y="3616325"/>
          <p14:tracePt t="37698" x="1663700" y="3616325"/>
          <p14:tracePt t="37715" x="1631950" y="3616325"/>
          <p14:tracePt t="37731" x="1609725" y="3600450"/>
          <p14:tracePt t="37743" x="1570038" y="3546475"/>
          <p14:tracePt t="37760" x="1522413" y="3490913"/>
          <p14:tracePt t="37773" x="1508125" y="3468688"/>
          <p14:tracePt t="37786" x="1460500" y="3413125"/>
          <p14:tracePt t="37812" x="1420813" y="3389313"/>
          <p14:tracePt t="37821" x="1350963" y="3311525"/>
          <p14:tracePt t="37836" x="1327150" y="3295650"/>
          <p14:tracePt t="37986" x="1343025" y="3179763"/>
          <p14:tracePt t="38003" x="1398588" y="3086100"/>
          <p14:tracePt t="38026" x="1492250" y="2998788"/>
          <p14:tracePt t="38042" x="1695450" y="2874963"/>
          <p14:tracePt t="38061" x="1773238" y="2843213"/>
          <p14:tracePt t="38074" x="1858963" y="2827338"/>
          <p14:tracePt t="38089" x="1912938" y="2843213"/>
          <p14:tracePt t="38111" x="1936750" y="2867025"/>
          <p14:tracePt t="38135" x="1920875" y="2897188"/>
          <p14:tracePt t="38224" x="1835150" y="2984500"/>
          <p14:tracePt t="38285" x="1773238" y="3062288"/>
          <p14:tracePt t="38302" x="1733550" y="3179763"/>
          <p14:tracePt t="38317" x="1725613" y="3209925"/>
          <p14:tracePt t="38348" x="1733550" y="3241675"/>
          <p14:tracePt t="38376" x="1725613" y="3303588"/>
          <p14:tracePt t="38435" x="1703388" y="3319463"/>
          <p14:tracePt t="38466" x="1679575" y="3327400"/>
          <p14:tracePt t="38491" x="1655763" y="3319463"/>
          <p14:tracePt t="38499" x="1631950" y="3311525"/>
          <p14:tracePt t="38557" x="1624013" y="3287713"/>
          <p14:tracePt t="38584" x="1609725" y="3257550"/>
          <p14:tracePt t="38735" x="1508125" y="3209925"/>
          <p14:tracePt t="38767" x="1414463" y="3140075"/>
          <p14:tracePt t="38884" x="1428750" y="3022600"/>
          <p14:tracePt t="39169" x="1546225" y="2990850"/>
          <p14:tracePt t="39233" x="1655763" y="2960688"/>
          <p14:tracePt t="39321" x="1749425" y="2874963"/>
          <p14:tracePt t="39366" x="1789113" y="2773363"/>
          <p14:tracePt t="39396" x="1835150" y="2671763"/>
          <p14:tracePt t="40326" x="1960563" y="2655888"/>
          <p14:tracePt t="40764" x="2000250" y="2546350"/>
          <p14:tracePt t="40777" x="2108200" y="2476500"/>
          <p14:tracePt t="40972" x="2132013" y="2578100"/>
          <p14:tracePt t="41019" x="2179638" y="2693988"/>
          <p14:tracePt t="41065" x="2249488" y="2795588"/>
          <p14:tracePt t="41091" x="2319338" y="2890838"/>
          <p14:tracePt t="41107" x="2382838" y="2998788"/>
          <p14:tracePt t="41122" x="2444750" y="3092450"/>
          <p14:tracePt t="41154" x="2522538" y="3186113"/>
          <p14:tracePt t="41177" x="2608263" y="3265488"/>
          <p14:tracePt t="41184" x="2787650" y="3429000"/>
          <p14:tracePt t="41224" x="2827338" y="3530600"/>
          <p14:tracePt t="41230" x="2827338" y="3656013"/>
          <p14:tracePt t="41247" x="2819400" y="3779838"/>
          <p14:tracePt t="41267" x="2811463" y="4014788"/>
          <p14:tracePt t="41272" x="2811463" y="4132263"/>
          <p14:tracePt t="41286" x="2787650" y="4241800"/>
          <p14:tracePt t="41302" x="2773363" y="4327525"/>
          <p14:tracePt t="41318" x="2741613" y="4530725"/>
          <p14:tracePt t="41331" x="2701925" y="4648200"/>
          <p14:tracePt t="41363" x="2693988" y="4678363"/>
          <p14:tracePt t="41380" x="2686050" y="4694238"/>
          <p14:tracePt t="41421" x="2616200" y="4678363"/>
          <p14:tracePt t="41454" x="2592388" y="4678363"/>
          <p14:tracePt t="41470" x="2490788" y="4648200"/>
          <p14:tracePt t="41516" x="2374900" y="4662488"/>
          <p14:tracePt t="41649" x="2343150" y="4538663"/>
          <p14:tracePt t="41677" x="2351088" y="4170363"/>
          <p14:tracePt t="41695" x="2366963" y="4046538"/>
          <p14:tracePt t="41720" x="2382838" y="3921125"/>
          <p14:tracePt t="41769" x="2382838" y="3811588"/>
          <p14:tracePt t="41786" x="2452688" y="3717925"/>
          <p14:tracePt t="41812" x="2546350" y="3640138"/>
          <p14:tracePt t="41827" x="2647950" y="3584575"/>
          <p14:tracePt t="41840" x="2773363" y="3562350"/>
          <p14:tracePt t="41855" x="2897188" y="3576638"/>
          <p14:tracePt t="41866" x="3006725" y="3600450"/>
          <p14:tracePt t="41875" x="3124200" y="3632200"/>
          <p14:tracePt t="41888" x="3365500" y="3749675"/>
          <p14:tracePt t="41902" x="3444875" y="3779838"/>
          <p14:tracePt t="41920" x="3452813" y="3835400"/>
          <p14:tracePt t="41940" x="3460750" y="3873500"/>
          <p14:tracePt t="41960" x="3444875" y="3975100"/>
          <p14:tracePt t="41978" x="3265488" y="4397375"/>
          <p14:tracePt t="42005" x="3148013" y="4584700"/>
          <p14:tracePt t="42013" x="3100388" y="4670425"/>
          <p14:tracePt t="42037" x="2974975" y="4779963"/>
          <p14:tracePt t="42053" x="2811463" y="4849813"/>
          <p14:tracePt t="42068" x="2693988" y="4873625"/>
          <p14:tracePt t="42090" x="2640013" y="4889500"/>
          <p14:tracePt t="42108" x="2522538" y="4929188"/>
          <p14:tracePt t="42125" x="2303463" y="4983163"/>
          <p14:tracePt t="42141" x="2179638" y="4991100"/>
          <p14:tracePt t="42146" x="1992313" y="4975225"/>
          <p14:tracePt t="42159" x="1866900" y="4945063"/>
          <p14:tracePt t="42169" x="1733550" y="4905375"/>
          <p14:tracePt t="42183" x="1616075" y="4843463"/>
          <p14:tracePt t="42194" x="1522413" y="4787900"/>
          <p14:tracePt t="42209" x="1452563" y="4694238"/>
          <p14:tracePt t="42224" x="1398588" y="4600575"/>
          <p14:tracePt t="42239" x="1289050" y="4405313"/>
          <p14:tracePt t="42255" x="1249363" y="4295775"/>
          <p14:tracePt t="42294" x="1225550" y="4062413"/>
          <p14:tracePt t="42313" x="1233488" y="3944938"/>
          <p14:tracePt t="42336" x="1304925" y="3867150"/>
          <p14:tracePt t="42352" x="1366838" y="3771900"/>
          <p14:tracePt t="42398" x="1452563" y="3686175"/>
          <p14:tracePt t="42416" x="1655763" y="3546475"/>
          <p14:tracePt t="42438" x="1773238" y="3514725"/>
          <p14:tracePt t="42469" x="2030413" y="3468688"/>
          <p14:tracePt t="42514" x="2139950" y="3506788"/>
          <p14:tracePt t="42530" x="2257425" y="3554413"/>
          <p14:tracePt t="42545" x="2366963" y="3592513"/>
          <p14:tracePt t="42558" x="2476500" y="3648075"/>
          <p14:tracePt t="42593" x="2554288" y="3741738"/>
          <p14:tracePt t="42613" x="2600325" y="3835400"/>
          <p14:tracePt t="42640" x="2640013" y="3952875"/>
          <p14:tracePt t="42656" x="2671763" y="4068763"/>
          <p14:tracePt t="42674" x="2686050" y="4202113"/>
          <p14:tracePt t="42694" x="2709863" y="4381500"/>
          <p14:tracePt t="42711" x="2709863" y="4491038"/>
          <p14:tracePt t="42718" x="2686050" y="4560888"/>
          <p14:tracePt t="42740" x="2655888" y="4624388"/>
          <p14:tracePt t="42756" x="2624138" y="4662488"/>
          <p14:tracePt t="42770" x="2546350" y="4764088"/>
          <p14:tracePt t="42781" x="2468563" y="4849813"/>
          <p14:tracePt t="42791" x="2382838" y="4873625"/>
          <p14:tracePt t="42805" x="2265363" y="4857750"/>
          <p14:tracePt t="42819" x="2225675" y="4843463"/>
          <p14:tracePt t="42851" x="2116138" y="4811713"/>
          <p14:tracePt t="42879" x="2000250" y="4772025"/>
          <p14:tracePt t="42906" x="1882775" y="4741863"/>
          <p14:tracePt t="42939" x="1765300" y="4718050"/>
          <p14:tracePt t="42959" x="1647825" y="4694238"/>
          <p14:tracePt t="42973" x="1538288" y="4648200"/>
          <p14:tracePt t="42997" x="1452563" y="4560888"/>
          <p14:tracePt t="43028" x="1249363" y="4389438"/>
          <p14:tracePt t="43046" x="1163638" y="4303713"/>
          <p14:tracePt t="43080" x="1109663" y="4210050"/>
          <p14:tracePt t="43118" x="1093788" y="4076700"/>
          <p14:tracePt t="43138" x="1085850" y="3975100"/>
          <p14:tracePt t="43185" x="1147763" y="3867150"/>
          <p14:tracePt t="43212" x="1265238" y="3663950"/>
          <p14:tracePt t="43240" x="1335088" y="3570288"/>
          <p14:tracePt t="43255" x="1414463" y="3490913"/>
          <p14:tracePt t="43270" x="1514475" y="3452813"/>
          <p14:tracePt t="43315" x="1631950" y="3421063"/>
          <p14:tracePt t="43344" x="1741488" y="3429000"/>
          <p14:tracePt t="43363" x="1843088" y="3490913"/>
          <p14:tracePt t="43381" x="2085975" y="3570288"/>
          <p14:tracePt t="43406" x="2209800" y="3576638"/>
          <p14:tracePt t="43436" x="2327275" y="3584575"/>
          <p14:tracePt t="43481" x="2444750" y="3624263"/>
          <p14:tracePt t="43507" x="2554288" y="3663950"/>
          <p14:tracePt t="43525" x="2655888" y="3725863"/>
          <p14:tracePt t="43554" x="2741613" y="3811588"/>
          <p14:tracePt t="43582" x="2749550" y="3929063"/>
          <p14:tracePt t="43601" x="2765425" y="4014788"/>
          <p14:tracePt t="43630" x="2765425" y="4100513"/>
          <p14:tracePt t="43643" x="2757488" y="4164013"/>
          <p14:tracePt t="43675" x="2717800" y="4241800"/>
          <p14:tracePt t="43692" x="2640013" y="4405313"/>
          <p14:tracePt t="43712" x="2600325" y="4467225"/>
          <p14:tracePt t="43721" x="2578100" y="4491038"/>
          <p14:tracePt t="43737" x="2506663" y="4530725"/>
          <p14:tracePt t="43751" x="2420938" y="4546600"/>
          <p14:tracePt t="43768" x="2311400" y="4554538"/>
          <p14:tracePt t="43787" x="2179638" y="4554538"/>
          <p14:tracePt t="43797" x="2100263" y="4560888"/>
          <p14:tracePt t="43810" x="2070100" y="4554538"/>
          <p14:tracePt t="43826" x="2030413" y="4546600"/>
          <p14:tracePt t="43838" x="1976438" y="4538663"/>
          <p14:tracePt t="43857" x="1944688" y="4530725"/>
          <p14:tracePt t="43868" x="1827213" y="4514850"/>
          <p14:tracePt t="43883" x="1797050" y="4522788"/>
          <p14:tracePt t="43957" x="1757363" y="4522788"/>
          <p14:tracePt t="44003" x="1717675" y="4546600"/>
          <p14:tracePt t="44017" x="1695450" y="4560888"/>
          <p14:tracePt t="44048" x="1687513" y="4584700"/>
          <p14:tracePt t="44093" x="1679575" y="4616450"/>
          <p14:tracePt t="44125" x="1709738" y="4670425"/>
          <p14:tracePt t="44142" x="1789113" y="4741863"/>
          <p14:tracePt t="44158" x="1851025" y="4772025"/>
          <p14:tracePt t="44174" x="1898650" y="4787900"/>
          <p14:tracePt t="44186" x="2006600" y="4803775"/>
          <p14:tracePt t="44202" x="2100263" y="4795838"/>
          <p14:tracePt t="44215" x="2171700" y="4779963"/>
          <p14:tracePt t="44228" x="2241550" y="4764088"/>
          <p14:tracePt t="44248" x="2281238" y="4764088"/>
          <p14:tracePt t="44274" x="2374900" y="4749800"/>
          <p14:tracePt t="44304" x="2397125" y="4741863"/>
          <p14:tracePt t="44334" x="2428875" y="4749800"/>
          <p14:tracePt t="44367" x="2460625" y="4733925"/>
          <p14:tracePt t="44382" x="2498725" y="4718050"/>
          <p14:tracePt t="44425" x="2562225" y="4710113"/>
          <p14:tracePt t="44439" x="2592388" y="4694238"/>
          <p14:tracePt t="44453" x="2608263" y="4670425"/>
          <p14:tracePt t="44484" x="2632075" y="4648200"/>
          <p14:tracePt t="44502" x="2671763" y="4616450"/>
          <p14:tracePt t="44546" x="2671763" y="4584700"/>
          <p14:tracePt t="44562" x="2679700" y="4554538"/>
          <p14:tracePt t="44578" x="2686050" y="4522788"/>
          <p14:tracePt t="44593" x="2671763" y="4429125"/>
          <p14:tracePt t="44605" x="2640013" y="4397375"/>
          <p14:tracePt t="44619" x="2616200" y="4373563"/>
          <p14:tracePt t="44664" x="2584450" y="4373563"/>
          <p14:tracePt t="44693" x="2546350" y="4373563"/>
          <p14:tracePt t="44708" x="2506663" y="4373563"/>
          <p14:tracePt t="44754" x="2382838" y="4413250"/>
          <p14:tracePt t="44768" x="2311400" y="4467225"/>
          <p14:tracePt t="44795" x="2303463" y="4498975"/>
          <p14:tracePt t="44840" x="2257425" y="4498975"/>
          <p14:tracePt t="44916" x="2257425" y="4530725"/>
          <p14:tracePt t="44947" x="2241550" y="4560888"/>
          <p14:tracePt t="45025" x="2273300" y="4546600"/>
          <p14:tracePt t="45056" x="2303463" y="4554538"/>
          <p14:tracePt t="45072" x="2389188" y="4546600"/>
          <p14:tracePt t="45093" x="2452688" y="4530725"/>
          <p14:tracePt t="45104" x="2484438" y="4514850"/>
          <p14:tracePt t="45119" x="2514600" y="4506913"/>
          <p14:tracePt t="45133" x="2546350" y="4491038"/>
          <p14:tracePt t="45146" x="2584450" y="4491038"/>
          <p14:tracePt t="45161" x="2647950" y="4498975"/>
          <p14:tracePt t="45175" x="2701925" y="4522788"/>
          <p14:tracePt t="45197" x="2733675" y="4538663"/>
          <p14:tracePt t="45209" x="2795588" y="4592638"/>
          <p14:tracePt t="45221" x="2859088" y="4640263"/>
          <p14:tracePt t="45236" x="2889250" y="4662488"/>
          <p14:tracePt t="45250" x="2913063" y="4678363"/>
          <p14:tracePt t="45385" x="2897188" y="4648200"/>
          <p14:tracePt t="45415" x="2889250" y="4624388"/>
          <p14:tracePt t="45447" x="2827338" y="4560888"/>
          <p14:tracePt t="45460" x="2765425" y="4530725"/>
          <p14:tracePt t="45467" x="2701925" y="4498975"/>
          <p14:tracePt t="45485" x="2608263" y="4475163"/>
          <p14:tracePt t="45498" x="2522538" y="4475163"/>
          <p14:tracePt t="45513" x="2468563" y="4483100"/>
          <p14:tracePt t="45527" x="2389188" y="4483100"/>
          <p14:tracePt t="45544" x="2311400" y="4491038"/>
          <p14:tracePt t="45558" x="2295525" y="4483100"/>
          <p14:tracePt t="45588" x="2179638" y="4483100"/>
          <p14:tracePt t="45620" x="2062163" y="4491038"/>
          <p14:tracePt t="45686" x="1936750" y="4491038"/>
          <p14:tracePt t="45789" x="1835150" y="4538663"/>
          <p14:tracePt t="45940" x="1858963" y="4584700"/>
          <p14:tracePt t="45970" x="2014538" y="4592638"/>
          <p14:tracePt t="45986" x="2179638" y="4600575"/>
          <p14:tracePt t="46003" x="2209800" y="4600575"/>
          <p14:tracePt t="46059" x="2311400" y="4608513"/>
          <p14:tracePt t="46092" x="2335213" y="4600575"/>
          <p14:tracePt t="46122" x="2366963" y="4592638"/>
          <p14:tracePt t="46151" x="2452688" y="4600575"/>
          <p14:tracePt t="46168" x="2530475" y="4576763"/>
          <p14:tracePt t="46185" x="2570163" y="4546600"/>
          <p14:tracePt t="46200" x="2592388" y="4514850"/>
          <p14:tracePt t="46224" x="2647950" y="4475163"/>
          <p14:tracePt t="46259" x="2671763" y="4459288"/>
          <p14:tracePt t="46272" x="2686050" y="4452938"/>
          <p14:tracePt t="46314" x="2709863" y="4459288"/>
          <p14:tracePt t="46330" x="2733675" y="4467225"/>
          <p14:tracePt t="46376" x="2765425" y="4467225"/>
          <p14:tracePt t="46420" x="2795588" y="4459288"/>
          <p14:tracePt t="46437" x="2835275" y="4445000"/>
          <p14:tracePt t="46465" x="2897188" y="4421188"/>
          <p14:tracePt t="46511" x="2928938" y="4429125"/>
          <p14:tracePt t="46525" x="2960688" y="4437063"/>
          <p14:tracePt t="46557" x="2990850" y="4445000"/>
          <p14:tracePt t="46574" x="3014663" y="4445000"/>
          <p14:tracePt t="46587" x="3038475" y="4437063"/>
          <p14:tracePt t="46600" x="3062288" y="4421188"/>
          <p14:tracePt t="46630" x="3092450" y="4405313"/>
          <p14:tracePt t="46650" x="3155950" y="4389438"/>
          <p14:tracePt t="46674" x="3225800" y="4405313"/>
          <p14:tracePt t="46693" x="3257550" y="4413250"/>
          <p14:tracePt t="46707" x="3287713" y="4421188"/>
          <p14:tracePt t="46721" x="3351213" y="4421188"/>
          <p14:tracePt t="46737" x="3373438" y="4429125"/>
          <p14:tracePt t="46762" x="3397250" y="4429125"/>
          <p14:tracePt t="46781" x="3421063" y="4405313"/>
          <p14:tracePt t="46825" x="3389313" y="4389438"/>
          <p14:tracePt t="46842" x="3381375" y="4389438"/>
          <p14:tracePt t="46857" x="3327400" y="4373563"/>
          <p14:tracePt t="46872" x="3233738" y="4381500"/>
          <p14:tracePt t="46887" x="3209925" y="4397375"/>
          <p14:tracePt t="46911" x="3178175" y="4405313"/>
          <p14:tracePt t="46916" x="3100388" y="4429125"/>
          <p14:tracePt t="46936" x="3038475" y="4429125"/>
          <p14:tracePt t="46950" x="2974975" y="4421188"/>
          <p14:tracePt t="46962" x="2881313" y="4421188"/>
          <p14:tracePt t="46991" x="2851150" y="4437063"/>
          <p14:tracePt t="47020" x="2827338" y="4452938"/>
          <p14:tracePt t="47052" x="2749550" y="4452938"/>
          <p14:tracePt t="47070" x="2663825" y="4445000"/>
          <p14:tracePt t="47084" x="2530475" y="4429125"/>
          <p14:tracePt t="47099" x="2420938" y="4437063"/>
          <p14:tracePt t="47118" x="2382838" y="4445000"/>
          <p14:tracePt t="47129" x="2359025" y="4445000"/>
          <p14:tracePt t="47159" x="2335213" y="4459288"/>
          <p14:tracePt t="47174" x="2273300" y="4483100"/>
          <p14:tracePt t="47194" x="2187575" y="4483100"/>
          <p14:tracePt t="47203" x="2124075" y="4475163"/>
          <p14:tracePt t="47411" x="2006600" y="4498975"/>
          <p14:tracePt t="47486" x="1890713" y="4538663"/>
          <p14:tracePt t="47546" x="1781175" y="4576763"/>
          <p14:tracePt t="47576" x="1663700" y="4608513"/>
          <p14:tracePt t="47621" x="1554163" y="4632325"/>
          <p14:tracePt t="47697" x="1436688" y="4640263"/>
          <p14:tracePt t="47816" x="1414463" y="4648200"/>
          <p14:tracePt t="48180" x="1390650" y="4654550"/>
          <p14:tracePt t="48207" x="1281113" y="4686300"/>
          <p14:tracePt t="48388" x="1171575" y="4702175"/>
          <p14:tracePt t="48539" x="1077913" y="4718050"/>
          <p14:tracePt t="48733" x="1123950" y="4710113"/>
          <p14:tracePt t="48753" x="1163638" y="4710113"/>
          <p14:tracePt t="48768" x="1195388" y="4710113"/>
          <p14:tracePt t="48780" x="1233488" y="4702175"/>
          <p14:tracePt t="48793" x="1265238" y="4702175"/>
          <p14:tracePt t="48825" x="1296988" y="4710113"/>
          <p14:tracePt t="48839" x="1319213" y="4710113"/>
          <p14:tracePt t="48854" x="1350963" y="4710113"/>
          <p14:tracePt t="48895" x="1374775" y="4702175"/>
          <p14:tracePt t="48908" x="1398588" y="4686300"/>
          <p14:tracePt t="48922" x="1428750" y="4686300"/>
          <p14:tracePt t="48936" x="1444625" y="4686300"/>
          <p14:tracePt t="48952" x="1538288" y="4702175"/>
          <p14:tracePt t="48981" x="1577975" y="4710113"/>
          <p14:tracePt t="49065" x="1616075" y="4710113"/>
          <p14:tracePt t="49090" x="1639888" y="4710113"/>
          <p14:tracePt t="49110" x="1663700" y="4710113"/>
          <p14:tracePt t="49126" x="1679575" y="4694238"/>
          <p14:tracePt t="49184" x="1703388" y="4678363"/>
          <p14:tracePt t="49259" x="1725613" y="4654550"/>
          <p14:tracePt t="49277" x="1749425" y="4640263"/>
          <p14:tracePt t="49300" x="1781175" y="4624388"/>
          <p14:tracePt t="49317" x="1804988" y="4600575"/>
          <p14:tracePt t="49366" x="1843088" y="4554538"/>
          <p14:tracePt t="49590" x="1811338" y="4576763"/>
          <p14:tracePt t="49696" x="1797050" y="4616450"/>
          <p14:tracePt t="49725" x="1797050" y="4632325"/>
          <p14:tracePt t="49920" x="1827213" y="4640263"/>
          <p14:tracePt t="49947" x="1858963" y="4632325"/>
          <p14:tracePt t="49968" x="1890713" y="4632325"/>
          <p14:tracePt t="50024" x="1920875" y="4648200"/>
          <p14:tracePt t="50042" x="1952625" y="4654550"/>
          <p14:tracePt t="50100" x="1976438" y="4662488"/>
          <p14:tracePt t="50118" x="2006600" y="4662488"/>
          <p14:tracePt t="50134" x="2038350" y="4654550"/>
          <p14:tracePt t="50159" x="2054225" y="4648200"/>
          <p14:tracePt t="50250" x="2070100" y="4654550"/>
          <p14:tracePt t="50340" x="2108200" y="4616450"/>
          <p14:tracePt t="50371" x="2147888" y="4568825"/>
          <p14:tracePt t="50400" x="2139950" y="4506913"/>
          <p14:tracePt t="50420" x="2132013" y="4483100"/>
          <p14:tracePt t="50510" x="2108200" y="4506913"/>
          <p14:tracePt t="50534" x="2085975" y="4530725"/>
          <p14:tracePt t="50554" x="2070100" y="4554538"/>
          <p14:tracePt t="50569" x="2022475" y="4608513"/>
          <p14:tracePt t="50593" x="2014538" y="4608513"/>
          <p14:tracePt t="50608" x="1851025" y="4678363"/>
          <p14:tracePt t="50624" x="1811338" y="4686300"/>
          <p14:tracePt t="50640" x="1789113" y="4686300"/>
          <p14:tracePt t="50683" x="1757363" y="4678363"/>
          <p14:tracePt t="50695" x="1703388" y="4654550"/>
          <p14:tracePt t="50702" x="1687513" y="4632325"/>
          <p14:tracePt t="50731" x="1655763" y="4576763"/>
          <p14:tracePt t="50747" x="1639888" y="4514850"/>
          <p14:tracePt t="50793" x="1639888" y="4506913"/>
          <p14:tracePt t="50808" x="1631950" y="4467225"/>
          <p14:tracePt t="50893" x="1671638" y="4381500"/>
          <p14:tracePt t="50925" x="1709738" y="4335463"/>
          <p14:tracePt t="50941" x="1733550" y="4303713"/>
          <p14:tracePt t="50954" x="1789113" y="4311650"/>
          <p14:tracePt t="50971" x="1874838" y="4327525"/>
          <p14:tracePt t="50985" x="1905000" y="4335463"/>
          <p14:tracePt t="50998" x="1920875" y="4359275"/>
          <p14:tracePt t="51008" x="1936750" y="4389438"/>
          <p14:tracePt t="51023" x="1952625" y="4421188"/>
          <p14:tracePt t="51043" x="1960563" y="4491038"/>
          <p14:tracePt t="51075" x="1984375" y="4514850"/>
          <p14:tracePt t="51091" x="2006600" y="4530725"/>
          <p14:tracePt t="51105" x="2022475" y="4546600"/>
          <p14:tracePt t="51124" x="2038350" y="4568825"/>
          <p14:tracePt t="51176" x="2030413" y="4600575"/>
          <p14:tracePt t="51219" x="1952625" y="4654550"/>
          <p14:tracePt t="51251" x="1928813" y="4670425"/>
          <p14:tracePt t="51270" x="1905000" y="4686300"/>
          <p14:tracePt t="51314" x="1898650" y="4686300"/>
          <p14:tracePt t="51330" x="1789113" y="4654550"/>
          <p14:tracePt t="51359" x="1725613" y="4608513"/>
          <p14:tracePt t="51374" x="1687513" y="4568825"/>
          <p14:tracePt t="51390" x="1663700" y="4554538"/>
          <p14:tracePt t="51420" x="1655763" y="4522788"/>
          <p14:tracePt t="51479" x="1679575" y="4452938"/>
          <p14:tracePt t="51493" x="1695450" y="4405313"/>
          <p14:tracePt t="51585" x="1773238" y="4319588"/>
          <p14:tracePt t="51632" x="1882775" y="4295775"/>
          <p14:tracePt t="51644" x="2030413" y="4287838"/>
          <p14:tracePt t="51674" x="2062163" y="4311650"/>
          <p14:tracePt t="51705" x="2100263" y="4327525"/>
          <p14:tracePt t="51737" x="2132013" y="4343400"/>
          <p14:tracePt t="51751" x="2193925" y="4381500"/>
          <p14:tracePt t="51767" x="2193925" y="4413250"/>
          <p14:tracePt t="51783" x="2201863" y="4475163"/>
          <p14:tracePt t="51798" x="2209800" y="4538663"/>
          <p14:tracePt t="51812" x="2201863" y="4608513"/>
          <p14:tracePt t="51825" x="2187575" y="4670425"/>
          <p14:tracePt t="51841" x="2171700" y="4702175"/>
          <p14:tracePt t="51856" x="2155825" y="4733925"/>
          <p14:tracePt t="51869" x="2124075" y="4756150"/>
          <p14:tracePt t="51884" x="2070100" y="4827588"/>
          <p14:tracePt t="51906" x="2046288" y="4849813"/>
          <p14:tracePt t="51919" x="1944688" y="4945063"/>
          <p14:tracePt t="51934" x="1890713" y="4983163"/>
          <p14:tracePt t="51945" x="1773238" y="5068888"/>
          <p14:tracePt t="51958" x="1725613" y="5108575"/>
          <p14:tracePt t="51978" x="1655763" y="5178425"/>
          <p14:tracePt t="51991" x="1577975" y="5218113"/>
          <p14:tracePt t="52008" x="1492250" y="5248275"/>
          <p14:tracePt t="52022" x="1460500" y="5256213"/>
          <p14:tracePt t="52050" x="1398588" y="5295900"/>
          <p14:tracePt t="52071" x="1366838" y="5311775"/>
          <p14:tracePt t="52090" x="1343025" y="5319713"/>
          <p14:tracePt t="52094" x="1319213" y="5327650"/>
          <p14:tracePt t="52156" x="1296988" y="5311775"/>
          <p14:tracePt t="52248" x="1289050" y="5186363"/>
          <p14:tracePt t="52267" x="1304925" y="5038725"/>
          <p14:tracePt t="52294" x="1327150" y="4913313"/>
          <p14:tracePt t="52337" x="1390650" y="4819650"/>
          <p14:tracePt t="52384" x="1476375" y="4733925"/>
          <p14:tracePt t="52472" x="1500188" y="4733925"/>
          <p14:tracePt t="52490" x="1585913" y="4764088"/>
          <p14:tracePt t="52532" x="1585913" y="4873625"/>
          <p14:tracePt t="52549" x="1585913" y="4945063"/>
          <p14:tracePt t="52577" x="1562100" y="5006975"/>
          <p14:tracePt t="52595" x="1514475" y="5045075"/>
          <p14:tracePt t="52699" x="1428750" y="4967288"/>
          <p14:tracePt t="52715" x="1398588" y="4857750"/>
          <p14:tracePt t="52739" x="1390650" y="4733925"/>
          <p14:tracePt t="52747" x="1414463" y="4616450"/>
          <p14:tracePt t="52768" x="1460500" y="4491038"/>
          <p14:tracePt t="52776" x="1554163" y="4264025"/>
          <p14:tracePt t="52805" x="1593850" y="4164013"/>
          <p14:tracePt t="52833" x="1616075" y="4046538"/>
          <p14:tracePt t="52864" x="1631950" y="3921125"/>
          <p14:tracePt t="52881" x="1631950" y="3803650"/>
          <p14:tracePt t="52897" x="1631950" y="3686175"/>
          <p14:tracePt t="52910" x="1601788" y="3570288"/>
          <p14:tracePt t="52926" x="1577975" y="3460750"/>
          <p14:tracePt t="52942" x="1585913" y="3343275"/>
          <p14:tracePt t="52975" x="1631950" y="3108325"/>
          <p14:tracePt t="53004" x="1639888" y="2990850"/>
          <p14:tracePt t="53087" x="1741488" y="2960688"/>
          <p14:tracePt t="53255" x="1639888" y="3006725"/>
          <p14:tracePt t="53301" x="1522413" y="3054350"/>
          <p14:tracePt t="53315" x="1406525" y="3078163"/>
          <p14:tracePt t="53509" x="1514475" y="3046413"/>
          <p14:tracePt t="53538" x="1757363" y="3070225"/>
          <p14:tracePt t="53570" x="1843088" y="3163888"/>
          <p14:tracePt t="53614" x="1912938" y="3265488"/>
          <p14:tracePt t="53639" x="1960563" y="3381375"/>
          <p14:tracePt t="53663" x="1984375" y="3506788"/>
          <p14:tracePt t="53681" x="1992313" y="3632200"/>
          <p14:tracePt t="53695" x="1984375" y="3757613"/>
          <p14:tracePt t="53710" x="1968500" y="3881438"/>
          <p14:tracePt t="53735" x="1905000" y="3990975"/>
          <p14:tracePt t="53788" x="1804988" y="4046538"/>
          <p14:tracePt t="53814" x="1671638" y="4054475"/>
          <p14:tracePt t="53840" x="1562100" y="4030663"/>
          <p14:tracePt t="53871" x="1460500" y="3975100"/>
          <p14:tracePt t="53894" x="1374775" y="3897313"/>
          <p14:tracePt t="53906" x="1289050" y="3819525"/>
          <p14:tracePt t="53956" x="1273175" y="3709988"/>
          <p14:tracePt t="53982" x="1281113" y="3584575"/>
          <p14:tracePt t="53993" x="1312863" y="3468688"/>
          <p14:tracePt t="54006" x="1350963" y="3343275"/>
          <p14:tracePt t="54013" x="1390650" y="3233738"/>
          <p14:tracePt t="54062" x="1514475" y="2990850"/>
          <p14:tracePt t="54079" x="1585913" y="2905125"/>
          <p14:tracePt t="54093" x="1687513" y="2819400"/>
          <p14:tracePt t="54151" x="1952625" y="2859088"/>
          <p14:tracePt t="54167" x="2078038" y="2867025"/>
          <p14:tracePt t="54184" x="2209800" y="2867025"/>
          <p14:tracePt t="54271" x="2265363" y="2990850"/>
          <p14:tracePt t="54289" x="2303463" y="3100388"/>
          <p14:tracePt t="54321" x="2335213" y="3217863"/>
          <p14:tracePt t="54336" x="2273300" y="3327400"/>
          <p14:tracePt t="54361" x="2209800" y="3429000"/>
          <p14:tracePt t="54393" x="2124075" y="3514725"/>
          <p14:tracePt t="54422" x="2014538" y="3576638"/>
          <p14:tracePt t="54441" x="1905000" y="3616325"/>
          <p14:tracePt t="54468" x="1781175" y="3624263"/>
          <p14:tracePt t="54487" x="1655763" y="3624263"/>
          <p14:tracePt t="54528" x="1554163" y="3562350"/>
          <p14:tracePt t="54571" x="1492250" y="3460750"/>
          <p14:tracePt t="54606" x="1452563" y="3351213"/>
          <p14:tracePt t="54651" x="1444625" y="3233738"/>
          <p14:tracePt t="54710" x="1530350" y="3155950"/>
          <p14:tracePt t="54739" x="1639888" y="3092450"/>
          <p14:tracePt t="54757" x="1757363" y="3078163"/>
          <p14:tracePt t="54799" x="1874838" y="3116263"/>
          <p14:tracePt t="54831" x="1992313" y="3171825"/>
          <p14:tracePt t="54841" x="2038350" y="3287713"/>
          <p14:tracePt t="54876" x="2062163" y="3405188"/>
          <p14:tracePt t="54900" x="2030413" y="3522663"/>
          <p14:tracePt t="54921" x="1968500" y="3624263"/>
          <p14:tracePt t="54936" x="1882775" y="3702050"/>
          <p14:tracePt t="54959" x="1789113" y="3779838"/>
          <p14:tracePt t="54973" x="1679575" y="3827463"/>
          <p14:tracePt t="55006" x="1562100" y="3843338"/>
          <p14:tracePt t="55027" x="1444625" y="3819525"/>
          <p14:tracePt t="55055" x="1327150" y="3787775"/>
          <p14:tracePt t="55111" x="1249363" y="3694113"/>
          <p14:tracePt t="55140" x="1233488" y="3576638"/>
          <p14:tracePt t="55168" x="1257300" y="3460750"/>
          <p14:tracePt t="55200" x="1281113" y="3335338"/>
          <p14:tracePt t="55220" x="1335088" y="3225800"/>
          <p14:tracePt t="55235" x="1420813" y="3132138"/>
          <p14:tracePt t="55260" x="1514475" y="3062288"/>
          <p14:tracePt t="55288" x="1733550" y="2952750"/>
          <p14:tracePt t="55321" x="1920875" y="2952750"/>
          <p14:tracePt t="55373" x="2038350" y="2984500"/>
          <p14:tracePt t="55407" x="2124075" y="3070225"/>
          <p14:tracePt t="55456" x="2116138" y="3186113"/>
          <p14:tracePt t="55471" x="2093913" y="3295650"/>
          <p14:tracePt t="55520" x="2062163" y="3413125"/>
          <p14:tracePt t="55534" x="1984375" y="3490913"/>
          <p14:tracePt t="55553" x="1890713" y="3554413"/>
          <p14:tracePt t="55579" x="1773238" y="3584575"/>
          <p14:tracePt t="55610" x="1655763" y="3592513"/>
          <p14:tracePt t="55657" x="1538288" y="3530600"/>
          <p14:tracePt t="55673" x="1444625" y="3452813"/>
          <p14:tracePt t="55702" x="1366838" y="3359150"/>
          <p14:tracePt t="55763" x="1319213" y="3249613"/>
          <p14:tracePt t="55851" x="1358900" y="3132138"/>
          <p14:tracePt t="55896" x="1460500" y="3078163"/>
          <p14:tracePt t="55926" x="1577975" y="3070225"/>
          <p14:tracePt t="55971" x="1679575" y="3132138"/>
          <p14:tracePt t="55999" x="1781175" y="3201988"/>
          <p14:tracePt t="56033" x="1827213" y="3303588"/>
          <p14:tracePt t="56061" x="1804988" y="3413125"/>
          <p14:tracePt t="56107" x="1741488" y="3514725"/>
          <p14:tracePt t="56135" x="1655763" y="3592513"/>
          <p14:tracePt t="56167" x="1554163" y="3656013"/>
          <p14:tracePt t="56197" x="1436688" y="3678238"/>
          <p14:tracePt t="56212" x="1312863" y="3678238"/>
          <p14:tracePt t="56254" x="1211263" y="3608388"/>
          <p14:tracePt t="56285" x="1147763" y="3506788"/>
          <p14:tracePt t="56331" x="1147763" y="3381375"/>
          <p14:tracePt t="56348" x="1179513" y="3265488"/>
          <p14:tracePt t="56376" x="1211263" y="3155950"/>
          <p14:tracePt t="56422" x="1414463" y="3022600"/>
          <p14:tracePt t="56442" x="1514475" y="2984500"/>
          <p14:tracePt t="56481" x="1639888" y="2976563"/>
          <p14:tracePt t="56514" x="1757363" y="3006725"/>
          <p14:tracePt t="56540" x="1858963" y="3062288"/>
          <p14:tracePt t="56559" x="1936750" y="3148013"/>
          <p14:tracePt t="56589" x="1968500" y="3265488"/>
          <p14:tracePt t="56611" x="2000250" y="3375025"/>
          <p14:tracePt t="56637" x="2006600" y="3482975"/>
          <p14:tracePt t="56675" x="1952625" y="3592513"/>
          <p14:tracePt t="56704" x="1851025" y="3648075"/>
          <p14:tracePt t="56737" x="1741488" y="3663950"/>
          <p14:tracePt t="56758" x="1616075" y="3663950"/>
          <p14:tracePt t="56775" x="1514475" y="3648075"/>
          <p14:tracePt t="56797" x="1420813" y="3576638"/>
          <p14:tracePt t="56826" x="1382713" y="3460750"/>
          <p14:tracePt t="56856" x="1382713" y="3335338"/>
          <p14:tracePt t="56915" x="1428750" y="3217863"/>
          <p14:tracePt t="56935" x="1484313" y="3124200"/>
          <p14:tracePt t="56963" x="1562100" y="3030538"/>
          <p14:tracePt t="56981" x="1671638" y="2984500"/>
          <p14:tracePt t="56995" x="1781175" y="2952750"/>
          <p14:tracePt t="57036" x="1905000" y="2976563"/>
          <p14:tracePt t="57052" x="2014538" y="3022600"/>
          <p14:tracePt t="57077" x="2078038" y="3116263"/>
          <p14:tracePt t="57103" x="2085975" y="3233738"/>
          <p14:tracePt t="57117" x="2085975" y="3359150"/>
          <p14:tracePt t="57132" x="2108200" y="3468688"/>
          <p14:tracePt t="57163" x="2108200" y="3584575"/>
          <p14:tracePt t="57195" x="2108200" y="3702050"/>
          <p14:tracePt t="57238" x="2132013" y="3811588"/>
          <p14:tracePt t="57368" x="2093913" y="3913188"/>
          <p14:tracePt t="57384" x="2046288" y="4140200"/>
          <p14:tracePt t="57488" x="2139950" y="4202113"/>
          <p14:tracePt t="57518" x="2225675" y="4249738"/>
          <p14:tracePt t="57534" x="2359025" y="4295775"/>
          <p14:tracePt t="57563" x="2468563" y="4327525"/>
          <p14:tracePt t="57595" x="2709863" y="4365625"/>
          <p14:tracePt t="57638" x="2835275" y="4373563"/>
          <p14:tracePt t="57847" x="2874963" y="4264025"/>
          <p14:tracePt t="57880" x="2960688" y="4178300"/>
          <p14:tracePt t="57923" x="3076575" y="4202113"/>
          <p14:tracePt t="57968" x="3186113" y="4241800"/>
          <p14:tracePt t="57997" x="3287713" y="4303713"/>
          <p14:tracePt t="58073" x="3351213" y="4397375"/>
          <p14:tracePt t="58191" x="3436938" y="4475163"/>
          <p14:tracePt t="58507" x="3319463" y="4459288"/>
          <p14:tracePt t="58524" x="3209925" y="4452938"/>
          <p14:tracePt t="58554" x="3100388" y="4491038"/>
          <p14:tracePt t="58599" x="2968625" y="4483100"/>
          <p14:tracePt t="58630" x="2608263" y="4413250"/>
          <p14:tracePt t="58672" x="2498725" y="4437063"/>
          <p14:tracePt t="58718" x="2335213" y="4421188"/>
          <p14:tracePt t="58736" x="2217738" y="4413250"/>
          <p14:tracePt t="59108" x="2249488" y="4530725"/>
          <p14:tracePt t="59273" x="2351088" y="4600575"/>
          <p14:tracePt t="59378" x="2490788" y="4632325"/>
          <p14:tracePt t="59454" x="2600325" y="4662488"/>
          <p14:tracePt t="59495" x="2717800" y="4702175"/>
          <p14:tracePt t="59572" x="2843213" y="4718050"/>
          <p14:tracePt t="59589" x="2952750" y="4725988"/>
          <p14:tracePt t="59624" x="3076575" y="4733925"/>
          <p14:tracePt t="59636" x="3201988" y="4741863"/>
          <p14:tracePt t="59664" x="3319463" y="4733925"/>
          <p14:tracePt t="59681" x="3436938" y="4702175"/>
          <p14:tracePt t="59920" x="3475038" y="4592638"/>
          <p14:tracePt t="59964" x="3413125" y="4498975"/>
          <p14:tracePt t="59984" x="3327400" y="4429125"/>
          <p14:tracePt t="60024" x="3217863" y="4365625"/>
          <p14:tracePt t="60041" x="3108325" y="4351338"/>
          <p14:tracePt t="60068" x="2974975" y="4359275"/>
          <p14:tracePt t="60085" x="2843213" y="4351338"/>
          <p14:tracePt t="60100" x="2733675" y="4343400"/>
          <p14:tracePt t="60116" x="2624138" y="4327525"/>
          <p14:tracePt t="60174" x="2514600" y="4351338"/>
          <p14:tracePt t="60295" x="2413000" y="4445000"/>
          <p14:tracePt t="60326" x="2311400" y="4506913"/>
          <p14:tracePt t="60493" x="2217738" y="4592638"/>
          <p14:tracePt t="60625" x="2444750" y="4616450"/>
          <p14:tracePt t="60687" x="2562225" y="4632325"/>
          <p14:tracePt t="60833" x="2600325" y="4522788"/>
          <p14:tracePt t="60868" x="2640013" y="4405313"/>
          <p14:tracePt t="60891" x="2693988" y="4303713"/>
          <p14:tracePt t="60908" x="2787650" y="4210050"/>
          <p14:tracePt t="60928" x="2982913" y="4076700"/>
          <p14:tracePt t="60956" x="3209925" y="4022725"/>
          <p14:tracePt t="60994" x="3327400" y="4022725"/>
          <p14:tracePt t="61011" x="3452813" y="4022725"/>
          <p14:tracePt t="61023" x="3568700" y="4038600"/>
          <p14:tracePt t="61050" x="3686175" y="4076700"/>
          <p14:tracePt t="61072" x="3787775" y="4156075"/>
          <p14:tracePt t="61087" x="3889375" y="4287838"/>
          <p14:tracePt t="61092" x="3921125" y="4373563"/>
          <p14:tracePt t="61106" x="3921125" y="4405313"/>
          <p14:tracePt t="61164" x="3803650" y="4421188"/>
          <p14:tracePt t="61182" x="3678238" y="4413250"/>
          <p14:tracePt t="61210" x="3554413" y="4397375"/>
          <p14:tracePt t="61222" x="3436938" y="4381500"/>
          <p14:tracePt t="61270" x="3359150" y="4287838"/>
          <p14:tracePt t="61348" x="3467100" y="4233863"/>
          <p14:tracePt t="61392" x="3584575" y="4249738"/>
          <p14:tracePt t="61465" x="3475038" y="4287838"/>
          <p14:tracePt t="61482" x="3351213" y="4311650"/>
          <p14:tracePt t="61511" x="3233738" y="4327525"/>
          <p14:tracePt t="61556" x="3124200" y="4327525"/>
          <p14:tracePt t="61708" x="3225800" y="4365625"/>
          <p14:tracePt t="61758" x="3271838" y="4475163"/>
          <p14:tracePt t="61798" x="3194050" y="4640263"/>
          <p14:tracePt t="61822" x="3124200" y="4725988"/>
          <p14:tracePt t="61841" x="3014663" y="4772025"/>
          <p14:tracePt t="61855" x="2655888" y="4772025"/>
          <p14:tracePt t="61871" x="2522538" y="4733925"/>
          <p14:tracePt t="61886" x="2281238" y="4640263"/>
          <p14:tracePt t="61902" x="2163763" y="4584700"/>
          <p14:tracePt t="61918" x="1928813" y="4483100"/>
          <p14:tracePt t="61994" x="1984375" y="4365625"/>
          <p14:tracePt t="62022" x="2022475" y="4249738"/>
          <p14:tracePt t="62032" x="2108200" y="4164013"/>
          <p14:tracePt t="62040" x="2241550" y="4100513"/>
          <p14:tracePt t="62055" x="2366963" y="4054475"/>
          <p14:tracePt t="62075" x="2616200" y="4022725"/>
          <p14:tracePt t="62173" x="2655888" y="4132263"/>
          <p14:tracePt t="62231" x="2554288" y="4194175"/>
          <p14:tracePt t="62260" x="2444750" y="4194175"/>
          <p14:tracePt t="62293" x="2335213" y="4124325"/>
          <p14:tracePt t="62311" x="2249488" y="4054475"/>
          <p14:tracePt t="62335" x="2209800" y="3937000"/>
          <p14:tracePt t="62369" x="2281238" y="3843338"/>
          <p14:tracePt t="62393" x="2382838" y="3765550"/>
          <p14:tracePt t="62400" x="2608263" y="3694113"/>
          <p14:tracePt t="62422" x="2725738" y="3702050"/>
          <p14:tracePt t="62442" x="2835275" y="3765550"/>
          <p14:tracePt t="62459" x="2921000" y="3851275"/>
          <p14:tracePt t="62484" x="2974975" y="3944938"/>
          <p14:tracePt t="62499" x="2998788" y="4068763"/>
          <p14:tracePt t="62515" x="2974975" y="4186238"/>
          <p14:tracePt t="62533" x="2787650" y="4491038"/>
          <p14:tracePt t="62548" x="2592388" y="4640263"/>
          <p14:tracePt t="62588" x="2359025" y="4710113"/>
          <p14:tracePt t="62666" x="2311400" y="4600575"/>
          <p14:tracePt t="62695" x="2335213" y="4483100"/>
          <p14:tracePt t="62726" x="2428875" y="4257675"/>
          <p14:tracePt t="62750" x="2460625" y="4164013"/>
          <p14:tracePt t="62781" x="2530475" y="4084638"/>
          <p14:tracePt t="62819" x="2640013" y="4038600"/>
          <p14:tracePt t="62847" x="2671763" y="4038600"/>
          <p14:tracePt t="62873" x="2787650" y="4046538"/>
          <p14:tracePt t="62892" x="2835275" y="4140200"/>
          <p14:tracePt t="62954" x="2624138" y="4264025"/>
          <p14:tracePt t="62983" x="2366963" y="4271963"/>
          <p14:tracePt t="63012" x="2241550" y="4217988"/>
          <p14:tracePt t="63035" x="2179638" y="4116388"/>
          <p14:tracePt t="63042" x="2139950" y="4006850"/>
          <p14:tracePt t="63062" x="2163763" y="3889375"/>
          <p14:tracePt t="63088" x="2233613" y="3803650"/>
          <p14:tracePt t="63112" x="2327275" y="3741738"/>
          <p14:tracePt t="63120" x="2436813" y="3702050"/>
          <p14:tracePt t="63142" x="2554288" y="3678238"/>
          <p14:tracePt t="63162" x="2913063" y="3694113"/>
          <p14:tracePt t="63184" x="3116263" y="3757613"/>
          <p14:tracePt t="63195" x="3241675" y="3843338"/>
          <p14:tracePt t="63206" x="3295650" y="3913188"/>
          <p14:tracePt t="63233" x="3381375" y="4068763"/>
          <p14:tracePt t="63246" x="3405188" y="4194175"/>
          <p14:tracePt t="63262" x="3405188" y="4303713"/>
          <p14:tracePt t="63269" x="3365500" y="4389438"/>
          <p14:tracePt t="63283" x="3295650" y="4452938"/>
          <p14:tracePt t="63299" x="3201988" y="4467225"/>
          <p14:tracePt t="63312" x="3124200" y="4445000"/>
          <p14:tracePt t="63326" x="2974975" y="4405313"/>
          <p14:tracePt t="63361" x="2811463" y="4397375"/>
          <p14:tracePt t="63374" x="2686050" y="4405313"/>
          <p14:tracePt t="63388" x="2655888" y="4397375"/>
          <p14:tracePt t="63403" x="2640013" y="4373563"/>
          <p14:tracePt t="63418" x="2624138" y="4210050"/>
          <p14:tracePt t="63434" x="2632075" y="4132263"/>
          <p14:tracePt t="63449" x="2679700" y="3990975"/>
          <p14:tracePt t="63462" x="2725738" y="3952875"/>
          <p14:tracePt t="63476" x="2803525" y="3937000"/>
          <p14:tracePt t="63512" x="2921000" y="3998913"/>
          <p14:tracePt t="63534" x="2921000" y="4100513"/>
          <p14:tracePt t="63552" x="2819400" y="4264025"/>
          <p14:tracePt t="63568" x="2765425" y="4327525"/>
          <p14:tracePt t="63583" x="2679700" y="4381500"/>
          <p14:tracePt t="63597" x="2578100" y="4413250"/>
          <p14:tracePt t="63615" x="2468563" y="4421188"/>
          <p14:tracePt t="63628" x="2366963" y="4413250"/>
          <p14:tracePt t="63644" x="2335213" y="4413250"/>
          <p14:tracePt t="63657" x="2273300" y="4397375"/>
          <p14:tracePt t="63668" x="2187575" y="4373563"/>
          <p14:tracePt t="63686" x="2100263" y="4311650"/>
          <p14:tracePt t="63696" x="2078038" y="4287838"/>
          <p14:tracePt t="63703" x="2054225" y="4264025"/>
          <p14:tracePt t="63719" x="2038350" y="4233863"/>
          <p14:tracePt t="63756" x="2108200" y="4217988"/>
          <p14:tracePt t="63763" x="2179638" y="4210050"/>
          <p14:tracePt t="63792" x="2217738" y="4194175"/>
          <p14:tracePt t="63808" x="2241550" y="4178300"/>
          <p14:tracePt t="63845" x="2217738" y="4186238"/>
          <p14:tracePt t="63860" x="2193925" y="4210050"/>
          <p14:tracePt t="63875" x="2179638" y="4233863"/>
          <p14:tracePt t="63890" x="2147888" y="4257675"/>
          <p14:tracePt t="63906" x="2116138" y="4287838"/>
          <p14:tracePt t="63935" x="2030413" y="4327525"/>
          <p14:tracePt t="64093" x="2085975" y="4335463"/>
          <p14:tracePt t="64113" x="2093913" y="4335463"/>
          <p14:tracePt t="64135" x="2171700" y="4359275"/>
          <p14:tracePt t="64141" x="2193925" y="4359275"/>
          <p14:tracePt t="64184" x="2201863" y="4327525"/>
          <p14:tracePt t="64214" x="2163763" y="4279900"/>
          <p14:tracePt t="64234" x="2124075" y="4271963"/>
          <p14:tracePt t="64258" x="2054225" y="4287838"/>
          <p14:tracePt t="64333" x="2147888" y="4257675"/>
          <p14:tracePt t="64359" x="2179638" y="4257675"/>
          <p14:tracePt t="64367" x="2241550" y="4257675"/>
          <p14:tracePt t="64389" x="2273300" y="4249738"/>
          <p14:tracePt t="64512" x="2289175" y="4287838"/>
          <p14:tracePt t="64531" x="2303463" y="4311650"/>
          <p14:tracePt t="64562" x="2327275" y="4327525"/>
          <p14:tracePt t="64590" x="2359025" y="4319588"/>
          <p14:tracePt t="64606" x="2389188" y="4319588"/>
          <p14:tracePt t="64622" x="2420938" y="4311650"/>
          <p14:tracePt t="64642" x="2452688" y="4311650"/>
          <p14:tracePt t="64663" x="2484438" y="4319588"/>
          <p14:tracePt t="64678" x="2506663" y="4327525"/>
          <p14:tracePt t="64702" x="2538413" y="4335463"/>
          <p14:tracePt t="64714" x="2570163" y="4343400"/>
          <p14:tracePt t="64737" x="2632075" y="4335463"/>
          <p14:tracePt t="64778" x="2655888" y="4311650"/>
          <p14:tracePt t="64814" x="2640013" y="4287838"/>
          <p14:tracePt t="64839" x="2578100" y="4271963"/>
          <p14:tracePt t="64845" x="2546350" y="4271963"/>
          <p14:tracePt t="64874" x="2514600" y="4271963"/>
          <p14:tracePt t="64903" x="2484438" y="4279900"/>
          <p14:tracePt t="64978" x="2452688" y="4264025"/>
          <p14:tracePt t="64998" x="2413000" y="4249738"/>
          <p14:tracePt t="65012" x="2359025" y="4249738"/>
          <p14:tracePt t="65030" x="2319338" y="4257675"/>
          <p14:tracePt t="65042" x="2265363" y="4279900"/>
          <p14:tracePt t="65056" x="2225675" y="4287838"/>
          <p14:tracePt t="65079" x="2163763" y="4287838"/>
          <p14:tracePt t="65095" x="2155825" y="4287838"/>
          <p14:tracePt t="65101" x="2085975" y="4303713"/>
          <p14:tracePt t="65121" x="2046288" y="4303713"/>
          <p14:tracePt t="65140" x="2022475" y="4311650"/>
          <p14:tracePt t="65147" x="2000250" y="4311650"/>
          <p14:tracePt t="65161" x="1976438" y="4311650"/>
          <p14:tracePt t="65185" x="1944688" y="4303713"/>
          <p14:tracePt t="65201" x="1882775" y="4303713"/>
          <p14:tracePt t="65217" x="1789113" y="4319588"/>
          <p14:tracePt t="65235" x="1757363" y="4327525"/>
          <p14:tracePt t="65335" x="1703388" y="4335463"/>
          <p14:tracePt t="65376" x="1671638" y="4343400"/>
          <p14:tracePt t="65405" x="1647825" y="4359275"/>
          <p14:tracePt t="65520" x="1687513" y="4335463"/>
          <p14:tracePt t="65567" x="1725613" y="4327525"/>
          <p14:tracePt t="65594" x="1757363" y="4319588"/>
          <p14:tracePt t="65623" x="1781175" y="4311650"/>
          <p14:tracePt t="65638" x="1819275" y="4311650"/>
          <p14:tracePt t="65669" x="1858963" y="4311650"/>
          <p14:tracePt t="65695" x="1905000" y="4311650"/>
          <p14:tracePt t="65702" x="1936750" y="4319588"/>
          <p14:tracePt t="65730" x="1992313" y="4319588"/>
          <p14:tracePt t="65754" x="2014538" y="4319588"/>
          <p14:tracePt t="65792" x="2046288" y="4319588"/>
          <p14:tracePt t="65815" x="2078038" y="4327525"/>
          <p14:tracePt t="65830" x="2139950" y="4327525"/>
          <p14:tracePt t="65894" x="2179638" y="4335463"/>
          <p14:tracePt t="65911" x="2209800" y="4335463"/>
          <p14:tracePt t="65926" x="2241550" y="4343400"/>
          <p14:tracePt t="66014" x="2273300" y="4351338"/>
          <p14:tracePt t="66045" x="2295525" y="4365625"/>
          <p14:tracePt t="66061" x="2319338" y="4365625"/>
          <p14:tracePt t="66104" x="2351088" y="4359275"/>
          <p14:tracePt t="66136" x="2405063" y="4319588"/>
          <p14:tracePt t="66212" x="2460625" y="4335463"/>
          <p14:tracePt t="66330" x="2490788" y="4327525"/>
          <p14:tracePt t="66347" x="2530475" y="4319588"/>
          <p14:tracePt t="66404" x="2562225" y="4319588"/>
          <p14:tracePt t="66419" x="2600325" y="4327525"/>
          <p14:tracePt t="66437" x="2632075" y="4335463"/>
          <p14:tracePt t="66463" x="2655888" y="4359275"/>
          <p14:tracePt t="66471" x="2671763" y="4365625"/>
          <p14:tracePt t="66538" x="2701925" y="4365625"/>
          <p14:tracePt t="66555" x="2733675" y="4365625"/>
          <p14:tracePt t="66570" x="2779713" y="4373563"/>
          <p14:tracePt t="66616" x="2811463" y="4351338"/>
          <p14:tracePt t="66646" x="2843213" y="4335463"/>
          <p14:tracePt t="66662" x="2874963" y="4335463"/>
          <p14:tracePt t="66679" x="2905125" y="4335463"/>
          <p14:tracePt t="66753" x="2928938" y="4319588"/>
          <p14:tracePt t="66796" x="2960688" y="4319588"/>
          <p14:tracePt t="66812" x="2998788" y="4319588"/>
          <p14:tracePt t="66830" x="3022600" y="4319588"/>
          <p14:tracePt t="66854" x="3046413" y="4319588"/>
          <p14:tracePt t="66884" x="3070225" y="4303713"/>
          <p14:tracePt t="66918" x="3100388" y="4295775"/>
          <p14:tracePt t="66947" x="3132138" y="4303713"/>
          <p14:tracePt t="66977" x="3194050" y="4319588"/>
          <p14:tracePt t="67005" x="3217863" y="4327525"/>
          <p14:tracePt t="67052" x="3257550" y="4319588"/>
          <p14:tracePt t="67096" x="3327400" y="4327525"/>
          <p14:tracePt t="67115" x="3351213" y="4343400"/>
          <p14:tracePt t="67129" x="3373438" y="4351338"/>
          <p14:tracePt t="67150" x="3397250" y="4365625"/>
          <p14:tracePt t="67170" x="3452813" y="4381500"/>
          <p14:tracePt t="67198" x="3482975" y="4397375"/>
          <p14:tracePt t="67214" x="3514725" y="4405313"/>
          <p14:tracePt t="67275" x="3482975" y="4467225"/>
          <p14:tracePt t="67291" x="3467100" y="4491038"/>
          <p14:tracePt t="67307" x="3381375" y="4560888"/>
          <p14:tracePt t="67322" x="3319463" y="4584700"/>
          <p14:tracePt t="67336" x="3287713" y="4584700"/>
          <p14:tracePt t="67351" x="3241675" y="4568825"/>
          <p14:tracePt t="67368" x="3209925" y="4546600"/>
          <p14:tracePt t="67382" x="3155950" y="4506913"/>
          <p14:tracePt t="67397" x="3100388" y="4467225"/>
          <p14:tracePt t="67418" x="3030538" y="4405313"/>
          <p14:tracePt t="67431" x="2982913" y="4373563"/>
          <p14:tracePt t="67458" x="2779713" y="4271963"/>
          <p14:tracePt t="67476" x="2701925" y="4249738"/>
          <p14:tracePt t="67489" x="2679700" y="4241800"/>
          <p14:tracePt t="67519" x="2686050" y="4178300"/>
          <p14:tracePt t="67542" x="2693988" y="4156075"/>
          <p14:tracePt t="67555" x="2701925" y="4132263"/>
          <p14:tracePt t="67578" x="2717800" y="4092575"/>
          <p14:tracePt t="67594" x="2765425" y="4014788"/>
          <p14:tracePt t="67613" x="2803525" y="3967163"/>
          <p14:tracePt t="67625" x="2827338" y="3944938"/>
          <p14:tracePt t="67636" x="2897188" y="3921125"/>
          <p14:tracePt t="67654" x="2936875" y="3921125"/>
          <p14:tracePt t="67668" x="3014663" y="3937000"/>
          <p14:tracePt t="67691" x="3070225" y="3952875"/>
          <p14:tracePt t="67707" x="3100388" y="3960813"/>
          <p14:tracePt t="67715" x="3163888" y="3975100"/>
          <p14:tracePt t="67728" x="3233738" y="3990975"/>
          <p14:tracePt t="67743" x="3265488" y="3998913"/>
          <p14:tracePt t="67758" x="3327400" y="4014788"/>
          <p14:tracePt t="67770" x="3351213" y="4030663"/>
          <p14:tracePt t="67786" x="3381375" y="4092575"/>
          <p14:tracePt t="67818" x="3389313" y="4156075"/>
          <p14:tracePt t="67833" x="3335338" y="4303713"/>
          <p14:tracePt t="67849" x="3319463" y="4319588"/>
          <p14:tracePt t="67860" x="3271838" y="4343400"/>
          <p14:tracePt t="67875" x="3241675" y="4351338"/>
          <p14:tracePt t="67891" x="3217863" y="4365625"/>
          <p14:tracePt t="67907" x="3186113" y="4381500"/>
          <p14:tracePt t="67922" x="3163888" y="4397375"/>
          <p14:tracePt t="67935" x="3092450" y="4413250"/>
          <p14:tracePt t="67954" x="3070225" y="4421188"/>
          <p14:tracePt t="67970" x="3006725" y="4421188"/>
          <p14:tracePt t="67983" x="2859088" y="4397375"/>
          <p14:tracePt t="67999" x="2795588" y="4389438"/>
          <p14:tracePt t="68011" x="2733675" y="4365625"/>
          <p14:tracePt t="68027" x="2701925" y="4359275"/>
          <p14:tracePt t="68044" x="2671763" y="4319588"/>
          <p14:tracePt t="68060" x="2655888" y="4303713"/>
          <p14:tracePt t="68073" x="2616200" y="4194175"/>
          <p14:tracePt t="68085" x="2616200" y="4156075"/>
          <p14:tracePt t="68115" x="2655888" y="4084638"/>
          <p14:tracePt t="68134" x="2765425" y="3983038"/>
          <p14:tracePt t="68156" x="2867025" y="3937000"/>
          <p14:tracePt t="68163" x="2897188" y="3929063"/>
          <p14:tracePt t="68176" x="2968625" y="3952875"/>
          <p14:tracePt t="68203" x="3030538" y="4084638"/>
          <p14:tracePt t="68220" x="3046413" y="4164013"/>
          <p14:tracePt t="68237" x="3054350" y="4225925"/>
          <p14:tracePt t="68253" x="3022600" y="4287838"/>
          <p14:tracePt t="68267" x="2913063" y="4389438"/>
          <p14:tracePt t="68284" x="2851150" y="4421188"/>
          <p14:tracePt t="68304" x="2733675" y="4445000"/>
          <p14:tracePt t="68314" x="2608263" y="4459288"/>
          <p14:tracePt t="68326" x="2514600" y="4467225"/>
          <p14:tracePt t="68358" x="2405063" y="4437063"/>
          <p14:tracePt t="68373" x="2289175" y="4397375"/>
          <p14:tracePt t="68403" x="2078038" y="4271963"/>
          <p14:tracePt t="68432" x="1984375" y="4186238"/>
          <p14:tracePt t="68447" x="1920875" y="3975100"/>
          <p14:tracePt t="68471" x="1952625" y="3859213"/>
          <p14:tracePt t="68486" x="2054225" y="3779838"/>
          <p14:tracePt t="68520" x="2155825" y="3733800"/>
          <p14:tracePt t="68537" x="2405063" y="3702050"/>
          <p14:tracePt t="68551" x="2530475" y="3717925"/>
          <p14:tracePt t="68569" x="2686050" y="3765550"/>
          <p14:tracePt t="68585" x="2733675" y="3803650"/>
          <p14:tracePt t="68604" x="2787650" y="3960813"/>
          <p14:tracePt t="68621" x="2779713" y="3990975"/>
          <p14:tracePt t="68626" x="2773363" y="4022725"/>
          <p14:tracePt t="68643" x="2741613" y="4046538"/>
          <p14:tracePt t="68658" x="2608263" y="4054475"/>
          <p14:tracePt t="68673" x="2490788" y="4046538"/>
          <p14:tracePt t="68687" x="2382838" y="3975100"/>
          <p14:tracePt t="68700" x="2289175" y="3897313"/>
          <p14:tracePt t="68719" x="2155825" y="3678238"/>
          <p14:tracePt t="68749" x="2108200" y="3319463"/>
          <p14:tracePt t="68769" x="2155825" y="3194050"/>
          <p14:tracePt t="68779" x="2273300" y="2984500"/>
          <p14:tracePt t="68794" x="2343150" y="2882900"/>
          <p14:tracePt t="68808" x="2554288" y="2733675"/>
          <p14:tracePt t="68821" x="2765425" y="2655888"/>
          <p14:tracePt t="68851" x="2998788" y="2687638"/>
          <p14:tracePt t="68870" x="3116263" y="2701925"/>
          <p14:tracePt t="68888" x="3233738" y="2733675"/>
          <p14:tracePt t="68904" x="3351213" y="2757488"/>
          <p14:tracePt t="68914" x="3421063" y="2843213"/>
          <p14:tracePt t="68941" x="3452813" y="2960688"/>
          <p14:tracePt t="68957" x="3444875" y="3217863"/>
          <p14:tracePt t="68971" x="3405188" y="3452813"/>
          <p14:tracePt t="68987" x="3319463" y="3694113"/>
          <p14:tracePt t="69003" x="3265488" y="3803650"/>
          <p14:tracePt t="69018" x="3194050" y="3897313"/>
          <p14:tracePt t="69034" x="3108325" y="3967163"/>
          <p14:tracePt t="69050" x="2843213" y="4038600"/>
          <p14:tracePt t="69061" x="2592388" y="4038600"/>
          <p14:tracePt t="69079" x="2343150" y="3998913"/>
          <p14:tracePt t="69092" x="2132013" y="3889375"/>
          <p14:tracePt t="69107" x="1944688" y="3757613"/>
          <p14:tracePt t="69122" x="1858963" y="3686175"/>
          <p14:tracePt t="69139" x="1797050" y="3570288"/>
          <p14:tracePt t="69150" x="1733550" y="3343275"/>
          <p14:tracePt t="69169" x="1741488" y="3092450"/>
          <p14:tracePt t="69184" x="1773238" y="2984500"/>
          <p14:tracePt t="69208" x="1835150" y="2874963"/>
          <p14:tracePt t="69221" x="1944688" y="2803525"/>
          <p14:tracePt t="69233" x="2179638" y="2733675"/>
          <p14:tracePt t="69246" x="2289175" y="2709863"/>
          <p14:tracePt t="69260" x="2506663" y="2663825"/>
          <p14:tracePt t="69275" x="2632075" y="2640013"/>
          <p14:tracePt t="69312" x="2749550" y="2632075"/>
          <p14:tracePt t="69342" x="2827338" y="2725738"/>
          <p14:tracePt t="69350" x="2851150" y="2851150"/>
          <p14:tracePt t="69376" x="2843213" y="2968625"/>
          <p14:tracePt t="69391" x="2779713" y="3273425"/>
          <p14:tracePt t="69403" x="2647950" y="3498850"/>
          <p14:tracePt t="69409" x="2546350" y="3632200"/>
          <p14:tracePt t="69421" x="2382838" y="3779838"/>
          <p14:tracePt t="69436" x="2311400" y="3803650"/>
          <p14:tracePt t="69452" x="2163763" y="3811588"/>
          <p14:tracePt t="69474" x="2046288" y="3795713"/>
          <p14:tracePt t="69504" x="1928813" y="3757613"/>
          <p14:tracePt t="69521" x="1827213" y="3702050"/>
          <p14:tracePt t="69536" x="1616075" y="3570288"/>
          <p14:tracePt t="69549" x="1554163" y="3482975"/>
          <p14:tracePt t="69580" x="1546225" y="3367088"/>
          <p14:tracePt t="69594" x="1577975" y="3249613"/>
          <p14:tracePt t="69610" x="1616075" y="3132138"/>
          <p14:tracePt t="69624" x="1647825" y="3006725"/>
          <p14:tracePt t="69656" x="1804988" y="2819400"/>
          <p14:tracePt t="69671" x="1898650" y="2749550"/>
          <p14:tracePt t="69685" x="2116138" y="2663825"/>
          <p14:tracePt t="69702" x="2225675" y="2640013"/>
          <p14:tracePt t="69714" x="2546350" y="2624138"/>
          <p14:tracePt t="69728" x="2632075" y="2624138"/>
          <p14:tracePt t="69744" x="2663825" y="2624138"/>
          <p14:tracePt t="69759" x="2725738" y="2709863"/>
          <p14:tracePt t="69774" x="2733675" y="2827338"/>
          <p14:tracePt t="69790" x="2733675" y="2936875"/>
          <p14:tracePt t="69805" x="2709863" y="3038475"/>
          <p14:tracePt t="69821" x="2693988" y="3116263"/>
          <p14:tracePt t="69836" x="2671763" y="3273425"/>
          <p14:tracePt t="69850" x="2640013" y="3389313"/>
          <p14:tracePt t="69865" x="2562225" y="3546475"/>
          <p14:tracePt t="69880" x="2506663" y="3648075"/>
          <p14:tracePt t="69896" x="2420938" y="3819525"/>
          <p14:tracePt t="69910" x="2351088" y="3913188"/>
          <p14:tracePt t="69925" x="2289175" y="3952875"/>
          <p14:tracePt t="69940" x="2179638" y="3975100"/>
          <p14:tracePt t="69956" x="2116138" y="3990975"/>
          <p14:tracePt t="69986" x="1984375" y="3998913"/>
          <p14:tracePt t="70001" x="1858963" y="3990975"/>
          <p14:tracePt t="70015" x="1733550" y="3960813"/>
          <p14:tracePt t="70030" x="1522413" y="3851275"/>
          <p14:tracePt t="70059" x="1436688" y="3765550"/>
          <p14:tracePt t="70075" x="1374775" y="3663950"/>
          <p14:tracePt t="70090" x="1335088" y="3546475"/>
          <p14:tracePt t="70105" x="1319213" y="3327400"/>
          <p14:tracePt t="70122" x="1319213" y="3201988"/>
          <p14:tracePt t="70138" x="1350963" y="2976563"/>
          <p14:tracePt t="70150" x="1406525" y="2867025"/>
          <p14:tracePt t="70167" x="1476375" y="2765425"/>
          <p14:tracePt t="70195" x="1663700" y="2600325"/>
          <p14:tracePt t="70210" x="1765300" y="2538413"/>
          <p14:tracePt t="70226" x="1874838" y="2492375"/>
          <p14:tracePt t="70240" x="2006600" y="2476500"/>
          <p14:tracePt t="70256" x="2124075" y="2492375"/>
          <p14:tracePt t="70271" x="2484438" y="2655888"/>
          <p14:tracePt t="70285" x="2671763" y="2851150"/>
          <p14:tracePt t="70301" x="2733675" y="2968625"/>
          <p14:tracePt t="70315" x="2843213" y="3194050"/>
          <p14:tracePt t="70331" x="2867025" y="3241675"/>
          <p14:tracePt t="70346" x="2913063" y="3498850"/>
          <p14:tracePt t="70360" x="2905125" y="3562350"/>
          <p14:tracePt t="70376" x="2819400" y="3757613"/>
          <p14:tracePt t="70390" x="2717800" y="3881438"/>
          <p14:tracePt t="70405" x="2624138" y="3937000"/>
          <p14:tracePt t="70441" x="2382838" y="3967163"/>
          <p14:tracePt t="70456" x="2249488" y="3967163"/>
          <p14:tracePt t="70463" x="2124075" y="3960813"/>
          <p14:tracePt t="70475" x="2006600" y="3952875"/>
          <p14:tracePt t="70483" x="1882775" y="3921125"/>
          <p14:tracePt t="70495" x="1773238" y="3867150"/>
          <p14:tracePt t="70510" x="1570038" y="3733800"/>
          <p14:tracePt t="70525" x="1428750" y="3506788"/>
          <p14:tracePt t="70540" x="1420813" y="3273425"/>
          <p14:tracePt t="70556" x="1492250" y="3062288"/>
          <p14:tracePt t="70572" x="1655763" y="2897188"/>
          <p14:tracePt t="70587" x="1749425" y="2819400"/>
          <p14:tracePt t="70602" x="2014538" y="2709863"/>
          <p14:tracePt t="70615" x="2233613" y="2647950"/>
          <p14:tracePt t="70630" x="2366963" y="2632075"/>
          <p14:tracePt t="70647" x="2600325" y="2663825"/>
          <p14:tracePt t="70661" x="2811463" y="2819400"/>
          <p14:tracePt t="70676" x="2928938" y="3030538"/>
          <p14:tracePt t="70691" x="2968625" y="3273425"/>
          <p14:tracePt t="70705" x="2952750" y="3498850"/>
          <p14:tracePt t="70722" x="2936875" y="3584575"/>
          <p14:tracePt t="70738" x="2827338" y="3771900"/>
          <p14:tracePt t="70750" x="2647950" y="3937000"/>
          <p14:tracePt t="70768" x="2530475" y="3975100"/>
          <p14:tracePt t="70781" x="2428875" y="3998913"/>
          <p14:tracePt t="70797" x="2193925" y="3967163"/>
          <p14:tracePt t="70810" x="1882775" y="3765550"/>
          <p14:tracePt t="70824" x="1797050" y="3678238"/>
          <p14:tracePt t="70840" x="1717675" y="3584575"/>
          <p14:tracePt t="70878" x="1717675" y="3482975"/>
          <p14:tracePt t="70908" x="1811338" y="3405188"/>
          <p14:tracePt t="70920" x="2046288" y="3295650"/>
          <p14:tracePt t="70931" x="2163763" y="3273425"/>
          <p14:tracePt t="70946" x="2281238" y="3273425"/>
          <p14:tracePt t="70960" x="2405063" y="3273425"/>
          <p14:tracePt t="70976" x="2616200" y="3335338"/>
          <p14:tracePt t="70991" x="2733675" y="3436938"/>
          <p14:tracePt t="71015" x="2757488" y="3546475"/>
          <p14:tracePt t="71037" x="2749550" y="3576638"/>
          <p14:tracePt t="71057" x="2562225" y="3717925"/>
          <p14:tracePt t="71070" x="2468563" y="3787775"/>
          <p14:tracePt t="71087" x="2257425" y="3921125"/>
          <p14:tracePt t="71101" x="2155825" y="3990975"/>
          <p14:tracePt t="71116" x="2054225" y="4068763"/>
          <p14:tracePt t="71129" x="1960563" y="4140200"/>
          <p14:tracePt t="71145" x="1843088" y="4202113"/>
          <p14:tracePt t="71264" x="1898650" y="4092575"/>
          <p14:tracePt t="71279" x="1952625" y="3990975"/>
          <p14:tracePt t="71325" x="2046288" y="3905250"/>
          <p14:tracePt t="71566" x="1968500" y="3803650"/>
          <p14:tracePt t="71595" x="1898650" y="3702050"/>
          <p14:tracePt t="71627" x="1835150" y="3600450"/>
          <p14:tracePt t="71640" x="1781175" y="3498850"/>
          <p14:tracePt t="71663" x="1749425" y="3381375"/>
          <p14:tracePt t="71682" x="1725613" y="3257550"/>
          <p14:tracePt t="71696" x="1725613" y="3140075"/>
          <p14:tracePt t="71746" x="1749425" y="3014663"/>
          <p14:tracePt t="71760" x="2054225" y="2765425"/>
          <p14:tracePt t="71837" x="2179638" y="2733675"/>
          <p14:tracePt t="71850" x="2436813" y="2709863"/>
          <p14:tracePt t="71866" x="2562225" y="2709863"/>
          <p14:tracePt t="71880" x="2811463" y="2733675"/>
          <p14:tracePt t="71911" x="2921000" y="2789238"/>
          <p14:tracePt t="71925" x="3038475" y="2851150"/>
          <p14:tracePt t="71943" x="3249613" y="2984500"/>
          <p14:tracePt t="71961" x="3303588" y="3092450"/>
          <p14:tracePt t="71999" x="3295650" y="3209925"/>
          <p14:tracePt t="72023" x="3201988" y="3287713"/>
          <p14:tracePt t="72035" x="3100388" y="3343275"/>
          <p14:tracePt t="72043" x="2960688" y="3375025"/>
          <p14:tracePt t="72058" x="2843213" y="3397250"/>
          <p14:tracePt t="72068" x="2717800" y="3413125"/>
          <p14:tracePt t="72080" x="2592388" y="3413125"/>
          <p14:tracePt t="72084" x="2476500" y="3397250"/>
          <p14:tracePt t="72094" x="2303463" y="3389313"/>
          <p14:tracePt t="72119" x="2187575" y="3351213"/>
          <p14:tracePt t="72165" x="2289175" y="3281363"/>
          <p14:tracePt t="72201" x="2405063" y="3217863"/>
          <p14:tracePt t="72228" x="2530475" y="3201988"/>
          <p14:tracePt t="72258" x="2663825" y="3201988"/>
          <p14:tracePt t="72310" x="2554288" y="3155950"/>
          <p14:tracePt t="72326" x="2452688" y="3092450"/>
          <p14:tracePt t="72359" x="2506663" y="2984500"/>
          <p14:tracePt t="72449" x="2640013" y="3022600"/>
          <p14:tracePt t="72465" x="2811463" y="3186113"/>
          <p14:tracePt t="72471" x="2874963" y="3295650"/>
          <p14:tracePt t="72476" x="2905125" y="3413125"/>
          <p14:tracePt t="72497" x="2921000" y="3530600"/>
          <p14:tracePt t="72525" x="2874963" y="3779838"/>
          <p14:tracePt t="72547" x="2624138" y="4100513"/>
          <p14:tracePt t="72563" x="2538413" y="4178300"/>
          <p14:tracePt t="72584" x="2405063" y="4210050"/>
          <p14:tracePt t="72600" x="2289175" y="4202113"/>
          <p14:tracePt t="72621" x="2014538" y="4100513"/>
          <p14:tracePt t="72632" x="1835150" y="3921125"/>
          <p14:tracePt t="72664" x="1835150" y="3779838"/>
          <p14:tracePt t="72683" x="2038350" y="3600450"/>
          <p14:tracePt t="72708" x="2217738" y="3405188"/>
          <p14:tracePt t="72729" x="2273300" y="3295650"/>
          <p14:tracePt t="72750" x="2374900" y="3225800"/>
          <p14:tracePt t="72768" x="2484438" y="3194050"/>
          <p14:tracePt t="72813" x="2757488" y="3241675"/>
          <p14:tracePt t="72832" x="2867025" y="3295650"/>
          <p14:tracePt t="72856" x="2936875" y="3389313"/>
          <p14:tracePt t="72872" x="2952750" y="3506788"/>
          <p14:tracePt t="72898" x="2874963" y="3733800"/>
          <p14:tracePt t="72954" x="2757488" y="3741738"/>
          <p14:tracePt t="72975" x="2249488" y="3514725"/>
          <p14:tracePt t="72985" x="2116138" y="3295650"/>
          <p14:tracePt t="73018" x="2193925" y="3046413"/>
          <p14:tracePt t="73034" x="2405063" y="2890838"/>
          <p14:tracePt t="73052" x="2693988" y="2905125"/>
          <p14:tracePt t="73089" x="2897188" y="3038475"/>
          <p14:tracePt t="73111" x="2982913" y="3281363"/>
          <p14:tracePt t="73132" x="2998788" y="3389313"/>
          <p14:tracePt t="73162" x="2960688" y="3506788"/>
          <p14:tracePt t="73172" x="2671763" y="3663950"/>
          <p14:tracePt t="73193" x="2546350" y="3686175"/>
          <p14:tracePt t="73206" x="2295525" y="3671888"/>
          <p14:tracePt t="74160" x="2397125" y="3686175"/>
          <p14:tracePt t="74176" x="2351088" y="3749675"/>
          <p14:tracePt t="74189" x="2257425" y="3851275"/>
          <p14:tracePt t="74205" x="2201863" y="3881438"/>
          <p14:tracePt t="74221" x="2171700" y="3881438"/>
          <p14:tracePt t="74236" x="2062163" y="3771900"/>
          <p14:tracePt t="74250" x="2014538" y="3725863"/>
          <p14:tracePt t="74271" x="1944688" y="3632200"/>
          <p14:tracePt t="74289" x="1905000" y="3530600"/>
          <p14:tracePt t="74301" x="1898650" y="3482975"/>
          <p14:tracePt t="74308" x="1920875" y="3375025"/>
          <p14:tracePt t="74322" x="1984375" y="3257550"/>
          <p14:tracePt t="74356" x="2062163" y="3155950"/>
          <p14:tracePt t="74377" x="2147888" y="3070225"/>
          <p14:tracePt t="74391" x="2413000" y="2976563"/>
          <p14:tracePt t="74410" x="2468563" y="2976563"/>
          <p14:tracePt t="74435" x="2671763" y="3030538"/>
          <p14:tracePt t="74448" x="2827338" y="3124200"/>
          <p14:tracePt t="74465" x="2889250" y="3217863"/>
          <p14:tracePt t="74481" x="2913063" y="3295650"/>
          <p14:tracePt t="74499" x="2928938" y="3429000"/>
          <p14:tracePt t="74517" x="2905125" y="3490913"/>
          <p14:tracePt t="74532" x="2811463" y="3554413"/>
          <p14:tracePt t="74545" x="2741613" y="3584575"/>
          <p14:tracePt t="74559" x="2546350" y="3608388"/>
          <p14:tracePt t="74574" x="2413000" y="3592513"/>
          <p14:tracePt t="74605" x="2335213" y="3576638"/>
          <p14:tracePt t="74621" x="2022475" y="3405188"/>
          <p14:tracePt t="74636" x="1952625" y="3335338"/>
          <p14:tracePt t="74663" x="1835150" y="3155950"/>
          <p14:tracePt t="74683" x="1781175" y="3022600"/>
          <p14:tracePt t="74695" x="1757363" y="2803525"/>
          <p14:tracePt t="74710" x="1773238" y="2679700"/>
          <p14:tracePt t="74724" x="1797050" y="2554288"/>
          <p14:tracePt t="74741" x="1851025" y="2444750"/>
          <p14:tracePt t="74761" x="2006600" y="2249488"/>
          <p14:tracePt t="74773" x="2100263" y="2187575"/>
          <p14:tracePt t="74785" x="2366963" y="2101850"/>
          <p14:tracePt t="74813" x="2554288" y="2078038"/>
          <p14:tracePt t="74829" x="2881313" y="2195513"/>
          <p14:tracePt t="74844" x="2982913" y="2319338"/>
          <p14:tracePt t="74858" x="3062288" y="2506663"/>
          <p14:tracePt t="74886" x="3132138" y="2717800"/>
          <p14:tracePt t="74903" x="3194050" y="3038475"/>
          <p14:tracePt t="74917" x="3178175" y="3201988"/>
          <p14:tracePt t="74930" x="3163888" y="3249613"/>
          <p14:tracePt t="74945" x="3116263" y="3351213"/>
          <p14:tracePt t="74952" x="3062288" y="3405188"/>
          <p14:tracePt t="74965" x="2936875" y="3490913"/>
          <p14:tracePt t="74980" x="2779713" y="3546475"/>
          <p14:tracePt t="74994" x="2592388" y="3570288"/>
          <p14:tracePt t="75008" x="2413000" y="3592513"/>
          <p14:tracePt t="75024" x="2249488" y="3584575"/>
          <p14:tracePt t="75040" x="2139950" y="3530600"/>
          <p14:tracePt t="75053" x="2046288" y="3444875"/>
          <p14:tracePt t="75067" x="2006600" y="3397250"/>
          <p14:tracePt t="75084" x="1960563" y="3287713"/>
          <p14:tracePt t="75120" x="1890713" y="3046413"/>
          <p14:tracePt t="75128" x="1882775" y="2671763"/>
          <p14:tracePt t="75158" x="1928813" y="2554288"/>
          <p14:tracePt t="75174" x="1992313" y="2452688"/>
          <p14:tracePt t="75191" x="2193925" y="2327275"/>
          <p14:tracePt t="75204" x="2319338" y="2319338"/>
          <p14:tracePt t="75219" x="2444750" y="2335213"/>
          <p14:tracePt t="75240" x="2554288" y="2366963"/>
          <p14:tracePt t="75256" x="2795588" y="2498725"/>
          <p14:tracePt t="75267" x="2960688" y="2632075"/>
          <p14:tracePt t="75281" x="3006725" y="2717800"/>
          <p14:tracePt t="75298" x="3038475" y="2843213"/>
          <p14:tracePt t="75310" x="3054350" y="2984500"/>
          <p14:tracePt t="75324" x="3070225" y="3124200"/>
          <p14:tracePt t="75340" x="3070225" y="3225800"/>
          <p14:tracePt t="75354" x="3030538" y="3265488"/>
          <p14:tracePt t="75369" x="2974975" y="3295650"/>
          <p14:tracePt t="75384" x="2867025" y="3327400"/>
          <p14:tracePt t="75399" x="2779713" y="3351213"/>
          <p14:tracePt t="75425" x="2538413" y="3389313"/>
          <p14:tracePt t="75438" x="2484438" y="3397250"/>
          <p14:tracePt t="75445" x="2335213" y="3421063"/>
          <p14:tracePt t="75460" x="2193925" y="3413125"/>
          <p14:tracePt t="75476" x="2155825" y="3413125"/>
          <p14:tracePt t="75517" x="2108200" y="3303588"/>
          <p14:tracePt t="75537" x="2078038" y="3194050"/>
          <p14:tracePt t="75559" x="2070100" y="2952750"/>
          <p14:tracePt t="75576" x="2193925" y="2757488"/>
          <p14:tracePt t="75609" x="2303463" y="2687638"/>
          <p14:tracePt t="75625" x="2420938" y="2671763"/>
          <p14:tracePt t="75647" x="2647950" y="2679700"/>
          <p14:tracePt t="75662" x="2779713" y="2693988"/>
          <p14:tracePt t="75670" x="2990850" y="2733675"/>
          <p14:tracePt t="75686" x="3070225" y="2765425"/>
          <p14:tracePt t="75704" x="3209925" y="2890838"/>
          <p14:tracePt t="75727" x="3257550" y="2960688"/>
          <p14:tracePt t="75732" x="3279775" y="3078163"/>
          <p14:tracePt t="75746" x="3271838" y="3155950"/>
          <p14:tracePt t="75761" x="3265488" y="3233738"/>
          <p14:tracePt t="75775" x="3241675" y="3303588"/>
          <p14:tracePt t="75791" x="3209925" y="3367088"/>
          <p14:tracePt t="75804" x="3155950" y="3452813"/>
          <p14:tracePt t="75820" x="3092450" y="3530600"/>
          <p14:tracePt t="75843" x="3062288" y="3562350"/>
          <p14:tracePt t="75861" x="2905125" y="3694113"/>
          <p14:tracePt t="75866" x="2843213" y="3749675"/>
          <p14:tracePt t="75881" x="2749550" y="3811588"/>
          <p14:tracePt t="75894" x="2686050" y="3859213"/>
          <p14:tracePt t="75908" x="2570163" y="3921125"/>
          <p14:tracePt t="75925" x="2436813" y="3975100"/>
          <p14:tracePt t="75938" x="2343150" y="4046538"/>
          <p14:tracePt t="75953" x="2209800" y="4100513"/>
          <p14:tracePt t="75969" x="2163763" y="4108450"/>
          <p14:tracePt t="75983" x="1984375" y="4116388"/>
          <p14:tracePt t="75998" x="1874838" y="4092575"/>
          <p14:tracePt t="76013" x="1811338" y="4062413"/>
          <p14:tracePt t="76029" x="1717675" y="3998913"/>
          <p14:tracePt t="76044" x="1671638" y="3929063"/>
          <p14:tracePt t="76058" x="1639888" y="3843338"/>
          <p14:tracePt t="76090" x="1616075" y="3640138"/>
          <p14:tracePt t="76107" x="1616075" y="3600450"/>
          <p14:tracePt t="76122" x="1631950" y="3476625"/>
          <p14:tracePt t="76133" x="1647825" y="3359150"/>
          <p14:tracePt t="76165" x="1663700" y="3241675"/>
          <p14:tracePt t="76178" x="1733550" y="3014663"/>
          <p14:tracePt t="76195" x="1781175" y="2905125"/>
          <p14:tracePt t="76209" x="1835150" y="2803525"/>
          <p14:tracePt t="76246" x="1905000" y="2709863"/>
          <p14:tracePt t="76283" x="1960563" y="2600325"/>
          <p14:tracePt t="76300" x="2030413" y="2506663"/>
          <p14:tracePt t="76328" x="2116138" y="2428875"/>
          <p14:tracePt t="76348" x="2217738" y="2374900"/>
          <p14:tracePt t="76372" x="2343150" y="2335213"/>
          <p14:tracePt t="76382" x="2498725" y="2281238"/>
          <p14:tracePt t="76399" x="2546350" y="2265363"/>
          <p14:tracePt t="76422" x="2608263" y="2233613"/>
          <p14:tracePt t="76435" x="2725738" y="2225675"/>
          <p14:tracePt t="76451" x="2859088" y="2233613"/>
          <p14:tracePt t="76466" x="2928938" y="2257425"/>
          <p14:tracePt t="76494" x="2944813" y="2297113"/>
          <p14:tracePt t="76513" x="2960688" y="2335213"/>
          <p14:tracePt t="76526" x="2974975" y="2476500"/>
          <p14:tracePt t="76541" x="2990850" y="2578100"/>
          <p14:tracePt t="76554" x="3006725" y="2741613"/>
          <p14:tracePt t="76567" x="3006725" y="2819400"/>
          <p14:tracePt t="76585" x="3022600" y="2952750"/>
          <p14:tracePt t="76601" x="3046413" y="3022600"/>
          <p14:tracePt t="76622" x="3062288" y="3086100"/>
          <p14:tracePt t="76638" x="3062288" y="3116263"/>
          <p14:tracePt t="76647" x="3054350" y="3140075"/>
          <p14:tracePt t="76660" x="3030538" y="3171825"/>
          <p14:tracePt t="76701" x="2960688" y="3257550"/>
          <p14:tracePt t="76734" x="2859088" y="3482975"/>
          <p14:tracePt t="76753" x="2773363" y="3678238"/>
          <p14:tracePt t="76775" x="2709863" y="3873500"/>
          <p14:tracePt t="76783" x="2640013" y="4006850"/>
          <p14:tracePt t="76797" x="2570163" y="4068763"/>
          <p14:tracePt t="76811" x="2468563" y="4148138"/>
          <p14:tracePt t="76826" x="2351088" y="4233863"/>
          <p14:tracePt t="76841" x="2209800" y="4295775"/>
          <p14:tracePt t="76855" x="2078038" y="4319588"/>
          <p14:tracePt t="76870" x="1968500" y="4287838"/>
          <p14:tracePt t="76885" x="1920875" y="4264025"/>
          <p14:tracePt t="76903" x="1733550" y="4164013"/>
          <p14:tracePt t="76924" x="1671638" y="4124325"/>
          <p14:tracePt t="76933" x="1639888" y="4116388"/>
          <p14:tracePt t="76946" x="1562100" y="4054475"/>
          <p14:tracePt t="76960" x="1514475" y="3998913"/>
          <p14:tracePt t="76976" x="1444625" y="3897313"/>
          <p14:tracePt t="77004" x="1414463" y="3819525"/>
          <p14:tracePt t="77018" x="1406525" y="3632200"/>
          <p14:tracePt t="77038" x="1436688" y="3498850"/>
          <p14:tracePt t="77052" x="1476375" y="3405188"/>
          <p14:tracePt t="77071" x="1530350" y="3281363"/>
          <p14:tracePt t="77091" x="1577975" y="3171825"/>
          <p14:tracePt t="77097" x="1663700" y="2960688"/>
          <p14:tracePt t="77128" x="1709738" y="2851150"/>
          <p14:tracePt t="77147" x="1797050" y="2765425"/>
          <p14:tracePt t="77158" x="1874838" y="2679700"/>
          <p14:tracePt t="77171" x="1960563" y="2586038"/>
          <p14:tracePt t="77185" x="2062163" y="2514600"/>
          <p14:tracePt t="77199" x="2171700" y="2468563"/>
          <p14:tracePt t="77214" x="2281238" y="2428875"/>
          <p14:tracePt t="77226" x="2397125" y="2398713"/>
          <p14:tracePt t="77259" x="2514600" y="2398713"/>
          <p14:tracePt t="77274" x="2679700" y="2460625"/>
          <p14:tracePt t="77290" x="2773363" y="2514600"/>
          <p14:tracePt t="77307" x="2921000" y="2608263"/>
          <p14:tracePt t="77321" x="2974975" y="2655888"/>
          <p14:tracePt t="77335" x="2990850" y="2693988"/>
          <p14:tracePt t="77354" x="2998788" y="2725738"/>
          <p14:tracePt t="77366" x="3030538" y="2928938"/>
          <p14:tracePt t="77380" x="3038475" y="3078163"/>
          <p14:tracePt t="77392" x="3038475" y="3209925"/>
          <p14:tracePt t="77413" x="3038475" y="3281363"/>
          <p14:tracePt t="77428" x="3030538" y="3303588"/>
          <p14:tracePt t="77442" x="2998788" y="3367088"/>
          <p14:tracePt t="77457" x="2960688" y="3413125"/>
          <p14:tracePt t="77471" x="2859088" y="3522663"/>
          <p14:tracePt t="77485" x="2787650" y="3608388"/>
          <p14:tracePt t="77514" x="2725738" y="3694113"/>
          <p14:tracePt t="77531" x="2717800" y="3771900"/>
          <p14:tracePt t="77545" x="2701925" y="3873500"/>
          <p14:tracePt t="77573" x="2640013" y="3937000"/>
          <p14:tracePt t="77593" x="2546350" y="3960813"/>
          <p14:tracePt t="77615" x="2397125" y="3998913"/>
          <p14:tracePt t="77623" x="2303463" y="4014788"/>
          <p14:tracePt t="77635" x="2171700" y="3998913"/>
          <p14:tracePt t="77650" x="2139950" y="3990975"/>
          <p14:tracePt t="77665" x="2000250" y="3944938"/>
          <p14:tracePt t="77678" x="1936750" y="3929063"/>
          <p14:tracePt t="77688" x="1858963" y="3905250"/>
          <p14:tracePt t="77703" x="1765300" y="3867150"/>
          <p14:tracePt t="77718" x="1717675" y="3803650"/>
          <p14:tracePt t="77734" x="1703388" y="3779838"/>
          <p14:tracePt t="77747" x="1647825" y="3678238"/>
          <p14:tracePt t="77763" x="1647825" y="3600450"/>
          <p14:tracePt t="77792" x="1631950" y="3490913"/>
          <p14:tracePt t="77807" x="1631950" y="3375025"/>
          <p14:tracePt t="77838" x="1631950" y="3257550"/>
          <p14:tracePt t="77852" x="1647825" y="3140075"/>
          <p14:tracePt t="77874" x="1655763" y="3030538"/>
          <p14:tracePt t="77889" x="1671638" y="2905125"/>
          <p14:tracePt t="77920" x="1687513" y="2795588"/>
          <p14:tracePt t="77936" x="1703388" y="2671763"/>
          <p14:tracePt t="77950" x="1773238" y="2578100"/>
          <p14:tracePt t="77979" x="1944688" y="2420938"/>
          <p14:tracePt t="78009" x="2038350" y="2374900"/>
          <p14:tracePt t="78040" x="2257425" y="2303463"/>
          <p14:tracePt t="78068" x="2382838" y="2289175"/>
          <p14:tracePt t="78084" x="2616200" y="2281238"/>
          <p14:tracePt t="78099" x="2741613" y="2297113"/>
          <p14:tracePt t="78114" x="2867025" y="2327275"/>
          <p14:tracePt t="78128" x="3132138" y="2390775"/>
          <p14:tracePt t="78144" x="3178175" y="2405063"/>
          <p14:tracePt t="78161" x="3279775" y="2444750"/>
          <p14:tracePt t="78175" x="3327400" y="2476500"/>
          <p14:tracePt t="78190" x="3351213" y="2498725"/>
          <p14:tracePt t="78205" x="3413125" y="2578100"/>
          <p14:tracePt t="78219" x="3413125" y="2624138"/>
          <p14:tracePt t="78237" x="3413125" y="2655888"/>
          <p14:tracePt t="78279" x="3397250" y="2781300"/>
          <p14:tracePt t="78294" x="3381375" y="2897188"/>
          <p14:tracePt t="78309" x="3351213" y="3132138"/>
          <p14:tracePt t="78324" x="3319463" y="3375025"/>
          <p14:tracePt t="78342" x="3311525" y="3498850"/>
          <p14:tracePt t="78357" x="3295650" y="3717925"/>
          <p14:tracePt t="78371" x="3265488" y="3859213"/>
          <p14:tracePt t="78384" x="3201988" y="3983038"/>
          <p14:tracePt t="78399" x="3116263" y="4140200"/>
          <p14:tracePt t="78417" x="3062288" y="4241800"/>
          <p14:tracePt t="78432" x="2889250" y="4452938"/>
          <p14:tracePt t="78446" x="2773363" y="4554538"/>
          <p14:tracePt t="78459" x="2640013" y="4648200"/>
          <p14:tracePt t="78478" x="2530475" y="4686300"/>
          <p14:tracePt t="78500" x="2468563" y="4710113"/>
          <p14:tracePt t="78506" x="2311400" y="4756150"/>
          <p14:tracePt t="78517" x="2179638" y="4795838"/>
          <p14:tracePt t="78537" x="2014538" y="4827588"/>
          <p14:tracePt t="78553" x="1905000" y="4843463"/>
          <p14:tracePt t="78568" x="1797050" y="4827588"/>
          <p14:tracePt t="78581" x="1687513" y="4772025"/>
          <p14:tracePt t="78595" x="1577975" y="4718050"/>
          <p14:tracePt t="78626" x="1382713" y="4584700"/>
          <p14:tracePt t="78641" x="1289050" y="4506913"/>
          <p14:tracePt t="78685" x="1211263" y="4429125"/>
          <p14:tracePt t="78727" x="1077913" y="4241800"/>
          <p14:tracePt t="78754" x="1023938" y="4030663"/>
          <p14:tracePt t="78758" x="1038225" y="3897313"/>
          <p14:tracePt t="78766" x="1046163" y="3779838"/>
          <p14:tracePt t="78804" x="1062038" y="3678238"/>
          <p14:tracePt t="78813" x="1085850" y="3562350"/>
          <p14:tracePt t="78829" x="1123950" y="3452813"/>
          <p14:tracePt t="78844" x="1187450" y="3351213"/>
          <p14:tracePt t="78872" x="1249363" y="3257550"/>
          <p14:tracePt t="78888" x="1312863" y="3163888"/>
          <p14:tracePt t="78903" x="1390650" y="3078163"/>
          <p14:tracePt t="78924" x="1468438" y="2990850"/>
          <p14:tracePt t="78940" x="1530350" y="2905125"/>
          <p14:tracePt t="78971" x="1616075" y="2827338"/>
          <p14:tracePt t="78987" x="1695450" y="2765425"/>
          <p14:tracePt t="79030" x="2124075" y="2741613"/>
          <p14:tracePt t="79043" x="2233613" y="2741613"/>
          <p14:tracePt t="79074" x="2476500" y="2789238"/>
          <p14:tracePt t="79089" x="2578100" y="2835275"/>
          <p14:tracePt t="79106" x="2693988" y="2890838"/>
          <p14:tracePt t="79122" x="2811463" y="2952750"/>
          <p14:tracePt t="79136" x="2897188" y="3038475"/>
          <p14:tracePt t="79153" x="2982913" y="3124200"/>
          <p14:tracePt t="79202" x="3062288" y="3209925"/>
          <p14:tracePt t="79222" x="3076575" y="3327400"/>
          <p14:tracePt t="79232" x="3070225" y="3444875"/>
          <p14:tracePt t="79265" x="3006725" y="3671888"/>
          <p14:tracePt t="79307" x="2851150" y="3867150"/>
          <p14:tracePt t="79312" x="2765425" y="3937000"/>
          <p14:tracePt t="79325" x="2624138" y="4014788"/>
          <p14:tracePt t="79339" x="2522538" y="4076700"/>
          <p14:tracePt t="79353" x="2397125" y="4156075"/>
          <p14:tracePt t="79390" x="2289175" y="4202113"/>
          <p14:tracePt t="79438" x="2179638" y="4225925"/>
          <p14:tracePt t="79467" x="1936750" y="4225925"/>
          <p14:tracePt t="79484" x="1827213" y="4186238"/>
          <p14:tracePt t="79498" x="1717675" y="4148138"/>
          <p14:tracePt t="79530" x="1609725" y="4108450"/>
          <p14:tracePt t="79570" x="1508125" y="4062413"/>
          <p14:tracePt t="79598" x="1414463" y="3983038"/>
          <p14:tracePt t="79617" x="1335088" y="3897313"/>
          <p14:tracePt t="79661" x="1241425" y="3819525"/>
          <p14:tracePt t="79707" x="1155700" y="3741738"/>
          <p14:tracePt t="79738" x="1069975" y="3678238"/>
          <p14:tracePt t="79810" x="882650" y="3530600"/>
          <p14:tracePt t="79852" x="828675" y="3429000"/>
          <p14:tracePt t="79873" x="804863" y="3311525"/>
          <p14:tracePt t="79933" x="874713" y="3201988"/>
          <p14:tracePt t="79953" x="976313" y="3148013"/>
          <p14:tracePt t="79968" x="1093788" y="3100388"/>
          <p14:tracePt t="79986" x="1195388" y="3062288"/>
          <p14:tracePt t="80000" x="1319213" y="3030538"/>
          <p14:tracePt t="80013" x="1436688" y="2998788"/>
          <p14:tracePt t="80045" x="1546225" y="2952750"/>
          <p14:tracePt t="80059" x="1647825" y="2882900"/>
          <p14:tracePt t="80074" x="1765300" y="2827338"/>
          <p14:tracePt t="80105" x="1874838" y="2795588"/>
          <p14:tracePt t="80119" x="1984375" y="2795588"/>
          <p14:tracePt t="80163" x="2085975" y="2867025"/>
          <p14:tracePt t="80179" x="2147888" y="2960688"/>
          <p14:tracePt t="80195" x="2225675" y="3140075"/>
          <p14:tracePt t="80210" x="2225675" y="3225800"/>
          <p14:tracePt t="80226" x="2179638" y="3335338"/>
          <p14:tracePt t="80239" x="2155825" y="3389313"/>
          <p14:tracePt t="80260" x="2108200" y="3444875"/>
          <p14:tracePt t="80271" x="2078038" y="3514725"/>
          <p14:tracePt t="80287" x="2022475" y="3608388"/>
          <p14:tracePt t="80304" x="1976438" y="3702050"/>
          <p14:tracePt t="80320" x="1912938" y="3779838"/>
          <p14:tracePt t="80334" x="1835150" y="3835400"/>
          <p14:tracePt t="80348" x="1804988" y="3843338"/>
          <p14:tracePt t="80361" x="1725613" y="3819525"/>
          <p14:tracePt t="80376" x="1687513" y="3811588"/>
          <p14:tracePt t="80390" x="1538288" y="3757613"/>
          <p14:tracePt t="80406" x="1476375" y="3741738"/>
          <p14:tracePt t="80434" x="1428750" y="3733800"/>
          <p14:tracePt t="80467" x="1327150" y="3678238"/>
          <p14:tracePt t="80481" x="1225550" y="3600450"/>
          <p14:tracePt t="80496" x="1139825" y="3498850"/>
          <p14:tracePt t="80510" x="1077913" y="3421063"/>
          <p14:tracePt t="80553" x="1046163" y="3311525"/>
          <p14:tracePt t="80599" x="1062038" y="3194050"/>
          <p14:tracePt t="80659" x="1155700" y="3132138"/>
          <p14:tracePt t="80674" x="1273175" y="3108325"/>
          <p14:tracePt t="80688" x="1398588" y="3124200"/>
          <p14:tracePt t="80725" x="1492250" y="3194050"/>
          <p14:tracePt t="80756" x="1577975" y="3351213"/>
          <p14:tracePt t="80786" x="1577975" y="3482975"/>
          <p14:tracePt t="80802" x="1530350" y="3522663"/>
          <p14:tracePt t="80807" x="1500188" y="3522663"/>
          <p14:tracePt t="80951" x="1616075" y="3490913"/>
          <p14:tracePt t="81028" x="1717675" y="3429000"/>
          <p14:tracePt t="81071" x="1804988" y="3351213"/>
          <p14:tracePt t="81703" x="1890713" y="3273425"/>
          <p14:tracePt t="82109" x="1789113" y="3241675"/>
          <p14:tracePt t="82139" x="1679575" y="3186113"/>
          <p14:tracePt t="82168" x="1570038" y="3148013"/>
          <p14:tracePt t="82335" x="1585913" y="3108325"/>
          <p14:tracePt t="82380" x="1570038" y="3148013"/>
          <p14:tracePt t="82423" x="1546225" y="3163888"/>
          <p14:tracePt t="82457" x="1500188" y="3209925"/>
          <p14:tracePt t="82544" x="1530350" y="3225800"/>
          <p14:tracePt t="82575" x="1554163" y="3233738"/>
          <p14:tracePt t="82593" x="1585913" y="3249613"/>
          <p14:tracePt t="82635" x="1647825" y="3351213"/>
          <p14:tracePt t="82651" x="1725613" y="3452813"/>
          <p14:tracePt t="82666" x="1811338" y="3546475"/>
          <p14:tracePt t="82691" x="1898650" y="3624263"/>
          <p14:tracePt t="82708" x="2257425" y="3779838"/>
          <p14:tracePt t="82726" x="2484438" y="3873500"/>
          <p14:tracePt t="82742" x="2592388" y="3897313"/>
          <p14:tracePt t="82763" x="2725738" y="3921125"/>
          <p14:tracePt t="82782" x="2968625" y="3944938"/>
          <p14:tracePt t="82788" x="3327400" y="3990975"/>
          <p14:tracePt t="82812" x="3843338" y="4068763"/>
          <p14:tracePt t="82830" x="3975100" y="4084638"/>
          <p14:tracePt t="82856" x="4365625" y="4108450"/>
          <p14:tracePt t="82873" x="4608513" y="4132263"/>
          <p14:tracePt t="82888" x="4849813" y="4164013"/>
          <p14:tracePt t="82903" x="5318125" y="4132263"/>
          <p14:tracePt t="82922" x="5443538" y="4100513"/>
          <p14:tracePt t="83403" x="8420100" y="3359150"/>
          <p14:tracePt t="83427" x="8575675" y="3546475"/>
          <p14:tracePt t="83443" x="8623300" y="3787775"/>
          <p14:tracePt t="83471" x="8615363" y="3921125"/>
          <p14:tracePt t="83487" x="8505825" y="4116388"/>
          <p14:tracePt t="83532" x="8240713" y="4381500"/>
          <p14:tracePt t="83563" x="8075613" y="4389438"/>
          <p14:tracePt t="83610" x="7966075" y="4327525"/>
          <p14:tracePt t="83628" x="7786688" y="4148138"/>
          <p14:tracePt t="83654" x="7661275" y="3937000"/>
          <p14:tracePt t="83683" x="7623175" y="3835400"/>
          <p14:tracePt t="83698" x="7607300" y="3717925"/>
          <p14:tracePt t="83746" x="7685088" y="3624263"/>
          <p14:tracePt t="83774" x="7802563" y="3608388"/>
          <p14:tracePt t="83820" x="7834313" y="3725863"/>
          <p14:tracePt t="83866" x="7724775" y="3771900"/>
          <p14:tracePt t="83883" x="7615238" y="3757613"/>
          <p14:tracePt t="83910" x="7380288" y="3678238"/>
          <p14:tracePt t="83939" x="7278688" y="3624263"/>
          <p14:tracePt t="83955" x="7185025" y="3554413"/>
          <p14:tracePt t="83971" x="7131050" y="3460750"/>
          <p14:tracePt t="83987" x="7099300" y="3343275"/>
          <p14:tracePt t="84003" x="7075488" y="3233738"/>
          <p14:tracePt t="84182" x="7013575" y="3201988"/>
          <p14:tracePt t="84242" x="6989763" y="3179763"/>
          <p14:tracePt t="84302" x="6973888" y="3217863"/>
          <p14:tracePt t="84346" x="6951663" y="3233738"/>
          <p14:tracePt t="84377" x="6919913" y="3249613"/>
          <p14:tracePt t="84394" x="6888163" y="3265488"/>
          <p14:tracePt t="84450" x="6858000" y="3281363"/>
          <p14:tracePt t="84601" x="6888163" y="3265488"/>
          <p14:tracePt t="84661" x="6904038" y="3249613"/>
          <p14:tracePt t="84706" x="6935788" y="3217863"/>
          <p14:tracePt t="84722" x="6951663" y="3186113"/>
          <p14:tracePt t="84745" x="6981825" y="3132138"/>
          <p14:tracePt t="84753" x="6997700" y="3100388"/>
          <p14:tracePt t="84778" x="7013575" y="3070225"/>
          <p14:tracePt t="84798" x="7021513" y="3038475"/>
          <p14:tracePt t="84826" x="7029450" y="3014663"/>
          <p14:tracePt t="84841" x="7037388" y="2990850"/>
          <p14:tracePt t="84857" x="7045325" y="2897188"/>
          <p14:tracePt t="84872" x="7045325" y="2835275"/>
          <p14:tracePt t="85005" x="7075488" y="2843213"/>
          <p14:tracePt t="85022" x="7099300" y="2851150"/>
          <p14:tracePt t="85040" x="7131050" y="2867025"/>
          <p14:tracePt t="85062" x="7162800" y="2874963"/>
          <p14:tracePt t="85069" x="7192963" y="2882900"/>
          <p14:tracePt t="85172" x="7162800" y="2859088"/>
          <p14:tracePt t="85198" x="7099300" y="2827338"/>
          <p14:tracePt t="85217" x="6997700" y="2827338"/>
          <p14:tracePt t="85247" x="6880225" y="2827338"/>
          <p14:tracePt t="85266" x="6764338" y="2827338"/>
          <p14:tracePt t="85293" x="6646863" y="2803525"/>
          <p14:tracePt t="85320" x="6553200" y="2733675"/>
          <p14:tracePt t="85351" x="6505575" y="2632075"/>
          <p14:tracePt t="85382" x="6497638" y="2390775"/>
          <p14:tracePt t="85399" x="6529388" y="2273300"/>
          <p14:tracePt t="85426" x="6583363" y="2171700"/>
          <p14:tracePt t="85443" x="6646863" y="2070100"/>
          <p14:tracePt t="85458" x="6700838" y="1968500"/>
          <p14:tracePt t="85487" x="6802438" y="1898650"/>
          <p14:tracePt t="85505" x="6911975" y="1843088"/>
          <p14:tracePt t="85527" x="7021513" y="1804988"/>
          <p14:tracePt t="85548" x="7131050" y="1773238"/>
          <p14:tracePt t="85773" x="7045325" y="1858963"/>
          <p14:tracePt t="85802" x="6951663" y="1944688"/>
          <p14:tracePt t="85863" x="6850063" y="2000250"/>
          <p14:tracePt t="85910" x="6756400" y="2062163"/>
          <p14:tracePt t="86282" x="6873875" y="2093913"/>
          <p14:tracePt t="86312" x="7107238" y="2116138"/>
          <p14:tracePt t="86330" x="7224713" y="2108200"/>
          <p14:tracePt t="86359" x="7358063" y="2101850"/>
          <p14:tracePt t="86377" x="7473950" y="2093913"/>
          <p14:tracePt t="86449" x="7559675" y="2179638"/>
          <p14:tracePt t="86478" x="7607300" y="2281238"/>
          <p14:tracePt t="86495" x="7631113" y="2405063"/>
          <p14:tracePt t="86527" x="7646988" y="2522538"/>
          <p14:tracePt t="86545" x="7700963" y="2765425"/>
          <p14:tracePt t="86555" x="7732713" y="2874963"/>
          <p14:tracePt t="86570" x="7762875" y="2984500"/>
          <p14:tracePt t="86584" x="7786688" y="3100388"/>
          <p14:tracePt t="86616" x="7810500" y="3209925"/>
          <p14:tracePt t="86643" x="7834313" y="3421063"/>
          <p14:tracePt t="86655" x="7826375" y="3498850"/>
          <p14:tracePt t="86673" x="7786688" y="3624263"/>
          <p14:tracePt t="86699" x="7700963" y="3819525"/>
          <p14:tracePt t="86711" x="7591425" y="3975100"/>
          <p14:tracePt t="86721" x="7529513" y="4076700"/>
          <p14:tracePt t="86746" x="7481888" y="4148138"/>
          <p14:tracePt t="86763" x="7443788" y="4186238"/>
          <p14:tracePt t="86772" x="7412038" y="4202113"/>
          <p14:tracePt t="86781" x="7372350" y="4217988"/>
          <p14:tracePt t="86793" x="7334250" y="4264025"/>
          <p14:tracePt t="86818" x="7326313" y="4327525"/>
          <p14:tracePt t="86823" x="7334250" y="4359275"/>
          <p14:tracePt t="86847" x="7350125" y="4413250"/>
          <p14:tracePt t="86855" x="7388225" y="4514850"/>
          <p14:tracePt t="86869" x="7443788" y="4616450"/>
          <p14:tracePt t="86882" x="7489825" y="4678363"/>
          <p14:tracePt t="86901" x="7537450" y="4725988"/>
          <p14:tracePt t="86913" x="7545388" y="4764088"/>
          <p14:tracePt t="86926" x="7529513" y="4827588"/>
          <p14:tracePt t="86944" x="7513638" y="4857750"/>
          <p14:tracePt t="86959" x="7459663" y="4959350"/>
          <p14:tracePt t="86973" x="7419975" y="5045075"/>
          <p14:tracePt t="86987" x="7419975" y="5053013"/>
          <p14:tracePt t="87001" x="7372350" y="5100638"/>
          <p14:tracePt t="87063" x="7342188" y="5092700"/>
          <p14:tracePt t="87088" x="7286625" y="5076825"/>
          <p14:tracePt t="87094" x="7224713" y="5038725"/>
          <p14:tracePt t="87109" x="7185025" y="4951413"/>
          <p14:tracePt t="87124" x="7162800" y="4827588"/>
          <p14:tracePt t="87141" x="7131050" y="4710113"/>
          <p14:tracePt t="87162" x="7099300" y="4592638"/>
          <p14:tracePt t="87182" x="7069138" y="4491038"/>
          <p14:tracePt t="87187" x="7061200" y="4467225"/>
          <p14:tracePt t="87200" x="7053263" y="4437063"/>
          <p14:tracePt t="87215" x="7045325" y="4359275"/>
          <p14:tracePt t="87229" x="7061200" y="4241800"/>
          <p14:tracePt t="87244" x="7069138" y="4194175"/>
          <p14:tracePt t="87273" x="7091363" y="4068763"/>
          <p14:tracePt t="87288" x="7131050" y="3851275"/>
          <p14:tracePt t="87333" x="7208838" y="3765550"/>
          <p14:tracePt t="87364" x="7404100" y="3686175"/>
          <p14:tracePt t="87381" x="7559675" y="3640138"/>
          <p14:tracePt t="87400" x="7654925" y="3624263"/>
          <p14:tracePt t="87409" x="7685088" y="3616325"/>
          <p14:tracePt t="87423" x="7762875" y="3624263"/>
          <p14:tracePt t="87438" x="7826375" y="3632200"/>
          <p14:tracePt t="87456" x="7880350" y="3663950"/>
          <p14:tracePt t="87471" x="7927975" y="3709988"/>
          <p14:tracePt t="87483" x="7974013" y="3787775"/>
          <p14:tracePt t="87500" x="8005763" y="3851275"/>
          <p14:tracePt t="87512" x="8059738" y="3952875"/>
          <p14:tracePt t="87527" x="8115300" y="4038600"/>
          <p14:tracePt t="87547" x="8131175" y="4062413"/>
          <p14:tracePt t="87566" x="8169275" y="4164013"/>
          <p14:tracePt t="87573" x="8193088" y="4217988"/>
          <p14:tracePt t="87590" x="8208963" y="4249738"/>
          <p14:tracePt t="87606" x="8255000" y="4365625"/>
          <p14:tracePt t="87620" x="8255000" y="4373563"/>
          <p14:tracePt t="87633" x="8286750" y="4467225"/>
          <p14:tracePt t="87649" x="8302625" y="4568825"/>
          <p14:tracePt t="87662" x="8302625" y="4624388"/>
          <p14:tracePt t="87679" x="8247063" y="4756150"/>
          <p14:tracePt t="87694" x="8201025" y="4827588"/>
          <p14:tracePt t="87710" x="8177213" y="4865688"/>
          <p14:tracePt t="87724" x="8145463" y="4913313"/>
          <p14:tracePt t="87740" x="8107363" y="4967288"/>
          <p14:tracePt t="87754" x="8051800" y="5014913"/>
          <p14:tracePt t="87767" x="8013700" y="5045075"/>
          <p14:tracePt t="87783" x="7935913" y="5053013"/>
          <p14:tracePt t="87800" x="7864475" y="5038725"/>
          <p14:tracePt t="87818" x="7810500" y="5022850"/>
          <p14:tracePt t="87832" x="7770813" y="5006975"/>
          <p14:tracePt t="87845" x="7724775" y="4991100"/>
          <p14:tracePt t="87862" x="7654925" y="4967288"/>
          <p14:tracePt t="87873" x="7575550" y="4921250"/>
          <p14:tracePt t="87889" x="7553325" y="4897438"/>
          <p14:tracePt t="87903" x="7435850" y="4803775"/>
          <p14:tracePt t="87921" x="7380288" y="4749800"/>
          <p14:tracePt t="87937" x="7310438" y="4678363"/>
          <p14:tracePt t="87951" x="7256463" y="4624388"/>
          <p14:tracePt t="87963" x="7192963" y="4554538"/>
          <p14:tracePt t="87982" x="7177088" y="4530725"/>
          <p14:tracePt t="87993" x="7146925" y="4373563"/>
          <p14:tracePt t="88012" x="7146925" y="4295775"/>
          <p14:tracePt t="88027" x="7154863" y="4062413"/>
          <p14:tracePt t="88042" x="7162800" y="3873500"/>
          <p14:tracePt t="88054" x="7169150" y="3811588"/>
          <p14:tracePt t="88097" x="7208838" y="3694113"/>
          <p14:tracePt t="88112" x="7256463" y="3584575"/>
          <p14:tracePt t="88129" x="7318375" y="3490913"/>
          <p14:tracePt t="88160" x="7380288" y="3397250"/>
          <p14:tracePt t="88176" x="7553325" y="3225800"/>
          <p14:tracePt t="88204" x="7646988" y="3148013"/>
          <p14:tracePt t="88234" x="7740650" y="3086100"/>
          <p14:tracePt t="88262" x="8067675" y="3022600"/>
          <p14:tracePt t="88278" x="8270875" y="3030538"/>
          <p14:tracePt t="88292" x="8412163" y="3078163"/>
          <p14:tracePt t="88317" x="8474075" y="3116263"/>
          <p14:tracePt t="88329" x="8559800" y="3194050"/>
          <p14:tracePt t="88352" x="8599488" y="3249613"/>
          <p14:tracePt t="88364" x="8653463" y="3319463"/>
          <p14:tracePt t="88381" x="8747125" y="3514725"/>
          <p14:tracePt t="88387" x="8763000" y="3546475"/>
          <p14:tracePt t="88400" x="8786813" y="3624263"/>
          <p14:tracePt t="88415" x="8802688" y="3694113"/>
          <p14:tracePt t="88427" x="8802688" y="3771900"/>
          <p14:tracePt t="88448" x="8778875" y="3867150"/>
          <p14:tracePt t="88460" x="8747125" y="3967163"/>
          <p14:tracePt t="88484" x="8709025" y="4100513"/>
          <p14:tracePt t="88492" x="8685213" y="4210050"/>
          <p14:tracePt t="88506" x="8637588" y="4373563"/>
          <p14:tracePt t="88519" x="8599488" y="4475163"/>
          <p14:tracePt t="88533" x="8567738" y="4546600"/>
          <p14:tracePt t="88551" x="8529638" y="4600575"/>
          <p14:tracePt t="88567" x="8513763" y="4616450"/>
          <p14:tracePt t="88579" x="8442325" y="4648200"/>
          <p14:tracePt t="88596" x="8420100" y="4654550"/>
          <p14:tracePt t="88613" x="8334375" y="4702175"/>
          <p14:tracePt t="88624" x="8247063" y="4718050"/>
          <p14:tracePt t="88640" x="8161338" y="4710113"/>
          <p14:tracePt t="88653" x="8123238" y="4694238"/>
          <p14:tracePt t="88663" x="8021638" y="4632325"/>
          <p14:tracePt t="88672" x="7927975" y="4560888"/>
          <p14:tracePt t="88684" x="7834313" y="4506913"/>
          <p14:tracePt t="88695" x="7810500" y="4498975"/>
          <p14:tracePt t="88707" x="7724775" y="4483100"/>
          <p14:tracePt t="88722" x="7724775" y="4475163"/>
          <p14:tracePt t="88737" x="7669213" y="4429125"/>
          <p14:tracePt t="88754" x="7607300" y="4373563"/>
          <p14:tracePt t="88768" x="7545388" y="4295775"/>
          <p14:tracePt t="88783" x="7513638" y="4233863"/>
          <p14:tracePt t="88842" x="7553325" y="4186238"/>
          <p14:tracePt t="88858" x="7623175" y="4092575"/>
          <p14:tracePt t="88872" x="7677150" y="4006850"/>
          <p14:tracePt t="88886" x="7700963" y="3944938"/>
          <p14:tracePt t="88903" x="7732713" y="3843338"/>
          <p14:tracePt t="88919" x="7754938" y="3771900"/>
          <p14:tracePt t="88934" x="7786688" y="3749675"/>
          <p14:tracePt t="88947" x="7834313" y="3725863"/>
          <p14:tracePt t="88961" x="7927975" y="3733800"/>
          <p14:tracePt t="88976" x="7981950" y="3749675"/>
          <p14:tracePt t="88992" x="8037513" y="3765550"/>
          <p14:tracePt t="89020" x="8067675" y="3771900"/>
          <p14:tracePt t="89036" x="8216900" y="3843338"/>
          <p14:tracePt t="89053" x="8255000" y="3873500"/>
          <p14:tracePt t="89069" x="8286750" y="3921125"/>
          <p14:tracePt t="89083" x="8326438" y="4006850"/>
          <p14:tracePt t="89085" x="8334375" y="4038600"/>
          <p14:tracePt t="89097" x="8348663" y="4132263"/>
          <p14:tracePt t="89111" x="8356600" y="4257675"/>
          <p14:tracePt t="89127" x="8356600" y="4343400"/>
          <p14:tracePt t="89142" x="8356600" y="4445000"/>
          <p14:tracePt t="89157" x="8348663" y="4530725"/>
          <p14:tracePt t="89171" x="8340725" y="4554538"/>
          <p14:tracePt t="89187" x="8334375" y="4576763"/>
          <p14:tracePt t="89203" x="8278813" y="4686300"/>
          <p14:tracePt t="89219" x="8240713" y="4741863"/>
          <p14:tracePt t="89234" x="8224838" y="4756150"/>
          <p14:tracePt t="89247" x="8216900" y="4764088"/>
          <p14:tracePt t="89264" x="8115300" y="4811713"/>
          <p14:tracePt t="89277" x="8005763" y="4849813"/>
          <p14:tracePt t="89291" x="7950200" y="4849813"/>
          <p14:tracePt t="89306" x="7850188" y="4811713"/>
          <p14:tracePt t="89321" x="7794625" y="4772025"/>
          <p14:tracePt t="89338" x="7740650" y="4718050"/>
          <p14:tracePt t="89355" x="7693025" y="4662488"/>
          <p14:tracePt t="89369" x="7677150" y="4648200"/>
          <p14:tracePt t="89386" x="7639050" y="4584700"/>
          <p14:tracePt t="89400" x="7591425" y="4498975"/>
          <p14:tracePt t="89413" x="7567613" y="4459288"/>
          <p14:tracePt t="89427" x="7513638" y="4351338"/>
          <p14:tracePt t="89441" x="7473950" y="4202113"/>
          <p14:tracePt t="89457" x="7459663" y="4108450"/>
          <p14:tracePt t="89472" x="7443788" y="3897313"/>
          <p14:tracePt t="89488" x="7451725" y="3803650"/>
          <p14:tracePt t="89504" x="7481888" y="3702050"/>
          <p14:tracePt t="89520" x="7529513" y="3624263"/>
          <p14:tracePt t="89547" x="7553325" y="3616325"/>
          <p14:tracePt t="89562" x="7693025" y="3600450"/>
          <p14:tracePt t="89577" x="7786688" y="3562350"/>
          <p14:tracePt t="89592" x="7912100" y="3514725"/>
          <p14:tracePt t="89607" x="7981950" y="3490913"/>
          <p14:tracePt t="89623" x="8051800" y="3476625"/>
          <p14:tracePt t="89639" x="8123238" y="3468688"/>
          <p14:tracePt t="89655" x="8177213" y="3476625"/>
          <p14:tracePt t="89669" x="8255000" y="3530600"/>
          <p14:tracePt t="89684" x="8318500" y="3562350"/>
          <p14:tracePt t="89713" x="8404225" y="3632200"/>
          <p14:tracePt t="89727" x="8435975" y="3694113"/>
          <p14:tracePt t="89742" x="8450263" y="3717925"/>
          <p14:tracePt t="89757" x="8482013" y="3859213"/>
          <p14:tracePt t="89772" x="8497888" y="3913188"/>
          <p14:tracePt t="89787" x="8505825" y="3975100"/>
          <p14:tracePt t="89804" x="8489950" y="4038600"/>
          <p14:tracePt t="89818" x="8482013" y="4062413"/>
          <p14:tracePt t="89834" x="8458200" y="4140200"/>
          <p14:tracePt t="89850" x="8450263" y="4164013"/>
          <p14:tracePt t="89878" x="8442325" y="4186238"/>
          <p14:tracePt t="89892" x="8428038" y="4202113"/>
          <p14:tracePt t="89916" x="8420100" y="4217988"/>
          <p14:tracePt t="89940" x="8388350" y="4257675"/>
          <p14:tracePt t="89947" x="8372475" y="4279900"/>
          <p14:tracePt t="89976" x="8326438" y="4335463"/>
          <p14:tracePt t="89994" x="8310563" y="4351338"/>
          <p14:tracePt t="90007" x="8270875" y="4381500"/>
          <p14:tracePt t="90019" x="8240713" y="4397375"/>
          <p14:tracePt t="90036" x="8185150" y="4405313"/>
          <p14:tracePt t="90050" x="8107363" y="4389438"/>
          <p14:tracePt t="90075" x="8045450" y="4373563"/>
          <p14:tracePt t="90081" x="8029575" y="4365625"/>
          <p14:tracePt t="90096" x="7989888" y="4359275"/>
          <p14:tracePt t="90103" x="7943850" y="4343400"/>
          <p14:tracePt t="90110" x="7872413" y="4319588"/>
          <p14:tracePt t="90121" x="7794625" y="4264025"/>
          <p14:tracePt t="90136" x="7762875" y="4217988"/>
          <p14:tracePt t="90152" x="7732713" y="4156075"/>
          <p14:tracePt t="90167" x="7700963" y="4084638"/>
          <p14:tracePt t="90182" x="7654925" y="3998913"/>
          <p14:tracePt t="90197" x="7646988" y="3975100"/>
          <p14:tracePt t="90210" x="7654925" y="3873500"/>
          <p14:tracePt t="90226" x="7661275" y="3843338"/>
          <p14:tracePt t="90243" x="7669213" y="3803650"/>
          <p14:tracePt t="90258" x="7708900" y="3741738"/>
          <p14:tracePt t="90272" x="7732713" y="3717925"/>
          <p14:tracePt t="90287" x="7762875" y="3694113"/>
          <p14:tracePt t="90304" x="7904163" y="3632200"/>
          <p14:tracePt t="90319" x="7935913" y="3624263"/>
          <p14:tracePt t="90335" x="8029575" y="3600450"/>
          <p14:tracePt t="90346" x="8115300" y="3608388"/>
          <p14:tracePt t="90361" x="8169275" y="3624263"/>
          <p14:tracePt t="90376" x="8224838" y="3640138"/>
          <p14:tracePt t="90393" x="8270875" y="3671888"/>
          <p14:tracePt t="90404" x="8318500" y="3717925"/>
          <p14:tracePt t="90419" x="8334375" y="3749675"/>
          <p14:tracePt t="90421" x="8348663" y="3779838"/>
          <p14:tracePt t="90438" x="8364538" y="3819525"/>
          <p14:tracePt t="90449" x="8428038" y="3967163"/>
          <p14:tracePt t="90466" x="8435975" y="3998913"/>
          <p14:tracePt t="90479" x="8458200" y="4156075"/>
          <p14:tracePt t="90493" x="8450263" y="4264025"/>
          <p14:tracePt t="90508" x="8442325" y="4365625"/>
          <p14:tracePt t="90524" x="8428038" y="4429125"/>
          <p14:tracePt t="90539" x="8388350" y="4522788"/>
          <p14:tracePt t="90555" x="8340725" y="4568825"/>
          <p14:tracePt t="90570" x="8278813" y="4632325"/>
          <p14:tracePt t="90585" x="8208963" y="4678363"/>
          <p14:tracePt t="90600" x="8139113" y="4725988"/>
          <p14:tracePt t="90622" x="8051800" y="4787900"/>
          <p14:tracePt t="90639" x="7958138" y="4857750"/>
          <p14:tracePt t="90653" x="7904163" y="4889500"/>
          <p14:tracePt t="90668" x="7842250" y="4897438"/>
          <p14:tracePt t="90684" x="7748588" y="4873625"/>
          <p14:tracePt t="90698" x="7646988" y="4827588"/>
          <p14:tracePt t="90713" x="7583488" y="4779963"/>
          <p14:tracePt t="90728" x="7559675" y="4756150"/>
          <p14:tracePt t="90746" x="7473950" y="4624388"/>
          <p14:tracePt t="90768" x="7443788" y="4554538"/>
          <p14:tracePt t="90775" x="7364413" y="4445000"/>
          <p14:tracePt t="90789" x="7286625" y="4365625"/>
          <p14:tracePt t="90813" x="7185025" y="4164013"/>
          <p14:tracePt t="90834" x="7162800" y="4092575"/>
          <p14:tracePt t="90863" x="7146925" y="3975100"/>
          <p14:tracePt t="90889" x="7146925" y="3867150"/>
          <p14:tracePt t="90921" x="7177088" y="3749675"/>
          <p14:tracePt t="90937" x="7224713" y="3640138"/>
          <p14:tracePt t="90950" x="7302500" y="3554413"/>
          <p14:tracePt t="90981" x="7412038" y="3498850"/>
          <p14:tracePt t="91006" x="7529513" y="3468688"/>
          <p14:tracePt t="91025" x="7646988" y="3452813"/>
          <p14:tracePt t="91032" x="7888288" y="3452813"/>
          <p14:tracePt t="91068" x="8005763" y="3530600"/>
          <p14:tracePt t="91075" x="8021638" y="3562350"/>
          <p14:tracePt t="91102" x="8029575" y="3608388"/>
          <p14:tracePt t="91120" x="8045450" y="3905250"/>
          <p14:tracePt t="91144" x="8029575" y="4022725"/>
          <p14:tracePt t="91154" x="7989888" y="4202113"/>
          <p14:tracePt t="91165" x="7958138" y="4335463"/>
          <p14:tracePt t="91178" x="7935913" y="4445000"/>
          <p14:tracePt t="91194" x="7888288" y="4568825"/>
          <p14:tracePt t="91210" x="7856538" y="4632325"/>
          <p14:tracePt t="91223" x="7842250" y="4654550"/>
          <p14:tracePt t="91236" x="7762875" y="4702175"/>
          <p14:tracePt t="91252" x="7700963" y="4718050"/>
          <p14:tracePt t="91280" x="7677150" y="4718050"/>
          <p14:tracePt t="91357" x="7654925" y="4662488"/>
          <p14:tracePt t="91373" x="7654925" y="4640263"/>
          <p14:tracePt t="91477" x="7654925" y="4576763"/>
          <p14:tracePt t="91492" x="7639050" y="4546600"/>
          <p14:tracePt t="91583" x="7661275" y="4483100"/>
          <p14:tracePt t="91600" x="7685088" y="4459288"/>
          <p14:tracePt t="91615" x="7716838" y="4437063"/>
          <p14:tracePt t="91928" x="7685088" y="4327525"/>
          <p14:tracePt t="92002" x="7716838" y="4202113"/>
          <p14:tracePt t="92272" x="7724775" y="3975100"/>
          <p14:tracePt t="92290" x="7732713" y="3867150"/>
          <p14:tracePt t="92316" x="7748588" y="3795713"/>
          <p14:tracePt t="92332" x="7748588" y="3765550"/>
          <p14:tracePt t="92345" x="7762875" y="3733800"/>
          <p14:tracePt t="92355" x="7770813" y="3709988"/>
          <p14:tracePt t="92393" x="7794625" y="3709988"/>
          <p14:tracePt t="92411" x="7850188" y="3717925"/>
          <p14:tracePt t="92439" x="7943850" y="3757613"/>
          <p14:tracePt t="92456" x="7966075" y="3779838"/>
          <p14:tracePt t="92479" x="8045450" y="3851275"/>
          <p14:tracePt t="92496" x="8091488" y="3905250"/>
          <p14:tracePt t="92510" x="8131175" y="3960813"/>
          <p14:tracePt t="92517" x="8177213" y="4038600"/>
          <p14:tracePt t="92531" x="8208963" y="4076700"/>
          <p14:tracePt t="92544" x="8224838" y="4100513"/>
          <p14:tracePt t="92561" x="8255000" y="4132263"/>
          <p14:tracePt t="92586" x="8278813" y="4217988"/>
          <p14:tracePt t="92604" x="8286750" y="4303713"/>
          <p14:tracePt t="92620" x="8286750" y="4373563"/>
          <p14:tracePt t="92635" x="8278813" y="4429125"/>
          <p14:tracePt t="92660" x="8270875" y="4452938"/>
          <p14:tracePt t="92672" x="8224838" y="4498975"/>
          <p14:tracePt t="92692" x="8145463" y="4560888"/>
          <p14:tracePt t="92697" x="8051800" y="4648200"/>
          <p14:tracePt t="92712" x="7966075" y="4733925"/>
          <p14:tracePt t="92726" x="7896225" y="4803775"/>
          <p14:tracePt t="92740" x="7834313" y="4843463"/>
          <p14:tracePt t="92755" x="7770813" y="4857750"/>
          <p14:tracePt t="92769" x="7693025" y="4843463"/>
          <p14:tracePt t="92785" x="7607300" y="4803775"/>
          <p14:tracePt t="92800" x="7513638" y="4764088"/>
          <p14:tracePt t="92813" x="7419975" y="4710113"/>
          <p14:tracePt t="92832" x="7380288" y="4686300"/>
          <p14:tracePt t="92863" x="7208838" y="4538663"/>
          <p14:tracePt t="92877" x="7162800" y="4421188"/>
          <p14:tracePt t="92891" x="7131050" y="4343400"/>
          <p14:tracePt t="92906" x="7075488" y="4217988"/>
          <p14:tracePt t="92921" x="7029450" y="4116388"/>
          <p14:tracePt t="92944" x="6997700" y="4062413"/>
          <p14:tracePt t="92961" x="6973888" y="4014788"/>
          <p14:tracePt t="92976" x="6967538" y="3960813"/>
          <p14:tracePt t="92989" x="6967538" y="3889375"/>
          <p14:tracePt t="92996" x="6973888" y="3827463"/>
          <p14:tracePt t="93010" x="6967538" y="3757613"/>
          <p14:tracePt t="93025" x="6967538" y="3702050"/>
          <p14:tracePt t="93039" x="6959600" y="3608388"/>
          <p14:tracePt t="93082" x="6967538" y="3546475"/>
          <p14:tracePt t="93102" x="6997700" y="3476625"/>
          <p14:tracePt t="93121" x="7013575" y="3444875"/>
          <p14:tracePt t="93164" x="7154863" y="3359150"/>
          <p14:tracePt t="93190" x="7358063" y="3287713"/>
          <p14:tracePt t="93207" x="7427913" y="3257550"/>
          <p14:tracePt t="93222" x="7497763" y="3217863"/>
          <p14:tracePt t="93237" x="7567613" y="3163888"/>
          <p14:tracePt t="93252" x="7599363" y="3155950"/>
          <p14:tracePt t="93266" x="7669213" y="3148013"/>
          <p14:tracePt t="93280" x="7724775" y="3179763"/>
          <p14:tracePt t="93310" x="7794625" y="3249613"/>
          <p14:tracePt t="93325" x="7810500" y="3281363"/>
          <p14:tracePt t="93337" x="7856538" y="3327400"/>
          <p14:tracePt t="93349" x="7888288" y="3351213"/>
          <p14:tracePt t="93357" x="7943850" y="3381375"/>
          <p14:tracePt t="93372" x="7997825" y="3421063"/>
          <p14:tracePt t="93388" x="8037513" y="3482975"/>
          <p14:tracePt t="93416" x="8107363" y="3570288"/>
          <p14:tracePt t="93439" x="8145463" y="3616325"/>
          <p14:tracePt t="93444" x="8169275" y="3624263"/>
          <p14:tracePt t="93493" x="8208963" y="3656013"/>
          <p14:tracePt t="93508" x="8216900" y="3678238"/>
          <p14:tracePt t="93532" x="8224838" y="3725863"/>
          <p14:tracePt t="93579" x="8185150" y="3771900"/>
          <p14:tracePt t="93595" x="8145463" y="3819525"/>
          <p14:tracePt t="93610" x="8099425" y="3867150"/>
          <p14:tracePt t="93623" x="8067675" y="3905250"/>
          <p14:tracePt t="93636" x="8045450" y="3975100"/>
          <p14:tracePt t="93655" x="8045450" y="3998913"/>
          <p14:tracePt t="93669" x="8045450" y="4014788"/>
          <p14:tracePt t="93728" x="8029575" y="4006850"/>
          <p14:tracePt t="93746" x="8013700" y="3990975"/>
          <p14:tracePt t="93763" x="7966075" y="3960813"/>
          <p14:tracePt t="93785" x="7943850" y="3944938"/>
          <p14:tracePt t="93791" x="7912100" y="3937000"/>
          <p14:tracePt t="93804" x="7888288" y="3929063"/>
          <p14:tracePt t="93820" x="7850188" y="3929063"/>
          <p14:tracePt t="93836" x="7826375" y="3944938"/>
          <p14:tracePt t="93851" x="7770813" y="3983038"/>
          <p14:tracePt t="93876" x="7732713" y="3998913"/>
          <p14:tracePt t="93897" x="7700963" y="3998913"/>
          <p14:tracePt t="93920" x="7646988" y="3975100"/>
          <p14:tracePt t="93936" x="7591425" y="3952875"/>
          <p14:tracePt t="93943" x="7529513" y="3929063"/>
          <p14:tracePt t="93958" x="7473950" y="3889375"/>
          <p14:tracePt t="93972" x="7404100" y="3835400"/>
          <p14:tracePt t="93989" x="7318375" y="3779838"/>
          <p14:tracePt t="94003" x="7208838" y="3749675"/>
          <p14:tracePt t="94016" x="7146925" y="3741738"/>
          <p14:tracePt t="94030" x="7115175" y="3733800"/>
          <p14:tracePt t="94149" x="7185025" y="3717925"/>
          <p14:tracePt t="94176" x="7318375" y="3702050"/>
          <p14:tracePt t="94187" x="7435850" y="3663950"/>
          <p14:tracePt t="94199" x="7537450" y="3624263"/>
          <p14:tracePt t="94212" x="7631113" y="3576638"/>
          <p14:tracePt t="94221" x="7693025" y="3562350"/>
          <p14:tracePt t="94233" x="7754938" y="3530600"/>
          <p14:tracePt t="94248" x="7778750" y="3522663"/>
          <p14:tracePt t="94261" x="7842250" y="3490913"/>
          <p14:tracePt t="94316" x="7826375" y="3530600"/>
          <p14:tracePt t="94333" x="7810500" y="3546475"/>
          <p14:tracePt t="94362" x="7778750" y="3570288"/>
          <p14:tracePt t="94389" x="7754938" y="3576638"/>
          <p14:tracePt t="94434" x="7748588" y="3546475"/>
          <p14:tracePt t="94466" x="7762875" y="3522663"/>
          <p14:tracePt t="94483" x="7842250" y="3468688"/>
          <p14:tracePt t="94497" x="7912100" y="3452813"/>
          <p14:tracePt t="94511" x="7981950" y="3468688"/>
          <p14:tracePt t="94524" x="8021638" y="3476625"/>
          <p14:tracePt t="94541" x="8051800" y="3482975"/>
          <p14:tracePt t="94555" x="8139113" y="3498850"/>
          <p14:tracePt t="94571" x="8169275" y="3506788"/>
          <p14:tracePt t="94585" x="8193088" y="3522663"/>
          <p14:tracePt t="94599" x="8224838" y="3538538"/>
          <p14:tracePt t="94642" x="8201025" y="3570288"/>
          <p14:tracePt t="94677" x="8059738" y="3632200"/>
          <p14:tracePt t="94697" x="7997825" y="3648075"/>
          <p14:tracePt t="94708" x="7935913" y="3663950"/>
          <p14:tracePt t="94721" x="7912100" y="3678238"/>
          <p14:tracePt t="94761" x="7904163" y="3702050"/>
          <p14:tracePt t="94812" x="7935913" y="3717925"/>
          <p14:tracePt t="94830" x="7966075" y="3725863"/>
          <p14:tracePt t="94851" x="8029575" y="3741738"/>
          <p14:tracePt t="94869" x="8059738" y="3757613"/>
          <p14:tracePt t="94912" x="8083550" y="3779838"/>
          <p14:tracePt t="94933" x="8083550" y="3803650"/>
          <p14:tracePt t="94949" x="8051800" y="3819525"/>
          <p14:tracePt t="95022" x="8059738" y="3787775"/>
          <p14:tracePt t="95050" x="8067675" y="3725863"/>
          <p14:tracePt t="95082" x="8075613" y="3694113"/>
          <p14:tracePt t="95141" x="8075613" y="3663950"/>
          <p14:tracePt t="95171" x="8059738" y="3640138"/>
          <p14:tracePt t="95201" x="8005763" y="3608388"/>
          <p14:tracePt t="95227" x="7935913" y="3608388"/>
          <p14:tracePt t="95232" x="7896225" y="3600450"/>
          <p14:tracePt t="95247" x="7864475" y="3592513"/>
          <p14:tracePt t="95264" x="7802563" y="3570288"/>
          <p14:tracePt t="95279" x="7778750" y="3546475"/>
          <p14:tracePt t="95440" x="7716838" y="3562350"/>
          <p14:tracePt t="95456" x="7677150" y="3562350"/>
          <p14:tracePt t="95474" x="7646988" y="3562350"/>
          <p14:tracePt t="95494" x="7521575" y="3554413"/>
          <p14:tracePt t="95506" x="7489825" y="3562350"/>
          <p14:tracePt t="95519" x="7435850" y="3576638"/>
          <p14:tracePt t="95532" x="7412038" y="3600450"/>
          <p14:tracePt t="95666" x="7435850" y="3530600"/>
          <p14:tracePt t="95695" x="7451725" y="3506788"/>
          <p14:tracePt t="95727" x="7521575" y="3506788"/>
          <p14:tracePt t="95743" x="7599363" y="3514725"/>
          <p14:tracePt t="95758" x="7748588" y="3514725"/>
          <p14:tracePt t="95772" x="7802563" y="3498850"/>
          <p14:tracePt t="95788" x="7834313" y="3482975"/>
          <p14:tracePt t="95818" x="7856538" y="3468688"/>
          <p14:tracePt t="95843" x="7904163" y="3421063"/>
          <p14:tracePt t="95936" x="7904163" y="3490913"/>
          <p14:tracePt t="95953" x="7904163" y="3522663"/>
          <p14:tracePt t="95968" x="7904163" y="3554413"/>
          <p14:tracePt t="95984" x="7888288" y="3632200"/>
          <p14:tracePt t="96001" x="7880350" y="3733800"/>
          <p14:tracePt t="96024" x="7880350" y="3765550"/>
          <p14:tracePt t="96036" x="7864475" y="3867150"/>
          <p14:tracePt t="96052" x="7850188" y="3897313"/>
          <p14:tracePt t="96060" x="7794625" y="3944938"/>
          <p14:tracePt t="96074" x="7724775" y="3967163"/>
          <p14:tracePt t="96089" x="7623175" y="3990975"/>
          <p14:tracePt t="96117" x="7559675" y="3990975"/>
          <p14:tracePt t="96133" x="7473950" y="3990975"/>
          <p14:tracePt t="96143" x="7302500" y="3967163"/>
          <p14:tracePt t="96151" x="7270750" y="3967163"/>
          <p14:tracePt t="96168" x="7240588" y="3967163"/>
          <p14:tracePt t="96191" x="7099300" y="3960813"/>
          <p14:tracePt t="96203" x="7075488" y="3960813"/>
          <p14:tracePt t="96212" x="7021513" y="3929063"/>
          <p14:tracePt t="96225" x="6981825" y="3881438"/>
          <p14:tracePt t="96246" x="6981825" y="3843338"/>
          <p14:tracePt t="96256" x="6981825" y="3811588"/>
          <p14:tracePt t="96278" x="7013575" y="3749675"/>
          <p14:tracePt t="96286" x="7045325" y="3733800"/>
          <p14:tracePt t="96297" x="7091363" y="3717925"/>
          <p14:tracePt t="96313" x="7192963" y="3686175"/>
          <p14:tracePt t="96327" x="7294563" y="3678238"/>
          <p14:tracePt t="96341" x="7380288" y="3678238"/>
          <p14:tracePt t="96356" x="7412038" y="3678238"/>
          <p14:tracePt t="96373" x="7521575" y="3694113"/>
          <p14:tracePt t="96389" x="7623175" y="3717925"/>
          <p14:tracePt t="96405" x="7654925" y="3725863"/>
          <p14:tracePt t="96419" x="7677150" y="3749675"/>
          <p14:tracePt t="96432" x="7700963" y="3803650"/>
          <p14:tracePt t="96463" x="7700963" y="3873500"/>
          <p14:tracePt t="96476" x="7654925" y="3944938"/>
          <p14:tracePt t="96491" x="7591425" y="4006850"/>
          <p14:tracePt t="96505" x="7567613" y="4022725"/>
          <p14:tracePt t="96521" x="7473950" y="4046538"/>
          <p14:tracePt t="96538" x="7302500" y="4038600"/>
          <p14:tracePt t="96552" x="7256463" y="4030663"/>
          <p14:tracePt t="96610" x="7185025" y="3944938"/>
          <p14:tracePt t="96640" x="7177088" y="3827463"/>
          <p14:tracePt t="96672" x="7256463" y="3733800"/>
          <p14:tracePt t="96701" x="7427913" y="3663950"/>
          <p14:tracePt t="96718" x="7481888" y="3648075"/>
          <p14:tracePt t="96736" x="7661275" y="3648075"/>
          <p14:tracePt t="96750" x="7762875" y="3663950"/>
          <p14:tracePt t="96763" x="7818438" y="3686175"/>
          <p14:tracePt t="96777" x="7842250" y="3702050"/>
          <p14:tracePt t="96809" x="7872413" y="3765550"/>
          <p14:tracePt t="96831" x="7888288" y="3835400"/>
          <p14:tracePt t="96837" x="7896225" y="3867150"/>
          <p14:tracePt t="96852" x="7904163" y="3897313"/>
          <p14:tracePt t="96869" x="7912100" y="3929063"/>
          <p14:tracePt t="96883" x="7904163" y="3967163"/>
          <p14:tracePt t="96898" x="7880350" y="4022725"/>
          <p14:tracePt t="96912" x="7872413" y="4054475"/>
          <p14:tracePt t="96928" x="7842250" y="4210050"/>
          <p14:tracePt t="96943" x="7818438" y="4311650"/>
          <p14:tracePt t="96959" x="7794625" y="4413250"/>
          <p14:tracePt t="96972" x="7770813" y="4483100"/>
          <p14:tracePt t="96989" x="7740650" y="4538663"/>
          <p14:tracePt t="97003" x="7693025" y="4576763"/>
          <p14:tracePt t="97016" x="7631113" y="4600575"/>
          <p14:tracePt t="97033" x="7607300" y="4600575"/>
          <p14:tracePt t="97049" x="7537450" y="4624388"/>
          <p14:tracePt t="97063" x="7404100" y="4608513"/>
          <p14:tracePt t="97078" x="7350125" y="4576763"/>
          <p14:tracePt t="97091" x="7224713" y="4491038"/>
          <p14:tracePt t="97106" x="7208838" y="4475163"/>
          <p14:tracePt t="97124" x="7154863" y="4413250"/>
          <p14:tracePt t="97140" x="7107238" y="4335463"/>
          <p14:tracePt t="97152" x="7115175" y="4271963"/>
          <p14:tracePt t="97167" x="7154863" y="4225925"/>
          <p14:tracePt t="97192" x="7177088" y="4202113"/>
          <p14:tracePt t="97199" x="7216775" y="4148138"/>
          <p14:tracePt t="97213" x="7270750" y="4100513"/>
          <p14:tracePt t="97226" x="7358063" y="4030663"/>
          <p14:tracePt t="97240" x="7412038" y="3983038"/>
          <p14:tracePt t="97257" x="7435850" y="3967163"/>
          <p14:tracePt t="97271" x="7451725" y="3944938"/>
          <p14:tracePt t="97275" x="7473950" y="3929063"/>
          <p14:tracePt t="97289" x="7521575" y="3929063"/>
          <p14:tracePt t="97302" x="7583488" y="3944938"/>
          <p14:tracePt t="97317" x="7646988" y="3990975"/>
          <p14:tracePt t="97332" x="7700963" y="4046538"/>
          <p14:tracePt t="97346" x="7748588" y="4100513"/>
          <p14:tracePt t="97362" x="7810500" y="4233863"/>
          <p14:tracePt t="97377" x="7842250" y="4279900"/>
          <p14:tracePt t="97394" x="7872413" y="4303713"/>
          <p14:tracePt t="97414" x="7927975" y="4343400"/>
          <p14:tracePt t="97424" x="7950200" y="4365625"/>
          <p14:tracePt t="97441" x="7974013" y="4381500"/>
          <p14:tracePt t="97453" x="8005763" y="4452938"/>
          <p14:tracePt t="97466" x="8013700" y="4608513"/>
          <p14:tracePt t="97485" x="7997825" y="4686300"/>
          <p14:tracePt t="97498" x="7958138" y="4764088"/>
          <p14:tracePt t="97515" x="7927975" y="4811713"/>
          <p14:tracePt t="97528" x="7896225" y="4843463"/>
          <p14:tracePt t="97542" x="7872413" y="4857750"/>
          <p14:tracePt t="97560" x="7834313" y="4865688"/>
          <p14:tracePt t="97580" x="7669213" y="4873625"/>
          <p14:tracePt t="97591" x="7583488" y="4849813"/>
          <p14:tracePt t="97605" x="7427913" y="4756150"/>
          <p14:tracePt t="97618" x="7302500" y="4670425"/>
          <p14:tracePt t="97631" x="7192963" y="4576763"/>
          <p14:tracePt t="97650" x="7146925" y="4530725"/>
          <p14:tracePt t="97666" x="7123113" y="4498975"/>
          <p14:tracePt t="97679" x="7107238" y="4475163"/>
          <p14:tracePt t="97695" x="7107238" y="4445000"/>
          <p14:tracePt t="97710" x="7115175" y="4389438"/>
          <p14:tracePt t="97723" x="7123113" y="4343400"/>
          <p14:tracePt t="97752" x="7216775" y="4132263"/>
          <p14:tracePt t="97783" x="7294563" y="4030663"/>
          <p14:tracePt t="97814" x="7443788" y="3905250"/>
          <p14:tracePt t="97830" x="7591425" y="3803650"/>
          <p14:tracePt t="97844" x="7669213" y="3765550"/>
          <p14:tracePt t="97859" x="7700963" y="3757613"/>
          <p14:tracePt t="97874" x="7826375" y="3779838"/>
          <p14:tracePt t="97886" x="7896225" y="3835400"/>
          <p14:tracePt t="97905" x="7989888" y="3905250"/>
          <p14:tracePt t="97917" x="8013700" y="3929063"/>
          <p14:tracePt t="97936" x="8075613" y="3983038"/>
          <p14:tracePt t="97950" x="8115300" y="4038600"/>
          <p14:tracePt t="97969" x="8145463" y="4100513"/>
          <p14:tracePt t="97979" x="8161338" y="4225925"/>
          <p14:tracePt t="97991" x="8161338" y="4343400"/>
          <p14:tracePt t="97996" x="8153400" y="4389438"/>
          <p14:tracePt t="98009" x="8115300" y="4506913"/>
          <p14:tracePt t="98023" x="8013700" y="4662488"/>
          <p14:tracePt t="98041" x="7950200" y="4718050"/>
          <p14:tracePt t="98055" x="7920038" y="4741863"/>
          <p14:tracePt t="98070" x="7850188" y="4756150"/>
          <p14:tracePt t="98082" x="7693025" y="4749800"/>
          <p14:tracePt t="98099" x="7615238" y="4718050"/>
          <p14:tracePt t="98111" x="7583488" y="4702175"/>
          <p14:tracePt t="98129" x="7489825" y="4640263"/>
          <p14:tracePt t="98142" x="7412038" y="4514850"/>
          <p14:tracePt t="98157" x="7380288" y="4421188"/>
          <p14:tracePt t="98174" x="7358063" y="4335463"/>
          <p14:tracePt t="98188" x="7334250" y="4148138"/>
          <p14:tracePt t="98200" x="7326313" y="4022725"/>
          <p14:tracePt t="98218" x="7318375" y="3929063"/>
          <p14:tracePt t="98234" x="7310438" y="3873500"/>
          <p14:tracePt t="98248" x="7326313" y="3803650"/>
          <p14:tracePt t="98263" x="7364413" y="3749675"/>
          <p14:tracePt t="98277" x="7443788" y="3656013"/>
          <p14:tracePt t="98296" x="7459663" y="3640138"/>
          <p14:tracePt t="98305" x="7537450" y="3576638"/>
          <p14:tracePt t="98317" x="7623175" y="3522663"/>
          <p14:tracePt t="98322" x="7661275" y="3506788"/>
          <p14:tracePt t="98331" x="7732713" y="3490913"/>
          <p14:tracePt t="98345" x="7834313" y="3490913"/>
          <p14:tracePt t="98359" x="7935913" y="3522663"/>
          <p14:tracePt t="98375" x="7966075" y="3546475"/>
          <p14:tracePt t="98390" x="8045450" y="3640138"/>
          <p14:tracePt t="98406" x="8075613" y="3709988"/>
          <p14:tracePt t="98421" x="8123238" y="3867150"/>
          <p14:tracePt t="98435" x="8153400" y="4006850"/>
          <p14:tracePt t="98453" x="8177213" y="4170363"/>
          <p14:tracePt t="98467" x="8169275" y="4233863"/>
          <p14:tracePt t="98484" x="8131175" y="4359275"/>
          <p14:tracePt t="98498" x="8083550" y="4437063"/>
          <p14:tracePt t="98513" x="8013700" y="4514850"/>
          <p14:tracePt t="98530" x="7950200" y="4568825"/>
          <p14:tracePt t="98553" x="7888288" y="4608513"/>
          <p14:tracePt t="98579" x="7716838" y="4678363"/>
          <p14:tracePt t="98594" x="7481888" y="4654550"/>
          <p14:tracePt t="98614" x="7419975" y="4632325"/>
          <p14:tracePt t="98634" x="7350125" y="4608513"/>
          <p14:tracePt t="98654" x="7358063" y="4584700"/>
          <p14:tracePt t="98671" x="7404100" y="4459288"/>
          <p14:tracePt t="98684" x="7451725" y="4351338"/>
          <p14:tracePt t="98704" x="7505700" y="4241800"/>
          <p14:tracePt t="98722" x="7607300" y="4092575"/>
          <p14:tracePt t="98738" x="7669213" y="4054475"/>
          <p14:tracePt t="98746" x="7732713" y="4030663"/>
          <p14:tracePt t="98762" x="7856538" y="4046538"/>
          <p14:tracePt t="98775" x="7943850" y="4062413"/>
          <p14:tracePt t="98791" x="7997825" y="4076700"/>
          <p14:tracePt t="98805" x="8045450" y="4092575"/>
          <p14:tracePt t="98828" x="8091488" y="4132263"/>
          <p14:tracePt t="98835" x="8145463" y="4210050"/>
          <p14:tracePt t="98847" x="8201025" y="4343400"/>
          <p14:tracePt t="98871" x="8216900" y="4397375"/>
          <p14:tracePt t="98887" x="8208963" y="4452938"/>
          <p14:tracePt t="98901" x="8193088" y="4491038"/>
          <p14:tracePt t="98926" x="8145463" y="4554538"/>
          <p14:tracePt t="98943" x="8107363" y="4584700"/>
          <p14:tracePt t="98956" x="8005763" y="4654550"/>
          <p14:tracePt t="98970" x="7896225" y="4725988"/>
          <p14:tracePt t="98984" x="7770813" y="4764088"/>
          <p14:tracePt t="99001" x="7669213" y="4749800"/>
          <p14:tracePt t="99013" x="7639050" y="4741863"/>
          <p14:tracePt t="99027" x="7567613" y="4678363"/>
          <p14:tracePt t="99041" x="7481888" y="4522788"/>
          <p14:tracePt t="99052" x="7466013" y="4475163"/>
          <p14:tracePt t="99058" x="7427913" y="4397375"/>
          <p14:tracePt t="99074" x="7388225" y="4295775"/>
          <p14:tracePt t="99092" x="7388225" y="4202113"/>
          <p14:tracePt t="99102" x="7404100" y="4170363"/>
          <p14:tracePt t="99121" x="7489825" y="4068763"/>
          <p14:tracePt t="99136" x="7545388" y="4014788"/>
          <p14:tracePt t="99149" x="7623175" y="3944938"/>
          <p14:tracePt t="99165" x="7646988" y="3929063"/>
          <p14:tracePt t="99190" x="7700963" y="3873500"/>
          <p14:tracePt t="99202" x="7724775" y="3851275"/>
          <p14:tracePt t="99238" x="7693025" y="3921125"/>
          <p14:tracePt t="99253" x="7631113" y="3975100"/>
          <p14:tracePt t="99268" x="7567613" y="4006850"/>
          <p14:tracePt t="99283" x="7473950" y="4014788"/>
          <p14:tracePt t="99300" x="7396163" y="3983038"/>
          <p14:tracePt t="99323" x="7342188" y="3967163"/>
          <p14:tracePt t="99374" x="7412038" y="3975100"/>
          <p14:tracePt t="99390" x="7473950" y="3975100"/>
          <p14:tracePt t="99402" x="7567613" y="3975100"/>
          <p14:tracePt t="99419" x="7716838" y="3990975"/>
          <p14:tracePt t="99435" x="7748588" y="3998913"/>
          <p14:tracePt t="99448" x="7826375" y="4038600"/>
          <p14:tracePt t="99467" x="7842250" y="4062413"/>
          <p14:tracePt t="99491" x="7850188" y="4108450"/>
          <p14:tracePt t="99495" x="7794625" y="4271963"/>
          <p14:tracePt t="99509" x="7716838" y="4381500"/>
          <p14:tracePt t="99523" x="7623175" y="4445000"/>
          <p14:tracePt t="99542" x="7521575" y="4475163"/>
          <p14:tracePt t="99553" x="7419975" y="4475163"/>
          <p14:tracePt t="99569" x="7310438" y="4445000"/>
          <p14:tracePt t="99587" x="7278688" y="4429125"/>
          <p14:tracePt t="99600" x="7208838" y="4365625"/>
          <p14:tracePt t="99617" x="7208838" y="4335463"/>
          <p14:tracePt t="99638" x="7248525" y="4271963"/>
          <p14:tracePt t="99645" x="7264400" y="4249738"/>
          <p14:tracePt t="99660" x="7318375" y="4202113"/>
          <p14:tracePt t="99675" x="7412038" y="4132263"/>
          <p14:tracePt t="99691" x="7466013" y="4100513"/>
          <p14:tracePt t="99704" x="7559675" y="4076700"/>
          <p14:tracePt t="99729" x="7599363" y="4084638"/>
          <p14:tracePt t="99764" x="7583488" y="4148138"/>
          <p14:tracePt t="99794" x="7497763" y="4202113"/>
          <p14:tracePt t="99807" x="7466013" y="4210050"/>
          <p14:tracePt t="99824" x="7404100" y="4202113"/>
          <p14:tracePt t="99846" x="7380288" y="4194175"/>
          <p14:tracePt t="99856" x="7350125" y="4186238"/>
          <p14:tracePt t="99928" x="7326313" y="4210050"/>
          <p14:tracePt t="99946" x="7302500" y="4217988"/>
          <p14:tracePt t="99962" x="7270750" y="4233863"/>
          <p14:tracePt t="99977" x="7240588" y="4241800"/>
          <p14:tracePt t="99989" x="7216775" y="4257675"/>
          <p14:tracePt t="100017" x="7185025" y="4257675"/>
          <p14:tracePt t="100094" x="7131050" y="4279900"/>
          <p14:tracePt t="100126" x="7069138" y="4287838"/>
          <p14:tracePt t="100142" x="7037388" y="4271963"/>
          <p14:tracePt t="100157" x="7005638" y="4264025"/>
          <p14:tracePt t="100171" x="6951663" y="4233863"/>
          <p14:tracePt t="100259" x="6967538" y="4202113"/>
          <p14:tracePt t="100290" x="6973888" y="4140200"/>
          <p14:tracePt t="100317" x="6959600" y="4076700"/>
          <p14:tracePt t="100529" x="6989763" y="4084638"/>
          <p14:tracePt t="100589" x="7021513" y="4084638"/>
          <p14:tracePt t="100620" x="7053263" y="4076700"/>
          <p14:tracePt t="100633" x="7115175" y="4076700"/>
          <p14:tracePt t="100650" x="7169150" y="4084638"/>
          <p14:tracePt t="100689" x="7240588" y="4084638"/>
          <p14:tracePt t="100697" x="7310438" y="4092575"/>
          <p14:tracePt t="100725" x="7372350" y="4116388"/>
          <p14:tracePt t="100742" x="7396163" y="4132263"/>
          <p14:tracePt t="100769" x="7427913" y="4148138"/>
          <p14:tracePt t="100784" x="7481888" y="4124325"/>
          <p14:tracePt t="100800" x="7537450" y="4084638"/>
          <p14:tracePt t="100815" x="7567613" y="4068763"/>
          <p14:tracePt t="100839" x="7639050" y="4038600"/>
          <p14:tracePt t="100847" x="7708900" y="4030663"/>
          <p14:tracePt t="100863" x="7802563" y="4038600"/>
          <p14:tracePt t="100875" x="7826375" y="4038600"/>
          <p14:tracePt t="100892" x="7888288" y="4038600"/>
          <p14:tracePt t="100904" x="7950200" y="4038600"/>
          <p14:tracePt t="100935" x="7997825" y="4054475"/>
          <p14:tracePt t="100995" x="7981950" y="4054475"/>
          <p14:tracePt t="101026" x="7950200" y="4068763"/>
          <p14:tracePt t="101053" x="7935913" y="4092575"/>
          <p14:tracePt t="101070" x="7920038" y="4116388"/>
          <p14:tracePt t="101087" x="7920038" y="4140200"/>
          <p14:tracePt t="101103" x="7920038" y="4186238"/>
          <p14:tracePt t="101118" x="7912100" y="4233863"/>
          <p14:tracePt t="101132" x="7904163" y="4257675"/>
          <p14:tracePt t="101146" x="7888288" y="4271963"/>
          <p14:tracePt t="101175" x="7872413" y="4287838"/>
          <p14:tracePt t="101190" x="7810500" y="4319588"/>
          <p14:tracePt t="101203" x="7778750" y="4335463"/>
          <p14:tracePt t="101224" x="7654925" y="4389438"/>
          <p14:tracePt t="101236" x="7591425" y="4405313"/>
          <p14:tracePt t="101250" x="7529513" y="4405313"/>
          <p14:tracePt t="101265" x="7505700" y="4405313"/>
          <p14:tracePt t="101339" x="7553325" y="4365625"/>
          <p14:tracePt t="101355" x="7623175" y="4319588"/>
          <p14:tracePt t="101369" x="7654925" y="4311650"/>
          <p14:tracePt t="101388" x="7700963" y="4295775"/>
          <p14:tracePt t="101400" x="7778750" y="4271963"/>
          <p14:tracePt t="101415" x="7818438" y="4271963"/>
          <p14:tracePt t="101429" x="7842250" y="4264025"/>
          <p14:tracePt t="101519" x="7856538" y="4279900"/>
          <p14:tracePt t="101535" x="7888288" y="4303713"/>
          <p14:tracePt t="101551" x="7912100" y="4311650"/>
          <p14:tracePt t="101565" x="7958138" y="4335463"/>
          <p14:tracePt t="101579" x="8029575" y="4327525"/>
          <p14:tracePt t="101600" x="8083550" y="4303713"/>
          <p14:tracePt t="101613" x="8153400" y="4271963"/>
          <p14:tracePt t="101626" x="8201025" y="4257675"/>
          <p14:tracePt t="101640" x="8224838" y="4249738"/>
          <p14:tracePt t="101670" x="8240713" y="4241800"/>
          <p14:tracePt t="101688" x="8255000" y="4194175"/>
          <p14:tracePt t="101699" x="8255000" y="4170363"/>
          <p14:tracePt t="101819" x="8302625" y="4194175"/>
          <p14:tracePt t="101851" x="8364538" y="4202113"/>
          <p14:tracePt t="101865" x="8412163" y="4170363"/>
          <p14:tracePt t="101884" x="8442325" y="4140200"/>
          <p14:tracePt t="101941" x="8428038" y="4124325"/>
          <p14:tracePt t="101959" x="8380413" y="4108450"/>
          <p14:tracePt t="101982" x="8334375" y="4108450"/>
          <p14:tracePt t="102001" x="8318500" y="4124325"/>
          <p14:tracePt t="102045" x="8302625" y="4108450"/>
          <p14:tracePt t="102060" x="8286750" y="4092575"/>
          <p14:tracePt t="102076" x="8232775" y="4006850"/>
          <p14:tracePt t="102091" x="8193088" y="3960813"/>
          <p14:tracePt t="102121" x="8177213" y="3937000"/>
          <p14:tracePt t="102135" x="8145463" y="3921125"/>
          <p14:tracePt t="102164" x="8091488" y="3921125"/>
          <p14:tracePt t="102226" x="8107363" y="3889375"/>
          <p14:tracePt t="102257" x="8123238" y="3873500"/>
          <p14:tracePt t="102331" x="8131175" y="3897313"/>
          <p14:tracePt t="102344" x="8145463" y="3929063"/>
          <p14:tracePt t="102362" x="8161338" y="3952875"/>
          <p14:tracePt t="102376" x="8208963" y="4006850"/>
          <p14:tracePt t="102395" x="8232775" y="4014788"/>
          <p14:tracePt t="102412" x="8255000" y="4014788"/>
          <p14:tracePt t="102423" x="8302625" y="3990975"/>
          <p14:tracePt t="102489" x="8294688" y="4006850"/>
          <p14:tracePt t="102504" x="8278813" y="4054475"/>
          <p14:tracePt t="102518" x="8270875" y="4076700"/>
          <p14:tracePt t="102534" x="8262938" y="4132263"/>
          <p14:tracePt t="102586" x="8262938" y="4156075"/>
          <p14:tracePt t="102602" x="8262938" y="4178300"/>
          <p14:tracePt t="102619" x="8255000" y="4225925"/>
          <p14:tracePt t="102633" x="8240713" y="4271963"/>
          <p14:tracePt t="102648" x="8208963" y="4335463"/>
          <p14:tracePt t="102721" x="8255000" y="4311650"/>
          <p14:tracePt t="102752" x="8302625" y="4295775"/>
          <p14:tracePt t="102769" x="8334375" y="4287838"/>
          <p14:tracePt t="102790" x="8428038" y="4279900"/>
          <p14:tracePt t="102837" x="8404225" y="4271963"/>
          <p14:tracePt t="102872" x="8388350" y="4287838"/>
          <p14:tracePt t="102887" x="8372475" y="4311650"/>
          <p14:tracePt t="102894" x="8364538" y="4351338"/>
          <p14:tracePt t="102901" x="8356600" y="4365625"/>
          <p14:tracePt t="102909" x="8348663" y="4389438"/>
          <p14:tracePt t="102917" x="8348663" y="4413250"/>
          <p14:tracePt t="102932" x="8318500" y="4421188"/>
          <p14:tracePt t="102948" x="8232775" y="4365625"/>
          <p14:tracePt t="102953" x="8193088" y="4335463"/>
          <p14:tracePt t="102961" x="8083550" y="4225925"/>
          <p14:tracePt t="102983" x="7981950" y="4148138"/>
          <p14:tracePt t="102999" x="7880350" y="4084638"/>
          <p14:tracePt t="103037" x="7754938" y="4092575"/>
          <p14:tracePt t="103070" x="7654925" y="4170363"/>
          <p14:tracePt t="103093" x="7583488" y="4257675"/>
          <p14:tracePt t="103110" x="7513638" y="4365625"/>
          <p14:tracePt t="103124" x="7350125" y="4576763"/>
          <p14:tracePt t="103140" x="7177088" y="4718050"/>
          <p14:tracePt t="103158" x="7045325" y="4795838"/>
          <p14:tracePt t="103172" x="6756400" y="4865688"/>
          <p14:tracePt t="103214" x="6505575" y="4857750"/>
          <p14:tracePt t="103223" x="6381750" y="4811713"/>
          <p14:tracePt t="103249" x="6280150" y="4741863"/>
          <p14:tracePt t="103308" x="6505575" y="4670425"/>
          <p14:tracePt t="103324" x="6638925" y="4678363"/>
          <p14:tracePt t="103335" x="6756400" y="4710113"/>
          <p14:tracePt t="103351" x="6865938" y="4772025"/>
          <p14:tracePt t="103368" x="6959600" y="4881563"/>
          <p14:tracePt t="103407" x="7029450" y="5132388"/>
          <p14:tracePt t="103424" x="7037388" y="5248275"/>
          <p14:tracePt t="103442" x="6973888" y="5514975"/>
          <p14:tracePt t="103446" x="6919913" y="5662613"/>
          <p14:tracePt t="103488" x="6818313" y="5764213"/>
          <p14:tracePt t="103514" x="6630988" y="5710238"/>
          <p14:tracePt t="103519" x="6419850" y="5600700"/>
          <p14:tracePt t="103535" x="6200775" y="5467350"/>
          <p14:tracePt t="103549" x="6084888" y="5365750"/>
          <p14:tracePt t="103589" x="6084888" y="5335588"/>
          <p14:tracePt t="103596" x="6154738" y="5116513"/>
          <p14:tracePt t="103626" x="6350000" y="4929188"/>
          <p14:tracePt t="103636" x="6451600" y="4865688"/>
          <p14:tracePt t="103655" x="6569075" y="4811713"/>
          <p14:tracePt t="103675" x="6678613" y="4779963"/>
          <p14:tracePt t="103686" x="6794500" y="4764088"/>
          <p14:tracePt t="103714" x="6919913" y="4795838"/>
          <p14:tracePt t="103730" x="6997700" y="4873625"/>
          <p14:tracePt t="103762" x="7005638" y="4905375"/>
          <p14:tracePt t="103782" x="7029450" y="5060950"/>
          <p14:tracePt t="103800" x="6997700" y="5170488"/>
          <p14:tracePt t="103807" x="6911975" y="5287963"/>
          <p14:tracePt t="103857" x="6794500" y="5287963"/>
          <p14:tracePt t="103877" x="6786563" y="5256213"/>
          <p14:tracePt t="103895" x="6756400" y="5140325"/>
          <p14:tracePt t="103907" x="6794500" y="4897438"/>
          <p14:tracePt t="103925" x="6973888" y="4686300"/>
          <p14:tracePt t="103936" x="7069138" y="4608513"/>
          <p14:tracePt t="103952" x="7192963" y="4522788"/>
          <p14:tracePt t="103967" x="7326313" y="4452938"/>
          <p14:tracePt t="103986" x="7443788" y="4405313"/>
          <p14:tracePt t="104001" x="7567613" y="4397375"/>
          <p14:tracePt t="104030" x="7669213" y="4459288"/>
          <p14:tracePt t="104046" x="7724775" y="4568825"/>
          <p14:tracePt t="104060" x="7732713" y="4756150"/>
          <p14:tracePt t="104073" x="7724775" y="4787900"/>
          <p14:tracePt t="104090" x="7646988" y="5038725"/>
          <p14:tracePt t="104117" x="7567613" y="5140325"/>
          <p14:tracePt t="104133" x="7427913" y="5186363"/>
          <p14:tracePt t="104163" x="7240588" y="5038725"/>
          <p14:tracePt t="104179" x="7154863" y="4913313"/>
          <p14:tracePt t="104195" x="7115175" y="4803775"/>
          <p14:tracePt t="104225" x="7138988" y="4568825"/>
          <p14:tracePt t="104242" x="7256463" y="4335463"/>
          <p14:tracePt t="104254" x="7326313" y="4233863"/>
          <p14:tracePt t="104269" x="7567613" y="3960813"/>
          <p14:tracePt t="104482" x="8099425" y="4702175"/>
          <p14:tracePt t="104497" x="7920038" y="5045075"/>
          <p14:tracePt t="104523" x="7762875" y="5202238"/>
          <p14:tracePt t="104539" x="7685088" y="5233988"/>
          <p14:tracePt t="104552" x="7639050" y="5241925"/>
          <p14:tracePt t="104570" x="7380288" y="5264150"/>
          <p14:tracePt t="104587" x="7200900" y="5264150"/>
          <p14:tracePt t="104609" x="6904038" y="5194300"/>
          <p14:tracePt t="104628" x="6772275" y="5116513"/>
          <p14:tracePt t="104640" x="6684963" y="5014913"/>
          <p14:tracePt t="104657" x="6615113" y="4795838"/>
          <p14:tracePt t="104678" x="6654800" y="4678363"/>
          <p14:tracePt t="104691" x="6724650" y="4584700"/>
          <p14:tracePt t="104702" x="6818313" y="4514850"/>
          <p14:tracePt t="104716" x="6943725" y="4452938"/>
          <p14:tracePt t="104730" x="7069138" y="4397375"/>
          <p14:tracePt t="104736" x="7294563" y="4327525"/>
          <p14:tracePt t="104749" x="7451725" y="4279900"/>
          <p14:tracePt t="104763" x="7575550" y="4249738"/>
          <p14:tracePt t="104809" x="7693025" y="4257675"/>
          <p14:tracePt t="104826" x="7778750" y="4373563"/>
          <p14:tracePt t="104859" x="7786688" y="4491038"/>
          <p14:tracePt t="104880" x="7762875" y="4616450"/>
          <p14:tracePt t="104887" x="7646988" y="4819650"/>
          <p14:tracePt t="104897" x="7553325" y="4897438"/>
          <p14:tracePt t="104928" x="7435850" y="4945063"/>
          <p14:tracePt t="104958" x="7294563" y="4967288"/>
          <p14:tracePt t="104976" x="7185025" y="4937125"/>
          <p14:tracePt t="104988" x="7075488" y="4873625"/>
          <p14:tracePt t="105006" x="6997700" y="4772025"/>
          <p14:tracePt t="105048" x="7013575" y="4654550"/>
          <p14:tracePt t="105168" x="6911975" y="4733925"/>
          <p14:tracePt t="105200" x="6646863" y="4811713"/>
          <p14:tracePt t="105216" x="6537325" y="4803775"/>
          <p14:tracePt t="105239" x="6411913" y="4772025"/>
          <p14:tracePt t="105257" x="6186488" y="4662488"/>
          <p14:tracePt t="105270" x="6092825" y="4584700"/>
          <p14:tracePt t="105288" x="5999163" y="4506913"/>
          <p14:tracePt t="105300" x="5903913" y="4421188"/>
          <p14:tracePt t="105320" x="5865813" y="4311650"/>
          <p14:tracePt t="105345" x="5873750" y="4186238"/>
          <p14:tracePt t="105357" x="5919788" y="4068763"/>
          <p14:tracePt t="105366" x="5983288" y="3960813"/>
          <p14:tracePt t="105380" x="6224588" y="3779838"/>
          <p14:tracePt t="105395" x="6435725" y="3733800"/>
          <p14:tracePt t="105411" x="6662738" y="3733800"/>
          <p14:tracePt t="105424" x="6896100" y="3741738"/>
          <p14:tracePt t="105440" x="7091363" y="3749675"/>
          <p14:tracePt t="105472" x="7256463" y="3757613"/>
          <p14:tracePt t="105486" x="7451725" y="3873500"/>
          <p14:tracePt t="105502" x="7497763" y="3944938"/>
          <p14:tracePt t="105518" x="7521575" y="4022725"/>
          <p14:tracePt t="105545" x="7513638" y="4148138"/>
          <p14:tracePt t="105562" x="7489825" y="4413250"/>
          <p14:tracePt t="105576" x="7459663" y="4538663"/>
          <p14:tracePt t="105591" x="7334250" y="4827588"/>
          <p14:tracePt t="105607" x="7294563" y="4913313"/>
          <p14:tracePt t="105621" x="7138988" y="5162550"/>
          <p14:tracePt t="105635" x="7083425" y="5210175"/>
          <p14:tracePt t="105647" x="6997700" y="5226050"/>
          <p14:tracePt t="105651" x="6919913" y="5226050"/>
          <p14:tracePt t="105664" x="6772275" y="5170488"/>
          <p14:tracePt t="105680" x="6615113" y="5068888"/>
          <p14:tracePt t="105695" x="6545263" y="4999038"/>
          <p14:tracePt t="105710" x="6489700" y="4827588"/>
          <p14:tracePt t="105725" x="6561138" y="4686300"/>
          <p14:tracePt t="105747" x="6732588" y="4475163"/>
          <p14:tracePt t="105757" x="6880225" y="4335463"/>
          <p14:tracePt t="105771" x="6981825" y="4257675"/>
          <p14:tracePt t="105784" x="7146925" y="4148138"/>
          <p14:tracePt t="105792" x="7224713" y="4132263"/>
          <p14:tracePt t="105801" x="7427913" y="4092575"/>
          <p14:tracePt t="105817" x="7639050" y="4084638"/>
          <p14:tracePt t="105831" x="7708900" y="4100513"/>
          <p14:tracePt t="105844" x="7920038" y="4241800"/>
          <p14:tracePt t="105862" x="8005763" y="4365625"/>
          <p14:tracePt t="105881" x="8029575" y="4429125"/>
          <p14:tracePt t="105893" x="7989888" y="4662488"/>
          <p14:tracePt t="105903" x="7935913" y="4756150"/>
          <p14:tracePt t="105908" x="7904163" y="4811713"/>
          <p14:tracePt t="105921" x="7818438" y="4929188"/>
          <p14:tracePt t="105936" x="7693025" y="5030788"/>
          <p14:tracePt t="105950" x="7639050" y="5060950"/>
          <p14:tracePt t="105964" x="7404100" y="5124450"/>
          <p14:tracePt t="105984" x="7372350" y="5116513"/>
          <p14:tracePt t="105997" x="7029450" y="5030788"/>
          <p14:tracePt t="106010" x="6911975" y="4959350"/>
          <p14:tracePt t="106026" x="6802438" y="4873625"/>
          <p14:tracePt t="106041" x="6662738" y="4686300"/>
          <p14:tracePt t="106055" x="6638925" y="4560888"/>
          <p14:tracePt t="106070" x="6708775" y="4327525"/>
          <p14:tracePt t="106085" x="6748463" y="4217988"/>
          <p14:tracePt t="106100" x="6786563" y="4116388"/>
          <p14:tracePt t="106118" x="6826250" y="3998913"/>
          <p14:tracePt t="106130" x="6880225" y="3889375"/>
          <p14:tracePt t="106146" x="6951663" y="3803650"/>
          <p14:tracePt t="106160" x="7029450" y="3765550"/>
          <p14:tracePt t="106175" x="7131050" y="3733800"/>
          <p14:tracePt t="106191" x="7192963" y="3725863"/>
          <p14:tracePt t="106206" x="7232650" y="3725863"/>
          <p14:tracePt t="106223" x="7388225" y="3686175"/>
          <p14:tracePt t="106235" x="7443788" y="3656013"/>
          <p14:tracePt t="106251" x="7505700" y="3584575"/>
          <p14:tracePt t="106264" x="7545388" y="3530600"/>
          <p14:tracePt t="106282" x="7559675" y="3506788"/>
          <p14:tracePt t="106298" x="7607300" y="3460750"/>
          <p14:tracePt t="106313" x="7639050" y="3436938"/>
          <p14:tracePt t="106325" x="7685088" y="3375025"/>
          <p14:tracePt t="106341" x="7700963" y="3351213"/>
          <p14:tracePt t="106354" x="7716838" y="3327400"/>
          <p14:tracePt t="106360" x="7732713" y="3303588"/>
          <p14:tracePt t="106415" x="7716838" y="3405188"/>
          <p14:tracePt t="106430" x="7708900" y="3468688"/>
          <p14:tracePt t="106447" x="7700963" y="3616325"/>
          <p14:tracePt t="106463" x="7693025" y="3686175"/>
          <p14:tracePt t="106476" x="7685088" y="3843338"/>
          <p14:tracePt t="106500" x="7685088" y="3873500"/>
          <p14:tracePt t="106510" x="7700963" y="3905250"/>
          <p14:tracePt t="106523" x="7693025" y="4054475"/>
          <p14:tracePt t="106534" x="7661275" y="4225925"/>
          <p14:tracePt t="106553" x="7639050" y="4459288"/>
          <p14:tracePt t="106576" x="7623175" y="4624388"/>
          <p14:tracePt t="106583" x="7575550" y="4983163"/>
          <p14:tracePt t="106600" x="7553325" y="5116513"/>
          <p14:tracePt t="106613" x="7521575" y="5475288"/>
          <p14:tracePt t="106629" x="7521575" y="5638800"/>
          <p14:tracePt t="106640" x="7521575" y="5718175"/>
          <p14:tracePt t="106653" x="7513638" y="5732463"/>
          <p14:tracePt t="106685" x="7505700" y="5756275"/>
          <p14:tracePt t="106700" x="7505700" y="5718175"/>
          <p14:tracePt t="106718" x="7513638" y="5624513"/>
          <p14:tracePt t="106732" x="7537450" y="5553075"/>
          <p14:tracePt t="106746" x="7583488" y="5365750"/>
          <p14:tracePt t="106764" x="7623175" y="5186363"/>
          <p14:tracePt t="106777" x="7639050" y="4999038"/>
          <p14:tracePt t="106793" x="7639050" y="4865688"/>
          <p14:tracePt t="106808" x="7639050" y="4538663"/>
          <p14:tracePt t="106822" x="7646988" y="4327525"/>
          <p14:tracePt t="106837" x="7669213" y="4092575"/>
          <p14:tracePt t="106850" x="7685088" y="3867150"/>
          <p14:tracePt t="106864" x="7716838" y="3678238"/>
          <p14:tracePt t="106882" x="7762875" y="3506788"/>
          <p14:tracePt t="106898" x="7810500" y="3375025"/>
          <p14:tracePt t="106910" x="7850188" y="3295650"/>
          <p14:tracePt t="106941" x="7864475" y="3273425"/>
          <p14:tracePt t="106954" x="7888288" y="3257550"/>
          <p14:tracePt t="106970" x="7912100" y="3233738"/>
          <p14:tracePt t="106986" x="7950200" y="3179763"/>
          <p14:tracePt t="107002" x="7974013" y="3132138"/>
          <p14:tracePt t="107166" x="8005763" y="3108325"/>
          <p14:tracePt t="107196" x="8037513" y="3163888"/>
          <p14:tracePt t="107213" x="8045450" y="3201988"/>
          <p14:tracePt t="107231" x="8045450" y="3281363"/>
          <p14:tracePt t="107246" x="8045450" y="3343275"/>
          <p14:tracePt t="107263" x="8045450" y="3413125"/>
          <p14:tracePt t="107271" x="8051800" y="3482975"/>
          <p14:tracePt t="107285" x="8059738" y="3546475"/>
          <p14:tracePt t="107300" x="8059738" y="3584575"/>
          <p14:tracePt t="107319" x="8051800" y="3678238"/>
          <p14:tracePt t="107332" x="8045450" y="3779838"/>
          <p14:tracePt t="107345" x="8021638" y="3897313"/>
          <p14:tracePt t="107363" x="8013700" y="3929063"/>
          <p14:tracePt t="107379" x="7974013" y="4030663"/>
          <p14:tracePt t="107391" x="7943850" y="4202113"/>
          <p14:tracePt t="107416" x="7943850" y="4319588"/>
          <p14:tracePt t="107424" x="7943850" y="4351338"/>
          <p14:tracePt t="107446" x="7950200" y="4373563"/>
          <p14:tracePt t="107454" x="7943850" y="4405313"/>
          <p14:tracePt t="107468" x="7935913" y="4437063"/>
          <p14:tracePt t="107481" x="7904163" y="4538663"/>
          <p14:tracePt t="107495" x="7872413" y="4624388"/>
          <p14:tracePt t="107514" x="7864475" y="4678363"/>
          <p14:tracePt t="107534" x="7834313" y="4803775"/>
          <p14:tracePt t="107543" x="7794625" y="4999038"/>
          <p14:tracePt t="107558" x="7778750" y="5045075"/>
          <p14:tracePt t="107573" x="7724775" y="5194300"/>
          <p14:tracePt t="107588" x="7685088" y="5295900"/>
          <p14:tracePt t="107603" x="7661275" y="5373688"/>
          <p14:tracePt t="107616" x="7615238" y="5584825"/>
          <p14:tracePt t="107630" x="7591425" y="5670550"/>
          <p14:tracePt t="107649" x="7567613" y="5819775"/>
          <p14:tracePt t="107706" x="7537450" y="5795963"/>
          <p14:tracePt t="107734" x="7513638" y="5726113"/>
          <p14:tracePt t="107740" x="7505700" y="5686425"/>
          <p14:tracePt t="107762" x="7513638" y="5638800"/>
          <p14:tracePt t="107770" x="7537450" y="5443538"/>
          <p14:tracePt t="107784" x="7591425" y="5132388"/>
          <p14:tracePt t="107797" x="7631113" y="4897438"/>
          <p14:tracePt t="107812" x="7623175" y="4686300"/>
          <p14:tracePt t="107829" x="7599363" y="4554538"/>
          <p14:tracePt t="107842" x="7583488" y="4303713"/>
          <p14:tracePt t="107861" x="7583488" y="4178300"/>
          <p14:tracePt t="107874" x="7599363" y="4054475"/>
          <p14:tracePt t="107880" x="7623175" y="3803650"/>
          <p14:tracePt t="107895" x="7646988" y="3686175"/>
          <p14:tracePt t="107939" x="7693025" y="3576638"/>
          <p14:tracePt t="107991" x="7732713" y="3476625"/>
          <p14:tracePt t="108022" x="7770813" y="3367088"/>
          <p14:tracePt t="108097" x="7810500" y="3648075"/>
          <p14:tracePt t="108125" x="7802563" y="4068763"/>
          <p14:tracePt t="108140" x="7786688" y="4124325"/>
          <p14:tracePt t="108157" x="7724775" y="4271963"/>
          <p14:tracePt t="108175" x="7646988" y="4413250"/>
          <p14:tracePt t="108200" x="7591425" y="4568825"/>
          <p14:tracePt t="108215" x="7537450" y="4811713"/>
          <p14:tracePt t="108219" x="7489825" y="5108575"/>
          <p14:tracePt t="108231" x="7473950" y="5248275"/>
          <p14:tracePt t="108249" x="7459663" y="5295900"/>
          <p14:tracePt t="108272" x="7443788" y="5443538"/>
          <p14:tracePt t="108279" x="7412038" y="5632450"/>
          <p14:tracePt t="108292" x="7404100" y="5772150"/>
          <p14:tracePt t="108315" x="7396163" y="5834063"/>
          <p14:tracePt t="108321" x="7380288" y="5951538"/>
          <p14:tracePt t="108367" x="7364413" y="5927725"/>
          <p14:tracePt t="108383" x="7364413" y="5913438"/>
          <p14:tracePt t="108396" x="7294563" y="5638800"/>
          <p14:tracePt t="108413" x="7294563" y="5616575"/>
          <p14:tracePt t="108425" x="7240588" y="5256213"/>
          <p14:tracePt t="108440" x="7240588" y="5092700"/>
          <p14:tracePt t="108458" x="7240588" y="4835525"/>
          <p14:tracePt t="108472" x="7302500" y="4584700"/>
          <p14:tracePt t="108485" x="7342188" y="4452938"/>
          <p14:tracePt t="108502" x="7380288" y="4335463"/>
          <p14:tracePt t="108516" x="7497763" y="3983038"/>
          <p14:tracePt t="108547" x="7669213" y="3656013"/>
          <p14:tracePt t="108575" x="7716838" y="3546475"/>
          <p14:tracePt t="108591" x="7754938" y="3429000"/>
          <p14:tracePt t="108698" x="7872413" y="3429000"/>
          <p14:tracePt t="108759" x="7974013" y="3498850"/>
          <p14:tracePt t="108781" x="8153400" y="3656013"/>
          <p14:tracePt t="108790" x="8240713" y="3843338"/>
          <p14:tracePt t="108803" x="8302625" y="4006850"/>
          <p14:tracePt t="108816" x="8356600" y="4170363"/>
          <p14:tracePt t="108829" x="8420100" y="4389438"/>
          <p14:tracePt t="108847" x="8474075" y="4560888"/>
          <p14:tracePt t="108872" x="8497888" y="4616450"/>
          <p14:tracePt t="108880" x="8567738" y="4873625"/>
          <p14:tracePt t="108893" x="8575675" y="5053013"/>
          <p14:tracePt t="108906" x="8559800" y="5132388"/>
          <p14:tracePt t="108923" x="8521700" y="5303838"/>
          <p14:tracePt t="108939" x="8482013" y="5413375"/>
          <p14:tracePt t="108949" x="8458200" y="5483225"/>
          <p14:tracePt t="108960" x="8404225" y="5608638"/>
          <p14:tracePt t="108967" x="8318500" y="5748338"/>
          <p14:tracePt t="108984" x="8232775" y="5889625"/>
          <p14:tracePt t="109000" x="8153400" y="6029325"/>
          <p14:tracePt t="109013" x="8059738" y="6146800"/>
          <p14:tracePt t="109026" x="7974013" y="6232525"/>
          <p14:tracePt t="109055" x="7912100" y="6272213"/>
          <p14:tracePt t="109063" x="7842250" y="6288088"/>
          <p14:tracePt t="109085" x="7810500" y="6288088"/>
          <p14:tracePt t="109090" x="7708900" y="6210300"/>
          <p14:tracePt t="109103" x="7661275" y="6146800"/>
          <p14:tracePt t="109117" x="7545388" y="6007100"/>
          <p14:tracePt t="109132" x="7489825" y="5927725"/>
          <p14:tracePt t="109156" x="7364413" y="5702300"/>
          <p14:tracePt t="109164" x="7216775" y="5443538"/>
          <p14:tracePt t="109180" x="7083425" y="5146675"/>
          <p14:tracePt t="109193" x="6943725" y="4921250"/>
          <p14:tracePt t="109211" x="6896100" y="4811713"/>
          <p14:tracePt t="109238" x="6959600" y="4678363"/>
          <p14:tracePt t="109256" x="7029450" y="4576763"/>
          <p14:tracePt t="109269" x="7099300" y="4483100"/>
          <p14:tracePt t="109283" x="7232650" y="4287838"/>
          <p14:tracePt t="109296" x="7302500" y="4178300"/>
          <p14:tracePt t="109326" x="7489825" y="4030663"/>
          <p14:tracePt t="109345" x="7591425" y="3960813"/>
          <p14:tracePt t="109361" x="7685088" y="3897313"/>
          <p14:tracePt t="109388" x="7794625" y="3843338"/>
          <p14:tracePt t="109417" x="7920038" y="3851275"/>
          <p14:tracePt t="109432" x="8037513" y="3889375"/>
          <p14:tracePt t="109448" x="8286750" y="4006850"/>
          <p14:tracePt t="109463" x="8348663" y="4046538"/>
          <p14:tracePt t="109477" x="8412163" y="4140200"/>
          <p14:tracePt t="109493" x="8450263" y="4233863"/>
          <p14:tracePt t="109507" x="8482013" y="4319588"/>
          <p14:tracePt t="109523" x="8497888" y="4359275"/>
          <p14:tracePt t="109542" x="8535988" y="4522788"/>
          <p14:tracePt t="109555" x="8543925" y="4725988"/>
          <p14:tracePt t="109568" x="8521700" y="4905375"/>
          <p14:tracePt t="109583" x="8489950" y="5084763"/>
          <p14:tracePt t="109600" x="8466138" y="5202238"/>
          <p14:tracePt t="109623" x="8435975" y="5295900"/>
          <p14:tracePt t="109630" x="8356600" y="5467350"/>
          <p14:tracePt t="109643" x="8270875" y="5608638"/>
          <p14:tracePt t="109660" x="8240713" y="5654675"/>
          <p14:tracePt t="109675" x="8139113" y="5780088"/>
          <p14:tracePt t="109692" x="7997825" y="5803900"/>
          <p14:tracePt t="109706" x="7888288" y="5756275"/>
          <p14:tracePt t="109718" x="7724775" y="5678488"/>
          <p14:tracePt t="109731" x="7559675" y="5600700"/>
          <p14:tracePt t="109752" x="7443788" y="5545138"/>
          <p14:tracePt t="109765" x="7334250" y="5522913"/>
          <p14:tracePt t="109777" x="7256463" y="5499100"/>
          <p14:tracePt t="109797" x="7240588" y="5491163"/>
          <p14:tracePt t="109810" x="7154863" y="5413375"/>
          <p14:tracePt t="109825" x="7146925" y="5405438"/>
          <p14:tracePt t="109839" x="7045325" y="5162550"/>
          <p14:tracePt t="109855" x="7021513" y="4999038"/>
          <p14:tracePt t="109868" x="7013575" y="4873625"/>
          <p14:tracePt t="109897" x="7083425" y="4648200"/>
          <p14:tracePt t="109912" x="7123113" y="4530725"/>
          <p14:tracePt t="109941" x="7154863" y="4429125"/>
          <p14:tracePt t="109959" x="7177088" y="4311650"/>
          <p14:tracePt t="109975" x="7216775" y="4194175"/>
          <p14:tracePt t="109991" x="7264400" y="4084638"/>
          <p14:tracePt t="110006" x="7334250" y="3983038"/>
          <p14:tracePt t="110048" x="7443788" y="3937000"/>
          <p14:tracePt t="110078" x="7654925" y="3952875"/>
          <p14:tracePt t="110094" x="7904163" y="4014788"/>
          <p14:tracePt t="110108" x="8037513" y="4068763"/>
          <p14:tracePt t="110123" x="8123238" y="4132263"/>
          <p14:tracePt t="110139" x="8201025" y="4194175"/>
          <p14:tracePt t="110153" x="8232775" y="4210050"/>
          <p14:tracePt t="110163" x="8286750" y="4257675"/>
          <p14:tracePt t="110170" x="8340725" y="4303713"/>
          <p14:tracePt t="110184" x="8420100" y="4429125"/>
          <p14:tracePt t="110197" x="8466138" y="4568825"/>
          <p14:tracePt t="110224" x="8482013" y="4678363"/>
          <p14:tracePt t="110231" x="8489950" y="4959350"/>
          <p14:tracePt t="110257" x="8474075" y="5092700"/>
          <p14:tracePt t="110270" x="8420100" y="5335588"/>
          <p14:tracePt t="110277" x="8372475" y="5459413"/>
          <p14:tracePt t="110291" x="8334375" y="5514975"/>
          <p14:tracePt t="110304" x="8224838" y="5638800"/>
          <p14:tracePt t="110320" x="8193088" y="5654675"/>
          <p14:tracePt t="110344" x="8131175" y="5686425"/>
          <p14:tracePt t="110350" x="7966075" y="5670550"/>
          <p14:tracePt t="110365" x="7950200" y="5662613"/>
          <p14:tracePt t="110381" x="7856538" y="5632450"/>
          <p14:tracePt t="110394" x="7669213" y="5624513"/>
          <p14:tracePt t="110411" x="7623175" y="5632450"/>
          <p14:tracePt t="110441" x="7615238" y="5584825"/>
          <p14:tracePt t="110456" x="7607300" y="5475288"/>
          <p14:tracePt t="110478" x="7615238" y="5443538"/>
          <p14:tracePt t="110488" x="7646988" y="5413375"/>
          <p14:tracePt t="110500" x="7677150" y="5389563"/>
          <p14:tracePt t="110514" x="7716838" y="5381625"/>
          <p14:tracePt t="110531" x="7748588" y="5381625"/>
          <p14:tracePt t="110560" x="7762875" y="5397500"/>
          <p14:tracePt t="110585" x="7762875" y="5429250"/>
          <p14:tracePt t="110591" x="7754938" y="5467350"/>
          <p14:tracePt t="110605" x="7748588" y="5514975"/>
          <p14:tracePt t="110647" x="7740650" y="5553075"/>
          <p14:tracePt t="110709" x="7754938" y="5576888"/>
          <p14:tracePt t="110723" x="7770813" y="5608638"/>
          <p14:tracePt t="110754" x="7810500" y="5654675"/>
          <p14:tracePt t="110783" x="7826375" y="5670550"/>
          <p14:tracePt t="110853" x="7794625" y="5710238"/>
          <p14:tracePt t="110871" x="7754938" y="5732463"/>
          <p14:tracePt t="110889" x="7661275" y="5756275"/>
          <p14:tracePt t="110904" x="7545388" y="5772150"/>
          <p14:tracePt t="110920" x="7489825" y="5780088"/>
          <p14:tracePt t="110935" x="7404100" y="5811838"/>
          <p14:tracePt t="110948" x="7342188" y="5842000"/>
          <p14:tracePt t="110962" x="7270750" y="5873750"/>
          <p14:tracePt t="110977" x="7240588" y="5873750"/>
          <p14:tracePt t="110993" x="7208838" y="5865813"/>
          <p14:tracePt t="111006" x="7177088" y="5849938"/>
          <p14:tracePt t="111024" x="7091363" y="5795963"/>
          <p14:tracePt t="111042" x="7021513" y="5772150"/>
          <p14:tracePt t="111055" x="6935788" y="5756275"/>
          <p14:tracePt t="111071" x="6880225" y="5772150"/>
          <p14:tracePt t="111083" x="6818313" y="5788025"/>
          <p14:tracePt t="111098" x="6708775" y="5811838"/>
          <p14:tracePt t="111115" x="6700838" y="5811838"/>
          <p14:tracePt t="111186" x="6599238" y="5788025"/>
          <p14:tracePt t="111202" x="6583363" y="5780088"/>
          <p14:tracePt t="111305" x="6513513" y="5710238"/>
          <p14:tracePt t="111353" x="6489700" y="5726113"/>
          <p14:tracePt t="111366" x="6467475" y="5732463"/>
          <p14:tracePt t="111487" x="6475413" y="5772150"/>
          <p14:tracePt t="111516" x="6505575" y="5795963"/>
          <p14:tracePt t="111545" x="6521450" y="5788025"/>
          <p14:tracePt t="111560" x="6654800" y="5740400"/>
          <p14:tracePt t="111586" x="6756400" y="5678488"/>
          <p14:tracePt t="111601" x="6818313" y="5646738"/>
          <p14:tracePt t="111618" x="6873875" y="5624513"/>
          <p14:tracePt t="111635" x="6935788" y="5608638"/>
          <p14:tracePt t="111649" x="7029450" y="5608638"/>
          <p14:tracePt t="111650" x="7069138" y="5608638"/>
          <p14:tracePt t="111661" x="7146925" y="5616575"/>
          <p14:tracePt t="111686" x="7192963" y="5616575"/>
          <p14:tracePt t="111701" x="7278688" y="5616575"/>
          <p14:tracePt t="111715" x="7342188" y="5616575"/>
          <p14:tracePt t="111733" x="7380288" y="5624513"/>
          <p14:tracePt t="111761" x="7388225" y="5654675"/>
          <p14:tracePt t="111789" x="7310438" y="5710238"/>
          <p14:tracePt t="111803" x="7270750" y="5726113"/>
          <p14:tracePt t="111814" x="7232650" y="5740400"/>
          <p14:tracePt t="111822" x="7224713" y="5740400"/>
          <p14:tracePt t="111837" x="7091363" y="5764213"/>
          <p14:tracePt t="111853" x="7021513" y="5740400"/>
          <p14:tracePt t="111879" x="6989763" y="5726113"/>
          <p14:tracePt t="111896" x="6927850" y="5670550"/>
          <p14:tracePt t="111913" x="6919913" y="5646738"/>
          <p14:tracePt t="111933" x="6951663" y="5600700"/>
          <p14:tracePt t="111944" x="6997700" y="5576888"/>
          <p14:tracePt t="111966" x="7083425" y="5545138"/>
          <p14:tracePt t="111981" x="7169150" y="5537200"/>
          <p14:tracePt t="111990" x="7248525" y="5553075"/>
          <p14:tracePt t="112012" x="7310438" y="5576888"/>
          <p14:tracePt t="112024" x="7372350" y="5616575"/>
          <p14:tracePt t="112033" x="7380288" y="5624513"/>
          <p14:tracePt t="112046" x="7427913" y="5702300"/>
          <p14:tracePt t="112059" x="7427913" y="5780088"/>
          <p14:tracePt t="112087" x="7427913" y="5827713"/>
          <p14:tracePt t="112094" x="7396163" y="5983288"/>
          <p14:tracePt t="112108" x="7372350" y="6022975"/>
          <p14:tracePt t="112121" x="7342188" y="6029325"/>
          <p14:tracePt t="112134" x="7278688" y="6037263"/>
          <p14:tracePt t="112161" x="7224713" y="6029325"/>
          <p14:tracePt t="112168" x="7138988" y="5999163"/>
          <p14:tracePt t="112183" x="7099300" y="5983288"/>
          <p14:tracePt t="112196" x="6919913" y="5865813"/>
          <p14:tracePt t="112208" x="6818313" y="5780088"/>
          <p14:tracePt t="112226" x="6748463" y="5702300"/>
          <p14:tracePt t="112243" x="6700838" y="5624513"/>
          <p14:tracePt t="112261" x="6692900" y="5561013"/>
          <p14:tracePt t="112273" x="6700838" y="5530850"/>
          <p14:tracePt t="112289" x="6716713" y="5459413"/>
          <p14:tracePt t="112300" x="6740525" y="5413375"/>
          <p14:tracePt t="112316" x="6772275" y="5357813"/>
          <p14:tracePt t="112330" x="6810375" y="5327650"/>
          <p14:tracePt t="112349" x="6888163" y="5287963"/>
          <p14:tracePt t="112360" x="7045325" y="5272088"/>
          <p14:tracePt t="112378" x="7123113" y="5287963"/>
          <p14:tracePt t="112390" x="7224713" y="5311775"/>
          <p14:tracePt t="112409" x="7278688" y="5311775"/>
          <p14:tracePt t="112425" x="7350125" y="5319713"/>
          <p14:tracePt t="112446" x="7388225" y="5327650"/>
          <p14:tracePt t="112454" x="7497763" y="5373688"/>
          <p14:tracePt t="112468" x="7623175" y="5467350"/>
          <p14:tracePt t="112482" x="7693025" y="5530850"/>
          <p14:tracePt t="112496" x="7716838" y="5553075"/>
          <p14:tracePt t="112508" x="7778750" y="5662613"/>
          <p14:tracePt t="112526" x="7794625" y="5756275"/>
          <p14:tracePt t="112539" x="7794625" y="5803900"/>
          <p14:tracePt t="112555" x="7794625" y="5857875"/>
          <p14:tracePt t="112566" x="7762875" y="5927725"/>
          <p14:tracePt t="112571" x="7732713" y="5975350"/>
          <p14:tracePt t="112586" x="7693025" y="6007100"/>
          <p14:tracePt t="112602" x="7553325" y="6069013"/>
          <p14:tracePt t="112618" x="7412038" y="6053138"/>
          <p14:tracePt t="112633" x="7270750" y="6007100"/>
          <p14:tracePt t="112645" x="7154863" y="5913438"/>
          <p14:tracePt t="112662" x="7099300" y="5842000"/>
          <p14:tracePt t="112687" x="7045325" y="5694363"/>
          <p14:tracePt t="112695" x="7045325" y="5467350"/>
          <p14:tracePt t="112715" x="7075488" y="5311775"/>
          <p14:tracePt t="112722" x="7131050" y="5140325"/>
          <p14:tracePt t="112738" x="7154863" y="5060950"/>
          <p14:tracePt t="112751" x="7256463" y="4819650"/>
          <p14:tracePt t="112765" x="7419975" y="4576763"/>
          <p14:tracePt t="112779" x="7623175" y="4389438"/>
          <p14:tracePt t="112797" x="7754938" y="4311650"/>
          <p14:tracePt t="112811" x="7872413" y="4264025"/>
          <p14:tracePt t="112829" x="8091488" y="4233863"/>
          <p14:tracePt t="112839" x="8169275" y="4241800"/>
          <p14:tracePt t="112850" x="8208963" y="4257675"/>
          <p14:tracePt t="112860" x="8318500" y="4311650"/>
          <p14:tracePt t="112873" x="8364538" y="4397375"/>
          <p14:tracePt t="112886" x="8372475" y="4522788"/>
          <p14:tracePt t="112898" x="8348663" y="4632325"/>
          <p14:tracePt t="112919" x="8318500" y="4702175"/>
          <p14:tracePt t="112942" x="8224838" y="4849813"/>
          <p14:tracePt t="112950" x="8099425" y="4967288"/>
          <p14:tracePt t="112964" x="7981950" y="5022850"/>
          <p14:tracePt t="112978" x="7912100" y="5053013"/>
          <p14:tracePt t="112992" x="7834313" y="5068888"/>
          <p14:tracePt t="113006" x="7716838" y="5060950"/>
          <p14:tracePt t="113024" x="7654925" y="5045075"/>
          <p14:tracePt t="113039" x="7559675" y="4983163"/>
          <p14:tracePt t="113065" x="7443788" y="4787900"/>
          <p14:tracePt t="113080" x="7404100" y="4678363"/>
          <p14:tracePt t="113094" x="7380288" y="4560888"/>
          <p14:tracePt t="113112" x="7380288" y="4327525"/>
          <p14:tracePt t="113127" x="7427913" y="4210050"/>
          <p14:tracePt t="113141" x="7481888" y="4116388"/>
          <p14:tracePt t="113166" x="7567613" y="4038600"/>
          <p14:tracePt t="113186" x="7786688" y="3944938"/>
          <p14:tracePt t="113203" x="8021638" y="3937000"/>
          <p14:tracePt t="113217" x="8224838" y="3967163"/>
          <p14:tracePt t="113233" x="8310563" y="3990975"/>
          <p14:tracePt t="113255" x="8412163" y="4046538"/>
          <p14:tracePt t="113262" x="8489950" y="4194175"/>
          <p14:tracePt t="113284" x="8505825" y="4271963"/>
          <p14:tracePt t="113295" x="8505825" y="4413250"/>
          <p14:tracePt t="113309" x="8474075" y="4640263"/>
          <p14:tracePt t="113321" x="8412163" y="4835525"/>
          <p14:tracePt t="113334" x="8348663" y="4975225"/>
          <p14:tracePt t="113355" x="8208963" y="5202238"/>
          <p14:tracePt t="113377" x="8099425" y="5335588"/>
          <p14:tracePt t="113383" x="7896225" y="5483225"/>
          <p14:tracePt t="113399" x="7724775" y="5522913"/>
          <p14:tracePt t="113419" x="7639050" y="5514975"/>
          <p14:tracePt t="113430" x="7466013" y="5429250"/>
          <p14:tracePt t="113443" x="7326313" y="5311775"/>
          <p14:tracePt t="113456" x="7318375" y="5303838"/>
          <p14:tracePt t="113468" x="7278688" y="5154613"/>
          <p14:tracePt t="113490" x="7286625" y="5038725"/>
          <p14:tracePt t="113513" x="7326313" y="4913313"/>
          <p14:tracePt t="113520" x="7481888" y="4568825"/>
          <p14:tracePt t="113534" x="7623175" y="4397375"/>
          <p14:tracePt t="113548" x="7794625" y="4233863"/>
          <p14:tracePt t="113564" x="7864475" y="4186238"/>
          <p14:tracePt t="113573" x="8153400" y="4164013"/>
          <p14:tracePt t="113589" x="8262938" y="4217988"/>
          <p14:tracePt t="113604" x="8435975" y="4389438"/>
          <p14:tracePt t="113620" x="8599488" y="4733925"/>
          <p14:tracePt t="113630" x="8645525" y="4873625"/>
          <p14:tracePt t="113644" x="8653463" y="5076825"/>
          <p14:tracePt t="113660" x="8615363" y="5280025"/>
          <p14:tracePt t="113674" x="8543925" y="5421313"/>
          <p14:tracePt t="113688" x="8396288" y="5584825"/>
          <p14:tracePt t="113704" x="8232775" y="5638800"/>
          <p14:tracePt t="113725" x="8013700" y="5632450"/>
          <p14:tracePt t="113744" x="7896225" y="5584825"/>
          <p14:tracePt t="113760" x="7654925" y="5451475"/>
          <p14:tracePt t="113774" x="7162800" y="5100638"/>
          <p14:tracePt t="113786" x="6873875" y="4827588"/>
          <p14:tracePt t="113803" x="6630988" y="4546600"/>
          <p14:tracePt t="113817" x="6489700" y="4359275"/>
          <p14:tracePt t="113832" x="6373813" y="4132263"/>
          <p14:tracePt t="113861" x="6451600" y="4030663"/>
          <p14:tracePt t="113877" x="6646863" y="3859213"/>
          <p14:tracePt t="113906" x="6959600" y="3656013"/>
          <p14:tracePt t="113920" x="7162800" y="3530600"/>
          <p14:tracePt t="113936" x="7529513" y="3444875"/>
          <p14:tracePt t="113950" x="7778750" y="3482975"/>
          <p14:tracePt t="113965" x="7997825" y="3562350"/>
          <p14:tracePt t="113980" x="8169275" y="3624263"/>
          <p14:tracePt t="113997" x="8340725" y="3694113"/>
          <p14:tracePt t="114013" x="8412163" y="3733800"/>
          <p14:tracePt t="114028" x="8513763" y="3827463"/>
          <p14:tracePt t="114042" x="8551863" y="3889375"/>
          <p14:tracePt t="114056" x="8615363" y="3998913"/>
          <p14:tracePt t="114072" x="8661400" y="4170363"/>
          <p14:tracePt t="114085" x="8685213" y="4351338"/>
          <p14:tracePt t="114102" x="8677275" y="4498975"/>
          <p14:tracePt t="114117" x="8637588" y="4600575"/>
          <p14:tracePt t="114132" x="8575675" y="4718050"/>
          <p14:tracePt t="114150" x="8497888" y="4857750"/>
          <p14:tracePt t="114165" x="8458200" y="4921250"/>
          <p14:tracePt t="114189" x="8334375" y="5045075"/>
          <p14:tracePt t="114196" x="8021638" y="5280025"/>
          <p14:tracePt t="114209" x="7842250" y="5365750"/>
          <p14:tracePt t="114222" x="7724775" y="5413375"/>
          <p14:tracePt t="114235" x="7607300" y="5459413"/>
          <p14:tracePt t="114240" x="7427913" y="5507038"/>
          <p14:tracePt t="114252" x="7302500" y="5522913"/>
          <p14:tracePt t="114281" x="7192963" y="5507038"/>
          <p14:tracePt t="114300" x="7075488" y="5429250"/>
          <p14:tracePt t="114325" x="7021513" y="5186363"/>
          <p14:tracePt t="114341" x="7013575" y="5030788"/>
          <p14:tracePt t="114356" x="7045325" y="4787900"/>
          <p14:tracePt t="114372" x="7069138" y="4662488"/>
          <p14:tracePt t="114385" x="7107238" y="4546600"/>
          <p14:tracePt t="114403" x="7177088" y="4319588"/>
          <p14:tracePt t="114417" x="7208838" y="4194175"/>
          <p14:tracePt t="114432" x="7240588" y="4092575"/>
          <p14:tracePt t="114474" x="7342188" y="4030663"/>
          <p14:tracePt t="114507" x="7459663" y="4006850"/>
          <p14:tracePt t="114536" x="7856538" y="3967163"/>
          <p14:tracePt t="114552" x="7966075" y="3944938"/>
          <p14:tracePt t="114581" x="8208963" y="3952875"/>
          <p14:tracePt t="114597" x="8286750" y="3983038"/>
          <p14:tracePt t="114614" x="8356600" y="4006850"/>
          <p14:tracePt t="114627" x="8450263" y="4046538"/>
          <p14:tracePt t="114640" x="8529638" y="4076700"/>
          <p14:tracePt t="114662" x="8559800" y="4100513"/>
          <p14:tracePt t="114675" x="8623300" y="4225925"/>
          <p14:tracePt t="114689" x="8615363" y="4335463"/>
          <p14:tracePt t="114705" x="8599488" y="4467225"/>
          <p14:tracePt t="114720" x="8567738" y="4584700"/>
          <p14:tracePt t="114733" x="8529638" y="4686300"/>
          <p14:tracePt t="114748" x="8505825" y="4718050"/>
          <p14:tracePt t="114763" x="8442325" y="4772025"/>
          <p14:tracePt t="114777" x="8334375" y="4843463"/>
          <p14:tracePt t="114796" x="8278813" y="4865688"/>
          <p14:tracePt t="114812" x="8051800" y="4873625"/>
          <p14:tracePt t="114827" x="7888288" y="4827588"/>
          <p14:tracePt t="114841" x="7740650" y="4756150"/>
          <p14:tracePt t="114864" x="7693025" y="4725988"/>
          <p14:tracePt t="114871" x="7505700" y="4554538"/>
          <p14:tracePt t="114887" x="7334250" y="4365625"/>
          <p14:tracePt t="114898" x="7240588" y="4271963"/>
          <p14:tracePt t="114916" x="7091363" y="4084638"/>
          <p14:tracePt t="114930" x="6997700" y="3998913"/>
          <p14:tracePt t="114941" x="6919913" y="3905250"/>
          <p14:tracePt t="114995" x="6927850" y="3795713"/>
          <p14:tracePt t="115018" x="6973888" y="3678238"/>
          <p14:tracePt t="115041" x="7029450" y="3576638"/>
          <p14:tracePt t="115047" x="7169150" y="3381375"/>
          <p14:tracePt t="115067" x="7350125" y="3225800"/>
          <p14:tracePt t="115089" x="7459663" y="3163888"/>
          <p14:tracePt t="115094" x="7567613" y="3116263"/>
          <p14:tracePt t="115107" x="7794625" y="3030538"/>
          <p14:tracePt t="115120" x="7920038" y="3014663"/>
          <p14:tracePt t="115153" x="8161338" y="3038475"/>
          <p14:tracePt t="115183" x="8262938" y="3100388"/>
          <p14:tracePt t="115200" x="8356600" y="3171825"/>
          <p14:tracePt t="115216" x="8435975" y="3249613"/>
          <p14:tracePt t="115230" x="8575675" y="3452813"/>
          <p14:tracePt t="115245" x="8615363" y="3530600"/>
          <p14:tracePt t="115259" x="8716963" y="3843338"/>
          <p14:tracePt t="115272" x="8731250" y="4030663"/>
          <p14:tracePt t="115292" x="8724900" y="4210050"/>
          <p14:tracePt t="115306" x="8701088" y="4365625"/>
          <p14:tracePt t="115320" x="8685213" y="4459288"/>
          <p14:tracePt t="115334" x="8615363" y="4624388"/>
          <p14:tracePt t="115348" x="8551863" y="4718050"/>
          <p14:tracePt t="115368" x="8505825" y="4764088"/>
          <p14:tracePt t="115377" x="8388350" y="4865688"/>
          <p14:tracePt t="115392" x="8294688" y="4897438"/>
          <p14:tracePt t="115398" x="8232775" y="4913313"/>
          <p14:tracePt t="115409" x="8051800" y="4945063"/>
          <p14:tracePt t="115421" x="8029575" y="4945063"/>
          <p14:tracePt t="115447" x="7927975" y="4937125"/>
          <p14:tracePt t="115456" x="7818438" y="4905375"/>
          <p14:tracePt t="115468" x="7732713" y="4873625"/>
          <p14:tracePt t="115486" x="7685088" y="4857750"/>
          <p14:tracePt t="115497" x="7623175" y="4835525"/>
          <p14:tracePt t="115528" x="7545388" y="4779963"/>
          <p14:tracePt t="115546" x="7489825" y="4670425"/>
          <p14:tracePt t="115588" x="7459663" y="4546600"/>
          <p14:tracePt t="115605" x="7451725" y="4429125"/>
          <p14:tracePt t="115619" x="7459663" y="4303713"/>
          <p14:tracePt t="115632" x="7473950" y="4186238"/>
          <p14:tracePt t="115650" x="7497763" y="4062413"/>
          <p14:tracePt t="115667" x="7537450" y="3944938"/>
          <p14:tracePt t="115695" x="7599363" y="3851275"/>
          <p14:tracePt t="115709" x="7677150" y="3765550"/>
          <p14:tracePt t="115725" x="7770813" y="3702050"/>
          <p14:tracePt t="115740" x="7872413" y="3632200"/>
          <p14:tracePt t="115770" x="7981950" y="3608388"/>
          <p14:tracePt t="115788" x="8139113" y="3600450"/>
          <p14:tracePt t="115801" x="8340725" y="3648075"/>
          <p14:tracePt t="115814" x="8442325" y="3702050"/>
          <p14:tracePt t="115831" x="8529638" y="3749675"/>
          <p14:tracePt t="115846" x="8685213" y="3889375"/>
          <p14:tracePt t="115862" x="8747125" y="3944938"/>
          <p14:tracePt t="115876" x="8840788" y="4068763"/>
          <p14:tracePt t="115889" x="8872538" y="4170363"/>
          <p14:tracePt t="115901" x="8888413" y="4241800"/>
          <p14:tracePt t="115922" x="8888413" y="4311650"/>
          <p14:tracePt t="115935" x="8888413" y="4397375"/>
          <p14:tracePt t="115951" x="8872538" y="4600575"/>
          <p14:tracePt t="115962" x="8848725" y="4678363"/>
          <p14:tracePt t="115983" x="8826500" y="4803775"/>
          <p14:tracePt t="115995" x="8794750" y="4929188"/>
          <p14:tracePt t="116008" x="8770938" y="4999038"/>
          <p14:tracePt t="116026" x="8724900" y="5116513"/>
          <p14:tracePt t="116042" x="8623300" y="5218113"/>
          <p14:tracePt t="116054" x="8575675" y="5210175"/>
          <p14:tracePt t="116068" x="8466138" y="5154613"/>
          <p14:tracePt t="116087" x="8318500" y="5092700"/>
          <p14:tracePt t="116100" x="8153400" y="5053013"/>
          <p14:tracePt t="116128" x="8037513" y="5045075"/>
          <p14:tracePt t="116136" x="7842250" y="5030788"/>
          <p14:tracePt t="116148" x="7693025" y="5014913"/>
          <p14:tracePt t="116162" x="7639050" y="4999038"/>
          <p14:tracePt t="116178" x="7553325" y="4921250"/>
          <p14:tracePt t="116191" x="7372350" y="4741863"/>
          <p14:tracePt t="116203" x="7294563" y="4640263"/>
          <p14:tracePt t="116221" x="7232650" y="4538663"/>
          <p14:tracePt t="116234" x="7177088" y="4445000"/>
          <p14:tracePt t="116248" x="7146925" y="4335463"/>
          <p14:tracePt t="116269" x="7146925" y="4210050"/>
          <p14:tracePt t="116280" x="7162800" y="4092575"/>
          <p14:tracePt t="116296" x="7192963" y="3975100"/>
          <p14:tracePt t="116309" x="7286625" y="3757613"/>
          <p14:tracePt t="116322" x="7326313" y="3640138"/>
          <p14:tracePt t="116342" x="7364413" y="3530600"/>
          <p14:tracePt t="116382" x="7553325" y="3397250"/>
          <p14:tracePt t="116398" x="7661275" y="3359150"/>
          <p14:tracePt t="116416" x="7778750" y="3343275"/>
          <p14:tracePt t="116445" x="7904163" y="3343275"/>
          <p14:tracePt t="116475" x="8013700" y="3367088"/>
          <p14:tracePt t="116503" x="8232775" y="3476625"/>
          <p14:tracePt t="116519" x="8334375" y="3562350"/>
          <p14:tracePt t="116534" x="8529638" y="3717925"/>
          <p14:tracePt t="116551" x="8724900" y="3867150"/>
          <p14:tracePt t="116574" x="8747125" y="3889375"/>
          <p14:tracePt t="116580" x="8856663" y="4022725"/>
          <p14:tracePt t="116596" x="8896350" y="4076700"/>
          <p14:tracePt t="116611" x="8934450" y="4225925"/>
          <p14:tracePt t="116623" x="8942388" y="4257675"/>
          <p14:tracePt t="116639" x="8896350" y="4421188"/>
          <p14:tracePt t="116663" x="8872538" y="4498975"/>
          <p14:tracePt t="116673" x="8832850" y="4608513"/>
          <p14:tracePt t="116685" x="8755063" y="4718050"/>
          <p14:tracePt t="116700" x="8685213" y="4803775"/>
          <p14:tracePt t="116713" x="8631238" y="4857750"/>
          <p14:tracePt t="116741" x="8567738" y="4905375"/>
          <p14:tracePt t="116750" x="8450263" y="4983163"/>
          <p14:tracePt t="116763" x="8310563" y="5022850"/>
          <p14:tracePt t="116775" x="8161338" y="5022850"/>
          <p14:tracePt t="116787" x="7989888" y="4983163"/>
          <p14:tracePt t="116811" x="7935913" y="4967288"/>
          <p14:tracePt t="116823" x="7826375" y="4921250"/>
          <p14:tracePt t="116837" x="7623175" y="4803775"/>
          <p14:tracePt t="116852" x="7521575" y="4749800"/>
          <p14:tracePt t="116892" x="7419975" y="4686300"/>
          <p14:tracePt t="116904" x="7350125" y="4592638"/>
          <p14:tracePt t="116919" x="7294563" y="4359275"/>
          <p14:tracePt t="116925" x="7286625" y="4249738"/>
          <p14:tracePt t="116940" x="7286625" y="4132263"/>
          <p14:tracePt t="116954" x="7318375" y="3889375"/>
          <p14:tracePt t="116969" x="7364413" y="3787775"/>
          <p14:tracePt t="116994" x="7419975" y="3686175"/>
          <p14:tracePt t="117017" x="7489825" y="3592513"/>
          <p14:tracePt t="117040" x="7583488" y="3506788"/>
          <p14:tracePt t="117044" x="7700963" y="3468688"/>
          <p14:tracePt t="117060" x="7826375" y="3436938"/>
          <p14:tracePt t="117072" x="7943850" y="3429000"/>
          <p14:tracePt t="117097" x="8059738" y="3444875"/>
          <p14:tracePt t="117113" x="8177213" y="3476625"/>
          <p14:tracePt t="117120" x="8294688" y="3522663"/>
          <p14:tracePt t="117138" x="8404225" y="3570288"/>
          <p14:tracePt t="117154" x="8529638" y="3616325"/>
          <p14:tracePt t="117167" x="8716963" y="3741738"/>
          <p14:tracePt t="117193" x="8818563" y="3835400"/>
          <p14:tracePt t="117203" x="8920163" y="4014788"/>
          <p14:tracePt t="117212" x="8950325" y="4164013"/>
          <p14:tracePt t="117227" x="8958263" y="4279900"/>
          <p14:tracePt t="117243" x="8950325" y="4365625"/>
          <p14:tracePt t="117255" x="8920163" y="4429125"/>
          <p14:tracePt t="117268" x="8880475" y="4506913"/>
          <p14:tracePt t="117288" x="8840788" y="4576763"/>
          <p14:tracePt t="117300" x="8724900" y="4670425"/>
          <p14:tracePt t="117326" x="8623300" y="4733925"/>
          <p14:tracePt t="117333" x="8575675" y="4756150"/>
          <p14:tracePt t="117359" x="8543925" y="4772025"/>
          <p14:tracePt t="117363" x="8412163" y="4857750"/>
          <p14:tracePt t="117377" x="8286750" y="4913313"/>
          <p14:tracePt t="117390" x="8115300" y="4959350"/>
          <p14:tracePt t="117403" x="8107363" y="4959350"/>
          <p14:tracePt t="117424" x="7880350" y="4889500"/>
          <p14:tracePt t="117446" x="7661275" y="4795838"/>
          <p14:tracePt t="117463" x="7388225" y="4694238"/>
          <p14:tracePt t="117475" x="7169150" y="4608513"/>
          <p14:tracePt t="117482" x="7061200" y="4568825"/>
          <p14:tracePt t="117553" x="7029450" y="4467225"/>
          <p14:tracePt t="117584" x="7061200" y="4225925"/>
          <p14:tracePt t="117601" x="7107238" y="4092575"/>
          <p14:tracePt t="117618" x="7146925" y="3990975"/>
          <p14:tracePt t="117646" x="7216775" y="3897313"/>
          <p14:tracePt t="117662" x="7286625" y="3803650"/>
          <p14:tracePt t="117677" x="7364413" y="3717925"/>
          <p14:tracePt t="117693" x="7567613" y="3562350"/>
          <p14:tracePt t="117707" x="7677150" y="3506788"/>
          <p14:tracePt t="117720" x="7802563" y="3476625"/>
          <p14:tracePt t="117735" x="7927975" y="3476625"/>
          <p14:tracePt t="117753" x="8037513" y="3522663"/>
          <p14:tracePt t="117775" x="8240713" y="3663950"/>
          <p14:tracePt t="117798" x="8396288" y="3835400"/>
          <p14:tracePt t="117814" x="8489950" y="3952875"/>
          <p14:tracePt t="117826" x="8567738" y="4178300"/>
          <p14:tracePt t="117839" x="8575675" y="4335463"/>
          <p14:tracePt t="117865" x="8559800" y="4445000"/>
          <p14:tracePt t="117874" x="8497888" y="4718050"/>
          <p14:tracePt t="117887" x="8442325" y="4921250"/>
          <p14:tracePt t="117900" x="8334375" y="5202238"/>
          <p14:tracePt t="117920" x="8302625" y="5287963"/>
          <p14:tracePt t="117931" x="8169275" y="5568950"/>
          <p14:tracePt t="117954" x="8115300" y="5632450"/>
          <p14:tracePt t="117961" x="8051800" y="5670550"/>
          <p14:tracePt t="117975" x="7778750" y="5632450"/>
          <p14:tracePt t="117992" x="7716838" y="5592763"/>
          <p14:tracePt t="118005" x="7529513" y="5443538"/>
          <p14:tracePt t="118023" x="7451725" y="5349875"/>
          <p14:tracePt t="118039" x="7443788" y="5327650"/>
          <p14:tracePt t="118053" x="7412038" y="5084763"/>
          <p14:tracePt t="118067" x="7481888" y="4843463"/>
          <p14:tracePt t="118083" x="7599363" y="4632325"/>
          <p14:tracePt t="118097" x="7646988" y="4546600"/>
          <p14:tracePt t="118111" x="7716838" y="4452938"/>
          <p14:tracePt t="118126" x="7850188" y="4335463"/>
          <p14:tracePt t="118141" x="7920038" y="4295775"/>
          <p14:tracePt t="118157" x="7958138" y="4295775"/>
          <p14:tracePt t="118169" x="7989888" y="4311650"/>
          <p14:tracePt t="118185" x="8013700" y="4327525"/>
          <p14:tracePt t="118202" x="8029575" y="4343400"/>
          <p14:tracePt t="118232" x="8067675" y="4405313"/>
          <p14:tracePt t="118249" x="8091488" y="4483100"/>
          <p14:tracePt t="118264" x="8107363" y="4632325"/>
          <p14:tracePt t="118276" x="8107363" y="4733925"/>
          <p14:tracePt t="118292" x="8099425" y="4835525"/>
          <p14:tracePt t="118306" x="8091488" y="4913313"/>
          <p14:tracePt t="118333" x="8005763" y="4937125"/>
          <p14:tracePt t="118349" x="7864475" y="4921250"/>
          <p14:tracePt t="118366" x="7732713" y="4873625"/>
          <p14:tracePt t="118383" x="7639050" y="4835525"/>
          <p14:tracePt t="118396" x="7286625" y="4632325"/>
          <p14:tracePt t="118408" x="7177088" y="4560888"/>
          <p14:tracePt t="118413" x="7075488" y="4483100"/>
          <p14:tracePt t="118426" x="6981825" y="4397375"/>
          <p14:tracePt t="118442" x="6919913" y="4287838"/>
          <p14:tracePt t="118469" x="6967538" y="4194175"/>
          <p14:tracePt t="118486" x="7061200" y="4116388"/>
          <p14:tracePt t="118496" x="7162800" y="4054475"/>
          <p14:tracePt t="118500" x="7286625" y="4014788"/>
          <p14:tracePt t="118518" x="7412038" y="3975100"/>
          <p14:tracePt t="118532" x="7654925" y="3975100"/>
          <p14:tracePt t="118546" x="7888288" y="4076700"/>
          <p14:tracePt t="118560" x="7935913" y="4156075"/>
          <p14:tracePt t="118579" x="7966075" y="4287838"/>
          <p14:tracePt t="118592" x="7896225" y="4445000"/>
          <p14:tracePt t="118606" x="7842250" y="4514850"/>
          <p14:tracePt t="118619" x="7669213" y="4654550"/>
          <p14:tracePt t="118638" x="7607300" y="4702175"/>
          <p14:tracePt t="118652" x="7342188" y="4889500"/>
          <p14:tracePt t="118666" x="6989763" y="5030788"/>
          <p14:tracePt t="118683" x="6700838" y="5092700"/>
          <p14:tracePt t="118695" x="6569075" y="5108575"/>
          <p14:tracePt t="118710" x="5943600" y="5132388"/>
          <p14:tracePt t="118724" x="5826125" y="5132388"/>
          <p14:tracePt t="118739" x="5389563" y="5154613"/>
          <p14:tracePt t="118757" x="4959350" y="5186363"/>
          <p14:tracePt t="119952" x="7950200" y="3749675"/>
          <p14:tracePt t="119957" x="7896225" y="3859213"/>
          <p14:tracePt t="119973" x="7818438" y="3952875"/>
          <p14:tracePt t="119981" x="7740650" y="4038600"/>
          <p14:tracePt t="119990" x="7646988" y="4116388"/>
          <p14:tracePt t="120004" x="7545388" y="4186238"/>
          <p14:tracePt t="120007" x="7419975" y="4225925"/>
          <p14:tracePt t="120023" x="7294563" y="4202113"/>
          <p14:tracePt t="120038" x="7146925" y="4132263"/>
          <p14:tracePt t="120054" x="7045325" y="4068763"/>
          <p14:tracePt t="120070" x="6981825" y="3967163"/>
          <p14:tracePt t="120092" x="6959600" y="3843338"/>
          <p14:tracePt t="120099" x="6959600" y="3717925"/>
          <p14:tracePt t="120114" x="6997700" y="3600450"/>
          <p14:tracePt t="120137" x="7045325" y="3498850"/>
          <p14:tracePt t="120189" x="7270750" y="3490913"/>
          <p14:tracePt t="120214" x="7302500" y="3570288"/>
          <p14:tracePt t="120230" x="7286625" y="3686175"/>
          <p14:tracePt t="120244" x="7232650" y="3771900"/>
          <p14:tracePt t="120254" x="7192963" y="3779838"/>
          <p14:tracePt t="120267" x="7146925" y="3787775"/>
          <p14:tracePt t="120280" x="7083425" y="3787775"/>
          <p14:tracePt t="120295" x="7005638" y="3757613"/>
          <p14:tracePt t="120311" x="6967538" y="3733800"/>
          <p14:tracePt t="120340" x="6919913" y="3616325"/>
          <p14:tracePt t="120371" x="6927850" y="3498850"/>
          <p14:tracePt t="120402" x="7013575" y="3436938"/>
          <p14:tracePt t="120419" x="7208838" y="3381375"/>
          <p14:tracePt t="120431" x="7396163" y="3421063"/>
          <p14:tracePt t="120444" x="7459663" y="3436938"/>
          <p14:tracePt t="120460" x="7740650" y="3554413"/>
          <p14:tracePt t="120475" x="7842250" y="3616325"/>
          <p14:tracePt t="120489" x="7920038" y="3678238"/>
          <p14:tracePt t="120505" x="7958138" y="3733800"/>
          <p14:tracePt t="120521" x="7997825" y="3795713"/>
          <p14:tracePt t="120536" x="8021638" y="3873500"/>
          <p14:tracePt t="120551" x="8013700" y="3944938"/>
          <p14:tracePt t="120566" x="7981950" y="4030663"/>
          <p14:tracePt t="120580" x="7935913" y="4076700"/>
          <p14:tracePt t="120596" x="7856538" y="4092575"/>
          <p14:tracePt t="120610" x="7754938" y="4084638"/>
          <p14:tracePt t="120625" x="7654925" y="4038600"/>
          <p14:tracePt t="120640" x="7559675" y="3960813"/>
          <p14:tracePt t="120655" x="7489825" y="3851275"/>
          <p14:tracePt t="120678" x="7443788" y="3741738"/>
          <p14:tracePt t="120694" x="7435850" y="3709988"/>
          <p14:tracePt t="120707" x="7427913" y="3678238"/>
          <p14:tracePt t="120717" x="7459663" y="3632200"/>
          <p14:tracePt t="120721" x="7481888" y="3624263"/>
          <p14:tracePt t="120746" x="7607300" y="3608388"/>
          <p14:tracePt t="120775" x="7639050" y="3608388"/>
          <p14:tracePt t="120790" x="7669213" y="3608388"/>
          <p14:tracePt t="120830" x="7708900" y="3624263"/>
          <p14:tracePt t="120868" x="7732713" y="3656013"/>
          <p14:tracePt t="120897" x="7748588" y="3717925"/>
          <p14:tracePt t="120925" x="7762875" y="3717925"/>
          <p14:tracePt t="120940" x="7786688" y="3717925"/>
          <p14:tracePt t="120955" x="7810500" y="3702050"/>
          <p14:tracePt t="121084" x="7818438" y="3725863"/>
          <p14:tracePt t="121190" x="7834313" y="3741738"/>
          <p14:tracePt t="121207" x="7850188" y="3771900"/>
          <p14:tracePt t="121232" x="7880350" y="3867150"/>
          <p14:tracePt t="121240" x="7912100" y="3921125"/>
          <p14:tracePt t="121267" x="7935913" y="3937000"/>
          <p14:tracePt t="121291" x="7966075" y="3944938"/>
          <p14:tracePt t="121305" x="8005763" y="3960813"/>
          <p14:tracePt t="146629" x="8201025" y="3436938"/>
          <p14:tracePt t="146641" x="8216900" y="3468688"/>
          <p14:tracePt t="146652" x="8302625" y="3584575"/>
          <p14:tracePt t="146661" x="8334375" y="3616325"/>
          <p14:tracePt t="146728" x="8340725" y="3733800"/>
          <p14:tracePt t="146744" x="8270875" y="3851275"/>
          <p14:tracePt t="146757" x="8193088" y="3952875"/>
          <p14:tracePt t="146764" x="7981950" y="4148138"/>
          <p14:tracePt t="146793" x="7872413" y="4186238"/>
          <p14:tracePt t="146808" x="7754938" y="4210050"/>
          <p14:tracePt t="146824" x="7646988" y="4186238"/>
          <p14:tracePt t="146888" x="7575550" y="4054475"/>
          <p14:tracePt t="146904" x="7599363" y="3960813"/>
          <p14:tracePt t="146921" x="7669213" y="3897313"/>
          <p14:tracePt t="146935" x="7700963" y="3873500"/>
          <p14:tracePt t="146978" x="7826375" y="3897313"/>
          <p14:tracePt t="147012" x="7950200" y="3929063"/>
          <p14:tracePt t="147040" x="8051800" y="3990975"/>
          <p14:tracePt t="147055" x="8123238" y="4084638"/>
          <p14:tracePt t="147081" x="8107363" y="4319588"/>
          <p14:tracePt t="147097" x="8029575" y="4437063"/>
          <p14:tracePt t="147126" x="7943850" y="4530725"/>
          <p14:tracePt t="147138" x="7850188" y="4584700"/>
          <p14:tracePt t="147237" x="7754938" y="4514850"/>
          <p14:tracePt t="147297" x="7770813" y="4397375"/>
          <p14:tracePt t="147358" x="7794625" y="4279900"/>
          <p14:tracePt t="147418" x="7685088" y="4062413"/>
          <p14:tracePt t="147568" x="7716838" y="3944938"/>
          <p14:tracePt t="147598" x="7818438" y="3881438"/>
          <p14:tracePt t="148718" x="7810500" y="3273425"/>
          <p14:tracePt t="148733" x="7904163" y="3281363"/>
          <p14:tracePt t="148746" x="8013700" y="3389313"/>
          <p14:tracePt t="148761" x="8091488" y="3546475"/>
          <p14:tracePt t="148775" x="8145463" y="3694113"/>
          <p14:tracePt t="148792" x="8161338" y="3859213"/>
          <p14:tracePt t="148805" x="8145463" y="3990975"/>
          <p14:tracePt t="148821" x="8123238" y="4084638"/>
          <p14:tracePt t="148838" x="8059738" y="4249738"/>
          <p14:tracePt t="148852" x="7966075" y="4421188"/>
          <p14:tracePt t="148865" x="7920038" y="4483100"/>
          <p14:tracePt t="148882" x="7856538" y="4546600"/>
          <p14:tracePt t="148895" x="7786688" y="4568825"/>
          <p14:tracePt t="148921" x="7615238" y="4554538"/>
          <p14:tracePt t="148945" x="7459663" y="4514850"/>
          <p14:tracePt t="148950" x="7264400" y="4413250"/>
          <p14:tracePt t="148960" x="7192963" y="4303713"/>
          <p14:tracePt t="148971" x="7192963" y="4217988"/>
          <p14:tracePt t="148989" x="7270750" y="4030663"/>
          <p14:tracePt t="149000" x="7358063" y="3859213"/>
          <p14:tracePt t="149017" x="7404100" y="3779838"/>
          <p14:tracePt t="149031" x="7521575" y="3624263"/>
          <p14:tracePt t="149046" x="7677150" y="3490913"/>
          <p14:tracePt t="149061" x="7794625" y="3452813"/>
          <p14:tracePt t="149076" x="7872413" y="3452813"/>
          <p14:tracePt t="149090" x="7935913" y="3468688"/>
          <p14:tracePt t="149126" x="7981950" y="3498850"/>
          <p14:tracePt t="149139" x="8075613" y="3616325"/>
          <p14:tracePt t="149152" x="8107363" y="3694113"/>
          <p14:tracePt t="149154" x="8139113" y="3779838"/>
          <p14:tracePt t="149167" x="8153400" y="3897313"/>
          <p14:tracePt t="149180" x="8131175" y="4054475"/>
          <p14:tracePt t="149196" x="8091488" y="4194175"/>
          <p14:tracePt t="149211" x="8037513" y="4351338"/>
          <p14:tracePt t="149233" x="7981950" y="4475163"/>
          <p14:tracePt t="149249" x="7896225" y="4608513"/>
          <p14:tracePt t="149265" x="7810500" y="4686300"/>
          <p14:tracePt t="149280" x="7732713" y="4741863"/>
          <p14:tracePt t="149294" x="7639050" y="4779963"/>
          <p14:tracePt t="149311" x="7559675" y="4795838"/>
          <p14:tracePt t="149336" x="7489825" y="4787900"/>
          <p14:tracePt t="149348" x="7364413" y="4756150"/>
          <p14:tracePt t="149358" x="7302500" y="4733925"/>
          <p14:tracePt t="149381" x="7146925" y="4632325"/>
          <p14:tracePt t="149393" x="7115175" y="4560888"/>
          <p14:tracePt t="149399" x="7115175" y="4467225"/>
          <p14:tracePt t="149414" x="7123113" y="4437063"/>
          <p14:tracePt t="149442" x="7185025" y="4202113"/>
          <p14:tracePt t="149460" x="7256463" y="4076700"/>
          <p14:tracePt t="149486" x="7278688" y="4054475"/>
          <p14:tracePt t="149502" x="7412038" y="3960813"/>
          <p14:tracePt t="149508" x="7521575" y="3905250"/>
          <p14:tracePt t="149531" x="7607300" y="3881438"/>
          <p14:tracePt t="149540" x="7700963" y="3881438"/>
          <p14:tracePt t="149551" x="7786688" y="3881438"/>
          <p14:tracePt t="149565" x="7856538" y="3889375"/>
          <p14:tracePt t="149580" x="7989888" y="3881438"/>
          <p14:tracePt t="149595" x="8051800" y="3881438"/>
          <p14:tracePt t="149609" x="8153400" y="3897313"/>
          <p14:tracePt t="149626" x="8247063" y="3929063"/>
          <p14:tracePt t="149642" x="8364538" y="3967163"/>
          <p14:tracePt t="149656" x="8450263" y="4014788"/>
          <p14:tracePt t="149669" x="8513763" y="4062413"/>
          <p14:tracePt t="149700" x="8551863" y="4116388"/>
          <p14:tracePt t="149716" x="8559800" y="4202113"/>
          <p14:tracePt t="149729" x="8529638" y="4365625"/>
          <p14:tracePt t="149743" x="8505825" y="4459288"/>
          <p14:tracePt t="149748" x="8458200" y="4592638"/>
          <p14:tracePt t="149762" x="8404225" y="4733925"/>
          <p14:tracePt t="149775" x="8326438" y="4881563"/>
          <p14:tracePt t="149793" x="8240713" y="4991100"/>
          <p14:tracePt t="149806" x="8145463" y="5076825"/>
          <p14:tracePt t="149821" x="8045450" y="5140325"/>
          <p14:tracePt t="149836" x="7950200" y="5178425"/>
          <p14:tracePt t="149851" x="7864475" y="5194300"/>
          <p14:tracePt t="149883" x="7661275" y="5116513"/>
          <p14:tracePt t="149899" x="7553325" y="5068888"/>
          <p14:tracePt t="149913" x="7466013" y="5014913"/>
          <p14:tracePt t="149927" x="7388225" y="4945063"/>
          <p14:tracePt t="149943" x="7334250" y="4849813"/>
          <p14:tracePt t="149959" x="7286625" y="4741863"/>
          <p14:tracePt t="149971" x="7248525" y="4616450"/>
          <p14:tracePt t="149986" x="7200900" y="4491038"/>
          <p14:tracePt t="149999" x="7169150" y="4421188"/>
          <p14:tracePt t="150030" x="7107238" y="4178300"/>
          <p14:tracePt t="150045" x="7131050" y="4076700"/>
          <p14:tracePt t="150060" x="7169150" y="3998913"/>
          <p14:tracePt t="150076" x="7208838" y="3921125"/>
          <p14:tracePt t="150090" x="7224713" y="3897313"/>
          <p14:tracePt t="150107" x="7270750" y="3843338"/>
          <p14:tracePt t="150120" x="7364413" y="3779838"/>
          <p14:tracePt t="150134" x="7404100" y="3757613"/>
          <p14:tracePt t="150167" x="7716838" y="3608388"/>
          <p14:tracePt t="150195" x="7770813" y="3584575"/>
          <p14:tracePt t="150210" x="7997825" y="3490913"/>
          <p14:tracePt t="150227" x="8107363" y="3452813"/>
          <p14:tracePt t="150247" x="8185150" y="3429000"/>
          <p14:tracePt t="150260" x="8240713" y="3405188"/>
          <p14:tracePt t="150284" x="8302625" y="3381375"/>
          <p14:tracePt t="150299" x="8404225" y="3389313"/>
          <p14:tracePt t="150318" x="8482013" y="3429000"/>
          <p14:tracePt t="150333" x="8543925" y="3468688"/>
          <p14:tracePt t="150347" x="8567738" y="3506788"/>
          <p14:tracePt t="150362" x="8591550" y="3584575"/>
          <p14:tracePt t="150376" x="8559800" y="3686175"/>
          <p14:tracePt t="150392" x="8435975" y="3779838"/>
          <p14:tracePt t="150405" x="8240713" y="3803650"/>
          <p14:tracePt t="150420" x="8169275" y="3803650"/>
          <p14:tracePt t="150451" x="8051800" y="3803650"/>
          <p14:tracePt t="150466" x="7935913" y="3795713"/>
          <p14:tracePt t="150510" x="7802563" y="3787775"/>
          <p14:tracePt t="150571" x="7732713" y="3881438"/>
          <p14:tracePt t="150598" x="7646988" y="4124325"/>
          <p14:tracePt t="150629" x="7521575" y="4421188"/>
          <p14:tracePt t="150644" x="7473950" y="4530725"/>
          <p14:tracePt t="150660" x="7372350" y="4654550"/>
          <p14:tracePt t="150692" x="7278688" y="4718050"/>
          <p14:tracePt t="150841" x="7358063" y="4811713"/>
          <p14:tracePt t="150868" x="7443788" y="5076825"/>
          <p14:tracePt t="150884" x="7451725" y="5499100"/>
          <p14:tracePt t="150900" x="7419975" y="5803900"/>
          <p14:tracePt t="150915" x="7380288" y="6076950"/>
          <p14:tracePt t="150947" x="7350125" y="6194425"/>
          <p14:tracePt t="150962" x="7342188" y="6256338"/>
          <p14:tracePt t="150976" x="7318375" y="6373813"/>
          <p14:tracePt t="151127" x="7380288" y="6561138"/>
          <p14:tracePt t="151156" x="7388225" y="6740525"/>
          <p14:tracePt t="151246" x="7388225" y="6615113"/>
          <p14:tracePt t="151263" x="7396163" y="6592888"/>
          <p14:tracePt t="151278" x="7404100" y="6475413"/>
          <p14:tracePt t="151395" x="7326313" y="6373813"/>
          <p14:tracePt t="151426" x="7248525" y="6138863"/>
          <p14:tracePt t="151443" x="7240588" y="6015038"/>
          <p14:tracePt t="151466" x="7264400" y="5842000"/>
          <p14:tracePt t="151473" x="7342188" y="5576888"/>
          <p14:tracePt t="151487" x="7380288" y="5459413"/>
          <p14:tracePt t="151504" x="7419975" y="5341938"/>
          <p14:tracePt t="151529" x="7459663" y="5233988"/>
          <p14:tracePt t="151577" x="7435850" y="5218113"/>
          <p14:tracePt t="151595" x="7216775" y="5108575"/>
          <p14:tracePt t="151611" x="7053263" y="5076825"/>
          <p14:tracePt t="151629" x="6778625" y="5053013"/>
          <p14:tracePt t="151637" x="6646863" y="5030788"/>
          <p14:tracePt t="151650" x="6240463" y="4975225"/>
          <p14:tracePt t="151664" x="6178550" y="4967288"/>
          <p14:tracePt t="151677" x="5795963" y="4865688"/>
          <p14:tracePt t="151688" x="5483225" y="4779963"/>
          <p14:tracePt t="151702" x="5224463" y="4733925"/>
          <p14:tracePt t="151737" x="4772025" y="4616450"/>
          <p14:tracePt t="151752" x="4552950" y="4530725"/>
          <p14:tracePt t="152867" x="7481888" y="4445000"/>
          <p14:tracePt t="152873" x="7505700" y="4506913"/>
          <p14:tracePt t="152883" x="7575550" y="4795838"/>
          <p14:tracePt t="152903" x="7567613" y="4921250"/>
          <p14:tracePt t="152963" x="7677150" y="4873625"/>
          <p14:tracePt t="153040" x="7685088" y="4905375"/>
          <p14:tracePt t="153049" x="7724775" y="5108575"/>
          <p14:tracePt t="153051" x="7754938" y="5365750"/>
          <p14:tracePt t="153062" x="7754938" y="5499100"/>
          <p14:tracePt t="153068" x="7754938" y="5522913"/>
          <p14:tracePt t="153079" x="7754938" y="5553075"/>
          <p14:tracePt t="153083" x="7754938" y="5584825"/>
          <p14:tracePt t="153133" x="7778750" y="5553075"/>
          <p14:tracePt t="153143" x="7920038" y="5311775"/>
          <p14:tracePt t="153146" x="8005763" y="5162550"/>
          <p14:tracePt t="153151" x="8059738" y="5053013"/>
          <p14:tracePt t="153159" x="8107363" y="4937125"/>
          <p14:tracePt t="153165" x="8161338" y="4827588"/>
          <p14:tracePt t="153173" x="8232775" y="4725988"/>
          <p14:tracePt t="153182" x="8310563" y="4632325"/>
          <p14:tracePt t="153198" x="8412163" y="4554538"/>
          <p14:tracePt t="153215" x="8521700" y="4506913"/>
          <p14:tracePt t="153233" x="8637588" y="4522788"/>
          <p14:tracePt t="153266" x="8731250" y="4600575"/>
          <p14:tracePt t="153285" x="8778875" y="4710113"/>
          <p14:tracePt t="153349" x="8661400" y="4640263"/>
          <p14:tracePt t="153371" x="8482013" y="4483100"/>
          <p14:tracePt t="153387" x="8278813" y="4170363"/>
          <p14:tracePt t="153403" x="8224838" y="3937000"/>
          <p14:tracePt t="153411" x="8224838" y="3827463"/>
          <p14:tracePt t="153427" x="8255000" y="3554413"/>
          <p14:tracePt t="153440" x="8340725" y="3327400"/>
          <p14:tracePt t="153458" x="8412163" y="3217863"/>
          <p14:tracePt t="153479" x="8631238" y="3092450"/>
          <p14:tracePt t="153498" x="9067800" y="3062288"/>
          <p14:tracePt t="153524" x="9223375" y="3132138"/>
          <p14:tracePt t="153531" x="9317038" y="3257550"/>
          <p14:tracePt t="153545" x="9372600" y="3429000"/>
          <p14:tracePt t="153571" x="9372600" y="3530600"/>
          <p14:tracePt t="153581" x="9340850" y="3843338"/>
          <p14:tracePt t="153597" x="9310688" y="3937000"/>
          <p14:tracePt t="153603" x="9223375" y="4108450"/>
          <p14:tracePt t="153619" x="9059863" y="4335463"/>
          <p14:tracePt t="153634" x="8896350" y="4506913"/>
          <p14:tracePt t="153647" x="8747125" y="4640263"/>
          <p14:tracePt t="153662" x="8669338" y="4694238"/>
          <p14:tracePt t="153679" x="8543925" y="4749800"/>
          <p14:tracePt t="153709" x="8139113" y="4827588"/>
          <p14:tracePt t="153723" x="7451725" y="4779963"/>
          <p14:tracePt t="153737" x="7310438" y="4756150"/>
          <p14:tracePt t="153751" x="6911975" y="4670425"/>
          <p14:tracePt t="154387" x="8513763" y="4006850"/>
          <p14:tracePt t="154413" x="8794750" y="4264025"/>
          <p14:tracePt t="154438" x="8856663" y="4640263"/>
          <p14:tracePt t="154457" x="8826500" y="4764088"/>
          <p14:tracePt t="154477" x="8599488" y="5154613"/>
          <p14:tracePt t="154496" x="8388350" y="5327650"/>
          <p14:tracePt t="154557" x="8442325" y="5076825"/>
          <p14:tracePt t="154573" x="8505825" y="4983163"/>
          <p14:tracePt t="154587" x="8623300" y="4897438"/>
          <p14:tracePt t="154603" x="8669338" y="4889500"/>
          <p14:tracePt t="154619" x="8818563" y="4951413"/>
          <p14:tracePt t="154635" x="8912225" y="5084763"/>
          <p14:tracePt t="154649" x="8926513" y="5248275"/>
          <p14:tracePt t="154665" x="8912225" y="5327650"/>
          <p14:tracePt t="154676" x="8856663" y="5483225"/>
          <p14:tracePt t="154692" x="8802688" y="5592763"/>
          <p14:tracePt t="154715" x="8575675" y="5834063"/>
          <p14:tracePt t="154730" x="8435975" y="5921375"/>
          <p14:tracePt t="154745" x="8161338" y="6069013"/>
          <p14:tracePt t="154762" x="8045450" y="6162675"/>
          <p14:tracePt t="154850" x="8029575" y="6084888"/>
          <p14:tracePt t="154873" x="8059738" y="6015038"/>
          <p14:tracePt t="154882" x="8193088" y="5935663"/>
          <p14:tracePt t="154895" x="8356600" y="5913438"/>
          <p14:tracePt t="154913" x="8450263" y="5921375"/>
          <p14:tracePt t="154928" x="8535988" y="5951538"/>
          <p14:tracePt t="154942" x="8567738" y="5975350"/>
          <p14:tracePt t="154973" x="8575675" y="6029325"/>
          <p14:tracePt t="154984" x="8442325" y="6122988"/>
          <p14:tracePt t="154997" x="8318500" y="6170613"/>
          <p14:tracePt t="155007" x="8224838" y="6186488"/>
          <p14:tracePt t="155024" x="8059738" y="6224588"/>
          <p14:tracePt t="155032" x="7935913" y="6248400"/>
          <p14:tracePt t="155047" x="7693025" y="6288088"/>
          <p14:tracePt t="155165" x="7724775" y="6280150"/>
          <p14:tracePt t="155192" x="7842250" y="6248400"/>
          <p14:tracePt t="155207" x="7950200" y="6288088"/>
          <p14:tracePt t="155269" x="7834313" y="6381750"/>
          <p14:tracePt t="155285" x="7810500" y="6389688"/>
          <p14:tracePt t="155297" x="7693025" y="6427788"/>
          <p14:tracePt t="155312" x="7669213" y="6427788"/>
          <p14:tracePt t="155330" x="7553325" y="6459538"/>
          <p14:tracePt t="155375" x="7451725" y="6413500"/>
          <p14:tracePt t="155404" x="7489825" y="6303963"/>
          <p14:tracePt t="155436" x="7639050" y="6202363"/>
          <p14:tracePt t="155467" x="7748588" y="6154738"/>
          <p14:tracePt t="155490" x="7864475" y="6116638"/>
          <p14:tracePt t="155511" x="7888288" y="6108700"/>
          <p14:tracePt t="155705" x="8013700" y="6076950"/>
          <p14:tracePt t="155722" x="8045450" y="6069013"/>
          <p14:tracePt t="155746" x="8169275" y="6061075"/>
          <p14:tracePt t="155836" x="7888288" y="6053138"/>
          <p14:tracePt t="155852" x="7615238" y="6015038"/>
          <p14:tracePt t="155883" x="7521575" y="5897563"/>
          <p14:tracePt t="155896" x="7443788" y="5600700"/>
          <p14:tracePt t="155912" x="7435850" y="5483225"/>
          <p14:tracePt t="155925" x="7489825" y="4983163"/>
          <p14:tracePt t="155941" x="7623175" y="4640263"/>
          <p14:tracePt t="155956" x="7639050" y="4624388"/>
          <p14:tracePt t="155970" x="7794625" y="4437063"/>
          <p14:tracePt t="155988" x="7958138" y="4319588"/>
          <p14:tracePt t="156002" x="8208963" y="4202113"/>
          <p14:tracePt t="156016" x="8302625" y="4202113"/>
          <p14:tracePt t="156049" x="8380413" y="4303713"/>
          <p14:tracePt t="156062" x="8435975" y="4452938"/>
          <p14:tracePt t="156075" x="8450263" y="4568825"/>
          <p14:tracePt t="156107" x="8428038" y="4803775"/>
          <p14:tracePt t="156120" x="8270875" y="5014913"/>
          <p14:tracePt t="156137" x="8224838" y="5045075"/>
          <p14:tracePt t="156152" x="8107363" y="5092700"/>
          <p14:tracePt t="156165" x="7834313" y="5116513"/>
          <p14:tracePt t="156223" x="7754938" y="5022850"/>
          <p14:tracePt t="156236" x="7748588" y="4795838"/>
          <p14:tracePt t="156252" x="7778750" y="4678363"/>
          <p14:tracePt t="156266" x="7896225" y="4467225"/>
          <p14:tracePt t="156283" x="8075613" y="4295775"/>
          <p14:tracePt t="156298" x="8177213" y="4233863"/>
          <p14:tracePt t="156313" x="8286750" y="4194175"/>
          <p14:tracePt t="156360" x="8372475" y="4303713"/>
          <p14:tracePt t="156375" x="8420100" y="4413250"/>
          <p14:tracePt t="156391" x="8388350" y="4600575"/>
          <p14:tracePt t="156407" x="8326438" y="4702175"/>
          <p14:tracePt t="156422" x="8232775" y="4795838"/>
          <p14:tracePt t="156439" x="8091488" y="4849813"/>
          <p14:tracePt t="156453" x="7842250" y="4873625"/>
          <p14:tracePt t="156466" x="7716838" y="4865688"/>
          <p14:tracePt t="156527" x="7693025" y="4749800"/>
          <p14:tracePt t="156541" x="7754938" y="4640263"/>
          <p14:tracePt t="156572" x="7864475" y="4560888"/>
          <p14:tracePt t="156589" x="7981950" y="4530725"/>
          <p14:tracePt t="156603" x="8107363" y="4546600"/>
          <p14:tracePt t="156616" x="8208963" y="4608513"/>
          <p14:tracePt t="156648" x="8278813" y="4741863"/>
          <p14:tracePt t="156662" x="8232775" y="4881563"/>
          <p14:tracePt t="156677" x="8153400" y="4967288"/>
          <p14:tracePt t="156692" x="8021638" y="5045075"/>
          <p14:tracePt t="156721" x="7912100" y="5100638"/>
          <p14:tracePt t="156813" x="7958138" y="4959350"/>
          <p14:tracePt t="156826" x="8029575" y="4873625"/>
          <p14:tracePt t="156843" x="8123238" y="4819650"/>
          <p14:tracePt t="156888" x="8145463" y="4827588"/>
          <p14:tracePt t="156916" x="8216900" y="4921250"/>
          <p14:tracePt t="156932" x="8201025" y="5045075"/>
          <p14:tracePt t="156948" x="8145463" y="5154613"/>
          <p14:tracePt t="156962" x="8051800" y="5241925"/>
          <p14:tracePt t="157052" x="8005763" y="5132388"/>
          <p14:tracePt t="157083" x="8051800" y="5022850"/>
          <p14:tracePt t="157128" x="8169275" y="5022850"/>
          <p14:tracePt t="157172" x="8247063" y="5154613"/>
          <p14:tracePt t="157188" x="8177213" y="5389563"/>
          <p14:tracePt t="157203" x="8107363" y="5491163"/>
          <p14:tracePt t="157219" x="7989888" y="5530850"/>
          <p14:tracePt t="157232" x="7864475" y="5530850"/>
          <p14:tracePt t="157248" x="7748588" y="5499100"/>
          <p14:tracePt t="157263" x="7639050" y="5443538"/>
          <p14:tracePt t="157279" x="7553325" y="5365750"/>
          <p14:tracePt t="157293" x="7505700" y="5256213"/>
          <p14:tracePt t="157308" x="7505700" y="5014913"/>
          <p14:tracePt t="157322" x="7545388" y="4913313"/>
          <p14:tracePt t="157339" x="7623175" y="4819650"/>
          <p14:tracePt t="157356" x="7724775" y="4749800"/>
          <p14:tracePt t="157371" x="7966075" y="4670425"/>
          <p14:tracePt t="157383" x="8075613" y="4670425"/>
          <p14:tracePt t="157413" x="8185150" y="4725988"/>
          <p14:tracePt t="157427" x="8255000" y="4827588"/>
          <p14:tracePt t="157457" x="8193088" y="5092700"/>
          <p14:tracePt t="157472" x="8059738" y="5218113"/>
          <p14:tracePt t="157487" x="7966075" y="5287963"/>
          <p14:tracePt t="157506" x="7685088" y="5357813"/>
          <p14:tracePt t="157516" x="7567613" y="5381625"/>
          <p14:tracePt t="157523" x="7318375" y="5389563"/>
          <p14:tracePt t="157542" x="7162800" y="5381625"/>
          <p14:tracePt t="157550" x="7045325" y="5319713"/>
          <p14:tracePt t="157593" x="7029450" y="5038725"/>
          <p14:tracePt t="157608" x="7029450" y="4921250"/>
          <p14:tracePt t="157621" x="7091363" y="4710113"/>
          <p14:tracePt t="157639" x="7200900" y="4498975"/>
          <p14:tracePt t="157653" x="7278688" y="4413250"/>
          <p14:tracePt t="157671" x="7481888" y="4264025"/>
          <p14:tracePt t="157685" x="7599363" y="4210050"/>
          <p14:tracePt t="157698" x="7842250" y="4217988"/>
          <p14:tracePt t="157729" x="7958138" y="4271963"/>
          <p14:tracePt t="157742" x="8161338" y="4475163"/>
          <p14:tracePt t="157759" x="8224838" y="4662488"/>
          <p14:tracePt t="157772" x="8224838" y="4951413"/>
          <p14:tracePt t="157789" x="8208963" y="5076825"/>
          <p14:tracePt t="157805" x="8139113" y="5357813"/>
          <p14:tracePt t="159077" x="7888288" y="3295650"/>
          <p14:tracePt t="159092" x="8059738" y="3405188"/>
          <p14:tracePt t="159110" x="8115300" y="3482975"/>
          <p14:tracePt t="159120" x="8153400" y="3608388"/>
          <p14:tracePt t="159134" x="8169275" y="3717925"/>
          <p14:tracePt t="159151" x="8153400" y="3843338"/>
          <p14:tracePt t="159171" x="8131175" y="3921125"/>
          <p14:tracePt t="159184" x="8107363" y="3967163"/>
          <p14:tracePt t="159198" x="8021638" y="4076700"/>
          <p14:tracePt t="159206" x="7943850" y="4156075"/>
          <p14:tracePt t="159217" x="7826375" y="4271963"/>
          <p14:tracePt t="159226" x="7654925" y="4397375"/>
          <p14:tracePt t="159240" x="7294563" y="4702175"/>
          <p14:tracePt t="159255" x="7278688" y="4718050"/>
          <p14:tracePt t="159270" x="7192963" y="4803775"/>
          <p14:tracePt t="159285" x="7091363" y="4873625"/>
          <p14:tracePt t="159301" x="6959600" y="4857750"/>
          <p14:tracePt t="159318" x="6724650" y="4772025"/>
          <p14:tracePt t="159332" x="6630988" y="4702175"/>
          <p14:tracePt t="159346" x="6545263" y="4616450"/>
          <p14:tracePt t="159367" x="6505575" y="4506913"/>
          <p14:tracePt t="159383" x="6513513" y="4365625"/>
          <p14:tracePt t="159399" x="6569075" y="4279900"/>
          <p14:tracePt t="159413" x="6740525" y="4156075"/>
          <p14:tracePt t="159431" x="6904038" y="4100513"/>
          <p14:tracePt t="159446" x="7069138" y="4076700"/>
          <p14:tracePt t="159467" x="7216775" y="4076700"/>
          <p14:tracePt t="159482" x="7342188" y="4076700"/>
          <p14:tracePt t="159519" x="7545388" y="4186238"/>
          <p14:tracePt t="159525" x="7623175" y="4210050"/>
          <p14:tracePt t="159531" x="7685088" y="4233863"/>
          <p14:tracePt t="159533" x="7740650" y="4257675"/>
          <p14:tracePt t="159537" x="7794625" y="4279900"/>
          <p14:tracePt t="159549" x="7888288" y="4319588"/>
          <p14:tracePt t="159554" x="7904163" y="4327525"/>
          <p14:tracePt t="159565" x="7943850" y="4351338"/>
          <p14:tracePt t="159569" x="8005763" y="4389438"/>
          <p14:tracePt t="159600" x="8029575" y="4405313"/>
          <p14:tracePt t="159625" x="7966075" y="4560888"/>
          <p14:tracePt t="159642" x="7904163" y="4632325"/>
          <p14:tracePt t="159672" x="7834313" y="4835525"/>
          <p14:tracePt t="159695" x="7818438" y="4921250"/>
          <p14:tracePt t="159752" x="7708900" y="4975225"/>
          <p14:tracePt t="159770" x="7599363" y="5006975"/>
          <p14:tracePt t="159788" x="7473950" y="4991100"/>
          <p14:tracePt t="159805" x="7380288" y="4905375"/>
          <p14:tracePt t="159820" x="7326313" y="4678363"/>
          <p14:tracePt t="159833" x="7326313" y="4560888"/>
          <p14:tracePt t="159851" x="7350125" y="4429125"/>
          <p14:tracePt t="159866" x="7419975" y="4202113"/>
          <p14:tracePt t="159881" x="7489825" y="4084638"/>
          <p14:tracePt t="159895" x="7708900" y="3827463"/>
          <p14:tracePt t="159910" x="7920038" y="3709988"/>
          <p14:tracePt t="159924" x="8045450" y="3671888"/>
          <p14:tracePt t="159936" x="8318500" y="3648075"/>
          <p14:tracePt t="159949" x="8513763" y="3678238"/>
          <p14:tracePt t="159963" x="8701088" y="3741738"/>
          <p14:tracePt t="159977" x="8856663" y="3843338"/>
          <p14:tracePt t="159993" x="8942388" y="3913188"/>
          <p14:tracePt t="160006" x="9036050" y="3998913"/>
          <p14:tracePt t="160021" x="9121775" y="4140200"/>
          <p14:tracePt t="160036" x="9137650" y="4303713"/>
          <p14:tracePt t="160052" x="9137650" y="4373563"/>
          <p14:tracePt t="160069" x="9075738" y="4554538"/>
          <p14:tracePt t="160083" x="9013825" y="4670425"/>
          <p14:tracePt t="160085" x="8958263" y="4733925"/>
          <p14:tracePt t="160096" x="8848725" y="4905375"/>
          <p14:tracePt t="160111" x="8747125" y="5038725"/>
          <p14:tracePt t="160126" x="8661400" y="5140325"/>
          <p14:tracePt t="160141" x="8575675" y="5226050"/>
          <p14:tracePt t="160157" x="8340725" y="5381625"/>
          <p14:tracePt t="160172" x="8051800" y="5475288"/>
          <p14:tracePt t="160197" x="7842250" y="5475288"/>
          <p14:tracePt t="160220" x="7810500" y="5475288"/>
          <p14:tracePt t="160234" x="7358063" y="5381625"/>
          <p14:tracePt t="160254" x="6943725" y="5092700"/>
          <p14:tracePt t="160278" x="6880225" y="4999038"/>
          <p14:tracePt t="160286" x="6794500" y="4725988"/>
          <p14:tracePt t="160301" x="6772275" y="4608513"/>
          <p14:tracePt t="160315" x="6786563" y="4365625"/>
          <p14:tracePt t="160334" x="6842125" y="4249738"/>
          <p14:tracePt t="160356" x="6981825" y="4046538"/>
          <p14:tracePt t="160372" x="7169150" y="3889375"/>
          <p14:tracePt t="160382" x="7404100" y="3787775"/>
          <p14:tracePt t="160392" x="7639050" y="3733800"/>
          <p14:tracePt t="160408" x="7880350" y="3709988"/>
          <p14:tracePt t="160431" x="8123238" y="3717925"/>
          <p14:tracePt t="160448" x="8247063" y="3749675"/>
          <p14:tracePt t="160457" x="8364538" y="3787775"/>
          <p14:tracePt t="160474" x="8466138" y="3843338"/>
          <p14:tracePt t="160483" x="8559800" y="3921125"/>
          <p14:tracePt t="160505" x="8623300" y="4014788"/>
          <p14:tracePt t="160513" x="8623300" y="4140200"/>
          <p14:tracePt t="160534" x="8591550" y="4249738"/>
          <p14:tracePt t="160569" x="8442325" y="4429125"/>
          <p14:tracePt t="160587" x="8083550" y="4522788"/>
          <p14:tracePt t="160601" x="7826375" y="4467225"/>
          <p14:tracePt t="160617" x="7599363" y="4413250"/>
          <p14:tracePt t="160635" x="7489825" y="4365625"/>
          <p14:tracePt t="160691" x="7489825" y="4241800"/>
          <p14:tracePt t="160706" x="7537450" y="4140200"/>
          <p14:tracePt t="160720" x="7615238" y="4038600"/>
          <p14:tracePt t="160763" x="7700963" y="3952875"/>
          <p14:tracePt t="160770" x="7818438" y="3905250"/>
          <p14:tracePt t="160796" x="7943850" y="3913188"/>
          <p14:tracePt t="160960" x="7856538" y="3975100"/>
          <p14:tracePt t="160977" x="7748588" y="3998913"/>
          <p14:tracePt t="161112" x="7864475" y="3944938"/>
          <p14:tracePt t="161245" x="7770813" y="3998913"/>
          <p14:tracePt t="161276" x="7669213" y="4022725"/>
          <p14:tracePt t="161380" x="7826375" y="4038600"/>
          <p14:tracePt t="161396" x="7974013" y="4046538"/>
          <p14:tracePt t="161412" x="8115300" y="4062413"/>
          <p14:tracePt t="161429" x="8240713" y="4108450"/>
          <p14:tracePt t="161515" x="8059738" y="4241800"/>
          <p14:tracePt t="163072" x="8840788" y="4616450"/>
          <p14:tracePt t="163087" x="8770938" y="4843463"/>
          <p14:tracePt t="163102" x="8701088" y="4937125"/>
          <p14:tracePt t="163115" x="8543925" y="5022850"/>
          <p14:tracePt t="163128" x="8380413" y="5038725"/>
          <p14:tracePt t="163144" x="8013700" y="4967288"/>
          <p14:tracePt t="163159" x="7762875" y="4857750"/>
          <p14:tracePt t="163173" x="7529513" y="4756150"/>
          <p14:tracePt t="163188" x="7326313" y="4616450"/>
          <p14:tracePt t="163204" x="7256463" y="4522788"/>
          <p14:tracePt t="163220" x="7224713" y="4178300"/>
          <p14:tracePt t="163235" x="7302500" y="3929063"/>
          <p14:tracePt t="163250" x="7380288" y="3803650"/>
          <p14:tracePt t="163252" x="7427913" y="3765550"/>
          <p14:tracePt t="163264" x="7473950" y="3741738"/>
          <p14:tracePt t="163279" x="7888288" y="3765550"/>
          <p14:tracePt t="163294" x="8169275" y="3905250"/>
          <p14:tracePt t="163309" x="8334375" y="4076700"/>
          <p14:tracePt t="163324" x="8372475" y="4241800"/>
          <p14:tracePt t="163339" x="8318500" y="4389438"/>
          <p14:tracePt t="163355" x="8270875" y="4459288"/>
          <p14:tracePt t="163370" x="8145463" y="4640263"/>
          <p14:tracePt t="163386" x="8029575" y="4741863"/>
          <p14:tracePt t="163401" x="7935913" y="4779963"/>
          <p14:tracePt t="163416" x="7740650" y="4795838"/>
          <p14:tracePt t="163429" x="7677150" y="4787900"/>
          <p14:tracePt t="163459" x="7623175" y="4741863"/>
          <p14:tracePt t="163474" x="7599363" y="4718050"/>
          <p14:tracePt t="163489" x="7631113" y="4710113"/>
          <p14:tracePt t="163506" x="7716838" y="4725988"/>
          <p14:tracePt t="163521" x="7850188" y="4779963"/>
          <p14:tracePt t="163537" x="7958138" y="4835525"/>
          <p14:tracePt t="163552" x="7997825" y="4857750"/>
          <p14:tracePt t="163566" x="8029575" y="4873625"/>
          <p14:tracePt t="163594" x="8029575" y="4835525"/>
          <p14:tracePt t="163609" x="8013700" y="4764088"/>
          <p14:tracePt t="163624" x="7997825" y="4741863"/>
          <p14:tracePt t="163672" x="7981950" y="4624388"/>
          <p14:tracePt t="163871" x="7950200" y="4506913"/>
          <p14:tracePt t="163887" x="7904163" y="4381500"/>
          <p14:tracePt t="165384" x="8326438" y="4662488"/>
          <p14:tracePt t="165394" x="8340725" y="4670425"/>
          <p14:tracePt t="165406" x="8466138" y="4678363"/>
          <p14:tracePt t="165428" x="8826500" y="4662488"/>
          <p14:tracePt t="165443" x="9177338" y="4616450"/>
          <p14:tracePt t="165465" x="9544050" y="4592638"/>
          <p14:tracePt t="165472" x="9693275" y="4592638"/>
          <p14:tracePt t="165488" x="9779000" y="4592638"/>
          <p14:tracePt t="165493" x="9856788" y="4592638"/>
          <p14:tracePt t="165520" x="9990138" y="4592638"/>
          <p14:tracePt t="165533" x="10137775" y="4632325"/>
          <p14:tracePt t="165556" x="10387013" y="4725988"/>
          <p14:tracePt t="165560" x="10504488" y="4772025"/>
          <p14:tracePt t="165578" x="10653713" y="4819650"/>
          <p14:tracePt t="165586" x="10763250" y="4857750"/>
          <p14:tracePt t="165608" x="11098213" y="4905375"/>
          <p14:tracePt t="165623" x="11277600" y="4937125"/>
          <p14:tracePt t="165646" x="11504613" y="4937125"/>
          <p14:tracePt t="165652" x="11598275" y="4921250"/>
          <p14:tracePt t="165666" x="11614150" y="4905375"/>
          <p14:tracePt t="165676" x="11637963" y="4897438"/>
          <p14:tracePt t="166526" x="11637963" y="4889500"/>
          <p14:tracePt t="166554" x="11879263" y="4148138"/>
          <p14:tracePt t="166571" x="11942763" y="3905250"/>
          <p14:tracePt t="166580" x="11942763" y="3717925"/>
          <p14:tracePt t="166599" x="11363325" y="3163888"/>
          <p14:tracePt t="166614" x="10434638" y="2835275"/>
          <p14:tracePt t="166637" x="9442450" y="2554288"/>
          <p14:tracePt t="166641" x="9255125" y="2506663"/>
          <p14:tracePt t="166656" x="9239250" y="2498725"/>
          <p14:tracePt t="166666" x="9201150" y="2492375"/>
          <p14:tracePt t="166689" x="9169400" y="2640013"/>
          <p14:tracePt t="166705" x="9145588" y="2921000"/>
          <p14:tracePt t="166726" x="8904288" y="3538538"/>
          <p14:tracePt t="166730" x="8591550" y="4014788"/>
          <p14:tracePt t="166759" x="8107363" y="4648200"/>
          <p14:tracePt t="166780" x="7545388" y="5483225"/>
          <p14:tracePt t="166794" x="7192963" y="6122988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F12E-F68A-66F6-D64B-77352D5D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Git and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D713A-724C-ACC4-849C-2A33E814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and GitHub are mandatory for this assignment.</a:t>
            </a:r>
            <a:endParaRPr lang="en-IE" dirty="0"/>
          </a:p>
          <a:p>
            <a:r>
              <a:rPr lang="en-IE" dirty="0"/>
              <a:t>Your repo should:</a:t>
            </a:r>
          </a:p>
          <a:p>
            <a:pPr lvl="1"/>
            <a:r>
              <a:rPr lang="en-GB" dirty="0"/>
              <a:t>Have regular commits</a:t>
            </a:r>
          </a:p>
          <a:p>
            <a:pPr lvl="1"/>
            <a:r>
              <a:rPr lang="en-GB" dirty="0"/>
              <a:t>Clear commit messages</a:t>
            </a:r>
          </a:p>
          <a:p>
            <a:pPr lvl="1"/>
            <a:r>
              <a:rPr lang="en-GB" dirty="0"/>
              <a:t>All your resources for the project</a:t>
            </a:r>
          </a:p>
          <a:p>
            <a:pPr lvl="2"/>
            <a:r>
              <a:rPr lang="en-GB" dirty="0"/>
              <a:t>Source code</a:t>
            </a:r>
          </a:p>
          <a:p>
            <a:pPr lvl="2"/>
            <a:r>
              <a:rPr lang="en-GB" dirty="0"/>
              <a:t>Documentation(e.g. proposal doc)</a:t>
            </a:r>
          </a:p>
          <a:p>
            <a:pPr lvl="2"/>
            <a:r>
              <a:rPr lang="en-GB" dirty="0"/>
              <a:t>A README.md</a:t>
            </a:r>
          </a:p>
          <a:p>
            <a:pPr lvl="2"/>
            <a:r>
              <a:rPr lang="en-GB" dirty="0"/>
              <a:t>Setup notes/supporting resources. </a:t>
            </a:r>
          </a:p>
        </p:txBody>
      </p:sp>
    </p:spTree>
    <p:extLst>
      <p:ext uri="{BB962C8B-B14F-4D97-AF65-F5344CB8AC3E}">
        <p14:creationId xmlns:p14="http://schemas.microsoft.com/office/powerpoint/2010/main" val="7299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8A33-2C45-E4AF-AF07-9DCC6C5F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B98F3-3E53-41BE-D708-82DD8A966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is a </a:t>
            </a:r>
            <a:r>
              <a:rPr lang="en-GB" b="1" dirty="0"/>
              <a:t>5-week project</a:t>
            </a:r>
            <a:r>
              <a:rPr lang="en-GB" dirty="0"/>
              <a:t>, keep things manageable:</a:t>
            </a:r>
          </a:p>
          <a:p>
            <a:r>
              <a:rPr lang="en-GB" dirty="0"/>
              <a:t>one Raspberry Pi is enough</a:t>
            </a:r>
          </a:p>
          <a:p>
            <a:r>
              <a:rPr lang="en-GB" dirty="0"/>
              <a:t>simulated data is acceptable where appropriate</a:t>
            </a:r>
          </a:p>
          <a:p>
            <a:r>
              <a:rPr lang="en-GB" dirty="0"/>
              <a:t>One network protocol is enough</a:t>
            </a:r>
          </a:p>
          <a:p>
            <a:r>
              <a:rPr lang="en-GB" dirty="0"/>
              <a:t>Simple dashboard is enough</a:t>
            </a:r>
          </a:p>
          <a:p>
            <a:r>
              <a:rPr lang="en-GB" dirty="0"/>
              <a:t>Cloud/server deployment is optional – </a:t>
            </a:r>
            <a:r>
              <a:rPr lang="en-GB" b="1" dirty="0"/>
              <a:t>not required</a:t>
            </a:r>
          </a:p>
          <a:p>
            <a:pPr marL="0" indent="0">
              <a:buNone/>
            </a:pPr>
            <a:r>
              <a:rPr lang="en-IE" b="1" dirty="0"/>
              <a:t>You are not expected to build a production ready system. </a:t>
            </a:r>
            <a:r>
              <a:rPr lang="en-IE" dirty="0"/>
              <a:t>Think of it as a proof of concept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423031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BCC6-ABF1-F70F-D023-1E1FF9A40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Final Project Submission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BCF525-E3F9-FE82-BE37-AB39C783C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996" y="1637557"/>
            <a:ext cx="8158685" cy="4710546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01810E-C6C0-25AD-0017-0483F4D1B011}"/>
              </a:ext>
            </a:extLst>
          </p:cNvPr>
          <p:cNvSpPr/>
          <p:nvPr/>
        </p:nvSpPr>
        <p:spPr>
          <a:xfrm>
            <a:off x="1290536" y="1588851"/>
            <a:ext cx="1031132" cy="2399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BEA1FD-3783-D4B1-ED15-BFFB4EEE2005}"/>
              </a:ext>
            </a:extLst>
          </p:cNvPr>
          <p:cNvSpPr/>
          <p:nvPr/>
        </p:nvSpPr>
        <p:spPr>
          <a:xfrm>
            <a:off x="3070351" y="2574008"/>
            <a:ext cx="1031132" cy="2399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7166105"/>
      </p:ext>
    </p:extLst>
  </p:cSld>
  <p:clrMapOvr>
    <a:masterClrMapping/>
  </p:clrMapOvr>
  <p:extLst>
    <p:ext uri="{3A86A75C-4F4B-4683-9AE1-C65F6400EC91}">
      <p14:laserTraceLst xmlns:p14="http://schemas.microsoft.com/office/powerpoint/2010/main">
        <p14:tracePtLst>
          <p14:tracePt t="4964" x="4421188" y="4038600"/>
          <p14:tracePt t="4986" x="4437063" y="3921125"/>
          <p14:tracePt t="5010" x="4373563" y="3819525"/>
          <p14:tracePt t="5023" x="4279900" y="3741738"/>
          <p14:tracePt t="5038" x="4178300" y="3663950"/>
          <p14:tracePt t="5046" x="4060825" y="3600450"/>
          <p14:tracePt t="5061" x="3959225" y="3530600"/>
          <p14:tracePt t="5078" x="3851275" y="3468688"/>
          <p14:tracePt t="5083" x="3733800" y="3421063"/>
          <p14:tracePt t="5108" x="3624263" y="3343275"/>
          <p14:tracePt t="5125" x="3436938" y="3186113"/>
          <p14:tracePt t="5132" x="3381375" y="3078163"/>
          <p14:tracePt t="5145" x="3373438" y="2960688"/>
          <p14:tracePt t="5169" x="3405188" y="2835275"/>
          <p14:tracePt t="5174" x="3436938" y="2717800"/>
          <p14:tracePt t="5189" x="3498850" y="2608263"/>
          <p14:tracePt t="5197" x="3568700" y="2514600"/>
          <p14:tracePt t="5219" x="3662363" y="2428875"/>
          <p14:tracePt t="5234" x="3771900" y="2351088"/>
          <p14:tracePt t="5243" x="3889375" y="2311400"/>
          <p14:tracePt t="5261" x="4014788" y="2297113"/>
          <p14:tracePt t="5264" x="4132263" y="2297113"/>
          <p14:tracePt t="5279" x="4256088" y="2319338"/>
          <p14:tracePt t="5306" x="4475163" y="2359025"/>
          <p14:tracePt t="5324" x="4584700" y="2413000"/>
          <p14:tracePt t="5350" x="4678363" y="2522538"/>
          <p14:tracePt t="5366" x="4787900" y="2733675"/>
          <p14:tracePt t="5390" x="4795838" y="2803525"/>
          <p14:tracePt t="5401" x="4772025" y="2913063"/>
          <p14:tracePt t="5410" x="4718050" y="3014663"/>
          <p14:tracePt t="5425" x="4670425" y="3086100"/>
          <p14:tracePt t="5441" x="4552950" y="3265488"/>
          <p14:tracePt t="5455" x="4475163" y="3375025"/>
          <p14:tracePt t="5469" x="4397375" y="3468688"/>
          <p14:tracePt t="5484" x="4295775" y="3546475"/>
          <p14:tracePt t="5499" x="4186238" y="3592513"/>
          <p14:tracePt t="5513" x="4100513" y="3616325"/>
          <p14:tracePt t="5525" x="4030663" y="3616325"/>
          <p14:tracePt t="5534" x="3889375" y="3570288"/>
          <p14:tracePt t="5549" x="3857625" y="3554413"/>
          <p14:tracePt t="5564" x="3763963" y="3476625"/>
          <p14:tracePt t="5588" x="3694113" y="3413125"/>
          <p14:tracePt t="5605" x="3648075" y="3381375"/>
          <p14:tracePt t="5619" x="3592513" y="3343275"/>
          <p14:tracePt t="5635" x="3506788" y="3233738"/>
          <p14:tracePt t="5651" x="3436938" y="3092450"/>
          <p14:tracePt t="5667" x="3429000" y="3046413"/>
          <p14:tracePt t="5688" x="3421063" y="2998788"/>
          <p14:tracePt t="5724" x="3475038" y="2757488"/>
          <p14:tracePt t="5742" x="3530600" y="2647950"/>
          <p14:tracePt t="5767" x="3584575" y="2530475"/>
          <p14:tracePt t="5773" x="3640138" y="2428875"/>
          <p14:tracePt t="5797" x="3694113" y="2319338"/>
          <p14:tracePt t="5807" x="3771900" y="2217738"/>
          <p14:tracePt t="5841" x="3857625" y="2139950"/>
          <p14:tracePt t="5848" x="3959225" y="2085975"/>
          <p14:tracePt t="5863" x="4076700" y="2046288"/>
          <p14:tracePt t="5889" x="4210050" y="2054225"/>
          <p14:tracePt t="5911" x="4327525" y="2085975"/>
          <p14:tracePt t="5919" x="4437063" y="2132013"/>
          <p14:tracePt t="5936" x="4545013" y="2203450"/>
          <p14:tracePt t="5949" x="4718050" y="2319338"/>
          <p14:tracePt t="5965" x="4827588" y="2405063"/>
          <p14:tracePt t="5978" x="4991100" y="2586038"/>
          <p14:tracePt t="5997" x="5022850" y="2624138"/>
          <p14:tracePt t="6013" x="5122863" y="2725738"/>
          <p14:tracePt t="6030" x="5218113" y="2835275"/>
          <p14:tracePt t="6042" x="5232400" y="2859088"/>
          <p14:tracePt t="6062" x="5303838" y="2968625"/>
          <p14:tracePt t="6080" x="5318125" y="3022600"/>
          <p14:tracePt t="6086" x="5303838" y="3054350"/>
          <p14:tracePt t="6101" x="5256213" y="3108325"/>
          <p14:tracePt t="6118" x="5178425" y="3194050"/>
          <p14:tracePt t="6136" x="5116513" y="3257550"/>
          <p14:tracePt t="6144" x="4975225" y="3335338"/>
          <p14:tracePt t="6161" x="4833938" y="3405188"/>
          <p14:tracePt t="6174" x="4740275" y="3452813"/>
          <p14:tracePt t="6204" x="4437063" y="3562350"/>
          <p14:tracePt t="6219" x="4319588" y="3592513"/>
          <p14:tracePt t="6249" x="4202113" y="3608388"/>
          <p14:tracePt t="6262" x="4084638" y="3616325"/>
          <p14:tracePt t="6296" x="3851275" y="3538538"/>
          <p14:tracePt t="6312" x="3749675" y="3482975"/>
          <p14:tracePt t="6332" x="3648075" y="3413125"/>
          <p14:tracePt t="6351" x="3560763" y="3327400"/>
          <p14:tracePt t="6364" x="3506788" y="3217863"/>
          <p14:tracePt t="6369" x="3490913" y="3086100"/>
          <p14:tracePt t="6401" x="3498850" y="2960688"/>
          <p14:tracePt t="6426" x="3568700" y="2725738"/>
          <p14:tracePt t="6443" x="3608388" y="2608263"/>
          <p14:tracePt t="6455" x="3678238" y="2382838"/>
          <p14:tracePt t="6462" x="3717925" y="2265363"/>
          <p14:tracePt t="6473" x="3857625" y="2078038"/>
          <p14:tracePt t="6504" x="4038600" y="1906588"/>
          <p14:tracePt t="6535" x="4140200" y="1843088"/>
          <p14:tracePt t="6550" x="4248150" y="1804988"/>
          <p14:tracePt t="6562" x="4373563" y="1773238"/>
          <p14:tracePt t="6579" x="4491038" y="1765300"/>
          <p14:tracePt t="6594" x="4608513" y="1797050"/>
          <p14:tracePt t="6610" x="4718050" y="1827213"/>
          <p14:tracePt t="6640" x="4841875" y="1866900"/>
          <p14:tracePt t="6655" x="4951413" y="1906588"/>
          <p14:tracePt t="6670" x="5068888" y="1936750"/>
          <p14:tracePt t="6684" x="5178425" y="1992313"/>
          <p14:tracePt t="6698" x="5272088" y="2078038"/>
          <p14:tracePt t="6728" x="5397500" y="2273300"/>
          <p14:tracePt t="6761" x="5427663" y="2514600"/>
          <p14:tracePt t="6775" x="5427663" y="2640013"/>
          <p14:tracePt t="6790" x="5413375" y="2765425"/>
          <p14:tracePt t="6806" x="5389563" y="2882900"/>
          <p14:tracePt t="6821" x="5311775" y="3124200"/>
          <p14:tracePt t="6850" x="5210175" y="3343275"/>
          <p14:tracePt t="6865" x="5154613" y="3452813"/>
          <p14:tracePt t="6877" x="5100638" y="3554413"/>
          <p14:tracePt t="6908" x="5006975" y="3624263"/>
          <p14:tracePt t="6938" x="4897438" y="3678238"/>
          <p14:tracePt t="6955" x="4779963" y="3709988"/>
          <p14:tracePt t="6968" x="4662488" y="3717925"/>
          <p14:tracePt t="7003" x="4437063" y="3709988"/>
          <p14:tracePt t="7018" x="4311650" y="3678238"/>
          <p14:tracePt t="7030" x="4202113" y="3640138"/>
          <p14:tracePt t="7043" x="3998913" y="3498850"/>
          <p14:tracePt t="7060" x="3913188" y="3436938"/>
          <p14:tracePt t="7103" x="3851275" y="3343275"/>
          <p14:tracePt t="7133" x="3803650" y="3233738"/>
          <p14:tracePt t="7150" x="3787775" y="3116263"/>
          <p14:tracePt t="7164" x="3811588" y="2998788"/>
          <p14:tracePt t="7183" x="3865563" y="2897188"/>
          <p14:tracePt t="8238" x="7880350" y="2867025"/>
          <p14:tracePt t="8261" x="7794625" y="2789238"/>
          <p14:tracePt t="8284" x="7716838" y="2693988"/>
          <p14:tracePt t="8328" x="7716838" y="2578100"/>
          <p14:tracePt t="8382" x="7732713" y="2460625"/>
          <p14:tracePt t="8425" x="7669213" y="2359025"/>
          <p14:tracePt t="8587" x="7553325" y="2359025"/>
          <p14:tracePt t="8689" x="7473950" y="2452688"/>
          <p14:tracePt t="8736" x="7380288" y="2530475"/>
          <p14:tracePt t="8791" x="7310438" y="2624138"/>
          <p14:tracePt t="9044" x="7232650" y="2709863"/>
          <p14:tracePt t="9100" x="7154863" y="2803525"/>
          <p14:tracePt t="9149" x="7075488" y="2882900"/>
          <p14:tracePt t="9560" x="6959600" y="2851150"/>
          <p14:tracePt t="9640" x="6842125" y="2835275"/>
          <p14:tracePt t="9914" x="6943725" y="2789238"/>
          <p14:tracePt t="9999" x="7053263" y="2733675"/>
          <p14:tracePt t="10035" x="7162800" y="2687638"/>
          <p14:tracePt t="10222" x="7270750" y="2693988"/>
          <p14:tracePt t="10333" x="7388225" y="2717800"/>
          <p14:tracePt t="10433" x="7513638" y="2717800"/>
          <p14:tracePt t="10958" x="7396163" y="2679700"/>
          <p14:tracePt t="10975" x="7278688" y="2647950"/>
          <p14:tracePt t="11021" x="7162800" y="2632075"/>
          <p14:tracePt t="11919" x="7270750" y="2647950"/>
          <p14:tracePt t="12040" x="7146925" y="2632075"/>
          <p14:tracePt t="12115" x="7029450" y="2608263"/>
          <p14:tracePt t="12460" x="7146925" y="2647950"/>
          <p14:tracePt t="12476" x="7256463" y="2679700"/>
          <p14:tracePt t="12505" x="7388225" y="2701925"/>
          <p14:tracePt t="12521" x="7599363" y="2741613"/>
          <p14:tracePt t="12535" x="7631113" y="2749550"/>
          <p14:tracePt t="12587" x="7607300" y="2741613"/>
          <p14:tracePt t="12612" x="7567613" y="2749550"/>
          <p14:tracePt t="12621" x="7451725" y="2773363"/>
          <p14:tracePt t="12736" x="7481888" y="2789238"/>
          <p14:tracePt t="12760" x="7559675" y="2811463"/>
          <p14:tracePt t="12766" x="7591425" y="2803525"/>
          <p14:tracePt t="12825" x="7513638" y="2803525"/>
          <p14:tracePt t="12842" x="7473950" y="2819400"/>
          <p14:tracePt t="12855" x="7264400" y="2874963"/>
          <p14:tracePt t="12873" x="7185025" y="2897188"/>
          <p14:tracePt t="12889" x="7138988" y="2905125"/>
          <p14:tracePt t="12916" x="7162800" y="2928938"/>
          <p14:tracePt t="12933" x="7185025" y="2944813"/>
          <p14:tracePt t="12948" x="7256463" y="2960688"/>
          <p14:tracePt t="12963" x="7334250" y="2960688"/>
          <p14:tracePt t="12977" x="7372350" y="2960688"/>
          <p14:tracePt t="12992" x="7412038" y="2952750"/>
          <p14:tracePt t="13007" x="7473950" y="2944813"/>
          <p14:tracePt t="13064" x="7443788" y="2944813"/>
          <p14:tracePt t="13084" x="7427913" y="2952750"/>
          <p14:tracePt t="13127" x="7451725" y="2952750"/>
          <p14:tracePt t="13142" x="7473950" y="2952750"/>
          <p14:tracePt t="13158" x="7537450" y="2944813"/>
          <p14:tracePt t="13173" x="7567613" y="2936875"/>
          <p14:tracePt t="13637" x="7545388" y="2960688"/>
          <p14:tracePt t="13655" x="7435850" y="3022600"/>
          <p14:tracePt t="13668" x="7342188" y="3062288"/>
          <p14:tracePt t="13684" x="7278688" y="3092450"/>
          <p14:tracePt t="13709" x="7029450" y="3148013"/>
          <p14:tracePt t="13719" x="6973888" y="3148013"/>
          <p14:tracePt t="13728" x="6834188" y="3155950"/>
          <p14:tracePt t="13738" x="6716713" y="3155950"/>
          <p14:tracePt t="13748" x="6654800" y="3148013"/>
          <p14:tracePt t="13762" x="6615113" y="3140075"/>
          <p14:tracePt t="13792" x="6591300" y="3116263"/>
          <p14:tracePt t="13808" x="6553200" y="3062288"/>
          <p14:tracePt t="13854" x="6545263" y="3030538"/>
          <p14:tracePt t="13870" x="6561138" y="2976563"/>
          <p14:tracePt t="13891" x="6630988" y="2897188"/>
          <p14:tracePt t="13910" x="6684963" y="2851150"/>
          <p14:tracePt t="13924" x="6716713" y="2827338"/>
          <p14:tracePt t="13940" x="6826250" y="2765425"/>
          <p14:tracePt t="13953" x="6896100" y="2741613"/>
          <p14:tracePt t="13967" x="6967538" y="2733675"/>
          <p14:tracePt t="13985" x="7005638" y="2733675"/>
          <p14:tracePt t="14001" x="7045325" y="2741613"/>
          <p14:tracePt t="14014" x="7146925" y="2757488"/>
          <p14:tracePt t="14043" x="7177088" y="2757488"/>
          <p14:tracePt t="14057" x="7278688" y="2781300"/>
          <p14:tracePt t="14072" x="7342188" y="2827338"/>
          <p14:tracePt t="14089" x="7372350" y="2859088"/>
          <p14:tracePt t="14102" x="7404100" y="2882900"/>
          <p14:tracePt t="14118" x="7435850" y="2897188"/>
          <p14:tracePt t="14193" x="7358063" y="2905125"/>
          <p14:tracePt t="14219" x="7286625" y="2913063"/>
          <p14:tracePt t="14234" x="7169150" y="2952750"/>
          <p14:tracePt t="14254" x="7061200" y="2968625"/>
          <p14:tracePt t="14265" x="7029450" y="2968625"/>
          <p14:tracePt t="14326" x="6919913" y="2944813"/>
          <p14:tracePt t="14387" x="6826250" y="2874963"/>
          <p14:tracePt t="14463" x="6818313" y="2757488"/>
          <p14:tracePt t="14479" x="6850063" y="2640013"/>
          <p14:tracePt t="14507" x="6904038" y="2538413"/>
          <p14:tracePt t="14552" x="6997700" y="2460625"/>
          <p14:tracePt t="14585" x="7107238" y="2405063"/>
          <p14:tracePt t="14613" x="7224713" y="2374900"/>
          <p14:tracePt t="14642" x="7412038" y="2359025"/>
          <p14:tracePt t="14671" x="7567613" y="2405063"/>
          <p14:tracePt t="14688" x="7591425" y="2428875"/>
          <p14:tracePt t="14703" x="7631113" y="2492375"/>
          <p14:tracePt t="14719" x="7661275" y="2570163"/>
          <p14:tracePt t="14743" x="7685088" y="2640013"/>
          <p14:tracePt t="14752" x="7685088" y="2671763"/>
          <p14:tracePt t="14765" x="7677150" y="2733675"/>
          <p14:tracePt t="14779" x="7654925" y="2803525"/>
          <p14:tracePt t="14793" x="7623175" y="2867025"/>
          <p14:tracePt t="14807" x="7599363" y="2905125"/>
          <p14:tracePt t="14823" x="7553325" y="2960688"/>
          <p14:tracePt t="14837" x="7529513" y="3022600"/>
          <p14:tracePt t="14852" x="7497763" y="3092450"/>
          <p14:tracePt t="14867" x="7459663" y="3155950"/>
          <p14:tracePt t="14898" x="7358063" y="3287713"/>
          <p14:tracePt t="14913" x="7264400" y="3327400"/>
          <p14:tracePt t="14927" x="7232650" y="3335338"/>
          <p14:tracePt t="14941" x="7154863" y="3343275"/>
          <p14:tracePt t="14958" x="7053263" y="3343275"/>
          <p14:tracePt t="14983" x="6935788" y="3351213"/>
          <p14:tracePt t="14990" x="6818313" y="3351213"/>
          <p14:tracePt t="15012" x="6724650" y="3351213"/>
          <p14:tracePt t="15020" x="6678613" y="3351213"/>
          <p14:tracePt t="15107" x="6577013" y="3303588"/>
          <p14:tracePt t="15136" x="6513513" y="3217863"/>
          <p14:tracePt t="15169" x="6483350" y="3116263"/>
          <p14:tracePt t="15195" x="6483350" y="2998788"/>
          <p14:tracePt t="15212" x="6505575" y="2882900"/>
          <p14:tracePt t="15259" x="6583363" y="2795588"/>
          <p14:tracePt t="15286" x="6684963" y="2741613"/>
          <p14:tracePt t="15320" x="6802438" y="2717800"/>
          <p14:tracePt t="15336" x="6919913" y="2717800"/>
          <p14:tracePt t="15349" x="7021513" y="2725738"/>
          <p14:tracePt t="15364" x="7177088" y="2757488"/>
          <p14:tracePt t="15380" x="7278688" y="2803525"/>
          <p14:tracePt t="15394" x="7350125" y="2843213"/>
          <p14:tracePt t="15408" x="7419975" y="2874963"/>
          <p14:tracePt t="15425" x="7473950" y="2905125"/>
          <p14:tracePt t="15439" x="7537450" y="2913063"/>
          <p14:tracePt t="15457" x="7567613" y="2921000"/>
          <p14:tracePt t="15471" x="7599363" y="2928938"/>
          <p14:tracePt t="15487" x="7639050" y="2944813"/>
          <p14:tracePt t="15527" x="7623175" y="2990850"/>
          <p14:tracePt t="15551" x="7599363" y="3022600"/>
          <p14:tracePt t="15557" x="7545388" y="3100388"/>
          <p14:tracePt t="15571" x="7529513" y="3132138"/>
          <p14:tracePt t="15589" x="7505700" y="3163888"/>
          <p14:tracePt t="15600" x="7435850" y="3273425"/>
          <p14:tracePt t="15618" x="7396163" y="3327400"/>
          <p14:tracePt t="15635" x="7358063" y="3375025"/>
          <p14:tracePt t="15650" x="7256463" y="3490913"/>
          <p14:tracePt t="15665" x="7169150" y="3570288"/>
          <p14:tracePt t="15680" x="7138988" y="3584575"/>
          <p14:tracePt t="15695" x="6951663" y="3648075"/>
          <p14:tracePt t="15716" x="6826250" y="3671888"/>
          <p14:tracePt t="15724" x="6700838" y="3686175"/>
          <p14:tracePt t="15737" x="6577013" y="3702050"/>
          <p14:tracePt t="15752" x="6545263" y="3702050"/>
          <p14:tracePt t="15796" x="6435725" y="3671888"/>
          <p14:tracePt t="15815" x="6326188" y="3632200"/>
          <p14:tracePt t="15842" x="6216650" y="3570288"/>
          <p14:tracePt t="15861" x="6138863" y="3482975"/>
          <p14:tracePt t="15889" x="6076950" y="3381375"/>
          <p14:tracePt t="15916" x="6045200" y="3273425"/>
          <p14:tracePt t="15937" x="6029325" y="3163888"/>
          <p14:tracePt t="15952" x="6037263" y="3046413"/>
          <p14:tracePt t="15971" x="6053138" y="2921000"/>
          <p14:tracePt t="16009" x="6092825" y="2803525"/>
          <p14:tracePt t="16034" x="6170613" y="2717800"/>
          <p14:tracePt t="16042" x="6256338" y="2624138"/>
          <p14:tracePt t="16084" x="6342063" y="2530475"/>
          <p14:tracePt t="16110" x="6435725" y="2452688"/>
          <p14:tracePt t="16128" x="6553200" y="2420938"/>
          <p14:tracePt t="16158" x="6662738" y="2413000"/>
          <p14:tracePt t="16175" x="6778625" y="2428875"/>
          <p14:tracePt t="16204" x="6888163" y="2476500"/>
          <p14:tracePt t="16221" x="6997700" y="2530475"/>
          <p14:tracePt t="16251" x="7091363" y="2600325"/>
          <p14:tracePt t="16280" x="7162800" y="2693988"/>
          <p14:tracePt t="16325" x="7123113" y="2803525"/>
          <p14:tracePt t="16353" x="7053263" y="2890838"/>
          <p14:tracePt t="16368" x="6967538" y="2976563"/>
          <p14:tracePt t="16385" x="6880225" y="3054350"/>
          <p14:tracePt t="16413" x="6778625" y="3116263"/>
          <p14:tracePt t="17104" x="6670675" y="3171825"/>
          <p14:tracePt t="17674" x="6553200" y="3186113"/>
          <p14:tracePt t="17704" x="6443663" y="3209925"/>
          <p14:tracePt t="18003" x="6318250" y="3194050"/>
          <p14:tracePt t="18035" x="6092825" y="3108325"/>
          <p14:tracePt t="18080" x="5975350" y="3038475"/>
          <p14:tracePt t="18110" x="5897563" y="2968625"/>
          <p14:tracePt t="18128" x="5842000" y="2874963"/>
          <p14:tracePt t="18170" x="5803900" y="2781300"/>
          <p14:tracePt t="18189" x="5803900" y="2655888"/>
          <p14:tracePt t="18201" x="5849938" y="2546350"/>
          <p14:tracePt t="18248" x="6005513" y="2390775"/>
          <p14:tracePt t="18277" x="6107113" y="2335213"/>
          <p14:tracePt t="18322" x="6224588" y="2289175"/>
          <p14:tracePt t="18381" x="6334125" y="2303463"/>
          <p14:tracePt t="18426" x="6435725" y="2374900"/>
          <p14:tracePt t="18529" x="6451600" y="2498725"/>
          <p14:tracePt t="18548" x="6443663" y="2616200"/>
          <p14:tracePt t="18563" x="6427788" y="2749550"/>
          <p14:tracePt t="18585" x="6403975" y="2859088"/>
          <p14:tracePt t="18592" x="6381750" y="2984500"/>
          <p14:tracePt t="18636" x="6350000" y="3100388"/>
          <p14:tracePt t="18667" x="6294438" y="3194050"/>
          <p14:tracePt t="18694" x="6200775" y="3281363"/>
          <p14:tracePt t="18727" x="6115050" y="3351213"/>
          <p14:tracePt t="18755" x="6021388" y="3429000"/>
          <p14:tracePt t="18784" x="5927725" y="3490913"/>
          <p14:tracePt t="18817" x="5818188" y="3538538"/>
          <p14:tracePt t="18861" x="5702300" y="3554413"/>
          <p14:tracePt t="18878" x="5584825" y="3530600"/>
          <p14:tracePt t="18921" x="5467350" y="3468688"/>
          <p14:tracePt t="18951" x="5357813" y="3413125"/>
          <p14:tracePt t="18995" x="5248275" y="3351213"/>
          <p14:tracePt t="19024" x="5178425" y="3257550"/>
          <p14:tracePt t="19056" x="5138738" y="3148013"/>
          <p14:tracePt t="19087" x="5116513" y="3038475"/>
          <p14:tracePt t="19115" x="5122863" y="2921000"/>
          <p14:tracePt t="19132" x="5264150" y="2749550"/>
          <p14:tracePt t="19170" x="5341938" y="2671763"/>
          <p14:tracePt t="19180" x="5419725" y="2593975"/>
          <p14:tracePt t="19194" x="5600700" y="2452688"/>
          <p14:tracePt t="20822" x="5318125" y="2757488"/>
          <p14:tracePt t="20833" x="5357813" y="2733675"/>
          <p14:tracePt t="20849" x="5443538" y="2693988"/>
          <p14:tracePt t="20871" x="5521325" y="2679700"/>
          <p14:tracePt t="20888" x="5592763" y="2663825"/>
          <p14:tracePt t="20898" x="5678488" y="2663825"/>
          <p14:tracePt t="20911" x="5818188" y="2671763"/>
          <p14:tracePt t="20913" x="5865813" y="2671763"/>
          <p14:tracePt t="20924" x="5975350" y="2701925"/>
          <p14:tracePt t="20939" x="6053138" y="2741613"/>
          <p14:tracePt t="20954" x="6107113" y="2781300"/>
          <p14:tracePt t="20969" x="6216650" y="2882900"/>
          <p14:tracePt t="20984" x="6256338" y="2928938"/>
          <p14:tracePt t="20999" x="6294438" y="3006725"/>
          <p14:tracePt t="21022" x="6288088" y="3078163"/>
          <p14:tracePt t="21041" x="6256338" y="3163888"/>
          <p14:tracePt t="21051" x="6200775" y="3249613"/>
          <p14:tracePt t="21060" x="6178550" y="3281363"/>
          <p14:tracePt t="21076" x="6053138" y="3375025"/>
          <p14:tracePt t="21089" x="5943600" y="3413125"/>
          <p14:tracePt t="21104" x="5818188" y="3460750"/>
          <p14:tracePt t="21119" x="5686425" y="3506788"/>
          <p14:tracePt t="21134" x="5568950" y="3554413"/>
          <p14:tracePt t="21158" x="5529263" y="3562350"/>
          <p14:tracePt t="21171" x="5427663" y="3562350"/>
          <p14:tracePt t="21181" x="5326063" y="3554413"/>
          <p14:tracePt t="21195" x="5248275" y="3546475"/>
          <p14:tracePt t="21211" x="5210175" y="3546475"/>
          <p14:tracePt t="21214" x="5170488" y="3538538"/>
          <p14:tracePt t="21240" x="5014913" y="3498850"/>
          <p14:tracePt t="21255" x="4991100" y="3490913"/>
          <p14:tracePt t="21269" x="4967288" y="3476625"/>
          <p14:tracePt t="21284" x="4959350" y="3444875"/>
          <p14:tracePt t="21299" x="4951413" y="3413125"/>
          <p14:tracePt t="21315" x="4959350" y="3375025"/>
          <p14:tracePt t="21331" x="4975225" y="3295650"/>
          <p14:tracePt t="21353" x="4999038" y="3233738"/>
          <p14:tracePt t="21371" x="5060950" y="3092450"/>
          <p14:tracePt t="21386" x="5116513" y="3030538"/>
          <p14:tracePt t="21400" x="5154613" y="2990850"/>
          <p14:tracePt t="21415" x="5202238" y="2952750"/>
          <p14:tracePt t="21430" x="5287963" y="2890838"/>
          <p14:tracePt t="21444" x="5357813" y="2851150"/>
          <p14:tracePt t="21461" x="5451475" y="2827338"/>
          <p14:tracePt t="21475" x="5568950" y="2827338"/>
          <p14:tracePt t="21491" x="5646738" y="2835275"/>
          <p14:tracePt t="21507" x="5694363" y="2843213"/>
          <p14:tracePt t="21534" x="5889625" y="2859088"/>
          <p14:tracePt t="21549" x="5919788" y="2867025"/>
          <p14:tracePt t="21563" x="5959475" y="2874963"/>
          <p14:tracePt t="21578" x="5999163" y="2890838"/>
          <p14:tracePt t="21595" x="6069013" y="2944813"/>
          <p14:tracePt t="21608" x="6122988" y="3006725"/>
          <p14:tracePt t="21622" x="6130925" y="3038475"/>
          <p14:tracePt t="21657" x="6138863" y="3062288"/>
          <p14:tracePt t="21668" x="6146800" y="3249613"/>
          <p14:tracePt t="21682" x="6115050" y="3343275"/>
          <p14:tracePt t="21695" x="6084888" y="3421063"/>
          <p14:tracePt t="21713" x="6061075" y="3468688"/>
          <p14:tracePt t="21726" x="6021388" y="3522663"/>
          <p14:tracePt t="21753" x="5983288" y="3576638"/>
          <p14:tracePt t="21760" x="5911850" y="3632200"/>
          <p14:tracePt t="21787" x="5881688" y="3656013"/>
          <p14:tracePt t="21802" x="5803900" y="3702050"/>
          <p14:tracePt t="21807" x="5740400" y="3741738"/>
          <p14:tracePt t="21821" x="5694363" y="3757613"/>
          <p14:tracePt t="21841" x="5630863" y="3757613"/>
          <p14:tracePt t="21853" x="5561013" y="3749675"/>
          <p14:tracePt t="21865" x="5475288" y="3741738"/>
          <p14:tracePt t="21880" x="5381625" y="3717925"/>
          <p14:tracePt t="21896" x="5280025" y="3694113"/>
          <p14:tracePt t="21923" x="5210175" y="3663950"/>
          <p14:tracePt t="21941" x="5108575" y="3562350"/>
          <p14:tracePt t="21957" x="5060950" y="3460750"/>
          <p14:tracePt t="21970" x="5045075" y="3389313"/>
          <p14:tracePt t="21988" x="5037138" y="3257550"/>
          <p14:tracePt t="22008" x="5060950" y="3171825"/>
          <p14:tracePt t="22017" x="5068888" y="3132138"/>
          <p14:tracePt t="22027" x="5130800" y="3030538"/>
          <p14:tracePt t="22035" x="5146675" y="2998788"/>
          <p14:tracePt t="22038" x="5178425" y="2944813"/>
          <p14:tracePt t="22049" x="5218113" y="2890838"/>
          <p14:tracePt t="22081" x="5303838" y="2803525"/>
          <p14:tracePt t="22110" x="5475288" y="2640013"/>
          <p14:tracePt t="22140" x="5592763" y="2578100"/>
          <p14:tracePt t="22165" x="5702300" y="2546350"/>
          <p14:tracePt t="22194" x="5818188" y="2570163"/>
          <p14:tracePt t="22222" x="5983288" y="2663825"/>
          <p14:tracePt t="22243" x="6069013" y="2725738"/>
          <p14:tracePt t="22254" x="6107113" y="2773363"/>
          <p14:tracePt t="22298" x="6092825" y="2851150"/>
          <p14:tracePt t="22317" x="6069013" y="2936875"/>
          <p14:tracePt t="22342" x="6037263" y="2998788"/>
          <p14:tracePt t="22361" x="6029325" y="3108325"/>
          <p14:tracePt t="22384" x="6013450" y="3179763"/>
          <p14:tracePt t="22403" x="5983288" y="3209925"/>
          <p14:tracePt t="22421" x="5903913" y="3265488"/>
          <p14:tracePt t="22479" x="5865813" y="3281363"/>
          <p14:tracePt t="22538" x="5780088" y="3327400"/>
          <p14:tracePt t="22629" x="5764213" y="3359150"/>
          <p14:tracePt t="22688" x="5795963" y="3381375"/>
          <p14:tracePt t="22705" x="5826125" y="3405188"/>
          <p14:tracePt t="22719" x="5857875" y="3405188"/>
          <p14:tracePt t="22763" x="5897563" y="3397250"/>
          <p14:tracePt t="23108" x="5842000" y="3295650"/>
          <p14:tracePt t="23153" x="5810250" y="3186113"/>
          <p14:tracePt t="23200" x="5834063" y="3078163"/>
          <p14:tracePt t="23216" x="5897563" y="2976563"/>
          <p14:tracePt t="23233" x="5983288" y="2890838"/>
          <p14:tracePt t="23251" x="6084888" y="2827338"/>
          <p14:tracePt t="23262" x="6200775" y="2789238"/>
          <p14:tracePt t="23284" x="6318250" y="2781300"/>
          <p14:tracePt t="23292" x="6443663" y="2781300"/>
          <p14:tracePt t="23320" x="6553200" y="2843213"/>
          <p14:tracePt t="23337" x="6630988" y="2921000"/>
          <p14:tracePt t="23351" x="6678613" y="3014663"/>
          <p14:tracePt t="23365" x="6724650" y="3148013"/>
          <p14:tracePt t="23382" x="6740525" y="3287713"/>
          <p14:tracePt t="23395" x="6716713" y="3381375"/>
          <p14:tracePt t="23427" x="6615113" y="3576638"/>
          <p14:tracePt t="23450" x="6553200" y="3616325"/>
          <p14:tracePt t="23456" x="6483350" y="3663950"/>
          <p14:tracePt t="23471" x="6419850" y="3686175"/>
          <p14:tracePt t="23487" x="6256338" y="3749675"/>
          <p14:tracePt t="23502" x="6130925" y="3765550"/>
          <p14:tracePt t="23516" x="6013450" y="3765550"/>
          <p14:tracePt t="23530" x="5897563" y="3749675"/>
          <p14:tracePt t="23546" x="5810250" y="3725863"/>
          <p14:tracePt t="23560" x="5686425" y="3702050"/>
          <p14:tracePt t="23574" x="5622925" y="3694113"/>
          <p14:tracePt t="23617" x="5405438" y="3616325"/>
          <p14:tracePt t="23630" x="5303838" y="3546475"/>
          <p14:tracePt t="23653" x="5240338" y="3460750"/>
          <p14:tracePt t="23678" x="5218113" y="3335338"/>
          <p14:tracePt t="23698" x="5248275" y="3217863"/>
          <p14:tracePt t="23716" x="5303838" y="3108325"/>
          <p14:tracePt t="23736" x="5357813" y="2998788"/>
          <p14:tracePt t="23744" x="5419725" y="2905125"/>
          <p14:tracePt t="23757" x="5614988" y="2765425"/>
          <p14:tracePt t="23768" x="5716588" y="2717800"/>
          <p14:tracePt t="23784" x="5834063" y="2693988"/>
          <p14:tracePt t="23802" x="5943600" y="2679700"/>
          <p14:tracePt t="23815" x="6069013" y="2687638"/>
          <p14:tracePt t="23830" x="6192838" y="2717800"/>
          <p14:tracePt t="23847" x="6381750" y="2843213"/>
          <p14:tracePt t="23863" x="6489700" y="2960688"/>
          <p14:tracePt t="23878" x="6583363" y="3100388"/>
          <p14:tracePt t="23902" x="6623050" y="3209925"/>
          <p14:tracePt t="23917" x="6615113" y="3281363"/>
          <p14:tracePt t="23922" x="6607175" y="3367088"/>
          <p14:tracePt t="23939" x="6599238" y="3429000"/>
          <p14:tracePt t="23951" x="6583363" y="3570288"/>
          <p14:tracePt t="23967" x="6583363" y="3608388"/>
          <p14:tracePt t="23980" x="6583363" y="3632200"/>
          <p14:tracePt t="23998" x="6561138" y="3656013"/>
          <p14:tracePt t="24013" x="6529388" y="3663950"/>
          <p14:tracePt t="24027" x="6396038" y="3702050"/>
          <p14:tracePt t="24044" x="6326188" y="3717925"/>
          <p14:tracePt t="24056" x="6224588" y="3733800"/>
          <p14:tracePt t="24085" x="6107113" y="3749675"/>
          <p14:tracePt t="24113" x="5983288" y="3749675"/>
          <p14:tracePt t="24143" x="5756275" y="3709988"/>
          <p14:tracePt t="24176" x="5646738" y="3663950"/>
          <p14:tracePt t="24204" x="5568950" y="3584575"/>
          <p14:tracePt t="24251" x="5537200" y="3468688"/>
          <p14:tracePt t="24266" x="5521325" y="3351213"/>
          <p14:tracePt t="24279" x="5537200" y="3233738"/>
          <p14:tracePt t="24312" x="5584825" y="3132138"/>
          <p14:tracePt t="24340" x="5662613" y="3038475"/>
          <p14:tracePt t="24357" x="5772150" y="2976563"/>
          <p14:tracePt t="24382" x="5873750" y="2921000"/>
          <p14:tracePt t="24446" x="5991225" y="2921000"/>
          <p14:tracePt t="24474" x="6115050" y="2921000"/>
          <p14:tracePt t="24505" x="6232525" y="2936875"/>
          <p14:tracePt t="24550" x="6342063" y="2952750"/>
          <p14:tracePt t="24581" x="6451600" y="2990850"/>
          <p14:tracePt t="24670" x="6388100" y="3100388"/>
          <p14:tracePt t="24685" x="6302375" y="3186113"/>
          <p14:tracePt t="24716" x="6200775" y="3257550"/>
          <p14:tracePt t="24745" x="5975350" y="3327400"/>
          <p14:tracePt t="24759" x="5865813" y="3303588"/>
          <p14:tracePt t="24806" x="5756275" y="3249613"/>
          <p14:tracePt t="24866" x="5708650" y="3155950"/>
          <p14:tracePt t="24898" x="5724525" y="3030538"/>
          <p14:tracePt t="24925" x="5756275" y="2921000"/>
          <p14:tracePt t="24956" x="5810250" y="2827338"/>
          <p14:tracePt t="25002" x="5919788" y="2765425"/>
          <p14:tracePt t="25016" x="6029325" y="2725738"/>
          <p14:tracePt t="25120" x="6115050" y="2811463"/>
          <p14:tracePt t="25152" x="6170613" y="2890838"/>
          <p14:tracePt t="25168" x="6216650" y="2984500"/>
          <p14:tracePt t="25194" x="6224588" y="3014663"/>
          <p14:tracePt t="25215" x="6240463" y="3038475"/>
          <p14:tracePt t="25230" x="6272213" y="3092450"/>
          <p14:tracePt t="25270" x="6272213" y="3124200"/>
          <p14:tracePt t="25302" x="6294438" y="3179763"/>
          <p14:tracePt t="25319" x="6318250" y="3209925"/>
          <p14:tracePt t="25334" x="6342063" y="3233738"/>
          <p14:tracePt t="25352" x="6357938" y="3303588"/>
          <p14:tracePt t="25364" x="6365875" y="3335338"/>
          <p14:tracePt t="25388" x="6373813" y="3375025"/>
          <p14:tracePt t="25421" x="6373813" y="3397250"/>
          <p14:tracePt t="25440" x="6357938" y="3429000"/>
          <p14:tracePt t="25465" x="6342063" y="3452813"/>
          <p14:tracePt t="25479" x="6288088" y="3482975"/>
          <p14:tracePt t="25484" x="6224588" y="3514725"/>
          <p14:tracePt t="25504" x="6146800" y="3530600"/>
          <p14:tracePt t="25513" x="6053138" y="3538538"/>
          <p14:tracePt t="25535" x="5927725" y="3522663"/>
          <p14:tracePt t="25543" x="5818188" y="3482975"/>
          <p14:tracePt t="25558" x="5788025" y="3468688"/>
          <p14:tracePt t="25587" x="5670550" y="3421063"/>
          <p14:tracePt t="25626" x="5568950" y="3351213"/>
          <p14:tracePt t="25661" x="5529263" y="3241675"/>
          <p14:tracePt t="25691" x="5513388" y="3132138"/>
          <p14:tracePt t="25738" x="5576888" y="3022600"/>
          <p14:tracePt t="25769" x="5646738" y="2936875"/>
          <p14:tracePt t="25796" x="5748338" y="2874963"/>
          <p14:tracePt t="25827" x="5873750" y="2859088"/>
          <p14:tracePt t="25855" x="5983288" y="2905125"/>
          <p14:tracePt t="25871" x="6122988" y="2990850"/>
          <p14:tracePt t="25894" x="6192838" y="3038475"/>
          <p14:tracePt t="25911" x="6232525" y="3092450"/>
          <p14:tracePt t="25919" x="6264275" y="3148013"/>
          <p14:tracePt t="25933" x="6256338" y="3217863"/>
          <p14:tracePt t="25949" x="6248400" y="3249613"/>
          <p14:tracePt t="25970" x="6232525" y="3281363"/>
          <p14:tracePt t="25976" x="6200775" y="3327400"/>
          <p14:tracePt t="25993" x="6138863" y="3375025"/>
          <p14:tracePt t="26014" x="6076950" y="3444875"/>
          <p14:tracePt t="26030" x="6029325" y="3490913"/>
          <p14:tracePt t="26045" x="5967413" y="3530600"/>
          <p14:tracePt t="26052" x="5943600" y="3546475"/>
          <p14:tracePt t="26065" x="5881688" y="3576638"/>
          <p14:tracePt t="26083" x="5818188" y="3584575"/>
          <p14:tracePt t="26097" x="5764213" y="3576638"/>
          <p14:tracePt t="26114" x="5724525" y="3562350"/>
          <p14:tracePt t="26127" x="5662613" y="3530600"/>
          <p14:tracePt t="26149" x="5608638" y="3498850"/>
          <p14:tracePt t="26199" x="5576888" y="3452813"/>
          <p14:tracePt t="26790" x="5483225" y="3522663"/>
          <p14:tracePt t="26877" x="5459413" y="3616325"/>
          <p14:tracePt t="26894" x="5475288" y="3709988"/>
          <p14:tracePt t="26910" x="5507038" y="3733800"/>
          <p14:tracePt t="26925" x="5614988" y="3779838"/>
          <p14:tracePt t="27042" x="5507038" y="3827463"/>
          <p14:tracePt t="27075" x="5405438" y="3881438"/>
          <p14:tracePt t="27106" x="5311775" y="3944938"/>
          <p14:tracePt t="27149" x="5232400" y="4038600"/>
          <p14:tracePt t="27268" x="5100638" y="4100513"/>
          <p14:tracePt t="27285" x="4991100" y="4140200"/>
          <p14:tracePt t="27312" x="4873625" y="4178300"/>
          <p14:tracePt t="27341" x="4764088" y="4217988"/>
          <p14:tracePt t="27360" x="4654550" y="4249738"/>
          <p14:tracePt t="27433" x="4545013" y="4311650"/>
          <p14:tracePt t="27463" x="4451350" y="4365625"/>
          <p14:tracePt t="27495" x="4349750" y="4437063"/>
          <p14:tracePt t="27612" x="4271963" y="4530725"/>
          <p14:tracePt t="27644" x="4210050" y="4654550"/>
          <p14:tracePt t="27763" x="4146550" y="4749800"/>
          <p14:tracePt t="27794" x="4046538" y="4857750"/>
          <p14:tracePt t="27825" x="3975100" y="4945063"/>
          <p14:tracePt t="27885" x="3897313" y="5060950"/>
          <p14:tracePt t="27944" x="3990975" y="5140325"/>
          <p14:tracePt t="28003" x="4108450" y="5186363"/>
          <p14:tracePt t="28064" x="4210050" y="5226050"/>
          <p14:tracePt t="28124" x="4319588" y="5256213"/>
          <p14:tracePt t="28169" x="4437063" y="5226050"/>
          <p14:tracePt t="28199" x="4545013" y="5178425"/>
          <p14:tracePt t="28424" x="4491038" y="5076825"/>
          <p14:tracePt t="28453" x="4357688" y="4999038"/>
          <p14:tracePt t="28485" x="4241800" y="4937125"/>
          <p14:tracePt t="28573" x="4178300" y="4811713"/>
          <p14:tracePt t="28592" x="4132263" y="4670425"/>
          <p14:tracePt t="28619" x="4084638" y="4554538"/>
          <p14:tracePt t="28649" x="3983038" y="4475163"/>
          <p14:tracePt t="28694" x="3857625" y="4445000"/>
          <p14:tracePt t="28712" x="3733800" y="4405313"/>
          <p14:tracePt t="30008" x="5162550" y="4343400"/>
          <p14:tracePt t="30022" x="5045075" y="4303713"/>
          <p14:tracePt t="30061" x="4927600" y="4271963"/>
          <p14:tracePt t="30077" x="4819650" y="4233863"/>
          <p14:tracePt t="30088" x="4694238" y="4194175"/>
          <p14:tracePt t="30098" x="4576763" y="4164013"/>
          <p14:tracePt t="30127" x="4459288" y="4132263"/>
          <p14:tracePt t="30142" x="4341813" y="4100513"/>
          <p14:tracePt t="30196" x="4217988" y="4084638"/>
          <p14:tracePt t="30338" x="4335463" y="4062413"/>
          <p14:tracePt t="30554" x="4225925" y="4100513"/>
          <p14:tracePt t="30599" x="4116388" y="4156075"/>
          <p14:tracePt t="30628" x="4014788" y="4210050"/>
          <p14:tracePt t="30673" x="3913188" y="4271963"/>
          <p14:tracePt t="31299" x="4022725" y="3616325"/>
          <p14:tracePt t="31329" x="3905250" y="3632200"/>
          <p14:tracePt t="31422" x="3795713" y="3678238"/>
          <p14:tracePt t="31519" x="3857625" y="3741738"/>
          <p14:tracePt t="31541" x="3873500" y="3725863"/>
          <p14:tracePt t="31573" x="3951288" y="3709988"/>
          <p14:tracePt t="31647" x="3921125" y="3717925"/>
          <p14:tracePt t="31770" x="3929063" y="3749675"/>
          <p14:tracePt t="31784" x="3967163" y="3827463"/>
          <p14:tracePt t="31801" x="3990975" y="3867150"/>
          <p14:tracePt t="31824" x="4006850" y="3905250"/>
          <p14:tracePt t="31838" x="3998913" y="3937000"/>
          <p14:tracePt t="31918" x="3983038" y="3913188"/>
          <p14:tracePt t="31934" x="3959225" y="3897313"/>
          <p14:tracePt t="31948" x="3937000" y="3889375"/>
          <p14:tracePt t="31979" x="3897313" y="3889375"/>
          <p14:tracePt t="31996" x="3843338" y="3929063"/>
          <p14:tracePt t="32007" x="3803650" y="3960813"/>
          <p14:tracePt t="32018" x="3779838" y="3983038"/>
          <p14:tracePt t="32034" x="3756025" y="3998913"/>
          <p14:tracePt t="32047" x="3741738" y="4022725"/>
          <p14:tracePt t="32110" x="3733800" y="4054475"/>
          <p14:tracePt t="32128" x="3717925" y="4076700"/>
          <p14:tracePt t="32144" x="3709988" y="4100513"/>
          <p14:tracePt t="32158" x="3694113" y="4132263"/>
          <p14:tracePt t="32175" x="3662363" y="4194175"/>
          <p14:tracePt t="32184" x="3648075" y="4217988"/>
          <p14:tracePt t="32199" x="3608388" y="4279900"/>
          <p14:tracePt t="32214" x="3584575" y="4311650"/>
          <p14:tracePt t="32231" x="3560763" y="4335463"/>
          <p14:tracePt t="32274" x="3546475" y="4359275"/>
          <p14:tracePt t="32290" x="3546475" y="4365625"/>
          <p14:tracePt t="32306" x="3530600" y="4389438"/>
          <p14:tracePt t="32566" x="3560763" y="4373563"/>
          <p14:tracePt t="32586" x="3584575" y="4359275"/>
          <p14:tracePt t="32597" x="3608388" y="4335463"/>
          <p14:tracePt t="32621" x="3616325" y="4303713"/>
          <p14:tracePt t="32660" x="3608388" y="4271963"/>
          <p14:tracePt t="32672" x="3608388" y="4249738"/>
          <p14:tracePt t="32688" x="3608388" y="4217988"/>
          <p14:tracePt t="32703" x="3600450" y="4186238"/>
          <p14:tracePt t="32732" x="3600450" y="4156075"/>
          <p14:tracePt t="32766" x="3608388" y="4132263"/>
          <p14:tracePt t="32792" x="3600450" y="4092575"/>
          <p14:tracePt t="32852" x="3584575" y="4068763"/>
          <p14:tracePt t="32882" x="3560763" y="4046538"/>
          <p14:tracePt t="32973" x="3546475" y="4014788"/>
          <p14:tracePt t="33019" x="3546475" y="3990975"/>
          <p14:tracePt t="33047" x="3538538" y="3967163"/>
          <p14:tracePt t="33065" x="3538538" y="3937000"/>
          <p14:tracePt t="33081" x="3554413" y="3921125"/>
          <p14:tracePt t="33799" x="3522663" y="3921125"/>
          <p14:tracePt t="33964" x="3546475" y="3905250"/>
          <p14:tracePt t="33992" x="3576638" y="3905250"/>
          <p14:tracePt t="34405" x="3576638" y="3944938"/>
          <p14:tracePt t="34444" x="3560763" y="3975100"/>
          <p14:tracePt t="34490" x="3538538" y="3998913"/>
          <p14:tracePt t="34535" x="3514725" y="4014788"/>
          <p14:tracePt t="34582" x="3475038" y="4068763"/>
          <p14:tracePt t="34604" x="3460750" y="4092575"/>
          <p14:tracePt t="34610" x="3444875" y="4124325"/>
          <p14:tracePt t="34671" x="3389313" y="4148138"/>
          <p14:tracePt t="34690" x="3359150" y="4132263"/>
          <p14:tracePt t="34712" x="3311525" y="4116388"/>
          <p14:tracePt t="34727" x="3233738" y="4076700"/>
          <p14:tracePt t="34746" x="3209925" y="4062413"/>
          <p14:tracePt t="34776" x="3155950" y="4022725"/>
          <p14:tracePt t="34798" x="3140075" y="4006850"/>
          <p14:tracePt t="34916" x="3170238" y="3897313"/>
          <p14:tracePt t="35013" x="3241675" y="3811588"/>
          <p14:tracePt t="35084" x="3373438" y="3717925"/>
          <p14:tracePt t="35092" x="3405188" y="3702050"/>
          <p14:tracePt t="35119" x="3460750" y="3678238"/>
          <p14:tracePt t="35135" x="3490913" y="3678238"/>
          <p14:tracePt t="35152" x="3530600" y="3686175"/>
          <p14:tracePt t="35180" x="3560763" y="3702050"/>
          <p14:tracePt t="35197" x="3592513" y="3709988"/>
          <p14:tracePt t="35212" x="3616325" y="3725863"/>
          <p14:tracePt t="35250" x="3648075" y="3741738"/>
          <p14:tracePt t="35258" x="3670300" y="3771900"/>
          <p14:tracePt t="35288" x="3678238" y="3803650"/>
          <p14:tracePt t="35303" x="3694113" y="3835400"/>
          <p14:tracePt t="35316" x="3694113" y="3873500"/>
          <p14:tracePt t="35347" x="3694113" y="3905250"/>
          <p14:tracePt t="35363" x="3678238" y="3937000"/>
          <p14:tracePt t="35378" x="3662363" y="3960813"/>
          <p14:tracePt t="35409" x="3648075" y="3990975"/>
          <p14:tracePt t="35439" x="3632200" y="4014788"/>
          <p14:tracePt t="35465" x="3616325" y="4038600"/>
          <p14:tracePt t="35478" x="3584575" y="4092575"/>
          <p14:tracePt t="35497" x="3560763" y="4108450"/>
          <p14:tracePt t="35512" x="3538538" y="4132263"/>
          <p14:tracePt t="35528" x="3514725" y="4156075"/>
          <p14:tracePt t="35542" x="3490913" y="4170363"/>
          <p14:tracePt t="35572" x="3452813" y="4178300"/>
          <p14:tracePt t="35600" x="3421063" y="4186238"/>
          <p14:tracePt t="35616" x="3397250" y="4186238"/>
          <p14:tracePt t="35629" x="3365500" y="4170363"/>
          <p14:tracePt t="35640" x="3351213" y="4148138"/>
          <p14:tracePt t="35644" x="3327400" y="4116388"/>
          <p14:tracePt t="35660" x="3311525" y="4092575"/>
          <p14:tracePt t="35811" x="3335338" y="3983038"/>
          <p14:tracePt t="35991" x="3436938" y="3913188"/>
          <p14:tracePt t="36082" x="3554413" y="3913188"/>
          <p14:tracePt t="36097" x="3624263" y="3905250"/>
          <p14:tracePt t="36122" x="3670300" y="3913188"/>
          <p14:tracePt t="36133" x="3702050" y="3921125"/>
          <p14:tracePt t="36157" x="3725863" y="3944938"/>
          <p14:tracePt t="36172" x="3749675" y="3967163"/>
          <p14:tracePt t="36201" x="3756025" y="3990975"/>
          <p14:tracePt t="36220" x="3763963" y="4022725"/>
          <p14:tracePt t="36241" x="3763963" y="4054475"/>
          <p14:tracePt t="36261" x="3733800" y="4108450"/>
          <p14:tracePt t="36276" x="3717925" y="4124325"/>
          <p14:tracePt t="36308" x="3694113" y="4148138"/>
          <p14:tracePt t="36336" x="3656013" y="4194175"/>
          <p14:tracePt t="36352" x="3624263" y="4217988"/>
          <p14:tracePt t="36369" x="3554413" y="4233863"/>
          <p14:tracePt t="36384" x="3482975" y="4225925"/>
          <p14:tracePt t="36400" x="3452813" y="4210050"/>
          <p14:tracePt t="36501" x="3381375" y="4132263"/>
          <p14:tracePt t="36546" x="3343275" y="4014788"/>
          <p14:tracePt t="36622" x="3343275" y="3889375"/>
          <p14:tracePt t="36666" x="3365500" y="3779838"/>
          <p14:tracePt t="36698" x="3413125" y="3671888"/>
          <p14:tracePt t="36815" x="3530600" y="3640138"/>
          <p14:tracePt t="36951" x="3616325" y="3709988"/>
          <p14:tracePt t="36967" x="3670300" y="3765550"/>
          <p14:tracePt t="36982" x="3709988" y="3811588"/>
          <p14:tracePt t="36997" x="3733800" y="3843338"/>
          <p14:tracePt t="37030" x="3756025" y="3859213"/>
          <p14:tracePt t="37283" x="3648075" y="3881438"/>
          <p14:tracePt t="37523" x="3756025" y="3843338"/>
          <p14:tracePt t="37792" x="3835400" y="3929063"/>
          <p14:tracePt t="37824" x="3905250" y="4038600"/>
          <p14:tracePt t="37852" x="3967163" y="4132263"/>
          <p14:tracePt t="37990" x="3889375" y="4217988"/>
          <p14:tracePt t="38332" x="3951288" y="4303713"/>
          <p14:tracePt t="38374" x="4076700" y="4327525"/>
          <p14:tracePt t="38542" x="4006850" y="4225925"/>
          <p14:tracePt t="38575" x="3983038" y="4116388"/>
          <p14:tracePt t="38604" x="3951288" y="4006850"/>
          <p14:tracePt t="38621" x="3873500" y="3648075"/>
          <p14:tracePt t="38649" x="3819525" y="3397250"/>
          <p14:tracePt t="38666" x="3803650" y="3281363"/>
          <p14:tracePt t="38688" x="3819525" y="3171825"/>
          <p14:tracePt t="38704" x="3889375" y="2936875"/>
          <p14:tracePt t="38739" x="3959225" y="2835275"/>
          <p14:tracePt t="38767" x="4006850" y="2733675"/>
          <p14:tracePt t="38774" x="4092575" y="2640013"/>
          <p14:tracePt t="38798" x="4202113" y="2578100"/>
          <p14:tracePt t="38858" x="4248150" y="2679700"/>
          <p14:tracePt t="38890" x="4186238" y="2795588"/>
          <p14:tracePt t="38921" x="4108450" y="2897188"/>
          <p14:tracePt t="38948" x="4022725" y="2976563"/>
          <p14:tracePt t="38993" x="3929063" y="3054350"/>
          <p14:tracePt t="39038" x="4006850" y="3140075"/>
          <p14:tracePt t="39070" x="4108450" y="3201988"/>
          <p14:tracePt t="39114" x="4194175" y="3287713"/>
          <p14:tracePt t="39158" x="4140200" y="3397250"/>
          <p14:tracePt t="39177" x="4038600" y="3476625"/>
          <p14:tracePt t="39192" x="3937000" y="3530600"/>
          <p14:tracePt t="39206" x="3827463" y="3546475"/>
          <p14:tracePt t="39236" x="3709988" y="3514725"/>
          <p14:tracePt t="39264" x="3624263" y="3452813"/>
          <p14:tracePt t="39308" x="3686175" y="3209925"/>
          <p14:tracePt t="39354" x="3756025" y="3116263"/>
          <p14:tracePt t="39383" x="3990975" y="3038475"/>
          <p14:tracePt t="39412" x="4108450" y="3070225"/>
          <p14:tracePt t="39429" x="4202113" y="3148013"/>
          <p14:tracePt t="39475" x="4210050" y="3265488"/>
          <p14:tracePt t="39503" x="4154488" y="3375025"/>
          <p14:tracePt t="39518" x="4092575" y="3468688"/>
          <p14:tracePt t="39536" x="4006850" y="3530600"/>
          <p14:tracePt t="39581" x="3905250" y="3490913"/>
          <p14:tracePt t="39640" x="3967163" y="3397250"/>
          <p14:tracePt t="39667" x="4052888" y="3311525"/>
          <p14:tracePt t="39686" x="4146550" y="3233738"/>
          <p14:tracePt t="39774" x="4170363" y="3351213"/>
          <p14:tracePt t="40030" x="4279900" y="3375025"/>
          <p14:tracePt t="40059" x="4389438" y="3429000"/>
          <p14:tracePt t="40089" x="4483100" y="3514725"/>
          <p14:tracePt t="40135" x="4506913" y="3632200"/>
          <p14:tracePt t="40161" x="4475163" y="3749675"/>
          <p14:tracePt t="40195" x="4319588" y="3905250"/>
          <p14:tracePt t="40224" x="4202113" y="3944938"/>
          <p14:tracePt t="40255" x="4100513" y="3921125"/>
          <p14:tracePt t="40301" x="4014788" y="3827463"/>
          <p14:tracePt t="40330" x="4006850" y="3709988"/>
          <p14:tracePt t="40391" x="4076700" y="3608388"/>
          <p14:tracePt t="40408" x="4170363" y="3538538"/>
          <p14:tracePt t="40435" x="4271963" y="3476625"/>
          <p14:tracePt t="40450" x="4373563" y="3436938"/>
          <p14:tracePt t="40467" x="4498975" y="3421063"/>
          <p14:tracePt t="40494" x="4616450" y="3413125"/>
          <p14:tracePt t="40521" x="4732338" y="3421063"/>
          <p14:tracePt t="40554" x="4849813" y="3468688"/>
          <p14:tracePt t="40570" x="4935538" y="3538538"/>
          <p14:tracePt t="40631" x="4951413" y="3656013"/>
          <p14:tracePt t="40661" x="4921250" y="3771900"/>
          <p14:tracePt t="40689" x="4811713" y="3975100"/>
          <p14:tracePt t="40721" x="4748213" y="4068763"/>
          <p14:tracePt t="40737" x="4670425" y="4156075"/>
          <p14:tracePt t="40884" x="4568825" y="4178300"/>
          <p14:tracePt t="40975" x="4506913" y="4084638"/>
          <p14:tracePt t="41036" x="4467225" y="3975100"/>
          <p14:tracePt t="41052" x="4413250" y="3859213"/>
          <p14:tracePt t="41096" x="4349750" y="3624263"/>
          <p14:tracePt t="41142" x="4295775" y="3514725"/>
          <p14:tracePt t="42724" x="5194300" y="3873500"/>
          <p14:tracePt t="42730" x="5068888" y="3897313"/>
          <p14:tracePt t="42765" x="4943475" y="3905250"/>
          <p14:tracePt t="42779" x="4827588" y="3913188"/>
          <p14:tracePt t="42785" x="4702175" y="3913188"/>
          <p14:tracePt t="42806" x="4592638" y="3873500"/>
          <p14:tracePt t="42850" x="4522788" y="3771900"/>
          <p14:tracePt t="42873" x="4498975" y="3656013"/>
          <p14:tracePt t="42895" x="4537075" y="3546475"/>
          <p14:tracePt t="42911" x="4616450" y="3452813"/>
          <p14:tracePt t="42927" x="4702175" y="3375025"/>
          <p14:tracePt t="42931" x="4803775" y="3295650"/>
          <p14:tracePt t="42943" x="4913313" y="3257550"/>
          <p14:tracePt t="42956" x="5029200" y="3225800"/>
          <p14:tracePt t="42970" x="5154613" y="3233738"/>
          <p14:tracePt t="42994" x="5264150" y="3273425"/>
          <p14:tracePt t="43000" x="5381625" y="3335338"/>
          <p14:tracePt t="43011" x="5413375" y="3375025"/>
          <p14:tracePt t="43015" x="5419725" y="3413125"/>
          <p14:tracePt t="43026" x="5365750" y="3436938"/>
          <p14:tracePt t="43039" x="5326063" y="3570288"/>
          <p14:tracePt t="43053" x="5248275" y="3694113"/>
          <p14:tracePt t="43069" x="5170488" y="3803650"/>
          <p14:tracePt t="43084" x="5130800" y="3881438"/>
          <p14:tracePt t="43099" x="5022850" y="4006850"/>
          <p14:tracePt t="43114" x="4927600" y="4062413"/>
          <p14:tracePt t="43130" x="4897438" y="4068763"/>
          <p14:tracePt t="43176" x="4772025" y="4054475"/>
          <p14:tracePt t="43204" x="4646613" y="4022725"/>
          <p14:tracePt t="43240" x="4552950" y="3967163"/>
          <p14:tracePt t="43285" x="4483100" y="3859213"/>
          <p14:tracePt t="43300" x="4451350" y="3616325"/>
          <p14:tracePt t="43313" x="4459288" y="3498850"/>
          <p14:tracePt t="43344" x="4498975" y="3389313"/>
          <p14:tracePt t="43358" x="4576763" y="3295650"/>
          <p14:tracePt t="43387" x="4694238" y="3273425"/>
          <p14:tracePt t="43417" x="4811713" y="3273425"/>
          <p14:tracePt t="43433" x="4921250" y="3295650"/>
          <p14:tracePt t="43449" x="5068888" y="3351213"/>
          <p14:tracePt t="43463" x="5210175" y="3421063"/>
          <p14:tracePt t="43508" x="5210175" y="3452813"/>
          <p14:tracePt t="43522" x="5170488" y="3522663"/>
          <p14:tracePt t="43567" x="5053013" y="3562350"/>
          <p14:tracePt t="43581" x="4935538" y="3584575"/>
          <p14:tracePt t="43613" x="4819650" y="3576638"/>
          <p14:tracePt t="43689" x="4779963" y="3468688"/>
          <p14:tracePt t="43735" x="4779963" y="3351213"/>
          <p14:tracePt t="43854" x="4897438" y="3311525"/>
          <p14:tracePt t="43915" x="4999038" y="3303588"/>
          <p14:tracePt t="43927" x="5108575" y="3303588"/>
          <p14:tracePt t="43945" x="5138738" y="3303588"/>
          <p14:tracePt t="43972" x="5170488" y="3303588"/>
          <p14:tracePt t="44002" x="5202238" y="3295650"/>
          <p14:tracePt t="44105" x="5186363" y="3327400"/>
          <p14:tracePt t="44135" x="5162550" y="3375025"/>
          <p14:tracePt t="44164" x="5122863" y="3413125"/>
          <p14:tracePt t="44180" x="5084763" y="3444875"/>
          <p14:tracePt t="44246" x="4967288" y="3429000"/>
          <p14:tracePt t="44276" x="4849813" y="3413125"/>
          <p14:tracePt t="44288" x="4732338" y="3389313"/>
          <p14:tracePt t="44534" x="4638675" y="3319463"/>
          <p14:tracePt t="44562" x="4552950" y="3241675"/>
          <p14:tracePt t="44594" x="4522788" y="3132138"/>
          <p14:tracePt t="44623" x="4552950" y="3014663"/>
          <p14:tracePt t="44642" x="4632325" y="2928938"/>
          <p14:tracePt t="44655" x="4740275" y="2867025"/>
          <p14:tracePt t="44759" x="4787900" y="2984500"/>
          <p14:tracePt t="44787" x="4779963" y="3108325"/>
          <p14:tracePt t="44820" x="4678363" y="3194050"/>
          <p14:tracePt t="44969" x="4803775" y="3194050"/>
          <p14:tracePt t="44997" x="4921250" y="3194050"/>
          <p14:tracePt t="45240" x="5037138" y="3201988"/>
          <p14:tracePt t="45272" x="5170488" y="3217863"/>
          <p14:tracePt t="45854" x="5280025" y="3179763"/>
          <p14:tracePt t="46215" x="5295900" y="3070225"/>
          <p14:tracePt t="46245" x="5303838" y="2952750"/>
          <p14:tracePt t="46263" x="5326063" y="2851150"/>
          <p14:tracePt t="49238" x="4046538" y="4560888"/>
          <p14:tracePt t="49247" x="4038600" y="4530725"/>
          <p14:tracePt t="49269" x="4178300" y="4452938"/>
          <p14:tracePt t="49294" x="4311650" y="4445000"/>
          <p14:tracePt t="49318" x="4413250" y="4459288"/>
          <p14:tracePt t="49327" x="4560888" y="4498975"/>
          <p14:tracePt t="49339" x="4646613" y="4538663"/>
          <p14:tracePt t="49346" x="4740275" y="4616450"/>
          <p14:tracePt t="49362" x="4764088" y="4702175"/>
          <p14:tracePt t="49375" x="4756150" y="4843463"/>
          <p14:tracePt t="49390" x="4732338" y="4967288"/>
          <p14:tracePt t="49405" x="4638675" y="5170488"/>
          <p14:tracePt t="49420" x="4545013" y="5272088"/>
          <p14:tracePt t="49435" x="4537075" y="5272088"/>
          <p14:tracePt t="49450" x="4349750" y="5357813"/>
          <p14:tracePt t="49465" x="4146550" y="5373688"/>
          <p14:tracePt t="49481" x="3959225" y="5335588"/>
          <p14:tracePt t="49497" x="3827463" y="5264150"/>
          <p14:tracePt t="49511" x="3763963" y="5194300"/>
          <p14:tracePt t="49525" x="3717925" y="5092700"/>
          <p14:tracePt t="49541" x="3717925" y="5084763"/>
          <p14:tracePt t="49555" x="3756025" y="4929188"/>
          <p14:tracePt t="49570" x="3803650" y="4811713"/>
          <p14:tracePt t="49585" x="3873500" y="4718050"/>
          <p14:tracePt t="49600" x="3967163" y="4632325"/>
          <p14:tracePt t="49614" x="4046538" y="4584700"/>
          <p14:tracePt t="49639" x="4170363" y="4560888"/>
          <p14:tracePt t="49651" x="4233863" y="4576763"/>
          <p14:tracePt t="49661" x="4365625" y="4640263"/>
          <p14:tracePt t="49678" x="4429125" y="4710113"/>
          <p14:tracePt t="49691" x="4506913" y="4889500"/>
          <p14:tracePt t="49715" x="4514850" y="4929188"/>
          <p14:tracePt t="49732" x="4491038" y="5132388"/>
          <p14:tracePt t="49756" x="4443413" y="5264150"/>
          <p14:tracePt t="49770" x="4335463" y="5467350"/>
          <p14:tracePt t="49777" x="4271963" y="5545138"/>
          <p14:tracePt t="49789" x="4186238" y="5638800"/>
          <p14:tracePt t="49804" x="4084638" y="5686425"/>
          <p14:tracePt t="49817" x="3967163" y="5662613"/>
          <p14:tracePt t="49833" x="3905250" y="5632450"/>
          <p14:tracePt t="49848" x="3733800" y="5483225"/>
          <p14:tracePt t="49878" x="3662363" y="5421313"/>
          <p14:tracePt t="49892" x="3475038" y="5295900"/>
          <p14:tracePt t="49936" x="3452813" y="5170488"/>
          <p14:tracePt t="49951" x="3444875" y="5045075"/>
          <p14:tracePt t="49956" x="3444875" y="4921250"/>
          <p14:tracePt t="49970" x="3460750" y="4803775"/>
          <p14:tracePt t="49985" x="3514725" y="4686300"/>
          <p14:tracePt t="50025" x="3592513" y="4592638"/>
          <p14:tracePt t="50040" x="3843338" y="4445000"/>
          <p14:tracePt t="50047" x="3983038" y="4452938"/>
          <p14:tracePt t="50070" x="4116388" y="4506913"/>
          <p14:tracePt t="50083" x="4225925" y="4584700"/>
          <p14:tracePt t="50089" x="4264025" y="4600575"/>
          <p14:tracePt t="50103" x="4287838" y="4632325"/>
          <p14:tracePt t="50119" x="4311650" y="4654550"/>
          <p14:tracePt t="50164" x="4287838" y="4741863"/>
          <p14:tracePt t="50193" x="4186238" y="4803775"/>
          <p14:tracePt t="50217" x="4154488" y="4811713"/>
          <p14:tracePt t="50225" x="4014788" y="4803775"/>
          <p14:tracePt t="50241" x="3897313" y="4772025"/>
          <p14:tracePt t="50256" x="3779838" y="4733925"/>
          <p14:tracePt t="50269" x="3678238" y="4662488"/>
          <p14:tracePt t="50314" x="3648075" y="4554538"/>
          <p14:tracePt t="50332" x="3656013" y="4437063"/>
          <p14:tracePt t="50355" x="3662363" y="4327525"/>
          <p14:tracePt t="50363" x="3686175" y="4202113"/>
          <p14:tracePt t="50388" x="3733800" y="4100513"/>
          <p14:tracePt t="50422" x="3827463" y="4022725"/>
          <p14:tracePt t="50509" x="3857625" y="4030663"/>
          <p14:tracePt t="50527" x="3857625" y="4062413"/>
          <p14:tracePt t="50543" x="3835400" y="4170363"/>
          <p14:tracePt t="50556" x="3819525" y="4257675"/>
          <p14:tracePt t="50689" x="3756025" y="4233863"/>
          <p14:tracePt t="50706" x="3702050" y="4225925"/>
          <p14:tracePt t="50748" x="3584575" y="4249738"/>
          <p14:tracePt t="50778" x="3475038" y="4264025"/>
          <p14:tracePt t="50820" x="3365500" y="4249738"/>
          <p14:tracePt t="50959" x="3303588" y="4194175"/>
          <p14:tracePt t="50992" x="3405188" y="4084638"/>
          <p14:tracePt t="51014" x="3444875" y="4076700"/>
          <p14:tracePt t="51022" x="3514725" y="4054475"/>
          <p14:tracePt t="51037" x="3592513" y="4014788"/>
          <p14:tracePt t="51051" x="3632200" y="3983038"/>
          <p14:tracePt t="51089" x="3662363" y="3929063"/>
          <p14:tracePt t="51319" x="3709988" y="3975100"/>
          <p14:tracePt t="51335" x="3749675" y="3998913"/>
          <p14:tracePt t="51350" x="3835400" y="4022725"/>
          <p14:tracePt t="51364" x="3905250" y="4038600"/>
          <p14:tracePt t="51378" x="3944938" y="4046538"/>
          <p14:tracePt t="51393" x="3975100" y="4062413"/>
          <p14:tracePt t="51424" x="3998913" y="4084638"/>
          <p14:tracePt t="51471" x="3944938" y="4140200"/>
          <p14:tracePt t="51489" x="3881438" y="4164013"/>
          <p14:tracePt t="51532" x="3648075" y="4116388"/>
          <p14:tracePt t="51560" x="3538538" y="4084638"/>
          <p14:tracePt t="51935" x="3648075" y="4054475"/>
          <p14:tracePt t="52056" x="3530600" y="4030663"/>
          <p14:tracePt t="52146" x="3568700" y="4038600"/>
          <p14:tracePt t="52164" x="3670300" y="4062413"/>
          <p14:tracePt t="52177" x="3787775" y="4092575"/>
          <p14:tracePt t="52192" x="3851275" y="4132263"/>
          <p14:tracePt t="52220" x="3873500" y="4164013"/>
          <p14:tracePt t="52239" x="3857625" y="4233863"/>
          <p14:tracePt t="52264" x="3819525" y="4264025"/>
          <p14:tracePt t="52277" x="3756025" y="4303713"/>
          <p14:tracePt t="52282" x="3702050" y="4327525"/>
          <p14:tracePt t="52299" x="3662363" y="4335463"/>
          <p14:tracePt t="52329" x="3530600" y="4327525"/>
          <p14:tracePt t="52347" x="3295650" y="4279900"/>
          <p14:tracePt t="52367" x="3194050" y="4233863"/>
          <p14:tracePt t="52390" x="3092450" y="4170363"/>
          <p14:tracePt t="52410" x="2982913" y="4116388"/>
          <p14:tracePt t="52506" x="3108325" y="4084638"/>
          <p14:tracePt t="52523" x="3351213" y="4132263"/>
          <p14:tracePt t="52548" x="3467100" y="4178300"/>
          <p14:tracePt t="52560" x="3560763" y="4241800"/>
          <p14:tracePt t="52583" x="3733800" y="4405313"/>
          <p14:tracePt t="52610" x="3819525" y="4498975"/>
          <p14:tracePt t="52672" x="3851275" y="4608513"/>
          <p14:tracePt t="52690" x="3811588" y="4725988"/>
          <p14:tracePt t="52716" x="3733800" y="4819650"/>
          <p14:tracePt t="52734" x="3709988" y="4835525"/>
          <p14:tracePt t="52758" x="3616325" y="4905375"/>
          <p14:tracePt t="52775" x="3514725" y="4967288"/>
          <p14:tracePt t="52880" x="3632200" y="4951413"/>
          <p14:tracePt t="52911" x="3749675" y="4959350"/>
          <p14:tracePt t="52956" x="3857625" y="5022850"/>
          <p14:tracePt t="52986" x="3905250" y="5162550"/>
          <p14:tracePt t="53004" x="3921125" y="5241925"/>
          <p14:tracePt t="53046" x="3795713" y="5295900"/>
          <p14:tracePt t="53061" x="3678238" y="5311775"/>
          <p14:tracePt t="53079" x="3554413" y="5287963"/>
          <p14:tracePt t="53094" x="3421063" y="5233988"/>
          <p14:tracePt t="53136" x="3413125" y="5210175"/>
          <p14:tracePt t="53151" x="3343275" y="4975225"/>
          <p14:tracePt t="53170" x="3335338" y="4849813"/>
          <p14:tracePt t="53187" x="3335338" y="4608513"/>
          <p14:tracePt t="53202" x="3359150" y="4506913"/>
          <p14:tracePt t="53214" x="3381375" y="4389438"/>
          <p14:tracePt t="53228" x="3429000" y="4271963"/>
          <p14:tracePt t="53242" x="3514725" y="4178300"/>
          <p14:tracePt t="53256" x="3592513" y="4108450"/>
          <p14:tracePt t="53301" x="3811588" y="4006850"/>
          <p14:tracePt t="53317" x="3921125" y="3990975"/>
          <p14:tracePt t="53346" x="4046538" y="4022725"/>
          <p14:tracePt t="53378" x="4154488" y="4084638"/>
          <p14:tracePt t="53406" x="4365625" y="4233863"/>
          <p14:tracePt t="53423" x="4459288" y="4311650"/>
          <p14:tracePt t="53437" x="4498975" y="4351338"/>
          <p14:tracePt t="53452" x="4530725" y="4413250"/>
          <p14:tracePt t="53468" x="4537075" y="4522788"/>
          <p14:tracePt t="53483" x="4514850" y="4584700"/>
          <p14:tracePt t="53522" x="4451350" y="4640263"/>
          <p14:tracePt t="53529" x="4389438" y="4678363"/>
          <p14:tracePt t="53559" x="4202113" y="4725988"/>
          <p14:tracePt t="53585" x="4194175" y="4733925"/>
          <p14:tracePt t="53619" x="4052888" y="4678363"/>
          <p14:tracePt t="53646" x="3944938" y="4616450"/>
          <p14:tracePt t="53664" x="3873500" y="4530725"/>
          <p14:tracePt t="53709" x="3819525" y="4429125"/>
          <p14:tracePt t="53752" x="3827463" y="4202113"/>
          <p14:tracePt t="53797" x="3889375" y="4100513"/>
          <p14:tracePt t="54022" x="3990975" y="4100513"/>
          <p14:tracePt t="54039" x="4154488" y="4108450"/>
          <p14:tracePt t="54054" x="4233863" y="4132263"/>
          <p14:tracePt t="54069" x="4248150" y="4156075"/>
          <p14:tracePt t="54173" x="4092575" y="4156075"/>
          <p14:tracePt t="54188" x="3975100" y="4156075"/>
          <p14:tracePt t="54218" x="3944938" y="4156075"/>
          <p14:tracePt t="54324" x="4076700" y="4148138"/>
          <p14:tracePt t="54341" x="4233863" y="4156075"/>
          <p14:tracePt t="54358" x="4279900" y="4170363"/>
          <p14:tracePt t="54379" x="4421188" y="4257675"/>
          <p14:tracePt t="54396" x="4467225" y="4311650"/>
          <p14:tracePt t="54405" x="4483100" y="4335463"/>
          <p14:tracePt t="54423" x="4491038" y="4397375"/>
          <p14:tracePt t="54430" x="4459288" y="4475163"/>
          <p14:tracePt t="54444" x="4405313" y="4576763"/>
          <p14:tracePt t="54459" x="4357688" y="4624388"/>
          <p14:tracePt t="54472" x="4327525" y="4654550"/>
          <p14:tracePt t="54482" x="4264025" y="4694238"/>
          <p14:tracePt t="54727" x="4349750" y="4772025"/>
          <p14:tracePt t="54756" x="4397375" y="4865688"/>
          <p14:tracePt t="54776" x="4413250" y="4983163"/>
          <p14:tracePt t="54801" x="4413250" y="5006975"/>
          <p14:tracePt t="54816" x="4397375" y="5241925"/>
          <p14:tracePt t="54834" x="4357688" y="5381625"/>
          <p14:tracePt t="54848" x="4279900" y="5475288"/>
          <p14:tracePt t="54894" x="4014788" y="5561013"/>
          <p14:tracePt t="54923" x="3929063" y="5483225"/>
          <p14:tracePt t="54947" x="3865563" y="5327650"/>
          <p14:tracePt t="54963" x="3851275" y="5202238"/>
          <p14:tracePt t="54976" x="3857625" y="5084763"/>
          <p14:tracePt t="54990" x="3913188" y="4835525"/>
          <p14:tracePt t="55005" x="4022725" y="4608513"/>
          <p14:tracePt t="55019" x="4092575" y="4522788"/>
          <p14:tracePt t="55059" x="4217988" y="4491038"/>
          <p14:tracePt t="55076" x="4327525" y="4491038"/>
          <p14:tracePt t="55090" x="4451350" y="4530725"/>
          <p14:tracePt t="55104" x="4560888" y="4576763"/>
          <p14:tracePt t="55121" x="4772025" y="4694238"/>
          <p14:tracePt t="55135" x="4865688" y="4779963"/>
          <p14:tracePt t="55164" x="5084763" y="4959350"/>
          <p14:tracePt t="55189" x="5100638" y="4967288"/>
          <p14:tracePt t="55195" x="5210175" y="5014913"/>
          <p14:tracePt t="55210" x="5326063" y="5053013"/>
          <p14:tracePt t="55223" x="5459413" y="5108575"/>
          <p14:tracePt t="55238" x="5529263" y="5154613"/>
          <p14:tracePt t="55253" x="5568950" y="5202238"/>
          <p14:tracePt t="55270" x="5630863" y="5327650"/>
          <p14:tracePt t="55284" x="5654675" y="5451475"/>
          <p14:tracePt t="55302" x="5646738" y="5553075"/>
          <p14:tracePt t="55314" x="5614988" y="5670550"/>
          <p14:tracePt t="55331" x="5561013" y="5740400"/>
          <p14:tracePt t="55343" x="5553075" y="5748338"/>
          <p14:tracePt t="55370" x="5413375" y="5959475"/>
          <p14:tracePt t="55393" x="5295900" y="6053138"/>
          <p14:tracePt t="55418" x="5130800" y="6069013"/>
          <p14:tracePt t="55435" x="4967288" y="6037263"/>
          <p14:tracePt t="55451" x="4718050" y="5991225"/>
          <p14:tracePt t="55526" x="4600575" y="5959475"/>
          <p14:tracePt t="55548" x="4483100" y="5857875"/>
          <p14:tracePt t="55566" x="4327525" y="5616575"/>
          <p14:tracePt t="55586" x="4303713" y="5507038"/>
          <p14:tracePt t="55614" x="4327525" y="5397500"/>
          <p14:tracePt t="55630" x="4373563" y="5280025"/>
          <p14:tracePt t="55646" x="4389438" y="5256213"/>
          <p14:tracePt t="55662" x="4451350" y="5154613"/>
          <p14:tracePt t="55676" x="4522788" y="5060950"/>
          <p14:tracePt t="55705" x="4592638" y="4967288"/>
          <p14:tracePt t="55723" x="4632325" y="4945063"/>
          <p14:tracePt t="55736" x="4740275" y="4889500"/>
          <p14:tracePt t="55761" x="4857750" y="4849813"/>
          <p14:tracePt t="55781" x="4881563" y="4849813"/>
          <p14:tracePt t="55794" x="5084763" y="4835525"/>
          <p14:tracePt t="55819" x="5218113" y="4873625"/>
          <p14:tracePt t="55826" x="5264150" y="4889500"/>
          <p14:tracePt t="55841" x="5318125" y="4929188"/>
          <p14:tracePt t="55855" x="5365750" y="4959350"/>
          <p14:tracePt t="55900" x="5357813" y="5014913"/>
          <p14:tracePt t="55917" x="5334000" y="5124450"/>
          <p14:tracePt t="55958" x="5318125" y="5146675"/>
          <p14:tracePt t="55975" x="5303838" y="5170488"/>
          <p14:tracePt t="55990" x="5194300" y="5256213"/>
          <p14:tracePt t="56013" x="5060950" y="5319713"/>
          <p14:tracePt t="56049" x="4943475" y="5327650"/>
          <p14:tracePt t="56079" x="4756150" y="5327650"/>
          <p14:tracePt t="56106" x="4638675" y="5311775"/>
          <p14:tracePt t="56139" x="4616450" y="5295900"/>
          <p14:tracePt t="56172" x="4530725" y="5210175"/>
          <p14:tracePt t="56229" x="4560888" y="5092700"/>
          <p14:tracePt t="56250" x="4638675" y="4967288"/>
          <p14:tracePt t="56282" x="4740275" y="4905375"/>
          <p14:tracePt t="56319" x="4881563" y="4921250"/>
          <p14:tracePt t="56336" x="4975225" y="4975225"/>
          <p14:tracePt t="56364" x="5029200" y="5076825"/>
          <p14:tracePt t="56411" x="5006975" y="5170488"/>
          <p14:tracePt t="56426" x="4913313" y="5248275"/>
          <p14:tracePt t="56453" x="4811713" y="5303838"/>
          <p14:tracePt t="56649" x="4756150" y="5437188"/>
          <p14:tracePt t="56668" x="4740275" y="5459413"/>
          <p14:tracePt t="56680" x="4498975" y="5592763"/>
          <p14:tracePt t="56696" x="4381500" y="5624513"/>
          <p14:tracePt t="56741" x="4248150" y="5616575"/>
          <p14:tracePt t="56785" x="4178300" y="5514975"/>
          <p14:tracePt t="56807" x="4140200" y="5405438"/>
          <p14:tracePt t="56824" x="4108450" y="5287963"/>
          <p14:tracePt t="56860" x="4217988" y="5264150"/>
          <p14:tracePt t="56877" x="4241800" y="5264150"/>
          <p14:tracePt t="56892" x="4397375" y="5295900"/>
          <p14:tracePt t="56907" x="4514850" y="5335588"/>
          <p14:tracePt t="56920" x="4616450" y="5389563"/>
          <p14:tracePt t="56937" x="4694238" y="5459413"/>
          <p14:tracePt t="56951" x="4756150" y="5514975"/>
          <p14:tracePt t="57037" x="4678363" y="5600700"/>
          <p14:tracePt t="57053" x="4560888" y="5646738"/>
          <p14:tracePt t="57069" x="4295775" y="5670550"/>
          <p14:tracePt t="57084" x="4264025" y="5678488"/>
          <p14:tracePt t="57100" x="4146550" y="5694363"/>
          <p14:tracePt t="57115" x="4124325" y="5702300"/>
          <p14:tracePt t="57189" x="4178300" y="5561013"/>
          <p14:tracePt t="57219" x="4287838" y="5459413"/>
          <p14:tracePt t="57236" x="4437063" y="5405438"/>
          <p14:tracePt t="57251" x="4560888" y="5389563"/>
          <p14:tracePt t="57280" x="4686300" y="5397500"/>
          <p14:tracePt t="57296" x="4787900" y="5467350"/>
          <p14:tracePt t="57312" x="4849813" y="5514975"/>
          <p14:tracePt t="57369" x="4694238" y="5568950"/>
          <p14:tracePt t="57386" x="4662488" y="5576888"/>
          <p14:tracePt t="57401" x="4287838" y="5584825"/>
          <p14:tracePt t="57414" x="4068763" y="5483225"/>
          <p14:tracePt t="57428" x="3959225" y="5429250"/>
          <p14:tracePt t="57460" x="3873500" y="5327650"/>
          <p14:tracePt t="57490" x="3811588" y="5186363"/>
          <p14:tracePt t="57519" x="3779838" y="5030788"/>
          <p14:tracePt t="57536" x="3763963" y="4913313"/>
          <p14:tracePt t="57563" x="3795713" y="4803775"/>
          <p14:tracePt t="57608" x="4014788" y="4741863"/>
          <p14:tracePt t="57625" x="4178300" y="4749800"/>
          <p14:tracePt t="57641" x="4443413" y="4827588"/>
          <p14:tracePt t="57670" x="4560888" y="4881563"/>
          <p14:tracePt t="57686" x="4764088" y="4959350"/>
          <p14:tracePt t="57712" x="4897438" y="4991100"/>
          <p14:tracePt t="57730" x="4991100" y="5006975"/>
          <p14:tracePt t="57747" x="5045075" y="5022850"/>
          <p14:tracePt t="57759" x="5116513" y="5053013"/>
          <p14:tracePt t="57775" x="5122863" y="5092700"/>
          <p14:tracePt t="57820" x="5037138" y="5186363"/>
          <p14:tracePt t="57837" x="4943475" y="5256213"/>
          <p14:tracePt t="57865" x="4725988" y="5335588"/>
          <p14:tracePt t="57894" x="4491038" y="5311775"/>
          <p14:tracePt t="57911" x="4373563" y="5287963"/>
          <p14:tracePt t="57925" x="4233863" y="5210175"/>
          <p14:tracePt t="57941" x="4146550" y="5132388"/>
          <p14:tracePt t="58028" x="4381500" y="5006975"/>
          <p14:tracePt t="58047" x="4568825" y="4983163"/>
          <p14:tracePt t="58061" x="4819650" y="4983163"/>
          <p14:tracePt t="58077" x="4943475" y="4983163"/>
          <p14:tracePt t="58106" x="4975225" y="4983163"/>
          <p14:tracePt t="58121" x="5130800" y="4983163"/>
          <p14:tracePt t="58137" x="5178425" y="4983163"/>
          <p14:tracePt t="58287" x="5122863" y="5116513"/>
          <p14:tracePt t="58360" x="5232400" y="5146675"/>
          <p14:tracePt t="58378" x="5349875" y="5178425"/>
          <p14:tracePt t="58394" x="5491163" y="5218113"/>
          <p14:tracePt t="58408" x="5600700" y="5264150"/>
          <p14:tracePt t="58510" x="5435600" y="5319713"/>
          <p14:tracePt t="58541" x="5413375" y="5303838"/>
          <p14:tracePt t="58562" x="5295900" y="5202238"/>
          <p14:tracePt t="58588" x="5232400" y="5068888"/>
          <p14:tracePt t="58662" x="5053013" y="5022850"/>
          <p14:tracePt t="58765" x="5084763" y="4905375"/>
          <p14:tracePt t="58812" x="5186363" y="4819650"/>
          <p14:tracePt t="58842" x="5311775" y="4849813"/>
          <p14:tracePt t="58932" x="5427663" y="4865688"/>
          <p14:tracePt t="59402" x="5716588" y="4959350"/>
          <p14:tracePt t="59414" x="6623050" y="5365750"/>
          <p14:tracePt t="59425" x="6748463" y="5421313"/>
          <p14:tracePt t="59434" x="6842125" y="5451475"/>
          <p14:tracePt t="59457" x="6951663" y="5499100"/>
          <p14:tracePt t="59466" x="6967538" y="5514975"/>
          <p14:tracePt t="59480" x="6989763" y="5522913"/>
          <p14:tracePt t="59963" x="6997700" y="5522913"/>
          <p14:tracePt t="59973" x="7013575" y="5530850"/>
          <p14:tracePt t="59997" x="7154863" y="5592763"/>
          <p14:tracePt t="60013" x="7264400" y="5654675"/>
          <p14:tracePt t="60031" x="7358063" y="5718175"/>
          <p14:tracePt t="60034" x="7380288" y="5740400"/>
          <p14:tracePt t="60053" x="7404100" y="5748338"/>
          <p14:tracePt t="60059" x="7412038" y="5748338"/>
          <p14:tracePt t="62911" x="7427913" y="5748338"/>
          <p14:tracePt t="62921" x="7950200" y="5764213"/>
          <p14:tracePt t="62933" x="9153525" y="5764213"/>
          <p14:tracePt t="62941" x="9794875" y="5788025"/>
          <p14:tracePt t="62964" x="10482263" y="5889625"/>
          <p14:tracePt t="62978" x="10520363" y="5967413"/>
          <p14:tracePt t="63002" x="10106025" y="6592888"/>
          <p14:tracePt t="63360" x="3592513" y="6459538"/>
          <p14:tracePt t="63364" x="2974975" y="6365875"/>
          <p14:tracePt t="63382" x="2562225" y="6296025"/>
          <p14:tracePt t="63387" x="2139950" y="6256338"/>
          <p14:tracePt t="63412" x="1530350" y="6154738"/>
          <p14:tracePt t="63427" x="1296988" y="6037263"/>
          <p14:tracePt t="63450" x="1219200" y="5873750"/>
          <p14:tracePt t="63457" x="1219200" y="5865813"/>
          <p14:tracePt t="63470" x="1219200" y="5857875"/>
          <p14:tracePt t="63728" x="1203325" y="5857875"/>
          <p14:tracePt t="63747" x="1179513" y="5889625"/>
          <p14:tracePt t="63753" x="1155700" y="5905500"/>
          <p14:tracePt t="63773" x="1109663" y="5983288"/>
          <p14:tracePt t="63788" x="1069975" y="6069013"/>
          <p14:tracePt t="63811" x="1008063" y="6210300"/>
          <p14:tracePt t="63814" x="984250" y="6280150"/>
          <p14:tracePt t="63832" x="968375" y="6334125"/>
          <p14:tracePt t="63838" x="944563" y="6397625"/>
          <p14:tracePt t="63862" x="914400" y="6569075"/>
          <p14:tracePt t="63877" x="906463" y="6670675"/>
          <p14:tracePt t="63898" x="898525" y="6710363"/>
          <p14:tracePt t="63909" x="858838" y="6764338"/>
          <p14:tracePt t="63923" x="842963" y="6788150"/>
          <p14:tracePt t="63928" x="842963" y="6804025"/>
          <p14:tracePt t="63952" x="828675" y="6850063"/>
          <p14:tracePt t="64150" x="2289175" y="6686550"/>
          <p14:tracePt t="64172" x="2413000" y="6670675"/>
          <p14:tracePt t="64178" x="2522538" y="6654800"/>
          <p14:tracePt t="64192" x="2632075" y="6654800"/>
          <p14:tracePt t="64200" x="2787650" y="6654800"/>
          <p14:tracePt t="64222" x="3186113" y="6654800"/>
          <p14:tracePt t="64235" x="3514725" y="6654800"/>
          <p14:tracePt t="64260" x="3905250" y="6623050"/>
          <p14:tracePt t="64265" x="4030663" y="6592888"/>
          <p14:tracePt t="64282" x="4116388" y="6577013"/>
          <p14:tracePt t="64286" x="4170363" y="6553200"/>
          <p14:tracePt t="64312" x="4217988" y="6545263"/>
          <p14:tracePt t="64327" x="4225925" y="6529388"/>
          <p14:tracePt t="64350" x="4225925" y="6499225"/>
          <p14:tracePt t="64356" x="4217988" y="6467475"/>
          <p14:tracePt t="64372" x="4202113" y="6427788"/>
          <p14:tracePt t="64379" x="4178300" y="6381750"/>
          <p14:tracePt t="64408" x="4178300" y="6256338"/>
          <p14:tracePt t="64421" x="4178300" y="6146800"/>
          <p14:tracePt t="64445" x="4560888" y="5726113"/>
          <p14:tracePt t="64463" x="4718050" y="5638800"/>
          <p14:tracePt t="64468" x="4849813" y="5576888"/>
          <p14:tracePt t="64493" x="5108575" y="5514975"/>
          <p14:tracePt t="64509" x="5162550" y="5514975"/>
          <p14:tracePt t="64530" x="5186363" y="5537200"/>
          <p14:tracePt t="64536" x="5146675" y="5600700"/>
          <p14:tracePt t="64552" x="5068888" y="5646738"/>
          <p14:tracePt t="64559" x="4991100" y="5670550"/>
          <p14:tracePt t="64582" x="4779963" y="5718175"/>
          <p14:tracePt t="64597" x="4670425" y="5710238"/>
          <p14:tracePt t="64618" x="4592638" y="5662613"/>
          <p14:tracePt t="64627" x="4467225" y="5437188"/>
          <p14:tracePt t="64643" x="4443413" y="5311775"/>
          <p14:tracePt t="64647" x="4443413" y="5202238"/>
          <p14:tracePt t="64677" x="4537075" y="5014913"/>
          <p14:tracePt t="64684" x="4616450" y="4897438"/>
          <p14:tracePt t="64692" x="4857750" y="4741863"/>
          <p14:tracePt t="64717" x="5210175" y="4654550"/>
          <p14:tracePt t="64739" x="5280025" y="4670425"/>
          <p14:tracePt t="64767" x="5389563" y="4795838"/>
          <p14:tracePt t="64782" x="5475288" y="4937125"/>
          <p14:tracePt t="64805" x="5584825" y="5405438"/>
          <p14:tracePt t="64825" x="5584825" y="5545138"/>
          <p14:tracePt t="64836" x="5584825" y="5632450"/>
          <p14:tracePt t="64855" x="5507038" y="5803900"/>
          <p14:tracePt t="64870" x="5381625" y="5865813"/>
          <p14:tracePt t="64892" x="5303838" y="5881688"/>
          <p14:tracePt t="64904" x="5130800" y="5881688"/>
          <p14:tracePt t="64919" x="4959350" y="5764213"/>
          <p14:tracePt t="64948" x="4811713" y="5421313"/>
          <p14:tracePt t="64959" x="4764088" y="5154613"/>
          <p14:tracePt t="64965" x="4748213" y="5084763"/>
          <p14:tracePt t="64984" x="4740275" y="4686300"/>
          <p14:tracePt t="64990" x="4756150" y="4483100"/>
          <p14:tracePt t="65007" x="4827588" y="4359275"/>
          <p14:tracePt t="65013" x="4927600" y="4257675"/>
          <p14:tracePt t="65038" x="5194300" y="4140200"/>
          <p14:tracePt t="65052" x="5357813" y="4108450"/>
          <p14:tracePt t="65075" x="5537200" y="4132263"/>
          <p14:tracePt t="65080" x="5622925" y="4241800"/>
          <p14:tracePt t="65098" x="5694363" y="4373563"/>
          <p14:tracePt t="65103" x="5756275" y="4506913"/>
          <p14:tracePt t="65127" x="5857875" y="4873625"/>
          <p14:tracePt t="65142" x="5857875" y="5060950"/>
          <p14:tracePt t="65165" x="5614988" y="5341938"/>
          <p14:tracePt t="65170" x="5443538" y="5429250"/>
          <p14:tracePt t="65186" x="5256213" y="5475288"/>
          <p14:tracePt t="65191" x="5060950" y="5491163"/>
          <p14:tracePt t="65217" x="4718050" y="5499100"/>
          <p14:tracePt t="65231" x="4545013" y="5475288"/>
          <p14:tracePt t="65254" x="4421188" y="5429250"/>
          <p14:tracePt t="65259" x="4349750" y="5389563"/>
          <p14:tracePt t="65274" x="4311650" y="5357813"/>
          <p14:tracePt t="65281" x="4279900" y="5335588"/>
          <p14:tracePt t="65307" x="4256088" y="5210175"/>
          <p14:tracePt t="65321" x="4295775" y="4999038"/>
          <p14:tracePt t="65344" x="4646613" y="4592638"/>
          <p14:tracePt t="65350" x="5092700" y="4279900"/>
          <p14:tracePt t="65365" x="5459413" y="4038600"/>
          <p14:tracePt t="65370" x="5897563" y="3795713"/>
          <p14:tracePt t="65398" x="6692900" y="3460750"/>
          <p14:tracePt t="65410" x="6981825" y="3367088"/>
          <p14:tracePt t="65435" x="7053263" y="3359150"/>
          <p14:tracePt t="65453" x="7053263" y="3413125"/>
          <p14:tracePt t="65459" x="6989763" y="3498850"/>
          <p14:tracePt t="65484" x="6708775" y="3741738"/>
          <p14:tracePt t="65500" x="6170613" y="4030663"/>
          <p14:tracePt t="65523" x="5529263" y="4194175"/>
          <p14:tracePt t="65534" x="5170488" y="4217988"/>
          <p14:tracePt t="65550" x="4803775" y="4194175"/>
          <p14:tracePt t="65577" x="4522788" y="4062413"/>
          <p14:tracePt t="65592" x="4373563" y="3897313"/>
          <p14:tracePt t="65616" x="4217988" y="3287713"/>
          <p14:tracePt t="65636" x="4311650" y="3148013"/>
          <p14:tracePt t="65642" x="4530725" y="3022600"/>
          <p14:tracePt t="65667" x="5349875" y="2741613"/>
          <p14:tracePt t="65681" x="5903913" y="2663825"/>
          <p14:tracePt t="65704" x="6381750" y="2647950"/>
          <p14:tracePt t="65711" x="6427788" y="2647950"/>
          <p14:tracePt t="65726" x="6443663" y="2647950"/>
          <p14:tracePt t="65732" x="6451600" y="2647950"/>
          <p14:tracePt t="65757" x="6435725" y="2679700"/>
          <p14:tracePt t="65761" x="6419850" y="2693988"/>
          <p14:tracePt t="65775" x="6357938" y="2749550"/>
          <p14:tracePt t="65793" x="6294438" y="2773363"/>
          <p14:tracePt t="65799" x="6162675" y="2803525"/>
          <p14:tracePt t="65816" x="6053138" y="2803525"/>
          <p14:tracePt t="65822" x="5943600" y="2803525"/>
          <p14:tracePt t="65848" x="5576888" y="2803525"/>
          <p14:tracePt t="65859" x="5264150" y="2803525"/>
          <p14:tracePt t="65865" x="5202238" y="2803525"/>
          <p14:tracePt t="65881" x="5108575" y="2803525"/>
          <p14:tracePt t="65895" x="4889500" y="2733675"/>
          <p14:tracePt t="65907" x="4764088" y="2624138"/>
          <p14:tracePt t="65912" x="4702175" y="2554288"/>
          <p14:tracePt t="65937" x="4537075" y="2335213"/>
          <p14:tracePt t="65952" x="4475163" y="2155825"/>
          <p14:tracePt t="65974" x="4437063" y="2000250"/>
          <p14:tracePt t="65980" x="4437063" y="1968500"/>
          <p14:tracePt t="65994" x="4437063" y="1952625"/>
          <p14:tracePt t="66000" x="4459288" y="1912938"/>
          <p14:tracePt t="66027" x="4491038" y="1898650"/>
          <p14:tracePt t="66040" x="4506913" y="1898650"/>
          <p14:tracePt t="66066" x="4522788" y="1928813"/>
          <p14:tracePt t="66084" x="4459288" y="1968500"/>
          <p14:tracePt t="66088" x="4357688" y="2046288"/>
          <p14:tracePt t="66115" x="3944938" y="2382838"/>
          <p14:tracePt t="66131" x="3530600" y="2640013"/>
          <p14:tracePt t="66152" x="3163888" y="2843213"/>
          <p14:tracePt t="66157" x="2928938" y="2936875"/>
          <p14:tracePt t="66176" x="2765425" y="3014663"/>
          <p14:tracePt t="66186" x="2679700" y="3046413"/>
          <p14:tracePt t="66206" x="2444750" y="3116263"/>
          <p14:tracePt t="66221" x="2335213" y="3148013"/>
          <p14:tracePt t="66246" x="2273300" y="3148013"/>
          <p14:tracePt t="66252" x="2249488" y="3148013"/>
          <p14:tracePt t="66266" x="2233613" y="3148013"/>
          <p14:tracePt t="66271" x="2217738" y="3148013"/>
          <p14:tracePt t="66293" x="2209800" y="3148013"/>
          <p14:tracePt t="66335" x="2187575" y="3148013"/>
          <p14:tracePt t="66340" x="2171700" y="3155950"/>
          <p14:tracePt t="66357" x="2163763" y="3163888"/>
          <p14:tracePt t="66363" x="2163763" y="3171825"/>
          <p14:tracePt t="66403" x="2241550" y="3233738"/>
          <p14:tracePt t="66427" x="2787650" y="3257550"/>
          <p14:tracePt t="66434" x="3070225" y="3257550"/>
          <p14:tracePt t="66447" x="3271838" y="3257550"/>
          <p14:tracePt t="66454" x="3397250" y="3257550"/>
          <p14:tracePt t="66478" x="3546475" y="3233738"/>
          <p14:tracePt t="66495" x="3576638" y="3225800"/>
          <p14:tracePt t="66569" x="3576638" y="3194050"/>
          <p14:tracePt t="66583" x="3554413" y="3186113"/>
          <p14:tracePt t="66605" x="3522663" y="3179763"/>
          <p14:tracePt t="66612" x="3490913" y="3148013"/>
          <p14:tracePt t="66628" x="3475038" y="3132138"/>
          <p14:tracePt t="66638" x="3467100" y="3108325"/>
          <p14:tracePt t="66673" x="3460750" y="3054350"/>
          <p14:tracePt t="66697" x="3741738" y="2897188"/>
          <p14:tracePt t="66718" x="3811588" y="2897188"/>
          <p14:tracePt t="66745" x="3851275" y="2897188"/>
          <p14:tracePt t="66751" x="3865563" y="2928938"/>
          <p14:tracePt t="66761" x="3873500" y="3006725"/>
          <p14:tracePt t="66783" x="3873500" y="3155950"/>
          <p14:tracePt t="66789" x="3857625" y="3257550"/>
          <p14:tracePt t="66807" x="3843338" y="3343275"/>
          <p14:tracePt t="66813" x="3827463" y="3421063"/>
          <p14:tracePt t="66838" x="3771900" y="3522663"/>
          <p14:tracePt t="66854" x="3725863" y="3562350"/>
          <p14:tracePt t="66871" x="3709988" y="3570288"/>
          <p14:tracePt t="66883" x="3640138" y="3570288"/>
          <p14:tracePt t="66902" x="3546475" y="3546475"/>
          <p14:tracePt t="66927" x="3522663" y="3452813"/>
          <p14:tracePt t="66933" x="3498850" y="3389313"/>
          <p14:tracePt t="66943" x="3429000" y="3217863"/>
          <p14:tracePt t="66964" x="3381375" y="3038475"/>
          <p14:tracePt t="66970" x="3381375" y="2968625"/>
          <p14:tracePt t="66986" x="3381375" y="2928938"/>
          <p14:tracePt t="66992" x="3381375" y="2913063"/>
          <p14:tracePt t="67017" x="3397250" y="2882900"/>
          <p14:tracePt t="67031" x="3444875" y="2867025"/>
          <p14:tracePt t="67055" x="3506788" y="2867025"/>
          <p14:tracePt t="67060" x="3530600" y="2882900"/>
          <p14:tracePt t="67078" x="3538538" y="2944813"/>
          <p14:tracePt t="67083" x="3538538" y="3006725"/>
          <p14:tracePt t="67107" x="3490913" y="3179763"/>
          <p14:tracePt t="67122" x="3381375" y="3295650"/>
          <p14:tracePt t="67141" x="3279775" y="3327400"/>
          <p14:tracePt t="67154" x="3030538" y="3413125"/>
          <p14:tracePt t="67166" x="2974975" y="3436938"/>
          <p14:tracePt t="67172" x="2960688" y="3444875"/>
          <p14:tracePt t="67199" x="2928938" y="3522663"/>
          <p14:tracePt t="67213" x="2928938" y="3592513"/>
          <p14:tracePt t="67233" x="3014663" y="3749675"/>
          <p14:tracePt t="67238" x="3076575" y="3851275"/>
          <p14:tracePt t="67254" x="3140075" y="3960813"/>
          <p14:tracePt t="67263" x="3217863" y="4076700"/>
          <p14:tracePt t="67285" x="3351213" y="4319588"/>
          <p14:tracePt t="67299" x="3397250" y="4467225"/>
          <p14:tracePt t="67324" x="3405188" y="4600575"/>
          <p14:tracePt t="67331" x="3405188" y="4632325"/>
          <p14:tracePt t="67349" x="3413125" y="4654550"/>
          <p14:tracePt t="67375" x="3421063" y="4670425"/>
          <p14:tracePt t="67381" x="3421063" y="4678363"/>
          <p14:tracePt t="67389" x="3421063" y="4686300"/>
          <p14:tracePt t="67530" x="3452813" y="4686300"/>
          <p14:tracePt t="67558" x="3632200" y="4686300"/>
          <p14:tracePt t="67574" x="3771900" y="4648200"/>
          <p14:tracePt t="67596" x="3944938" y="4560888"/>
          <p14:tracePt t="67603" x="3998913" y="4514850"/>
          <p14:tracePt t="67619" x="4030663" y="4491038"/>
          <p14:tracePt t="67626" x="4046538" y="4475163"/>
          <p14:tracePt t="67643" x="4052888" y="4452938"/>
          <p14:tracePt t="67650" x="4052888" y="4397375"/>
          <p14:tracePt t="67658" x="4052888" y="4365625"/>
          <p14:tracePt t="67665" x="4052888" y="4351338"/>
          <p14:tracePt t="67685" x="4014788" y="4271963"/>
          <p14:tracePt t="67691" x="3944938" y="4210050"/>
          <p14:tracePt t="67707" x="3873500" y="4156075"/>
          <p14:tracePt t="67714" x="3779838" y="4092575"/>
          <p14:tracePt t="67738" x="3546475" y="3921125"/>
          <p14:tracePt t="67753" x="3429000" y="3795713"/>
          <p14:tracePt t="67775" x="3389313" y="3656013"/>
          <p14:tracePt t="67781" x="3389313" y="3592513"/>
          <p14:tracePt t="67798" x="3389313" y="3546475"/>
          <p14:tracePt t="67809" x="3397250" y="3506788"/>
          <p14:tracePt t="67829" x="3421063" y="3429000"/>
          <p14:tracePt t="67842" x="3444875" y="3375025"/>
          <p14:tracePt t="67859" x="3452813" y="3343275"/>
          <p14:tracePt t="67875" x="3475038" y="3249613"/>
          <p14:tracePt t="67887" x="3475038" y="3209925"/>
          <p14:tracePt t="67903" x="3475038" y="3179763"/>
          <p14:tracePt t="67918" x="3475038" y="3086100"/>
          <p14:tracePt t="67933" x="3475038" y="3022600"/>
          <p14:tracePt t="67954" x="3467100" y="2928938"/>
          <p14:tracePt t="67960" x="3467100" y="2905125"/>
          <p14:tracePt t="67977" x="3467100" y="2874963"/>
          <p14:tracePt t="67989" x="3467100" y="2859088"/>
          <p14:tracePt t="68007" x="3467100" y="2811463"/>
          <p14:tracePt t="68019" x="3467100" y="2789238"/>
          <p14:tracePt t="68138" x="3482975" y="2843213"/>
          <p14:tracePt t="68157" x="3514725" y="2890838"/>
          <p14:tracePt t="68164" x="3530600" y="2921000"/>
          <p14:tracePt t="68188" x="3560763" y="2968625"/>
          <p14:tracePt t="68203" x="3576638" y="2990850"/>
          <p14:tracePt t="68228" x="3600450" y="3022600"/>
          <p14:tracePt t="68311" x="3608388" y="3022600"/>
          <p14:tracePt t="68320" x="3616325" y="3022600"/>
          <p14:tracePt t="68337" x="3648075" y="3022600"/>
          <p14:tracePt t="68343" x="3678238" y="3022600"/>
          <p14:tracePt t="68372" x="3709988" y="3006725"/>
          <p14:tracePt t="68383" x="3725863" y="2998788"/>
          <p14:tracePt t="68473" x="3725863" y="2990850"/>
          <p14:tracePt t="68498" x="3725863" y="2960688"/>
          <p14:tracePt t="68640" x="3656013" y="2960688"/>
          <p14:tracePt t="68653" x="3568700" y="2960688"/>
          <p14:tracePt t="68673" x="3475038" y="2960688"/>
          <p14:tracePt t="68679" x="3452813" y="2960688"/>
          <p14:tracePt t="68695" x="3436938" y="2960688"/>
          <p14:tracePt t="68700" x="3421063" y="2960688"/>
          <p14:tracePt t="68724" x="3413125" y="2960688"/>
          <p14:tracePt t="69007" x="3467100" y="2960688"/>
          <p14:tracePt t="69030" x="3648075" y="2960688"/>
          <p14:tracePt t="69035" x="3725863" y="2960688"/>
          <p14:tracePt t="69052" x="3749675" y="2960688"/>
          <p14:tracePt t="69058" x="3756025" y="2960688"/>
          <p14:tracePt t="69080" x="3763963" y="2960688"/>
          <p14:tracePt t="69142" x="3756025" y="2968625"/>
          <p14:tracePt t="69148" x="3725863" y="2990850"/>
          <p14:tracePt t="69172" x="3616325" y="3014663"/>
          <p14:tracePt t="69187" x="3568700" y="3022600"/>
          <p14:tracePt t="69210" x="3546475" y="3022600"/>
          <p14:tracePt t="69230" x="3538538" y="3022600"/>
          <p14:tracePt t="69238" x="3530600" y="3022600"/>
          <p14:tracePt t="69263" x="3514725" y="3014663"/>
          <p14:tracePt t="69278" x="3514725" y="3006725"/>
          <p14:tracePt t="70319" x="3522663" y="3006725"/>
          <p14:tracePt t="70344" x="3560763" y="3006725"/>
          <p14:tracePt t="70358" x="3584575" y="3022600"/>
          <p14:tracePt t="70382" x="3592513" y="3038475"/>
          <p14:tracePt t="70404" x="3592513" y="3054350"/>
          <p14:tracePt t="70410" x="3592513" y="3062288"/>
          <p14:tracePt t="70434" x="3584575" y="3086100"/>
          <p14:tracePt t="70448" x="3452813" y="3100388"/>
          <p14:tracePt t="70471" x="3249613" y="3116263"/>
          <p14:tracePt t="70498" x="3140075" y="3116263"/>
          <p14:tracePt t="70506" x="3124200" y="3116263"/>
          <p14:tracePt t="70529" x="3100388" y="3116263"/>
          <p14:tracePt t="70561" x="3100388" y="3108325"/>
          <p14:tracePt t="70566" x="3124200" y="3092450"/>
          <p14:tracePt t="70580" x="3201988" y="3078163"/>
          <p14:tracePt t="70586" x="3279775" y="3062288"/>
          <p14:tracePt t="70612" x="3381375" y="3054350"/>
          <p14:tracePt t="70614" x="3413125" y="3046413"/>
          <p14:tracePt t="70627" x="3467100" y="3038475"/>
          <p14:tracePt t="70650" x="3482975" y="3038475"/>
          <p14:tracePt t="70704" x="3429000" y="3038475"/>
          <p14:tracePt t="70718" x="3359150" y="3062288"/>
          <p14:tracePt t="70742" x="3295650" y="3078163"/>
          <p14:tracePt t="70843" x="3421063" y="3062288"/>
          <p14:tracePt t="70858" x="3530600" y="3054350"/>
          <p14:tracePt t="70866" x="3560763" y="3046413"/>
          <p14:tracePt t="70886" x="3592513" y="3046413"/>
          <p14:tracePt t="70947" x="3576638" y="3046413"/>
          <p14:tracePt t="70956" x="3514725" y="3046413"/>
          <p14:tracePt t="70979" x="3381375" y="3046413"/>
          <p14:tracePt t="70995" x="3295650" y="3046413"/>
          <p14:tracePt t="71015" x="3271838" y="3046413"/>
          <p14:tracePt t="71023" x="3265488" y="3046413"/>
          <p14:tracePt t="71035" x="3257550" y="3046413"/>
          <p14:tracePt t="71069" x="3257550" y="3022600"/>
          <p14:tracePt t="71082" x="3271838" y="2984500"/>
          <p14:tracePt t="71106" x="3311525" y="2952750"/>
          <p14:tracePt t="71113" x="3327400" y="2952750"/>
          <p14:tracePt t="71128" x="3343275" y="2944813"/>
          <p14:tracePt t="71135" x="3359150" y="2936875"/>
          <p14:tracePt t="71158" x="3413125" y="2936875"/>
          <p14:tracePt t="71174" x="3460750" y="2936875"/>
          <p14:tracePt t="71197" x="3498850" y="2936875"/>
          <p14:tracePt t="71203" x="3530600" y="2936875"/>
          <p14:tracePt t="71213" x="3560763" y="2936875"/>
          <p14:tracePt t="71219" x="3576638" y="2936875"/>
          <p14:tracePt t="71246" x="3600450" y="2944813"/>
          <p14:tracePt t="71262" x="3632200" y="2968625"/>
          <p14:tracePt t="71283" x="3694113" y="3022600"/>
          <p14:tracePt t="71290" x="3709988" y="3062288"/>
          <p14:tracePt t="71307" x="3717925" y="3116263"/>
          <p14:tracePt t="71314" x="3741738" y="3163888"/>
          <p14:tracePt t="71338" x="3771900" y="3273425"/>
          <p14:tracePt t="71354" x="3787775" y="3367088"/>
          <p14:tracePt t="71372" x="3827463" y="3476625"/>
          <p14:tracePt t="71381" x="3851275" y="3546475"/>
          <p14:tracePt t="71395" x="3857625" y="3554413"/>
          <p14:tracePt t="71400" x="3857625" y="3600450"/>
          <p14:tracePt t="71425" x="3857625" y="3663950"/>
          <p14:tracePt t="71441" x="3857625" y="3694113"/>
          <p14:tracePt t="71465" x="3803650" y="3749675"/>
          <p14:tracePt t="71470" x="3763963" y="3765550"/>
          <p14:tracePt t="71486" x="3733800" y="3771900"/>
          <p14:tracePt t="71492" x="3702050" y="3787775"/>
          <p14:tracePt t="71517" x="3616325" y="3787775"/>
          <p14:tracePt t="71531" x="3568700" y="3787775"/>
          <p14:tracePt t="71556" x="3554413" y="3787775"/>
          <p14:tracePt t="71560" x="3546475" y="3787775"/>
          <p14:tracePt t="71574" x="3538538" y="3787775"/>
          <p14:tracePt t="71649" x="3530600" y="3787775"/>
          <p14:tracePt t="71699" x="3514725" y="3787775"/>
          <p14:tracePt t="71711" x="3506788" y="3787775"/>
          <p14:tracePt t="71737" x="3413125" y="3787775"/>
          <p14:tracePt t="71757" x="3373438" y="3787775"/>
          <p14:tracePt t="71763" x="3359150" y="3795713"/>
          <p14:tracePt t="71788" x="3335338" y="3795713"/>
          <p14:tracePt t="72002" x="3327400" y="3795713"/>
          <p14:tracePt t="72028" x="3303588" y="3803650"/>
          <p14:tracePt t="72036" x="3279775" y="3803650"/>
          <p14:tracePt t="72058" x="3178175" y="3803650"/>
          <p14:tracePt t="72074" x="3046413" y="3819525"/>
          <p14:tracePt t="72098" x="2803525" y="3843338"/>
          <p14:tracePt t="72117" x="2709863" y="3843338"/>
          <p14:tracePt t="72123" x="2616200" y="3843338"/>
          <p14:tracePt t="72148" x="2382838" y="3843338"/>
          <p14:tracePt t="72164" x="2249488" y="3843338"/>
          <p14:tracePt t="72188" x="2139950" y="3843338"/>
          <p14:tracePt t="72215" x="2139950" y="3827463"/>
          <p14:tracePt t="72235" x="2139950" y="3771900"/>
          <p14:tracePt t="72248" x="2257425" y="3733800"/>
          <p14:tracePt t="72270" x="2701925" y="3694113"/>
          <p14:tracePt t="72277" x="3084513" y="3694113"/>
          <p14:tracePt t="72292" x="3327400" y="3694113"/>
          <p14:tracePt t="72298" x="3452813" y="3694113"/>
          <p14:tracePt t="72322" x="3530600" y="3694113"/>
          <p14:tracePt t="72324" x="3546475" y="3694113"/>
          <p14:tracePt t="72383" x="3546475" y="3717925"/>
          <p14:tracePt t="72388" x="3546475" y="3733800"/>
          <p14:tracePt t="72414" x="3546475" y="3765550"/>
          <p14:tracePt t="72416" x="3546475" y="3771900"/>
          <p14:tracePt t="72429" x="3506788" y="3795713"/>
          <p14:tracePt t="72450" x="3452813" y="3819525"/>
          <p14:tracePt t="72456" x="3444875" y="3819525"/>
          <p14:tracePt t="72513" x="3436938" y="3819525"/>
          <p14:tracePt t="72562" x="3436938" y="3803650"/>
          <p14:tracePt t="72571" x="3444875" y="3795713"/>
          <p14:tracePt t="72596" x="3475038" y="3765550"/>
          <p14:tracePt t="72602" x="3498850" y="3757613"/>
          <p14:tracePt t="72615" x="3546475" y="3741738"/>
          <p14:tracePt t="72638" x="3648075" y="3702050"/>
          <p14:tracePt t="72656" x="3702050" y="3663950"/>
          <p14:tracePt t="72662" x="3756025" y="3632200"/>
          <p14:tracePt t="72688" x="3959225" y="3554413"/>
          <p14:tracePt t="72702" x="4076700" y="3506788"/>
          <p14:tracePt t="72722" x="4146550" y="3498850"/>
          <p14:tracePt t="72734" x="4194175" y="3482975"/>
          <p14:tracePt t="72744" x="4202113" y="3482975"/>
          <p14:tracePt t="72813" x="4178300" y="3482975"/>
          <p14:tracePt t="72826" x="4022725" y="3514725"/>
          <p14:tracePt t="72834" x="3944938" y="3514725"/>
          <p14:tracePt t="72842" x="3851275" y="3522663"/>
          <p14:tracePt t="72870" x="3763963" y="3522663"/>
          <p14:tracePt t="72883" x="3733800" y="3522663"/>
          <p14:tracePt t="72902" x="3725863" y="3522663"/>
          <p14:tracePt t="72991" x="3733800" y="3522663"/>
          <p14:tracePt t="72996" x="3756025" y="3514725"/>
          <p14:tracePt t="73014" x="3763963" y="3506788"/>
          <p14:tracePt t="73021" x="3771900" y="3506788"/>
          <p14:tracePt t="73044" x="3795713" y="3506788"/>
          <p14:tracePt t="73058" x="3819525" y="3506788"/>
          <p14:tracePt t="73082" x="3873500" y="3506788"/>
          <p14:tracePt t="73085" x="3897313" y="3514725"/>
          <p14:tracePt t="73104" x="3944938" y="3530600"/>
          <p14:tracePt t="73110" x="3967163" y="3538538"/>
          <p14:tracePt t="73132" x="4022725" y="3576638"/>
          <p14:tracePt t="73146" x="4038600" y="3576638"/>
          <p14:tracePt t="73223" x="3921125" y="3576638"/>
          <p14:tracePt t="73236" x="3678238" y="3452813"/>
          <p14:tracePt t="73262" x="3538538" y="3327400"/>
          <p14:tracePt t="73267" x="3421063" y="3148013"/>
          <p14:tracePt t="73282" x="3413125" y="3078163"/>
          <p14:tracePt t="73288" x="3405188" y="3006725"/>
          <p14:tracePt t="73314" x="3405188" y="2890838"/>
          <p14:tracePt t="73329" x="3475038" y="2827338"/>
          <p14:tracePt t="73350" x="3702050" y="2749550"/>
          <p14:tracePt t="73356" x="3851275" y="2725738"/>
          <p14:tracePt t="73372" x="4022725" y="2709863"/>
          <p14:tracePt t="73379" x="4162425" y="2709863"/>
          <p14:tracePt t="73403" x="4429125" y="2709863"/>
          <p14:tracePt t="73417" x="4537075" y="2709863"/>
          <p14:tracePt t="73440" x="4568825" y="2725738"/>
          <p14:tracePt t="73447" x="4568825" y="2757488"/>
          <p14:tracePt t="73463" x="4576763" y="2811463"/>
          <p14:tracePt t="73468" x="4576763" y="2843213"/>
          <p14:tracePt t="73495" x="4576763" y="2944813"/>
          <p14:tracePt t="73507" x="4537075" y="2998788"/>
          <p14:tracePt t="73530" x="4349750" y="3086100"/>
          <p14:tracePt t="73535" x="4264025" y="3108325"/>
          <p14:tracePt t="73553" x="4162425" y="3140075"/>
          <p14:tracePt t="73559" x="4060825" y="3179763"/>
          <p14:tracePt t="73583" x="3733800" y="3225800"/>
          <p14:tracePt t="73597" x="3538538" y="3265488"/>
          <p14:tracePt t="73620" x="3257550" y="3273425"/>
          <p14:tracePt t="73627" x="3132138" y="3273425"/>
          <p14:tracePt t="73644" x="3070225" y="3273425"/>
          <p14:tracePt t="73648" x="3006725" y="3273425"/>
          <p14:tracePt t="73672" x="2897188" y="3273425"/>
          <p14:tracePt t="73687" x="2859088" y="3273425"/>
          <p14:tracePt t="73709" x="2851150" y="3273425"/>
          <p14:tracePt t="73738" x="2851150" y="3265488"/>
          <p14:tracePt t="73763" x="2905125" y="3225800"/>
          <p14:tracePt t="73776" x="3014663" y="3186113"/>
          <p14:tracePt t="73780" x="3054350" y="3179763"/>
          <p14:tracePt t="73797" x="3163888" y="3155950"/>
          <p14:tracePt t="73806" x="3452813" y="3092450"/>
          <p14:tracePt t="73820" x="3522663" y="3086100"/>
          <p14:tracePt t="73828" x="3538538" y="3086100"/>
          <p14:tracePt t="73853" x="3554413" y="3086100"/>
          <p14:tracePt t="73873" x="3554413" y="3100388"/>
          <p14:tracePt t="73890" x="3530600" y="3171825"/>
          <p14:tracePt t="73896" x="3475038" y="3201988"/>
          <p14:tracePt t="73913" x="3421063" y="3225800"/>
          <p14:tracePt t="73918" x="3365500" y="3241675"/>
          <p14:tracePt t="73944" x="3217863" y="3241675"/>
          <p14:tracePt t="73957" x="3148013" y="3241675"/>
          <p14:tracePt t="73981" x="3092450" y="3201988"/>
          <p14:tracePt t="73986" x="3092450" y="3179763"/>
          <p14:tracePt t="74002" x="3163888" y="3148013"/>
          <p14:tracePt t="74007" x="3201988" y="3116263"/>
          <p14:tracePt t="74032" x="3303588" y="3078163"/>
          <p14:tracePt t="74047" x="3381375" y="3062288"/>
          <p14:tracePt t="74070" x="3560763" y="3046413"/>
          <p14:tracePt t="74077" x="3656013" y="3046413"/>
          <p14:tracePt t="74093" x="3733800" y="3046413"/>
          <p14:tracePt t="74099" x="3819525" y="3046413"/>
          <p14:tracePt t="74123" x="3897313" y="3046413"/>
          <p14:tracePt t="74137" x="3929063" y="3086100"/>
          <p14:tracePt t="74162" x="3929063" y="3148013"/>
          <p14:tracePt t="74166" x="3929063" y="3186113"/>
          <p14:tracePt t="74183" x="3905250" y="3217863"/>
          <p14:tracePt t="74189" x="3881438" y="3233738"/>
          <p14:tracePt t="74214" x="3803650" y="3281363"/>
          <p14:tracePt t="74229" x="3709988" y="3311525"/>
          <p14:tracePt t="74251" x="3624263" y="3327400"/>
          <p14:tracePt t="74256" x="3576638" y="3327400"/>
          <p14:tracePt t="74273" x="3514725" y="3327400"/>
          <p14:tracePt t="74280" x="3467100" y="3327400"/>
          <p14:tracePt t="74303" x="3381375" y="3327400"/>
          <p14:tracePt t="74317" x="3351213" y="3327400"/>
          <p14:tracePt t="74364" x="3343275" y="3327400"/>
          <p14:tracePt t="74368" x="3343275" y="3319463"/>
          <p14:tracePt t="74394" x="3397250" y="3249613"/>
          <p14:tracePt t="74406" x="3436938" y="3201988"/>
          <p14:tracePt t="74429" x="3490913" y="3163888"/>
          <p14:tracePt t="74434" x="3506788" y="3163888"/>
          <p14:tracePt t="74451" x="3522663" y="3163888"/>
          <p14:tracePt t="74483" x="3522663" y="3155950"/>
          <p14:tracePt t="74496" x="3522663" y="3148013"/>
          <p14:tracePt t="74521" x="3522663" y="3140075"/>
          <p14:tracePt t="74526" x="3490913" y="3116263"/>
          <p14:tracePt t="74544" x="3460750" y="3116263"/>
          <p14:tracePt t="74549" x="3429000" y="3116263"/>
          <p14:tracePt t="74574" x="3397250" y="3116263"/>
          <p14:tracePt t="74728" x="3413125" y="3116263"/>
          <p14:tracePt t="74737" x="3429000" y="3116263"/>
          <p14:tracePt t="74758" x="3444875" y="3116263"/>
          <p14:tracePt t="74765" x="3460750" y="3116263"/>
          <p14:tracePt t="74792" x="3460750" y="3124200"/>
          <p14:tracePt t="74799" x="3460750" y="3132138"/>
          <p14:tracePt t="74816" x="3429000" y="3140075"/>
          <p14:tracePt t="74820" x="3381375" y="3140075"/>
          <p14:tracePt t="74846" x="3303588" y="3140075"/>
          <p14:tracePt t="74859" x="3295650" y="3140075"/>
          <p14:tracePt t="74911" x="3303588" y="3140075"/>
          <p14:tracePt t="74935" x="3444875" y="3140075"/>
          <p14:tracePt t="74950" x="3568700" y="3140075"/>
          <p14:tracePt t="74973" x="3717925" y="3140075"/>
          <p14:tracePt t="74978" x="3733800" y="3140075"/>
          <p14:tracePt t="74992" x="3741738" y="3140075"/>
          <p14:tracePt t="75026" x="3725863" y="3155950"/>
          <p14:tracePt t="75040" x="3656013" y="3163888"/>
          <p14:tracePt t="75061" x="3538538" y="3171825"/>
          <p14:tracePt t="75067" x="3514725" y="3171825"/>
          <p14:tracePt t="75084" x="3498850" y="3171825"/>
          <p14:tracePt t="75155" x="3498850" y="3186113"/>
          <p14:tracePt t="75162" x="3506788" y="3194050"/>
          <p14:tracePt t="75179" x="3560763" y="3225800"/>
          <p14:tracePt t="75191" x="3640138" y="3249613"/>
          <p14:tracePt t="75209" x="3889375" y="3327400"/>
          <p14:tracePt t="75218" x="4030663" y="3381375"/>
          <p14:tracePt t="75244" x="4140200" y="3421063"/>
          <p14:tracePt t="75252" x="4225925" y="3452813"/>
          <p14:tracePt t="75266" x="4233863" y="3452813"/>
          <p14:tracePt t="75271" x="4233863" y="3460750"/>
          <p14:tracePt t="75294" x="4241800" y="3460750"/>
          <p14:tracePt t="75311" x="4248150" y="3460750"/>
          <p14:tracePt t="75338" x="4319588" y="3476625"/>
          <p14:tracePt t="75358" x="4341813" y="3476625"/>
          <p14:tracePt t="75364" x="4357688" y="3476625"/>
          <p14:tracePt t="75389" x="4381500" y="3476625"/>
          <p14:tracePt t="75404" x="4429125" y="3476625"/>
          <p14:tracePt t="75426" x="4459288" y="3476625"/>
          <p14:tracePt t="75432" x="4467225" y="3476625"/>
          <p14:tracePt t="75488" x="4405313" y="3476625"/>
          <p14:tracePt t="75512" x="4341813" y="3476625"/>
          <p14:tracePt t="75514" x="4202113" y="3482975"/>
          <p14:tracePt t="75517" x="4084638" y="3498850"/>
          <p14:tracePt t="75533" x="3975100" y="3506788"/>
          <p14:tracePt t="75538" x="3897313" y="3506788"/>
          <p14:tracePt t="75563" x="3835400" y="3506788"/>
          <p14:tracePt t="75566" x="3827463" y="3506788"/>
          <p14:tracePt t="75577" x="3819525" y="3506788"/>
          <p14:tracePt t="75653" x="3881438" y="3506788"/>
          <p14:tracePt t="75667" x="4022725" y="3506788"/>
          <p14:tracePt t="75687" x="4170363" y="3506788"/>
          <p14:tracePt t="75694" x="4194175" y="3506788"/>
          <p14:tracePt t="75709" x="4202113" y="3506788"/>
          <p14:tracePt t="75803" x="4194175" y="3506788"/>
          <p14:tracePt t="75808" x="4146550" y="3514725"/>
          <p14:tracePt t="75833" x="3913188" y="3530600"/>
          <p14:tracePt t="75849" x="3749675" y="3530600"/>
          <p14:tracePt t="75870" x="3608388" y="3530600"/>
          <p14:tracePt t="75875" x="3560763" y="3530600"/>
          <p14:tracePt t="75893" x="3522663" y="3530600"/>
          <p14:tracePt t="75899" x="3475038" y="3530600"/>
          <p14:tracePt t="75923" x="3365500" y="3530600"/>
          <p14:tracePt t="75937" x="3225800" y="3530600"/>
          <p14:tracePt t="75962" x="3070225" y="3530600"/>
          <p14:tracePt t="75965" x="3006725" y="3530600"/>
          <p14:tracePt t="75983" x="2968625" y="3530600"/>
          <p14:tracePt t="75988" x="2944813" y="3530600"/>
          <p14:tracePt t="76014" x="2835275" y="3498850"/>
          <p14:tracePt t="76029" x="2803525" y="3490913"/>
          <p14:tracePt t="76048" x="2803525" y="3482975"/>
          <p14:tracePt t="76057" x="2795588" y="3482975"/>
          <p14:tracePt t="76073" x="2811463" y="3452813"/>
          <p14:tracePt t="76080" x="2851150" y="3436938"/>
          <p14:tracePt t="76104" x="3006725" y="3375025"/>
          <p14:tracePt t="76118" x="3140075" y="3327400"/>
          <p14:tracePt t="76140" x="3287713" y="3287713"/>
          <p14:tracePt t="76147" x="3303588" y="3287713"/>
          <p14:tracePt t="76208" x="3303588" y="3273425"/>
          <p14:tracePt t="76231" x="3303588" y="3257550"/>
          <p14:tracePt t="76236" x="3303588" y="3249613"/>
          <p14:tracePt t="76252" x="3303588" y="3241675"/>
          <p14:tracePt t="76259" x="3303588" y="3233738"/>
          <p14:tracePt t="76283" x="3303588" y="3209925"/>
          <p14:tracePt t="76297" x="3303588" y="3194050"/>
          <p14:tracePt t="76320" x="3303588" y="3163888"/>
          <p14:tracePt t="76324" x="3319463" y="3148013"/>
          <p14:tracePt t="76340" x="3335338" y="3132138"/>
          <p14:tracePt t="76347" x="3351213" y="3132138"/>
          <p14:tracePt t="76371" x="3397250" y="3124200"/>
          <p14:tracePt t="76386" x="3429000" y="3116263"/>
          <p14:tracePt t="76416" x="3482975" y="3116263"/>
          <p14:tracePt t="76422" x="3522663" y="3116263"/>
          <p14:tracePt t="76438" x="3568700" y="3116263"/>
          <p14:tracePt t="76445" x="3600450" y="3116263"/>
          <p14:tracePt t="76469" x="3670300" y="3116263"/>
          <p14:tracePt t="76484" x="3709988" y="3116263"/>
          <p14:tracePt t="76506" x="3733800" y="3116263"/>
          <p14:tracePt t="76512" x="3741738" y="3116263"/>
          <p14:tracePt t="76528" x="3749675" y="3124200"/>
          <p14:tracePt t="76540" x="3756025" y="3124200"/>
          <p14:tracePt t="76558" x="3771900" y="3148013"/>
          <p14:tracePt t="76570" x="3779838" y="3155950"/>
          <p14:tracePt t="76600" x="3779838" y="3163888"/>
          <p14:tracePt t="76618" x="3779838" y="3179763"/>
          <p14:tracePt t="76627" x="3779838" y="3194050"/>
          <p14:tracePt t="76648" x="3741738" y="3241675"/>
          <p14:tracePt t="76664" x="3678238" y="3273425"/>
          <p14:tracePt t="76686" x="3592513" y="3311525"/>
          <p14:tracePt t="76692" x="3546475" y="3335338"/>
          <p14:tracePt t="76708" x="3490913" y="3351213"/>
          <p14:tracePt t="76714" x="3460750" y="3375025"/>
          <p14:tracePt t="76738" x="3405188" y="3389313"/>
          <p14:tracePt t="76757" x="3381375" y="3397250"/>
          <p14:tracePt t="76772" x="3373438" y="3397250"/>
          <p14:tracePt t="76781" x="3365500" y="3397250"/>
          <p14:tracePt t="76798" x="3351213" y="3397250"/>
          <p14:tracePt t="76804" x="3335338" y="3405188"/>
          <p14:tracePt t="76830" x="3287713" y="3421063"/>
          <p14:tracePt t="76844" x="3265488" y="3421063"/>
          <p14:tracePt t="76866" x="3225800" y="3421063"/>
          <p14:tracePt t="76871" x="3209925" y="3421063"/>
          <p14:tracePt t="76882" x="3201988" y="3421063"/>
          <p14:tracePt t="76972" x="3194050" y="3421063"/>
          <p14:tracePt t="76977" x="3186113" y="3421063"/>
          <p14:tracePt t="77068" x="3186113" y="3413125"/>
          <p14:tracePt t="77094" x="3186113" y="3397250"/>
          <p14:tracePt t="77107" x="3186113" y="3381375"/>
          <p14:tracePt t="77131" x="3265488" y="3367088"/>
          <p14:tracePt t="77136" x="3279775" y="3351213"/>
          <p14:tracePt t="77153" x="3319463" y="3343275"/>
          <p14:tracePt t="77159" x="3335338" y="3335338"/>
          <p14:tracePt t="77183" x="3373438" y="3327400"/>
          <p14:tracePt t="77273" x="3365500" y="3327400"/>
          <p14:tracePt t="77287" x="3295650" y="3327400"/>
          <p14:tracePt t="77310" x="3209925" y="3327400"/>
          <p14:tracePt t="77317" x="3186113" y="3327400"/>
          <p14:tracePt t="77332" x="3170238" y="3327400"/>
          <p14:tracePt t="77339" x="3163888" y="3327400"/>
          <p14:tracePt t="77409" x="3163888" y="3335338"/>
          <p14:tracePt t="77428" x="3178175" y="3359150"/>
          <p14:tracePt t="77440" x="3233738" y="3375025"/>
          <p14:tracePt t="77458" x="3389313" y="3452813"/>
          <p14:tracePt t="77469" x="3490913" y="3498850"/>
          <p14:tracePt t="77491" x="3514725" y="3506788"/>
          <p14:tracePt t="77497" x="3522663" y="3506788"/>
          <p14:tracePt t="77512" x="3530600" y="3506788"/>
          <p14:tracePt t="77773" x="3452813" y="3476625"/>
          <p14:tracePt t="77787" x="3405188" y="3460750"/>
          <p14:tracePt t="77798" x="3389313" y="3452813"/>
          <p14:tracePt t="77834" x="3373438" y="3444875"/>
          <p14:tracePt t="77840" x="3359150" y="3444875"/>
          <p14:tracePt t="77856" x="3303588" y="3444875"/>
          <p14:tracePt t="77862" x="3287713" y="3444875"/>
          <p14:tracePt t="77877" x="3271838" y="3444875"/>
          <p14:tracePt t="77885" x="3271838" y="3436938"/>
          <p14:tracePt t="77904" x="3265488" y="3436938"/>
          <p14:tracePt t="78269" x="3327400" y="3421063"/>
          <p14:tracePt t="78282" x="3389313" y="3405188"/>
          <p14:tracePt t="78301" x="3460750" y="3405188"/>
          <p14:tracePt t="78307" x="3467100" y="3405188"/>
          <p14:tracePt t="78445" x="3475038" y="3405188"/>
          <p14:tracePt t="78461" x="3498850" y="3389313"/>
          <p14:tracePt t="78488" x="3538538" y="3389313"/>
          <p14:tracePt t="78598" x="3522663" y="3389313"/>
          <p14:tracePt t="78607" x="3490913" y="3389313"/>
          <p14:tracePt t="78629" x="3389313" y="3405188"/>
          <p14:tracePt t="78642" x="3335338" y="3421063"/>
          <p14:tracePt t="78659" x="3311525" y="3429000"/>
          <p14:tracePt t="78669" x="3225800" y="3444875"/>
          <p14:tracePt t="78684" x="3201988" y="3452813"/>
          <p14:tracePt t="78688" x="3186113" y="3452813"/>
          <p14:tracePt t="78714" x="3155950" y="3452813"/>
          <p14:tracePt t="78730" x="3124200" y="3452813"/>
          <p14:tracePt t="78749" x="3116263" y="3452813"/>
          <p14:tracePt t="78757" x="3108325" y="3452813"/>
          <p14:tracePt t="78759" x="3076575" y="3452813"/>
          <p14:tracePt t="78773" x="3054350" y="3452813"/>
          <p14:tracePt t="78778" x="3046413" y="3452813"/>
          <p14:tracePt t="78804" x="3022600" y="3452813"/>
          <p14:tracePt t="78818" x="2990850" y="3452813"/>
          <p14:tracePt t="78841" x="2974975" y="3452813"/>
          <p14:tracePt t="78848" x="2968625" y="3452813"/>
          <p14:tracePt t="78891" x="2960688" y="3452813"/>
          <p14:tracePt t="78907" x="2968625" y="3436938"/>
          <p14:tracePt t="78929" x="3054350" y="3351213"/>
          <p14:tracePt t="78934" x="3148013" y="3319463"/>
          <p14:tracePt t="78951" x="3271838" y="3265488"/>
          <p14:tracePt t="78956" x="3365500" y="3225800"/>
          <p14:tracePt t="78984" x="3600450" y="3148013"/>
          <p14:tracePt t="78998" x="3756025" y="3092450"/>
          <p14:tracePt t="79021" x="3905250" y="3070225"/>
          <p14:tracePt t="79027" x="3937000" y="3070225"/>
          <p14:tracePt t="79117" x="3779838" y="3116263"/>
          <p14:tracePt t="79138" x="3756025" y="3124200"/>
          <p14:tracePt t="79144" x="3717925" y="3124200"/>
          <p14:tracePt t="79166" x="3632200" y="3124200"/>
          <p14:tracePt t="79181" x="3592513" y="3124200"/>
          <p14:tracePt t="79204" x="3546475" y="3100388"/>
          <p14:tracePt t="79207" x="3522663" y="3070225"/>
          <p14:tracePt t="79225" x="3522663" y="3038475"/>
          <p14:tracePt t="79235" x="3522663" y="3030538"/>
          <p14:tracePt t="79256" x="3522663" y="2944813"/>
          <p14:tracePt t="79270" x="3546475" y="2890838"/>
          <p14:tracePt t="79294" x="3576638" y="2827338"/>
          <p14:tracePt t="79299" x="3584575" y="2827338"/>
          <p14:tracePt t="79313" x="3584575" y="2819400"/>
          <p14:tracePt t="79358" x="3592513" y="2819400"/>
          <p14:tracePt t="79385" x="3616325" y="2827338"/>
          <p14:tracePt t="79390" x="3632200" y="2851150"/>
          <p14:tracePt t="79405" x="3648075" y="2890838"/>
          <p14:tracePt t="79409" x="3662363" y="2928938"/>
          <p14:tracePt t="79436" x="3702050" y="2990850"/>
          <p14:tracePt t="79449" x="3733800" y="3054350"/>
          <p14:tracePt t="79474" x="3756025" y="3100388"/>
          <p14:tracePt t="79479" x="3779838" y="3140075"/>
          <p14:tracePt t="79497" x="3795713" y="3163888"/>
          <p14:tracePt t="79501" x="3811588" y="3186113"/>
          <p14:tracePt t="79527" x="3843338" y="3257550"/>
          <p14:tracePt t="79538" x="3873500" y="3319463"/>
          <p14:tracePt t="79560" x="3881438" y="3397250"/>
          <p14:tracePt t="79564" x="3881438" y="3452813"/>
          <p14:tracePt t="79581" x="3881438" y="3506788"/>
          <p14:tracePt t="79588" x="3881438" y="3554413"/>
          <p14:tracePt t="79612" x="3873500" y="3592513"/>
          <p14:tracePt t="79629" x="3787775" y="3709988"/>
          <p14:tracePt t="79651" x="3656013" y="3787775"/>
          <p14:tracePt t="79656" x="3568700" y="3811588"/>
          <p14:tracePt t="79678" x="3522663" y="3827463"/>
          <p14:tracePt t="79690" x="3475038" y="3827463"/>
          <p14:tracePt t="79709" x="3405188" y="3835400"/>
          <p14:tracePt t="79718" x="3389313" y="3835400"/>
          <p14:tracePt t="79743" x="3381375" y="3835400"/>
          <p14:tracePt t="79754" x="3343275" y="3835400"/>
          <p14:tracePt t="79769" x="3303588" y="3811588"/>
          <p14:tracePt t="79778" x="3295650" y="3795713"/>
          <p14:tracePt t="79798" x="3271838" y="3757613"/>
          <p14:tracePt t="79804" x="3265488" y="3733800"/>
          <p14:tracePt t="79814" x="3225800" y="3656013"/>
          <p14:tracePt t="79839" x="3178175" y="3506788"/>
          <p14:tracePt t="79857" x="3170238" y="3476625"/>
          <p14:tracePt t="79863" x="3163888" y="3436938"/>
          <p14:tracePt t="79887" x="3148013" y="3367088"/>
          <p14:tracePt t="79906" x="3148013" y="3287713"/>
          <p14:tracePt t="79927" x="3148013" y="3209925"/>
          <p14:tracePt t="79933" x="3148013" y="3186113"/>
          <p14:tracePt t="79947" x="3155950" y="3155950"/>
          <p14:tracePt t="79954" x="3163888" y="3140075"/>
          <p14:tracePt t="79979" x="3178175" y="3124200"/>
          <p14:tracePt t="79996" x="3209925" y="3108325"/>
          <p14:tracePt t="80017" x="3271838" y="3108325"/>
          <p14:tracePt t="80023" x="3295650" y="3108325"/>
          <p14:tracePt t="80034" x="3303588" y="3108325"/>
          <p14:tracePt t="80048" x="3327400" y="3092450"/>
          <p14:tracePt t="80069" x="3359150" y="3086100"/>
          <p14:tracePt t="80080" x="3381375" y="3078163"/>
          <p14:tracePt t="80106" x="3452813" y="3078163"/>
          <p14:tracePt t="80111" x="3490913" y="3078163"/>
          <p14:tracePt t="80128" x="3538538" y="3078163"/>
          <p14:tracePt t="80139" x="3600450" y="3078163"/>
          <p14:tracePt t="80158" x="3694113" y="3140075"/>
          <p14:tracePt t="80171" x="3749675" y="3171825"/>
          <p14:tracePt t="80195" x="3795713" y="3233738"/>
          <p14:tracePt t="80201" x="3803650" y="3257550"/>
          <p14:tracePt t="80216" x="3819525" y="3287713"/>
          <p14:tracePt t="80222" x="3819525" y="3311525"/>
          <p14:tracePt t="80249" x="3827463" y="3359150"/>
          <p14:tracePt t="80255" x="3827463" y="3389313"/>
          <p14:tracePt t="80265" x="3827463" y="3444875"/>
          <p14:tracePt t="80289" x="3678238" y="3576638"/>
          <p14:tracePt t="80308" x="3616325" y="3608388"/>
          <p14:tracePt t="80313" x="3554413" y="3624263"/>
          <p14:tracePt t="80335" x="3475038" y="3648075"/>
          <p14:tracePt t="80342" x="3452813" y="3656013"/>
          <p14:tracePt t="80352" x="3421063" y="3656013"/>
          <p14:tracePt t="80361" x="3405188" y="3656013"/>
          <p14:tracePt t="80375" x="3365500" y="3656013"/>
          <p14:tracePt t="80381" x="3343275" y="3656013"/>
          <p14:tracePt t="80397" x="3327400" y="3640138"/>
          <p14:tracePt t="80403" x="3319463" y="3616325"/>
          <p14:tracePt t="80429" x="3287713" y="3554413"/>
          <p14:tracePt t="80444" x="3279775" y="3506788"/>
          <p14:tracePt t="80466" x="3279775" y="3429000"/>
          <p14:tracePt t="80471" x="3279775" y="3397250"/>
          <p14:tracePt t="80486" x="3279775" y="3351213"/>
          <p14:tracePt t="80492" x="3279775" y="3319463"/>
          <p14:tracePt t="80518" x="3279775" y="3257550"/>
          <p14:tracePt t="80533" x="3279775" y="3217863"/>
          <p14:tracePt t="80537" x="3287713" y="3217863"/>
          <p14:tracePt t="80556" x="3303588" y="3186113"/>
          <p14:tracePt t="80562" x="3319463" y="3171825"/>
          <p14:tracePt t="80578" x="3335338" y="3171825"/>
          <p14:tracePt t="80583" x="3351213" y="3163888"/>
          <p14:tracePt t="80607" x="3359150" y="3155950"/>
          <p14:tracePt t="80612" x="3373438" y="3155950"/>
          <p14:tracePt t="80621" x="3397250" y="3155950"/>
          <p14:tracePt t="80628" x="3405188" y="3155950"/>
          <p14:tracePt t="80643" x="3444875" y="3155950"/>
          <p14:tracePt t="80646" x="3467100" y="3155950"/>
          <p14:tracePt t="80663" x="3490913" y="3155950"/>
          <p14:tracePt t="80669" x="3498850" y="3155950"/>
          <p14:tracePt t="80694" x="3530600" y="3163888"/>
          <p14:tracePt t="80712" x="3554413" y="3194050"/>
          <p14:tracePt t="80733" x="3560763" y="3209925"/>
          <p14:tracePt t="80747" x="3584575" y="3287713"/>
          <p14:tracePt t="80762" x="3584575" y="3375025"/>
          <p14:tracePt t="80789" x="3576638" y="3452813"/>
          <p14:tracePt t="80802" x="3506788" y="3498850"/>
          <p14:tracePt t="80825" x="3413125" y="3538538"/>
          <p14:tracePt t="80831" x="3359150" y="3546475"/>
          <p14:tracePt t="80842" x="3343275" y="3554413"/>
          <p14:tracePt t="80853" x="3271838" y="3554413"/>
          <p14:tracePt t="80877" x="3225800" y="3554413"/>
          <p14:tracePt t="80895" x="3194050" y="3554413"/>
          <p14:tracePt t="80916" x="3178175" y="3546475"/>
          <p14:tracePt t="80923" x="3170238" y="3538538"/>
          <p14:tracePt t="80937" x="3170238" y="3522663"/>
          <p14:tracePt t="80943" x="3170238" y="3506788"/>
          <p14:tracePt t="80969" x="3209925" y="3452813"/>
          <p14:tracePt t="80984" x="3271838" y="3405188"/>
          <p14:tracePt t="81007" x="3381375" y="3351213"/>
          <p14:tracePt t="81014" x="3405188" y="3343275"/>
          <p14:tracePt t="81028" x="3421063" y="3327400"/>
          <p14:tracePt t="81035" x="3429000" y="3327400"/>
          <p14:tracePt t="84034" x="3217863" y="3257550"/>
          <p14:tracePt t="84036" x="3209925" y="3241675"/>
          <p14:tracePt t="84059" x="3233738" y="3194050"/>
          <p14:tracePt t="84064" x="3249613" y="3155950"/>
          <p14:tracePt t="84084" x="3271838" y="3132138"/>
          <p14:tracePt t="84091" x="3311525" y="3116263"/>
          <p14:tracePt t="84116" x="3397250" y="3070225"/>
          <p14:tracePt t="84130" x="3475038" y="3046413"/>
          <p14:tracePt t="84152" x="3592513" y="2976563"/>
          <p14:tracePt t="84156" x="3632200" y="2960688"/>
          <p14:tracePt t="84173" x="3656013" y="2944813"/>
          <p14:tracePt t="84180" x="3670300" y="2944813"/>
          <p14:tracePt t="84205" x="3686175" y="2944813"/>
          <p14:tracePt t="84245" x="3694113" y="2944813"/>
          <p14:tracePt t="84256" x="3702050" y="2960688"/>
          <p14:tracePt t="84269" x="3709988" y="2990850"/>
          <p14:tracePt t="84277" x="3709988" y="3014663"/>
          <p14:tracePt t="84295" x="3686175" y="3092450"/>
          <p14:tracePt t="84309" x="3624263" y="3155950"/>
          <p14:tracePt t="84332" x="3530600" y="3225800"/>
          <p14:tracePt t="84337" x="3482975" y="3249613"/>
          <p14:tracePt t="84353" x="3452813" y="3257550"/>
          <p14:tracePt t="84359" x="3413125" y="3257550"/>
          <p14:tracePt t="84384" x="3365500" y="3257550"/>
          <p14:tracePt t="84399" x="3335338" y="3257550"/>
          <p14:tracePt t="84423" x="3287713" y="3257550"/>
          <p14:tracePt t="84426" x="3265488" y="3225800"/>
          <p14:tracePt t="84444" x="3257550" y="3186113"/>
          <p14:tracePt t="84449" x="3249613" y="3155950"/>
          <p14:tracePt t="84476" x="3241675" y="3054350"/>
          <p14:tracePt t="84489" x="3241675" y="2984500"/>
          <p14:tracePt t="84511" x="3311525" y="2897188"/>
          <p14:tracePt t="84517" x="3373438" y="2867025"/>
          <p14:tracePt t="84534" x="3421063" y="2851150"/>
          <p14:tracePt t="84540" x="3452813" y="2835275"/>
          <p14:tracePt t="84566" x="3538538" y="2803525"/>
          <p14:tracePt t="84580" x="3576638" y="2795588"/>
          <p14:tracePt t="84604" x="3616325" y="2795588"/>
          <p14:tracePt t="84608" x="3632200" y="2795588"/>
          <p14:tracePt t="84625" x="3648075" y="2811463"/>
          <p14:tracePt t="84631" x="3670300" y="2843213"/>
          <p14:tracePt t="84654" x="3678238" y="2913063"/>
          <p14:tracePt t="84668" x="3678238" y="2968625"/>
          <p14:tracePt t="84690" x="3678238" y="2984500"/>
          <p14:tracePt t="84698" x="3678238" y="3022600"/>
          <p14:tracePt t="84713" x="3648075" y="3086100"/>
          <p14:tracePt t="84718" x="3608388" y="3116263"/>
          <p14:tracePt t="84744" x="3475038" y="3179763"/>
          <p14:tracePt t="84759" x="3311525" y="3225800"/>
          <p14:tracePt t="84764" x="3201988" y="3241675"/>
          <p14:tracePt t="84781" x="3070225" y="3249613"/>
          <p14:tracePt t="84787" x="3006725" y="3249613"/>
          <p14:tracePt t="84804" x="2968625" y="3249613"/>
          <p14:tracePt t="84809" x="2960688" y="3249613"/>
          <p14:tracePt t="84824" x="2952750" y="3249613"/>
          <p14:tracePt t="84839" x="2936875" y="3249613"/>
          <p14:tracePt t="84853" x="2913063" y="3217863"/>
          <p14:tracePt t="84860" x="2913063" y="3194050"/>
          <p14:tracePt t="84873" x="2905125" y="3148013"/>
          <p14:tracePt t="84880" x="2889250" y="3046413"/>
          <p14:tracePt t="84894" x="2889250" y="2984500"/>
          <p14:tracePt t="84898" x="2913063" y="2952750"/>
          <p14:tracePt t="84915" x="2928938" y="2936875"/>
          <p14:tracePt t="84925" x="3006725" y="2913063"/>
          <p14:tracePt t="84939" x="3084513" y="2890838"/>
          <p14:tracePt t="84961" x="3194050" y="2890838"/>
          <p14:tracePt t="84966" x="3257550" y="2890838"/>
          <p14:tracePt t="84984" x="3287713" y="2905125"/>
          <p14:tracePt t="84990" x="3303588" y="2921000"/>
          <p14:tracePt t="85014" x="3319463" y="2976563"/>
          <p14:tracePt t="85029" x="3343275" y="3030538"/>
          <p14:tracePt t="85053" x="3335338" y="3116263"/>
          <p14:tracePt t="85057" x="3287713" y="3148013"/>
          <p14:tracePt t="85074" x="3225800" y="3155950"/>
          <p14:tracePt t="85079" x="3178175" y="3155950"/>
          <p14:tracePt t="85105" x="3076575" y="3171825"/>
          <p14:tracePt t="85119" x="3014663" y="3186113"/>
          <p14:tracePt t="85143" x="2968625" y="3186113"/>
          <p14:tracePt t="85146" x="2952750" y="3186113"/>
          <p14:tracePt t="85164" x="2936875" y="3186113"/>
          <p14:tracePt t="85170" x="2928938" y="3179763"/>
          <p14:tracePt t="85195" x="2921000" y="3092450"/>
          <p14:tracePt t="85209" x="2921000" y="3046413"/>
          <p14:tracePt t="85233" x="2974975" y="2998788"/>
          <p14:tracePt t="85236" x="3022600" y="2976563"/>
          <p14:tracePt t="85254" x="3076575" y="2960688"/>
          <p14:tracePt t="85259" x="3116263" y="2952750"/>
          <p14:tracePt t="85283" x="3201988" y="2952750"/>
          <p14:tracePt t="85297" x="3271838" y="2960688"/>
          <p14:tracePt t="85320" x="3359150" y="3014663"/>
          <p14:tracePt t="85326" x="3373438" y="3054350"/>
          <p14:tracePt t="85341" x="3389313" y="3086100"/>
          <p14:tracePt t="85347" x="3397250" y="3100388"/>
          <p14:tracePt t="85374" x="3397250" y="3140075"/>
          <p14:tracePt t="85394" x="3397250" y="3163888"/>
          <p14:tracePt t="85416" x="3343275" y="3186113"/>
          <p14:tracePt t="85423" x="3295650" y="3186113"/>
          <p14:tracePt t="85434" x="3271838" y="3186113"/>
          <p14:tracePt t="85440" x="3249613" y="3186113"/>
          <p14:tracePt t="85464" x="3225800" y="3186113"/>
          <p14:tracePt t="85478" x="3201988" y="3140075"/>
          <p14:tracePt t="85502" x="3201988" y="3046413"/>
          <p14:tracePt t="85507" x="3201988" y="2998788"/>
          <p14:tracePt t="85523" x="3209925" y="2968625"/>
          <p14:tracePt t="85530" x="3233738" y="2944813"/>
          <p14:tracePt t="85555" x="3287713" y="2897188"/>
          <p14:tracePt t="85569" x="3335338" y="2890838"/>
          <p14:tracePt t="85592" x="3373438" y="2890838"/>
          <p14:tracePt t="85597" x="3444875" y="2890838"/>
          <p14:tracePt t="85614" x="3490913" y="2921000"/>
          <p14:tracePt t="85619" x="3530600" y="2944813"/>
          <p14:tracePt t="85649" x="3592513" y="3014663"/>
          <p14:tracePt t="85662" x="3640138" y="3054350"/>
          <p14:tracePt t="85684" x="3662363" y="3070225"/>
          <p14:tracePt t="85696" x="3694113" y="3092450"/>
          <p14:tracePt t="85706" x="3702050" y="3108325"/>
          <p14:tracePt t="85713" x="3702050" y="3124200"/>
          <p14:tracePt t="85740" x="3702050" y="3140075"/>
          <p14:tracePt t="85755" x="3640138" y="3163888"/>
          <p14:tracePt t="85776" x="3522663" y="3163888"/>
          <p14:tracePt t="85782" x="3475038" y="3163888"/>
          <p14:tracePt t="85798" x="3436938" y="3163888"/>
          <p14:tracePt t="85831" x="3389313" y="3155950"/>
          <p14:tracePt t="85842" x="3389313" y="3124200"/>
          <p14:tracePt t="85867" x="3389313" y="3062288"/>
          <p14:tracePt t="85874" x="3444875" y="3030538"/>
          <p14:tracePt t="85886" x="3467100" y="3030538"/>
          <p14:tracePt t="85899" x="3568700" y="2998788"/>
          <p14:tracePt t="85919" x="3686175" y="2990850"/>
          <p14:tracePt t="85932" x="3795713" y="2990850"/>
          <p14:tracePt t="85955" x="3881438" y="2990850"/>
          <p14:tracePt t="85962" x="3913188" y="2990850"/>
          <p14:tracePt t="85978" x="3929063" y="3006725"/>
          <p14:tracePt t="85989" x="3929063" y="3014663"/>
          <p14:tracePt t="86008" x="3929063" y="3038475"/>
          <p14:tracePt t="86014" x="3929063" y="3054350"/>
          <p14:tracePt t="86024" x="3929063" y="3092450"/>
          <p14:tracePt t="86049" x="3670300" y="3148013"/>
          <p14:tracePt t="86068" x="3600450" y="3148013"/>
          <p14:tracePt t="86076" x="3538538" y="3148013"/>
          <p14:tracePt t="86095" x="3522663" y="3148013"/>
          <p14:tracePt t="86114" x="3460750" y="3132138"/>
          <p14:tracePt t="86138" x="3452813" y="2998788"/>
          <p14:tracePt t="86155" x="3460750" y="2984500"/>
          <p14:tracePt t="86161" x="3554413" y="2944813"/>
          <p14:tracePt t="86189" x="3662363" y="2913063"/>
          <p14:tracePt t="86203" x="3709988" y="2905125"/>
          <p14:tracePt t="86208" x="3725863" y="2905125"/>
          <p14:tracePt t="86227" x="3835400" y="2905125"/>
          <p14:tracePt t="86233" x="3865563" y="2936875"/>
          <p14:tracePt t="86248" x="3873500" y="2952750"/>
          <p14:tracePt t="86254" x="3881438" y="2984500"/>
          <p14:tracePt t="86280" x="3881438" y="3038475"/>
          <p14:tracePt t="86293" x="3835400" y="3070225"/>
          <p14:tracePt t="86317" x="3616325" y="3124200"/>
          <p14:tracePt t="86337" x="3546475" y="3124200"/>
          <p14:tracePt t="86343" x="3514725" y="3124200"/>
          <p14:tracePt t="86369" x="3460750" y="3124200"/>
          <p14:tracePt t="86383" x="3444875" y="3124200"/>
          <p14:tracePt t="86407" x="3429000" y="3108325"/>
          <p14:tracePt t="86413" x="3421063" y="3092450"/>
          <p14:tracePt t="86429" x="3421063" y="3078163"/>
          <p14:tracePt t="86437" x="3413125" y="3062288"/>
          <p14:tracePt t="86457" x="3405188" y="3038475"/>
          <p14:tracePt t="86493" x="3397250" y="3030538"/>
          <p14:tracePt t="86586" x="3397250" y="3014663"/>
          <p14:tracePt t="86592" x="3397250" y="3006725"/>
          <p14:tracePt t="86608" x="3452813" y="2990850"/>
          <p14:tracePt t="86619" x="3482975" y="2984500"/>
          <p14:tracePt t="86638" x="3554413" y="2968625"/>
          <p14:tracePt t="86655" x="3600450" y="2960688"/>
          <p14:tracePt t="86672" x="3616325" y="2960688"/>
          <p14:tracePt t="86687" x="3662363" y="2960688"/>
          <p14:tracePt t="86768" x="3506788" y="2976563"/>
          <p14:tracePt t="86775" x="3429000" y="2976563"/>
          <p14:tracePt t="86791" x="3365500" y="2976563"/>
          <p14:tracePt t="86796" x="3327400" y="2976563"/>
          <p14:tracePt t="86819" x="3287713" y="2976563"/>
          <p14:tracePt t="86832" x="3271838" y="2976563"/>
          <p14:tracePt t="86881" x="3327400" y="2976563"/>
          <p14:tracePt t="86909" x="3429000" y="2976563"/>
          <p14:tracePt t="86924" x="3538538" y="2976563"/>
          <p14:tracePt t="86949" x="3709988" y="2976563"/>
          <p14:tracePt t="86969" x="3741738" y="2976563"/>
          <p14:tracePt t="86975" x="3749675" y="2976563"/>
          <p14:tracePt t="87039" x="3568700" y="3006725"/>
          <p14:tracePt t="87058" x="3498850" y="3006725"/>
          <p14:tracePt t="87063" x="3467100" y="3006725"/>
          <p14:tracePt t="87090" x="3381375" y="3006725"/>
          <p14:tracePt t="87102" x="3365500" y="3006725"/>
          <p14:tracePt t="87155" x="3373438" y="3006725"/>
          <p14:tracePt t="87180" x="3490913" y="2990850"/>
          <p14:tracePt t="87193" x="3584575" y="2990850"/>
          <p14:tracePt t="87217" x="3741738" y="2998788"/>
          <p14:tracePt t="87236" x="3749675" y="3006725"/>
          <p14:tracePt t="87243" x="3763963" y="3022600"/>
          <p14:tracePt t="87268" x="3763963" y="3038475"/>
          <p14:tracePt t="87283" x="3763963" y="3062288"/>
          <p14:tracePt t="87309" x="3717925" y="3100388"/>
          <p14:tracePt t="87331" x="3686175" y="3132138"/>
          <p14:tracePt t="87360" x="3608388" y="3155950"/>
          <p14:tracePt t="87376" x="3514725" y="3186113"/>
          <p14:tracePt t="87399" x="3359150" y="3225800"/>
          <p14:tracePt t="87418" x="3327400" y="3233738"/>
          <p14:tracePt t="87448" x="3311525" y="3233738"/>
          <p14:tracePt t="87483" x="3303588" y="3233738"/>
          <p14:tracePt t="87507" x="3303588" y="3225800"/>
          <p14:tracePt t="87514" x="3303588" y="3217863"/>
          <p14:tracePt t="87539" x="3319463" y="3186113"/>
          <p14:tracePt t="87553" x="3343275" y="3171825"/>
          <p14:tracePt t="87577" x="3381375" y="3163888"/>
          <p14:tracePt t="87599" x="3405188" y="3163888"/>
          <p14:tracePt t="87604" x="3413125" y="3163888"/>
          <p14:tracePt t="87630" x="3429000" y="3163888"/>
          <p14:tracePt t="87645" x="3429000" y="3171825"/>
          <p14:tracePt t="87663" x="3429000" y="3179763"/>
          <p14:tracePt t="87676" x="3413125" y="3201988"/>
          <p14:tracePt t="87690" x="3381375" y="3217863"/>
          <p14:tracePt t="87695" x="3373438" y="3217863"/>
          <p14:tracePt t="87717" x="3359150" y="3217863"/>
          <p14:tracePt t="87911" x="3397250" y="3217863"/>
          <p14:tracePt t="87938" x="3538538" y="3179763"/>
          <p14:tracePt t="87958" x="3554413" y="3171825"/>
          <p14:tracePt t="87963" x="3584575" y="3163888"/>
          <p14:tracePt t="87988" x="3592513" y="3155950"/>
          <p14:tracePt t="88024" x="3592513" y="3148013"/>
          <p14:tracePt t="88049" x="3592513" y="3140075"/>
          <p14:tracePt t="88058" x="3576638" y="3140075"/>
          <p14:tracePt t="88081" x="3444875" y="3140075"/>
          <p14:tracePt t="88091" x="3381375" y="3140075"/>
          <p14:tracePt t="88097" x="3373438" y="3140075"/>
          <p14:tracePt t="88116" x="3351213" y="3140075"/>
          <p14:tracePt t="88168" x="3351213" y="3132138"/>
          <p14:tracePt t="88183" x="3397250" y="3100388"/>
          <p14:tracePt t="88207" x="3506788" y="3062288"/>
          <p14:tracePt t="88215" x="3568700" y="3054350"/>
          <p14:tracePt t="88225" x="3584575" y="3054350"/>
          <p14:tracePt t="88233" x="3648075" y="3054350"/>
          <p14:tracePt t="88260" x="3779838" y="3054350"/>
          <p14:tracePt t="88276" x="3827463" y="3062288"/>
          <p14:tracePt t="88297" x="3865563" y="3132138"/>
          <p14:tracePt t="88303" x="3865563" y="3201988"/>
          <p14:tracePt t="88315" x="3865563" y="3217863"/>
          <p14:tracePt t="88322" x="3865563" y="3257550"/>
          <p14:tracePt t="88349" x="3733800" y="3319463"/>
          <p14:tracePt t="88365" x="3584575" y="3343275"/>
          <p14:tracePt t="88387" x="3436938" y="3343275"/>
          <p14:tracePt t="88394" x="3421063" y="3343275"/>
          <p14:tracePt t="88410" x="3413125" y="3343275"/>
          <p14:tracePt t="88414" x="3405188" y="3343275"/>
          <p14:tracePt t="88440" x="3389313" y="3343275"/>
          <p14:tracePt t="88454" x="3389313" y="3273425"/>
          <p14:tracePt t="88477" x="3475038" y="3163888"/>
          <p14:tracePt t="88496" x="3522663" y="3140075"/>
          <p14:tracePt t="88506" x="3576638" y="3124200"/>
          <p14:tracePt t="88526" x="3640138" y="3108325"/>
          <p14:tracePt t="88532" x="3662363" y="3108325"/>
          <p14:tracePt t="88542" x="3702050" y="3108325"/>
          <p14:tracePt t="88565" x="3725863" y="3108325"/>
          <p14:tracePt t="88571" x="3733800" y="3108325"/>
          <p14:tracePt t="88619" x="3709988" y="3155950"/>
          <p14:tracePt t="88633" x="3640138" y="3186113"/>
          <p14:tracePt t="88653" x="3616325" y="3194050"/>
          <p14:tracePt t="88665" x="3576638" y="3201988"/>
          <p14:tracePt t="88674" x="3568700" y="3201988"/>
          <p14:tracePt t="88769" x="3616325" y="3186113"/>
          <p14:tracePt t="88775" x="3640138" y="3179763"/>
          <p14:tracePt t="88799" x="3717925" y="3155950"/>
          <p14:tracePt t="88816" x="3771900" y="3148013"/>
          <p14:tracePt t="88837" x="3803650" y="3148013"/>
          <p14:tracePt t="88843" x="3811588" y="3140075"/>
          <p14:tracePt t="88859" x="3827463" y="3140075"/>
          <p14:tracePt t="88871" x="3835400" y="3140075"/>
          <p14:tracePt t="88889" x="3843338" y="3140075"/>
          <p14:tracePt t="88924" x="3851275" y="3140075"/>
          <p14:tracePt t="88946" x="3857625" y="3140075"/>
          <p14:tracePt t="88954" x="3865563" y="3140075"/>
          <p14:tracePt t="88980" x="3881438" y="3140075"/>
          <p14:tracePt t="89043" x="3889375" y="3140075"/>
          <p14:tracePt t="89066" x="3897313" y="3140075"/>
          <p14:tracePt t="89082" x="3905250" y="3140075"/>
          <p14:tracePt t="89104" x="3913188" y="3140075"/>
          <p14:tracePt t="89114" x="3921125" y="3140075"/>
          <p14:tracePt t="89132" x="3921125" y="3148013"/>
          <p14:tracePt t="89158" x="3921125" y="3171825"/>
          <p14:tracePt t="89199" x="3905250" y="3171825"/>
          <p14:tracePt t="89218" x="3873500" y="3171825"/>
          <p14:tracePt t="89224" x="3851275" y="3171825"/>
          <p14:tracePt t="89250" x="3803650" y="3179763"/>
          <p14:tracePt t="89259" x="3795713" y="3179763"/>
          <p14:tracePt t="89427" x="3787775" y="3179763"/>
          <p14:tracePt t="90372" x="3779838" y="3179763"/>
          <p14:tracePt t="90390" x="3756025" y="3179763"/>
          <p14:tracePt t="90397" x="3725863" y="3179763"/>
          <p14:tracePt t="90420" x="3670300" y="3155950"/>
          <p14:tracePt t="90432" x="3648075" y="3155950"/>
          <p14:tracePt t="90452" x="3576638" y="3140075"/>
          <p14:tracePt t="90457" x="3522663" y="3132138"/>
          <p14:tracePt t="90474" x="3475038" y="3124200"/>
          <p14:tracePt t="90482" x="3452813" y="3124200"/>
          <p14:tracePt t="90504" x="3429000" y="3124200"/>
          <p14:tracePt t="90543" x="3429000" y="3100388"/>
          <p14:tracePt t="90566" x="3429000" y="3092450"/>
          <p14:tracePt t="90614" x="3429000" y="3078163"/>
          <p14:tracePt t="90633" x="3429000" y="3070225"/>
          <p14:tracePt t="90642" x="3429000" y="3062288"/>
          <p14:tracePt t="90754" x="3429000" y="3070225"/>
          <p14:tracePt t="90779" x="3429000" y="3108325"/>
          <p14:tracePt t="90785" x="3429000" y="3124200"/>
          <p14:tracePt t="90795" x="3452813" y="3171825"/>
          <p14:tracePt t="90819" x="3452813" y="3217863"/>
          <p14:tracePt t="90839" x="3452813" y="3233738"/>
          <p14:tracePt t="90845" x="3452813" y="3249613"/>
          <p14:tracePt t="90873" x="3429000" y="3257550"/>
          <p14:tracePt t="90885" x="3389313" y="3273425"/>
          <p14:tracePt t="90906" x="3319463" y="3287713"/>
          <p14:tracePt t="90913" x="3303588" y="3287713"/>
          <p14:tracePt t="90928" x="3295650" y="3287713"/>
          <p14:tracePt t="90936" x="3287713" y="3287713"/>
          <p14:tracePt t="90960" x="3265488" y="3287713"/>
          <p14:tracePt t="90975" x="3249613" y="3287713"/>
          <p14:tracePt t="90999" x="3225800" y="3257550"/>
          <p14:tracePt t="91019" x="3225800" y="3233738"/>
          <p14:tracePt t="91025" x="3225800" y="3217863"/>
          <p14:tracePt t="91050" x="3225800" y="3171825"/>
          <p14:tracePt t="91063" x="3249613" y="3148013"/>
          <p14:tracePt t="91085" x="3327400" y="3140075"/>
          <p14:tracePt t="91091" x="3365500" y="3132138"/>
          <p14:tracePt t="91106" x="3397250" y="3124200"/>
          <p14:tracePt t="91113" x="3405188" y="3124200"/>
          <p14:tracePt t="91139" x="3436938" y="3124200"/>
          <p14:tracePt t="91144" x="3444875" y="3124200"/>
          <p14:tracePt t="91155" x="3490913" y="3124200"/>
          <p14:tracePt t="91178" x="3538538" y="3124200"/>
          <p14:tracePt t="91185" x="3554413" y="3124200"/>
          <p14:tracePt t="91199" x="3560763" y="3124200"/>
          <p14:tracePt t="91207" x="3576638" y="3132138"/>
          <p14:tracePt t="91227" x="3576638" y="3140075"/>
          <p14:tracePt t="91235" x="3576638" y="3155950"/>
          <p14:tracePt t="91246" x="3576638" y="3186113"/>
          <p14:tracePt t="91269" x="3560763" y="3233738"/>
          <p14:tracePt t="91289" x="3538538" y="3241675"/>
          <p14:tracePt t="91295" x="3522663" y="3241675"/>
          <p14:tracePt t="91321" x="3490913" y="3249613"/>
          <p14:tracePt t="91336" x="3482975" y="3249613"/>
          <p14:tracePt t="91356" x="3467100" y="3249613"/>
          <p14:tracePt t="91410" x="3444875" y="3249613"/>
          <p14:tracePt t="91590" x="3429000" y="3249613"/>
          <p14:tracePt t="91605" x="3405188" y="3249613"/>
          <p14:tracePt t="91623" x="3389313" y="3249613"/>
          <p14:tracePt t="91636" x="3359150" y="3249613"/>
          <p14:tracePt t="91654" x="3351213" y="3249613"/>
          <p14:tracePt t="91679" x="3343275" y="3249613"/>
          <p14:tracePt t="91693" x="3335338" y="3249613"/>
          <p14:tracePt t="91718" x="3319463" y="3233738"/>
          <p14:tracePt t="91737" x="3319463" y="3225800"/>
          <p14:tracePt t="91745" x="3319463" y="3217863"/>
          <p14:tracePt t="91770" x="3444875" y="3155950"/>
          <p14:tracePt t="91783" x="3624263" y="3116263"/>
          <p14:tracePt t="91809" x="3787775" y="3086100"/>
          <p14:tracePt t="91815" x="3851275" y="3086100"/>
          <p14:tracePt t="91827" x="3857625" y="3086100"/>
          <p14:tracePt t="91874" x="3819525" y="3086100"/>
          <p14:tracePt t="91893" x="3787775" y="3086100"/>
          <p14:tracePt t="91901" x="3686175" y="3086100"/>
          <p14:tracePt t="91919" x="3656013" y="3086100"/>
          <p14:tracePt t="91926" x="3632200" y="3086100"/>
          <p14:tracePt t="91950" x="3538538" y="3030538"/>
          <p14:tracePt t="91965" x="3506788" y="2984500"/>
          <p14:tracePt t="91987" x="3467100" y="2928938"/>
          <p14:tracePt t="91994" x="3460750" y="2913063"/>
          <p14:tracePt t="92009" x="3460750" y="2897188"/>
          <p14:tracePt t="92015" x="3460750" y="2890838"/>
          <p14:tracePt t="92040" x="3490913" y="2882900"/>
          <p14:tracePt t="92055" x="3522663" y="2867025"/>
          <p14:tracePt t="92079" x="3616325" y="2867025"/>
          <p14:tracePt t="92099" x="3656013" y="2890838"/>
          <p14:tracePt t="92105" x="3678238" y="2913063"/>
          <p14:tracePt t="92130" x="3709988" y="2976563"/>
          <p14:tracePt t="92143" x="3709988" y="3030538"/>
          <p14:tracePt t="92167" x="3608388" y="3086100"/>
          <p14:tracePt t="92172" x="3538538" y="3100388"/>
          <p14:tracePt t="92187" x="3475038" y="3100388"/>
          <p14:tracePt t="92193" x="3429000" y="3100388"/>
          <p14:tracePt t="92219" x="3351213" y="3100388"/>
          <p14:tracePt t="92233" x="3271838" y="3100388"/>
          <p14:tracePt t="92257" x="3163888" y="3078163"/>
          <p14:tracePt t="92262" x="3124200" y="3046413"/>
          <p14:tracePt t="92277" x="3100388" y="3022600"/>
          <p14:tracePt t="92283" x="3070225" y="3006725"/>
          <p14:tracePt t="92309" x="3062288" y="2960688"/>
          <p14:tracePt t="92323" x="3070225" y="2913063"/>
          <p14:tracePt t="92344" x="3116263" y="2874963"/>
          <p14:tracePt t="92349" x="3217863" y="2851150"/>
          <p14:tracePt t="92366" x="3265488" y="2843213"/>
          <p14:tracePt t="92372" x="3311525" y="2827338"/>
          <p14:tracePt t="92399" x="3335338" y="2827338"/>
          <p14:tracePt t="92405" x="3381375" y="2827338"/>
          <p14:tracePt t="92415" x="3413125" y="2827338"/>
          <p14:tracePt t="92437" x="3421063" y="2835275"/>
          <p14:tracePt t="92442" x="3421063" y="2843213"/>
          <p14:tracePt t="92459" x="3421063" y="2851150"/>
          <p14:tracePt t="92467" x="3421063" y="2859088"/>
          <p14:tracePt t="92488" x="3343275" y="2882900"/>
          <p14:tracePt t="92504" x="3241675" y="2890838"/>
          <p14:tracePt t="92529" x="3163888" y="2890838"/>
          <p14:tracePt t="92547" x="3140075" y="2890838"/>
          <p14:tracePt t="92613" x="3155950" y="2890838"/>
          <p14:tracePt t="92627" x="3257550" y="2890838"/>
          <p14:tracePt t="92640" x="3359150" y="2890838"/>
          <p14:tracePt t="92648" x="3421063" y="2890838"/>
          <p14:tracePt t="92670" x="3475038" y="2913063"/>
          <p14:tracePt t="92684" x="3482975" y="2921000"/>
          <p14:tracePt t="92709" x="3373438" y="2990850"/>
          <p14:tracePt t="92729" x="3287713" y="3006725"/>
          <p14:tracePt t="92735" x="3233738" y="3022600"/>
          <p14:tracePt t="92760" x="3201988" y="3022600"/>
          <p14:tracePt t="92774" x="3194050" y="3022600"/>
          <p14:tracePt t="92850" x="3279775" y="3022600"/>
          <p14:tracePt t="92863" x="3373438" y="3030538"/>
          <p14:tracePt t="92889" x="3429000" y="3054350"/>
          <p14:tracePt t="92895" x="3444875" y="3070225"/>
          <p14:tracePt t="92904" x="3444875" y="3078163"/>
          <p14:tracePt t="92912" x="3436938" y="3078163"/>
          <p14:tracePt t="92941" x="3351213" y="3100388"/>
          <p14:tracePt t="92955" x="3271838" y="3100388"/>
          <p14:tracePt t="92975" x="3225800" y="3100388"/>
          <p14:tracePt t="92981" x="3217863" y="3100388"/>
          <p14:tracePt t="93068" x="3287713" y="3100388"/>
          <p14:tracePt t="93074" x="3335338" y="3100388"/>
          <p14:tracePt t="93089" x="3359150" y="3100388"/>
          <p14:tracePt t="93096" x="3365500" y="3100388"/>
          <p14:tracePt t="93116" x="3373438" y="3100388"/>
          <p14:tracePt t="93131" x="3373438" y="3108325"/>
          <p14:tracePt t="93157" x="3327400" y="3116263"/>
          <p14:tracePt t="93164" x="3233738" y="3148013"/>
          <p14:tracePt t="93178" x="3201988" y="3155950"/>
          <p14:tracePt t="93191" x="3178175" y="3163888"/>
          <p14:tracePt t="93210" x="3155950" y="3171825"/>
          <p14:tracePt t="93244" x="3148013" y="3171825"/>
          <p14:tracePt t="93270" x="3178175" y="3171825"/>
          <p14:tracePt t="93277" x="3217863" y="3171825"/>
          <p14:tracePt t="93299" x="3265488" y="3171825"/>
          <p14:tracePt t="93480" x="3287713" y="3171825"/>
          <p14:tracePt t="93495" x="3327400" y="3171825"/>
          <p14:tracePt t="93514" x="3343275" y="3171825"/>
          <p14:tracePt t="93525" x="3389313" y="3171825"/>
          <p14:tracePt t="93535" x="3397250" y="3171825"/>
          <p14:tracePt t="93750" x="3405188" y="3171825"/>
          <p14:tracePt t="93763" x="3429000" y="3171825"/>
          <p14:tracePt t="93787" x="3444875" y="3171825"/>
          <p14:tracePt t="93930" x="3413125" y="3179763"/>
          <p14:tracePt t="93944" x="3351213" y="3179763"/>
          <p14:tracePt t="93969" x="3194050" y="3179763"/>
          <p14:tracePt t="93989" x="3163888" y="3179763"/>
          <p14:tracePt t="93996" x="3140075" y="3179763"/>
          <p14:tracePt t="94020" x="3100388" y="3179763"/>
          <p14:tracePt t="94034" x="3092450" y="3179763"/>
          <p14:tracePt t="94057" x="3076575" y="3163888"/>
          <p14:tracePt t="94064" x="3076575" y="3148013"/>
          <p14:tracePt t="94079" x="3070225" y="3132138"/>
          <p14:tracePt t="94090" x="3070225" y="3124200"/>
          <p14:tracePt t="94110" x="3070225" y="3092450"/>
          <p14:tracePt t="94125" x="3070225" y="3070225"/>
          <p14:tracePt t="94146" x="3070225" y="3054350"/>
          <p14:tracePt t="94152" x="3070225" y="3046413"/>
          <p14:tracePt t="94166" x="3070225" y="3038475"/>
          <p14:tracePt t="94534" x="3100388" y="3038475"/>
          <p14:tracePt t="94556" x="3178175" y="3038475"/>
          <p14:tracePt t="94572" x="3365500" y="3038475"/>
          <p14:tracePt t="94590" x="3413125" y="3038475"/>
          <p14:tracePt t="94598" x="3421063" y="3038475"/>
          <p14:tracePt t="94740" x="3444875" y="3038475"/>
          <p14:tracePt t="94755" x="3482975" y="3038475"/>
          <p14:tracePt t="94777" x="3490913" y="3038475"/>
          <p14:tracePt t="94830" x="3452813" y="3038475"/>
          <p14:tracePt t="94845" x="3389313" y="3038475"/>
          <p14:tracePt t="94868" x="3233738" y="3046413"/>
          <p14:tracePt t="94875" x="3178175" y="3062288"/>
          <p14:tracePt t="94895" x="3148013" y="3062288"/>
          <p14:tracePt t="94984" x="3365500" y="3054350"/>
          <p14:tracePt t="95010" x="3436938" y="3038475"/>
          <p14:tracePt t="95027" x="3475038" y="3030538"/>
          <p14:tracePt t="95045" x="3482975" y="3030538"/>
          <p14:tracePt t="95190" x="3514725" y="3030538"/>
          <p14:tracePt t="95228" x="3530600" y="3014663"/>
          <p14:tracePt t="95245" x="3538538" y="3006725"/>
          <p14:tracePt t="95292" x="3546475" y="3006725"/>
          <p14:tracePt t="95314" x="3554413" y="2998788"/>
          <p14:tracePt t="95324" x="3560763" y="2990850"/>
          <p14:tracePt t="95430" x="3568700" y="2990850"/>
          <p14:tracePt t="95524" x="3538538" y="2976563"/>
          <p14:tracePt t="95547" x="3460750" y="2890838"/>
          <p14:tracePt t="95556" x="3436938" y="2859088"/>
          <p14:tracePt t="95579" x="3429000" y="2843213"/>
          <p14:tracePt t="95586" x="3429000" y="2835275"/>
          <p14:tracePt t="95640" x="3490913" y="2835275"/>
          <p14:tracePt t="95654" x="3530600" y="2835275"/>
          <p14:tracePt t="95679" x="3592513" y="2835275"/>
          <p14:tracePt t="95685" x="3624263" y="2835275"/>
          <p14:tracePt t="95699" x="3656013" y="2835275"/>
          <p14:tracePt t="95705" x="3656013" y="2843213"/>
          <p14:tracePt t="95730" x="3670300" y="2874963"/>
          <p14:tracePt t="95745" x="3678238" y="2882900"/>
          <p14:tracePt t="95767" x="3678238" y="2890838"/>
          <p14:tracePt t="95777" x="3678238" y="2905125"/>
          <p14:tracePt t="95786" x="3670300" y="2921000"/>
          <p14:tracePt t="95794" x="3584575" y="2952750"/>
          <p14:tracePt t="95820" x="3413125" y="2984500"/>
          <p14:tracePt t="95835" x="3303588" y="2984500"/>
          <p14:tracePt t="95859" x="3257550" y="2984500"/>
          <p14:tracePt t="95864" x="3249613" y="2984500"/>
          <p14:tracePt t="95883" x="3233738" y="2968625"/>
          <p14:tracePt t="95906" x="3233738" y="2952750"/>
          <p14:tracePt t="95924" x="3249613" y="2897188"/>
          <p14:tracePt t="95948" x="3389313" y="2890838"/>
          <p14:tracePt t="95955" x="3467100" y="2890838"/>
          <p14:tracePt t="95969" x="3530600" y="2890838"/>
          <p14:tracePt t="95975" x="3576638" y="2890838"/>
          <p14:tracePt t="96001" x="3709988" y="2890838"/>
          <p14:tracePt t="96015" x="3733800" y="2890838"/>
          <p14:tracePt t="96037" x="3763963" y="2897188"/>
          <p14:tracePt t="96045" x="3771900" y="2928938"/>
          <p14:tracePt t="96061" x="3771900" y="2944813"/>
          <p14:tracePt t="96068" x="3771900" y="2976563"/>
          <p14:tracePt t="96088" x="3771900" y="3038475"/>
          <p14:tracePt t="96101" x="3756025" y="3078163"/>
          <p14:tracePt t="96122" x="3717925" y="3132138"/>
          <p14:tracePt t="96129" x="3694113" y="3155950"/>
          <p14:tracePt t="96145" x="3632200" y="3171825"/>
          <p14:tracePt t="96148" x="3546475" y="3186113"/>
          <p14:tracePt t="96172" x="3389313" y="3201988"/>
          <p14:tracePt t="96188" x="3303588" y="3201988"/>
          <p14:tracePt t="96211" x="3265488" y="3201988"/>
          <p14:tracePt t="96216" x="3249613" y="3201988"/>
          <p14:tracePt t="96234" x="3233738" y="3201988"/>
          <p14:tracePt t="96243" x="3201988" y="3179763"/>
          <p14:tracePt t="96268" x="3170238" y="3092450"/>
          <p14:tracePt t="96283" x="3178175" y="3022600"/>
          <p14:tracePt t="96306" x="3271838" y="2952750"/>
          <p14:tracePt t="96311" x="3343275" y="2944813"/>
          <p14:tracePt t="96326" x="3405188" y="2928938"/>
          <p14:tracePt t="96331" x="3467100" y="2928938"/>
          <p14:tracePt t="96358" x="3584575" y="2928938"/>
          <p14:tracePt t="96372" x="3662363" y="2928938"/>
          <p14:tracePt t="96395" x="3702050" y="2952750"/>
          <p14:tracePt t="96400" x="3725863" y="2976563"/>
          <p14:tracePt t="96417" x="3725863" y="3014663"/>
          <p14:tracePt t="96422" x="3725863" y="3046413"/>
          <p14:tracePt t="96449" x="3725863" y="3155950"/>
          <p14:tracePt t="96461" x="3725863" y="3217863"/>
          <p14:tracePt t="96486" x="3694113" y="3265488"/>
          <p14:tracePt t="96490" x="3662363" y="3303588"/>
          <p14:tracePt t="96508" x="3624263" y="3319463"/>
          <p14:tracePt t="96513" x="3576638" y="3343275"/>
          <p14:tracePt t="96538" x="3373438" y="3375025"/>
          <p14:tracePt t="96552" x="3279775" y="3375025"/>
          <p14:tracePt t="96573" x="3249613" y="3375025"/>
          <p14:tracePt t="96581" x="3233738" y="3375025"/>
          <p14:tracePt t="96586" x="3209925" y="3375025"/>
          <p14:tracePt t="96597" x="3201988" y="3375025"/>
          <p14:tracePt t="96603" x="3186113" y="3375025"/>
          <p14:tracePt t="96628" x="3140075" y="3295650"/>
          <p14:tracePt t="96643" x="3140075" y="3241675"/>
          <p14:tracePt t="96666" x="3132138" y="3155950"/>
          <p14:tracePt t="96671" x="3132138" y="3108325"/>
          <p14:tracePt t="96688" x="3140075" y="3086100"/>
          <p14:tracePt t="96693" x="3163888" y="3054350"/>
          <p14:tracePt t="96718" x="3241675" y="2976563"/>
          <p14:tracePt t="96734" x="3327400" y="2905125"/>
          <p14:tracePt t="96755" x="3429000" y="2859088"/>
          <p14:tracePt t="96760" x="3498850" y="2843213"/>
          <p14:tracePt t="96765" x="3560763" y="2835275"/>
          <p14:tracePt t="96778" x="3624263" y="2835275"/>
          <p14:tracePt t="96782" x="3640138" y="2835275"/>
          <p14:tracePt t="96808" x="3686175" y="2835275"/>
          <p14:tracePt t="96820" x="3694113" y="2835275"/>
          <p14:tracePt t="96844" x="3670300" y="2851150"/>
          <p14:tracePt t="96849" x="3560763" y="2890838"/>
          <p14:tracePt t="96866" x="3475038" y="2905125"/>
          <p14:tracePt t="96872" x="3389313" y="2928938"/>
          <p14:tracePt t="96899" x="3249613" y="2928938"/>
          <p14:tracePt t="96913" x="3170238" y="2928938"/>
          <p14:tracePt t="96936" x="3108325" y="2928938"/>
          <p14:tracePt t="96959" x="3100388" y="2928938"/>
          <p14:tracePt t="96966" x="3092450" y="2921000"/>
          <p14:tracePt t="97054" x="3100388" y="2921000"/>
          <p14:tracePt t="97080" x="3170238" y="2968625"/>
          <p14:tracePt t="97093" x="3186113" y="2976563"/>
          <p14:tracePt t="97114" x="3186113" y="2984500"/>
          <p14:tracePt t="97139" x="3186113" y="2990850"/>
          <p14:tracePt t="97149" x="3178175" y="2990850"/>
          <p14:tracePt t="97170" x="3148013" y="2990850"/>
          <p14:tracePt t="97183" x="3140075" y="2990850"/>
          <p14:tracePt t="97234" x="3148013" y="2990850"/>
          <p14:tracePt t="97260" x="3295650" y="2976563"/>
          <p14:tracePt t="97277" x="3381375" y="2976563"/>
          <p14:tracePt t="97295" x="3429000" y="2976563"/>
          <p14:tracePt t="97302" x="3460750" y="2976563"/>
          <p14:tracePt t="97388" x="3429000" y="2976563"/>
          <p14:tracePt t="97439" x="3436938" y="2960688"/>
          <p14:tracePt t="97454" x="3514725" y="2944813"/>
          <p14:tracePt t="97475" x="3632200" y="2936875"/>
          <p14:tracePt t="97483" x="3662363" y="2936875"/>
          <p14:tracePt t="97499" x="3670300" y="2936875"/>
          <p14:tracePt t="97564" x="3648075" y="2936875"/>
          <p14:tracePt t="97576" x="3584575" y="2936875"/>
          <p14:tracePt t="97590" x="3568700" y="2936875"/>
          <p14:tracePt t="97661" x="3616325" y="2936875"/>
          <p14:tracePt t="97667" x="3648075" y="2936875"/>
          <p14:tracePt t="97680" x="3678238" y="2936875"/>
          <p14:tracePt t="97750" x="3538538" y="2952750"/>
          <p14:tracePt t="97770" x="3498850" y="2952750"/>
          <p14:tracePt t="97777" x="3475038" y="2952750"/>
          <p14:tracePt t="97796" x="3467100" y="2952750"/>
          <p14:tracePt t="97860" x="3475038" y="2952750"/>
          <p14:tracePt t="97869" x="3482975" y="2952750"/>
          <p14:tracePt t="97889" x="3490913" y="2952750"/>
          <p14:tracePt t="97928" x="3498850" y="2952750"/>
          <p14:tracePt t="97936" x="3460750" y="2952750"/>
          <p14:tracePt t="97950" x="3397250" y="2968625"/>
          <p14:tracePt t="97957" x="3365500" y="2968625"/>
          <p14:tracePt t="97979" x="3351213" y="2968625"/>
          <p14:tracePt t="98039" x="3365500" y="2968625"/>
          <p14:tracePt t="98048" x="3397250" y="2968625"/>
          <p14:tracePt t="98067" x="3436938" y="2968625"/>
          <p14:tracePt t="98086" x="3514725" y="2968625"/>
          <p14:tracePt t="98127" x="3514725" y="2976563"/>
          <p14:tracePt t="98138" x="3498850" y="2976563"/>
          <p14:tracePt t="98158" x="3429000" y="2976563"/>
          <p14:tracePt t="98173" x="3413125" y="2976563"/>
          <p14:tracePt t="98224" x="3452813" y="2976563"/>
          <p14:tracePt t="98251" x="3608388" y="2976563"/>
          <p14:tracePt t="98266" x="3717925" y="2976563"/>
          <p14:tracePt t="98290" x="3827463" y="2976563"/>
          <p14:tracePt t="98296" x="3843338" y="2976563"/>
          <p14:tracePt t="98340" x="3835400" y="2984500"/>
          <p14:tracePt t="98354" x="3763963" y="2990850"/>
          <p14:tracePt t="98379" x="3678238" y="3014663"/>
          <p14:tracePt t="98406" x="3678238" y="3022600"/>
          <p14:tracePt t="98430" x="3678238" y="3046413"/>
          <p14:tracePt t="98445" x="3678238" y="3062288"/>
          <p14:tracePt t="98468" x="3702050" y="3092450"/>
          <p14:tracePt t="98474" x="3717925" y="3124200"/>
          <p14:tracePt t="98490" x="3717925" y="3132138"/>
          <p14:tracePt t="98501" x="3717925" y="3163888"/>
          <p14:tracePt t="98521" x="3717925" y="3217863"/>
          <p14:tracePt t="98535" x="3717925" y="3265488"/>
          <p14:tracePt t="98554" x="3717925" y="3287713"/>
          <p14:tracePt t="98566" x="3694113" y="3359150"/>
          <p14:tracePt t="98581" x="3670300" y="3375025"/>
          <p14:tracePt t="98590" x="3656013" y="3381375"/>
          <p14:tracePt t="98610" x="3560763" y="3381375"/>
          <p14:tracePt t="98624" x="3514725" y="3381375"/>
          <p14:tracePt t="98629" x="3498850" y="3381375"/>
          <p14:tracePt t="98644" x="3452813" y="3381375"/>
          <p14:tracePt t="98651" x="3373438" y="3381375"/>
          <p14:tracePt t="98668" x="3343275" y="3359150"/>
          <p14:tracePt t="98674" x="3319463" y="3327400"/>
          <p14:tracePt t="98700" x="3287713" y="3257550"/>
          <p14:tracePt t="98714" x="3249613" y="3194050"/>
          <p14:tracePt t="98736" x="3241675" y="3108325"/>
          <p14:tracePt t="98742" x="3241675" y="3070225"/>
          <p14:tracePt t="98757" x="3265488" y="3030538"/>
          <p14:tracePt t="98762" x="3287713" y="2998788"/>
          <p14:tracePt t="98788" x="3389313" y="2936875"/>
          <p14:tracePt t="98802" x="3490913" y="2890838"/>
          <p14:tracePt t="98827" x="3584575" y="2874963"/>
          <p14:tracePt t="98838" x="3648075" y="2874963"/>
          <p14:tracePt t="98849" x="3709988" y="2874963"/>
          <p14:tracePt t="98855" x="3756025" y="2874963"/>
          <p14:tracePt t="98881" x="3819525" y="2921000"/>
          <p14:tracePt t="98896" x="3827463" y="2944813"/>
          <p14:tracePt t="98918" x="3795713" y="2998788"/>
          <p14:tracePt t="98928" x="3741738" y="3014663"/>
          <p14:tracePt t="98942" x="3600450" y="3038475"/>
          <p14:tracePt t="98970" x="3452813" y="3046413"/>
          <p14:tracePt t="98985" x="3373438" y="3046413"/>
          <p14:tracePt t="99007" x="3359150" y="3046413"/>
          <p14:tracePt t="99013" x="3343275" y="3046413"/>
          <p14:tracePt t="99027" x="3327400" y="3046413"/>
          <p14:tracePt t="99032" x="3319463" y="3046413"/>
          <p14:tracePt t="99074" x="3327400" y="3014663"/>
          <p14:tracePt t="99096" x="3359150" y="3006725"/>
          <p14:tracePt t="99102" x="3421063" y="2998788"/>
          <p14:tracePt t="99116" x="3436938" y="2998788"/>
          <p14:tracePt t="99122" x="3554413" y="2984500"/>
          <p14:tracePt t="99150" x="3733800" y="2984500"/>
          <p14:tracePt t="99165" x="3881438" y="2984500"/>
          <p14:tracePt t="99187" x="3951288" y="2984500"/>
          <p14:tracePt t="99192" x="3967163" y="2984500"/>
          <p14:tracePt t="99214" x="3967163" y="2990850"/>
          <p14:tracePt t="99240" x="3951288" y="3014663"/>
          <p14:tracePt t="99254" x="3857625" y="3038475"/>
          <p14:tracePt t="99278" x="3702050" y="3038475"/>
          <p14:tracePt t="99288" x="3592513" y="3038475"/>
          <p14:tracePt t="99299" x="3530600" y="3038475"/>
          <p14:tracePt t="99303" x="3452813" y="3038475"/>
          <p14:tracePt t="99329" x="3359150" y="3038475"/>
          <p14:tracePt t="99341" x="3351213" y="3038475"/>
          <p14:tracePt t="99392" x="3359150" y="3038475"/>
          <p14:tracePt t="99418" x="3530600" y="3038475"/>
          <p14:tracePt t="99433" x="3648075" y="3030538"/>
          <p14:tracePt t="99457" x="3749675" y="3022600"/>
          <p14:tracePt t="99463" x="3779838" y="3022600"/>
          <p14:tracePt t="99525" x="3656013" y="3022600"/>
          <p14:tracePt t="99545" x="3576638" y="3022600"/>
          <p14:tracePt t="99560" x="3413125" y="3022600"/>
          <p14:tracePt t="99567" x="3373438" y="3022600"/>
          <p14:tracePt t="99637" x="3389313" y="3022600"/>
          <p14:tracePt t="99644" x="3429000" y="3022600"/>
          <p14:tracePt t="99659" x="3498850" y="3006725"/>
          <p14:tracePt t="99666" x="3546475" y="2990850"/>
          <p14:tracePt t="99690" x="3709988" y="2990850"/>
          <p14:tracePt t="99706" x="3835400" y="2990850"/>
          <p14:tracePt t="99730" x="3944938" y="2990850"/>
          <p14:tracePt t="99755" x="3944938" y="2998788"/>
          <p14:tracePt t="99769" x="3944938" y="3014663"/>
          <p14:tracePt t="99778" x="3835400" y="3046413"/>
          <p14:tracePt t="99795" x="3749675" y="3070225"/>
          <p14:tracePt t="99808" x="3670300" y="3070225"/>
          <p14:tracePt t="99814" x="3530600" y="3070225"/>
          <p14:tracePt t="99822" x="3452813" y="3070225"/>
          <p14:tracePt t="99842" x="3303588" y="3070225"/>
          <p14:tracePt t="99860" x="3271838" y="3070225"/>
          <p14:tracePt t="99869" x="3241675" y="3070225"/>
          <p14:tracePt t="99884" x="3217863" y="3070225"/>
          <p14:tracePt t="99903" x="3209925" y="3070225"/>
          <p14:tracePt t="99934" x="3209925" y="3062288"/>
          <p14:tracePt t="99947" x="3217863" y="3054350"/>
          <p14:tracePt t="99961" x="3303588" y="3046413"/>
          <p14:tracePt t="99977" x="3365500" y="3022600"/>
          <p14:tracePt t="99994" x="3444875" y="3022600"/>
          <p14:tracePt t="100002" x="3725863" y="3022600"/>
          <p14:tracePt t="100022" x="3873500" y="3030538"/>
          <p14:tracePt t="100048" x="3897313" y="3038475"/>
          <p14:tracePt t="100062" x="3897313" y="3046413"/>
          <p14:tracePt t="100086" x="3873500" y="3062288"/>
          <p14:tracePt t="100110" x="3709988" y="3078163"/>
          <p14:tracePt t="100117" x="3616325" y="3078163"/>
          <p14:tracePt t="100140" x="3506788" y="3078163"/>
          <p14:tracePt t="100145" x="3429000" y="3078163"/>
          <p14:tracePt t="100156" x="3343275" y="3078163"/>
          <p14:tracePt t="100177" x="3335338" y="3078163"/>
          <p14:tracePt t="100230" x="3359150" y="3078163"/>
          <p14:tracePt t="100247" x="3467100" y="3124200"/>
          <p14:tracePt t="100264" x="3670300" y="3186113"/>
          <p14:tracePt t="100269" x="3741738" y="3233738"/>
          <p14:tracePt t="100285" x="3756025" y="3265488"/>
          <p14:tracePt t="100290" x="3763963" y="3303588"/>
          <p14:tracePt t="100315" x="3749675" y="3429000"/>
          <p14:tracePt t="100330" x="3694113" y="3570288"/>
          <p14:tracePt t="100353" x="3608388" y="3709988"/>
          <p14:tracePt t="100357" x="3576638" y="3779838"/>
          <p14:tracePt t="100375" x="3538538" y="3843338"/>
          <p14:tracePt t="100380" x="3522663" y="3867150"/>
          <p14:tracePt t="100406" x="3490913" y="3897313"/>
          <p14:tracePt t="100421" x="3467100" y="3897313"/>
          <p14:tracePt t="100450" x="3429000" y="3897313"/>
          <p14:tracePt t="100456" x="3397250" y="3889375"/>
          <p14:tracePt t="100469" x="3389313" y="3867150"/>
          <p14:tracePt t="100476" x="3365500" y="3851275"/>
          <p14:tracePt t="100498" x="3351213" y="3811588"/>
          <p14:tracePt t="100512" x="3343275" y="3779838"/>
          <p14:tracePt t="100519" x="3319463" y="3663950"/>
          <p14:tracePt t="100535" x="3311525" y="3506788"/>
          <p14:tracePt t="100547" x="3311525" y="3389313"/>
          <p14:tracePt t="100559" x="3311525" y="3327400"/>
          <p14:tracePt t="100565" x="3319463" y="3287713"/>
          <p14:tracePt t="100591" x="3365500" y="3225800"/>
          <p14:tracePt t="100607" x="3413125" y="3201988"/>
          <p14:tracePt t="100630" x="3538538" y="3163888"/>
          <p14:tracePt t="100647" x="3576638" y="3155950"/>
          <p14:tracePt t="100652" x="3616325" y="3155950"/>
          <p14:tracePt t="100677" x="3733800" y="3155950"/>
          <p14:tracePt t="100692" x="3779838" y="3155950"/>
          <p14:tracePt t="100715" x="3811588" y="3179763"/>
          <p14:tracePt t="100721" x="3811588" y="3209925"/>
          <p14:tracePt t="100738" x="3795713" y="3241675"/>
          <p14:tracePt t="100743" x="3763963" y="3265488"/>
          <p14:tracePt t="100770" x="3648075" y="3335338"/>
          <p14:tracePt t="100784" x="3608388" y="3405188"/>
          <p14:tracePt t="100808" x="3546475" y="3436938"/>
          <p14:tracePt t="100813" x="3506788" y="3436938"/>
          <p14:tracePt t="100826" x="3498850" y="3436938"/>
          <p14:tracePt t="100833" x="3475038" y="3436938"/>
          <p14:tracePt t="100860" x="3467100" y="3413125"/>
          <p14:tracePt t="100899" x="3490913" y="3257550"/>
          <p14:tracePt t="100919" x="3514725" y="3241675"/>
          <p14:tracePt t="100927" x="3554413" y="3225800"/>
          <p14:tracePt t="100950" x="3584575" y="3217863"/>
          <p14:tracePt t="102031" x="3640138" y="3217863"/>
          <p14:tracePt t="102045" x="3827463" y="3201988"/>
          <p14:tracePt t="102069" x="4146550" y="3155950"/>
          <p14:tracePt t="102075" x="4241800" y="3155950"/>
          <p14:tracePt t="102087" x="4271963" y="3155950"/>
          <p14:tracePt t="102093" x="4279900" y="3155950"/>
          <p14:tracePt t="102116" x="4279900" y="3179763"/>
          <p14:tracePt t="102130" x="4233863" y="3217863"/>
          <p14:tracePt t="102153" x="4140200" y="3281363"/>
          <p14:tracePt t="102158" x="4084638" y="3319463"/>
          <p14:tracePt t="102175" x="4060825" y="3327400"/>
          <p14:tracePt t="102181" x="4046538" y="3335338"/>
          <p14:tracePt t="102206" x="3975100" y="3343275"/>
          <p14:tracePt t="102221" x="3944938" y="3343275"/>
          <p14:tracePt t="102244" x="3921125" y="3343275"/>
          <p14:tracePt t="102249" x="3905250" y="3327400"/>
          <p14:tracePt t="102265" x="3881438" y="3303588"/>
          <p14:tracePt t="102270" x="3865563" y="3287713"/>
          <p14:tracePt t="102297" x="3835400" y="3233738"/>
          <p14:tracePt t="102311" x="3835400" y="3186113"/>
          <p14:tracePt t="102334" x="3835400" y="3116263"/>
          <p14:tracePt t="102339" x="3835400" y="3086100"/>
          <p14:tracePt t="102356" x="3835400" y="3054350"/>
          <p14:tracePt t="102361" x="3851275" y="3038475"/>
          <p14:tracePt t="102386" x="3913188" y="2984500"/>
          <p14:tracePt t="102400" x="3944938" y="2968625"/>
          <p14:tracePt t="102424" x="3959225" y="2968625"/>
          <p14:tracePt t="102445" x="3967163" y="2968625"/>
          <p14:tracePt t="102515" x="3937000" y="2968625"/>
          <p14:tracePt t="102527" x="3795713" y="2968625"/>
          <p14:tracePt t="102540" x="3702050" y="2968625"/>
          <p14:tracePt t="102545" x="3678238" y="2968625"/>
          <p14:tracePt t="102566" x="3616325" y="2968625"/>
          <p14:tracePt t="102579" x="3584575" y="2968625"/>
          <p14:tracePt t="102601" x="3576638" y="2968625"/>
          <p14:tracePt t="102607" x="3568700" y="2968625"/>
          <p14:tracePt t="102624" x="3546475" y="2968625"/>
          <p14:tracePt t="102630" x="3530600" y="2968625"/>
          <p14:tracePt t="102656" x="3498850" y="2968625"/>
          <p14:tracePt t="102669" x="3482975" y="2968625"/>
          <p14:tracePt t="103422" x="3616325" y="3108325"/>
          <p14:tracePt t="103440" x="3624263" y="3171825"/>
          <p14:tracePt t="103447" x="3584575" y="3225800"/>
          <p14:tracePt t="103467" x="3475038" y="3303588"/>
          <p14:tracePt t="103484" x="3365500" y="3343275"/>
          <p14:tracePt t="103502" x="3319463" y="3351213"/>
          <p14:tracePt t="103512" x="3265488" y="3351213"/>
          <p14:tracePt t="103526" x="3225800" y="3351213"/>
          <p14:tracePt t="103533" x="3186113" y="3319463"/>
          <p14:tracePt t="103557" x="3124200" y="3217863"/>
          <p14:tracePt t="103571" x="3092450" y="3132138"/>
          <p14:tracePt t="103594" x="3084513" y="3038475"/>
          <p14:tracePt t="103598" x="3092450" y="3014663"/>
          <p14:tracePt t="103616" x="3140075" y="2990850"/>
          <p14:tracePt t="103622" x="3170238" y="2968625"/>
          <p14:tracePt t="103652" x="3303588" y="2960688"/>
          <p14:tracePt t="103667" x="3413125" y="2960688"/>
          <p14:tracePt t="103686" x="3522663" y="3054350"/>
          <p14:tracePt t="103690" x="3530600" y="3132138"/>
          <p14:tracePt t="103708" x="3530600" y="3194050"/>
          <p14:tracePt t="103712" x="3530600" y="3241675"/>
          <p14:tracePt t="103738" x="3475038" y="3295650"/>
          <p14:tracePt t="103752" x="3444875" y="3319463"/>
          <p14:tracePt t="103775" x="3429000" y="3319463"/>
          <p14:tracePt t="106754" x="3819525" y="3616325"/>
          <p14:tracePt t="106761" x="4248150" y="3944938"/>
          <p14:tracePt t="106774" x="4443413" y="4124325"/>
          <p14:tracePt t="106797" x="4475163" y="4202113"/>
          <p14:tracePt t="106812" x="4483100" y="4233863"/>
          <p14:tracePt t="106835" x="4483100" y="4264025"/>
          <p14:tracePt t="106857" x="4491038" y="4271963"/>
          <p14:tracePt t="106888" x="4514850" y="4271963"/>
          <p14:tracePt t="106901" x="4522788" y="4271963"/>
          <p14:tracePt t="106925" x="4576763" y="4271963"/>
          <p14:tracePt t="106929" x="4624388" y="4271963"/>
          <p14:tracePt t="106945" x="4702175" y="4257675"/>
          <p14:tracePt t="106951" x="4779963" y="4233863"/>
          <p14:tracePt t="106976" x="4951413" y="4186238"/>
          <p14:tracePt t="106991" x="5014913" y="4178300"/>
          <p14:tracePt t="107014" x="5170488" y="4132263"/>
          <p14:tracePt t="107019" x="5240338" y="4092575"/>
          <p14:tracePt t="107036" x="5318125" y="4068763"/>
          <p14:tracePt t="107041" x="5365750" y="4046538"/>
          <p14:tracePt t="107064" x="5443538" y="4022725"/>
          <p14:tracePt t="107077" x="5451475" y="4022725"/>
          <p14:tracePt t="107588" x="5459413" y="4062413"/>
          <p14:tracePt t="107612" x="5646738" y="4686300"/>
          <p14:tracePt t="107630" x="5764213" y="5373688"/>
          <p14:tracePt t="107643" x="5810250" y="6288088"/>
          <p14:tracePt t="107649" x="5708650" y="6584950"/>
          <p14:tracePt t="107666" x="5608638" y="6670675"/>
          <p14:tracePt t="107671" x="5483225" y="6724650"/>
          <p14:tracePt t="107700" x="5287963" y="6748463"/>
          <p14:tracePt t="107706" x="5178425" y="6748463"/>
          <p14:tracePt t="107714" x="4905375" y="6630988"/>
          <p14:tracePt t="107734" x="4787900" y="6553200"/>
          <p14:tracePt t="107745" x="4600575" y="6405563"/>
          <p14:tracePt t="107760" x="4483100" y="6256338"/>
          <p14:tracePt t="107768" x="4467225" y="6210300"/>
          <p14:tracePt t="107792" x="4552950" y="6084888"/>
          <p14:tracePt t="107808" x="4811713" y="5967413"/>
          <p14:tracePt t="107831" x="5622925" y="5811838"/>
          <p14:tracePt t="107850" x="5927725" y="5873750"/>
          <p14:tracePt t="107856" x="6264275" y="6029325"/>
          <p14:tracePt t="107882" x="6919913" y="6413500"/>
          <p14:tracePt t="107896" x="7224713" y="6724650"/>
          <p14:tracePt t="107993" x="4951413" y="6170613"/>
          <p14:tracePt t="108007" x="4451350" y="5764213"/>
          <p14:tracePt t="108014" x="4186238" y="5319713"/>
          <p14:tracePt t="108031" x="4162425" y="5116513"/>
          <p14:tracePt t="108037" x="4162425" y="4959350"/>
          <p14:tracePt t="108063" x="4373563" y="4600575"/>
          <p14:tracePt t="108072" x="4576763" y="4445000"/>
          <p14:tracePt t="108078" x="4632325" y="4405313"/>
          <p14:tracePt t="108098" x="5014913" y="4295775"/>
          <p14:tracePt t="108102" x="5130800" y="4264025"/>
          <p14:tracePt t="108119" x="5210175" y="4264025"/>
          <p14:tracePt t="108131" x="5256213" y="4264025"/>
          <p14:tracePt t="108151" x="5311775" y="4295775"/>
          <p14:tracePt t="108155" x="5357813" y="4365625"/>
          <p14:tracePt t="108167" x="5419725" y="4560888"/>
          <p14:tracePt t="108190" x="5443538" y="4873625"/>
          <p14:tracePt t="108195" x="5443538" y="5045075"/>
          <p14:tracePt t="108210" x="5397500" y="5186363"/>
          <p14:tracePt t="108220" x="5303838" y="5272088"/>
          <p14:tracePt t="108238" x="5076825" y="5335588"/>
          <p14:tracePt t="108243" x="4935538" y="5357813"/>
          <p14:tracePt t="108256" x="4592638" y="5389563"/>
          <p14:tracePt t="108278" x="4186238" y="5389563"/>
          <p14:tracePt t="108284" x="4076700" y="5373688"/>
          <p14:tracePt t="108299" x="4022725" y="5335588"/>
          <p14:tracePt t="108305" x="3990975" y="5311775"/>
          <p14:tracePt t="108331" x="3897313" y="5226050"/>
          <p14:tracePt t="108344" x="3803650" y="5146675"/>
          <p14:tracePt t="108366" x="3632200" y="4975225"/>
          <p14:tracePt t="108373" x="3530600" y="4897438"/>
          <p14:tracePt t="108389" x="3413125" y="4827588"/>
          <p14:tracePt t="108393" x="3335338" y="4772025"/>
          <p14:tracePt t="108420" x="3163888" y="4654550"/>
          <p14:tracePt t="108435" x="3084513" y="4530725"/>
          <p14:tracePt t="108456" x="3070225" y="4437063"/>
          <p14:tracePt t="108468" x="2998788" y="3779838"/>
          <p14:tracePt t="108477" x="2952750" y="3295650"/>
          <p14:tracePt t="108484" x="2936875" y="3054350"/>
          <p14:tracePt t="108508" x="2998788" y="2733675"/>
          <p14:tracePt t="108522" x="3100388" y="2624138"/>
          <p14:tracePt t="108531" x="3140075" y="2593975"/>
          <p14:tracePt t="108549" x="3397250" y="2476500"/>
          <p14:tracePt t="108555" x="3522663" y="2436813"/>
          <p14:tracePt t="108570" x="3608388" y="2420938"/>
          <p14:tracePt t="108577" x="3694113" y="2405063"/>
          <p14:tracePt t="108601" x="3835400" y="2405063"/>
          <p14:tracePt t="108607" x="3944938" y="2405063"/>
          <p14:tracePt t="108612" x="4092575" y="2484438"/>
          <p14:tracePt t="108619" x="4132263" y="2498725"/>
          <p14:tracePt t="108639" x="4397375" y="2733675"/>
          <p14:tracePt t="108649" x="4483100" y="2851150"/>
          <p14:tracePt t="108663" x="4560888" y="3086100"/>
          <p14:tracePt t="108691" x="4576763" y="3257550"/>
          <p14:tracePt t="108696" x="4576763" y="3319463"/>
          <p14:tracePt t="108707" x="4522788" y="3436938"/>
          <p14:tracePt t="108730" x="4146550" y="3562350"/>
          <p14:tracePt t="108750" x="3990975" y="3576638"/>
          <p14:tracePt t="108757" x="3835400" y="3576638"/>
          <p14:tracePt t="108797" x="3343275" y="3546475"/>
          <p14:tracePt t="108819" x="3100388" y="3351213"/>
          <p14:tracePt t="108825" x="3046413" y="3249613"/>
          <p14:tracePt t="108842" x="2928938" y="2984500"/>
          <p14:tracePt t="108872" x="2779713" y="2655888"/>
          <p14:tracePt t="108887" x="2717800" y="2476500"/>
          <p14:tracePt t="108909" x="2693988" y="2374900"/>
          <p14:tracePt t="108918" x="2647950" y="2101850"/>
          <p14:tracePt t="108934" x="2640013" y="1898650"/>
          <p14:tracePt t="108962" x="2686050" y="1781175"/>
          <p14:tracePt t="108972" x="2725738" y="1749425"/>
          <p14:tracePt t="108977" x="2741613" y="1741488"/>
          <p14:tracePt t="108997" x="2779713" y="1717675"/>
          <p14:tracePt t="109006" x="2881313" y="1695450"/>
          <p14:tracePt t="109019" x="2928938" y="1687513"/>
          <p14:tracePt t="109025" x="2968625" y="1687513"/>
          <p14:tracePt t="109050" x="3225800" y="1812925"/>
          <p14:tracePt t="109065" x="3436938" y="1936750"/>
          <p14:tracePt t="109088" x="3725863" y="2179638"/>
          <p14:tracePt t="109093" x="3843338" y="2297113"/>
          <p14:tracePt t="109110" x="3929063" y="2382838"/>
          <p14:tracePt t="109120" x="3975100" y="2484438"/>
          <p14:tracePt t="109140" x="4060825" y="2655888"/>
          <p14:tracePt t="109145" x="4100513" y="2781300"/>
          <p14:tracePt t="109156" x="4162425" y="3030538"/>
          <p14:tracePt t="109181" x="4241800" y="3648075"/>
          <p14:tracePt t="109199" x="4194175" y="3749675"/>
          <p14:tracePt t="109204" x="4124325" y="3811588"/>
          <p14:tracePt t="109230" x="3865563" y="3881438"/>
          <p14:tracePt t="109249" x="3670300" y="3881438"/>
          <p14:tracePt t="109267" x="3452813" y="3859213"/>
          <p14:tracePt t="109273" x="3351213" y="3779838"/>
          <p14:tracePt t="109289" x="3287713" y="3702050"/>
          <p14:tracePt t="109296" x="3257550" y="3600450"/>
          <p14:tracePt t="109324" x="3178175" y="3265488"/>
          <p14:tracePt t="109336" x="3148013" y="3046413"/>
          <p14:tracePt t="109343" x="3140075" y="2960688"/>
          <p14:tracePt t="109355" x="3116263" y="2835275"/>
          <p14:tracePt t="109364" x="3076575" y="2522538"/>
          <p14:tracePt t="109380" x="3076575" y="2444750"/>
          <p14:tracePt t="109386" x="3076575" y="2382838"/>
          <p14:tracePt t="109412" x="3170238" y="2273300"/>
          <p14:tracePt t="109422" x="3257550" y="2217738"/>
          <p14:tracePt t="109428" x="3279775" y="2203450"/>
          <p14:tracePt t="109444" x="3343275" y="2187575"/>
          <p14:tracePt t="109456" x="3546475" y="2116138"/>
          <p14:tracePt t="109471" x="3640138" y="2108200"/>
          <p14:tracePt t="109479" x="3694113" y="2108200"/>
          <p14:tracePt t="109501" x="3857625" y="2124075"/>
          <p14:tracePt t="109508" x="3983038" y="2179638"/>
          <p14:tracePt t="109517" x="4194175" y="2289175"/>
          <p14:tracePt t="109538" x="4475163" y="2514600"/>
          <p14:tracePt t="109543" x="4584700" y="2647950"/>
          <p14:tracePt t="109559" x="4624388" y="2773363"/>
          <p14:tracePt t="109565" x="4678363" y="2913063"/>
          <p14:tracePt t="109590" x="4725988" y="3108325"/>
          <p14:tracePt t="109594" x="4748213" y="3225800"/>
          <p14:tracePt t="109605" x="4764088" y="3429000"/>
          <p14:tracePt t="109626" x="4638675" y="3694113"/>
          <p14:tracePt t="109632" x="4498975" y="3819525"/>
          <p14:tracePt t="109649" x="4303713" y="3889375"/>
          <p14:tracePt t="109654" x="4092575" y="3952875"/>
          <p14:tracePt t="109679" x="3662363" y="4046538"/>
          <p14:tracePt t="109694" x="3460750" y="4046538"/>
          <p14:tracePt t="109717" x="3170238" y="3990975"/>
          <p14:tracePt t="109723" x="3054350" y="3913188"/>
          <p14:tracePt t="109740" x="2990850" y="3867150"/>
          <p14:tracePt t="109745" x="2960688" y="3811588"/>
          <p14:tracePt t="109770" x="2936875" y="3632200"/>
          <p14:tracePt t="109785" x="2952750" y="3405188"/>
          <p14:tracePt t="109808" x="3070225" y="3179763"/>
          <p14:tracePt t="109813" x="3287713" y="2998788"/>
          <p14:tracePt t="109830" x="3397250" y="2952750"/>
          <p14:tracePt t="109835" x="3506788" y="2928938"/>
          <p14:tracePt t="109861" x="3717925" y="2921000"/>
          <p14:tracePt t="109878" x="3803650" y="2952750"/>
          <p14:tracePt t="109899" x="3905250" y="3108325"/>
          <p14:tracePt t="109906" x="3913188" y="3233738"/>
          <p14:tracePt t="109921" x="3929063" y="3367088"/>
          <p14:tracePt t="109926" x="3929063" y="3476625"/>
          <p14:tracePt t="109950" x="3763963" y="3686175"/>
          <p14:tracePt t="109964" x="3506788" y="3771900"/>
          <p14:tracePt t="109988" x="3217863" y="3827463"/>
          <p14:tracePt t="109993" x="3124200" y="3827463"/>
          <p14:tracePt t="110009" x="3084513" y="3827463"/>
          <p14:tracePt t="110015" x="3076575" y="3819525"/>
          <p14:tracePt t="110041" x="3070225" y="3640138"/>
          <p14:tracePt t="110055" x="3070225" y="3381375"/>
          <p14:tracePt t="110080" x="3279775" y="2984500"/>
          <p14:tracePt t="110099" x="3365500" y="2936875"/>
          <p14:tracePt t="110105" x="3475038" y="2913063"/>
          <p14:tracePt t="110130" x="3717925" y="2890838"/>
          <p14:tracePt t="110145" x="3913188" y="2897188"/>
          <p14:tracePt t="110169" x="4154488" y="3054350"/>
          <p14:tracePt t="110174" x="4256088" y="3171825"/>
          <p14:tracePt t="110190" x="4311650" y="3273425"/>
          <p14:tracePt t="110194" x="4341813" y="3375025"/>
          <p14:tracePt t="110221" x="4389438" y="3554413"/>
          <p14:tracePt t="110235" x="4381500" y="3671888"/>
          <p14:tracePt t="110256" x="4162425" y="3757613"/>
          <p14:tracePt t="110266" x="4038600" y="3779838"/>
          <p14:tracePt t="110279" x="3967163" y="3779838"/>
          <p14:tracePt t="110284" x="3889375" y="3779838"/>
          <p14:tracePt t="110308" x="3827463" y="3779838"/>
          <p14:tracePt t="110324" x="3819525" y="3741738"/>
          <p14:tracePt t="110348" x="3998913" y="3584575"/>
          <p14:tracePt t="110354" x="4178300" y="3546475"/>
          <p14:tracePt t="110370" x="4341813" y="3506788"/>
          <p14:tracePt t="110376" x="4483100" y="3482975"/>
          <p14:tracePt t="110400" x="4718050" y="3482975"/>
          <p14:tracePt t="110414" x="4935538" y="3522663"/>
          <p14:tracePt t="110436" x="5060950" y="3546475"/>
          <p14:tracePt t="110447" x="5194300" y="3640138"/>
          <p14:tracePt t="110462" x="5194300" y="3663950"/>
          <p14:tracePt t="110469" x="5194300" y="3678238"/>
          <p14:tracePt t="110491" x="5162550" y="3702050"/>
          <p14:tracePt t="110498" x="5138738" y="3709988"/>
          <p14:tracePt t="110507" x="5108575" y="3717925"/>
          <p14:tracePt t="111091" x="5521325" y="3819525"/>
          <p14:tracePt t="111097" x="5803900" y="3889375"/>
          <p14:tracePt t="111122" x="6583363" y="4076700"/>
          <p14:tracePt t="111137" x="6880225" y="4170363"/>
          <p14:tracePt t="111156" x="7005638" y="4217988"/>
          <p14:tracePt t="111159" x="7013575" y="4217988"/>
          <p14:tracePt t="113841" x="8763000" y="3600450"/>
          <p14:tracePt t="113849" x="11606213" y="2803525"/>
          <p14:tracePt t="114236" x="9404350" y="6804025"/>
          <p14:tracePt t="114241" x="8356600" y="6804025"/>
          <p14:tracePt t="114265" x="5903913" y="6670675"/>
          <p14:tracePt t="114281" x="4795838" y="6529388"/>
          <p14:tracePt t="114304" x="4319588" y="6499225"/>
          <p14:tracePt t="114310" x="4241800" y="6499225"/>
          <p14:tracePt t="114327" x="4202113" y="6499225"/>
          <p14:tracePt t="114332" x="4178300" y="6499225"/>
          <p14:tracePt t="114358" x="4100513" y="6499225"/>
          <p14:tracePt t="114373" x="4052888" y="6499225"/>
          <p14:tracePt t="114392" x="4038600" y="6507163"/>
          <p14:tracePt t="114402" x="4022725" y="6521450"/>
          <p14:tracePt t="114423" x="4014788" y="6521450"/>
          <p14:tracePt t="114448" x="3913188" y="6521450"/>
          <p14:tracePt t="114462" x="3787775" y="6521450"/>
          <p14:tracePt t="114485" x="3616325" y="6521450"/>
          <p14:tracePt t="114492" x="3576638" y="6529388"/>
          <p14:tracePt t="114505" x="3560763" y="6537325"/>
          <p14:tracePt t="114511" x="3538538" y="6537325"/>
          <p14:tracePt t="114515" x="3475038" y="6553200"/>
          <p14:tracePt t="114538" x="3373438" y="6600825"/>
          <p14:tracePt t="114552" x="3287713" y="6615113"/>
          <p14:tracePt t="114576" x="3084513" y="6623050"/>
          <p14:tracePt t="114582" x="2944813" y="6623050"/>
          <p14:tracePt t="114596" x="2843213" y="6623050"/>
          <p14:tracePt t="114602" x="2773363" y="6623050"/>
          <p14:tracePt t="114627" x="2725738" y="6638925"/>
          <p14:tracePt t="114642" x="2717800" y="6638925"/>
          <p14:tracePt t="114664" x="2693988" y="6654800"/>
          <p14:tracePt t="114669" x="2671763" y="6670675"/>
          <p14:tracePt t="114687" x="2632075" y="6686550"/>
          <p14:tracePt t="114692" x="2578100" y="6716713"/>
          <p14:tracePt t="114716" x="2374900" y="6796088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38D8C7-E6EB-502E-621F-C95F15B34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68" y="643467"/>
            <a:ext cx="4709663" cy="2543217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09C590C-2AF7-C238-B03D-3CB00337F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16" y="897494"/>
            <a:ext cx="4732940" cy="2035163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4FB5F01-388B-09F2-04CA-D8ADDC9971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134120" y="3671316"/>
            <a:ext cx="4714559" cy="2545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9C3EBF-C333-C424-E087-1E32BEEF5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9211" y="3671316"/>
            <a:ext cx="3811149" cy="255346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AA45CE6-FE27-25DC-2D4D-514B7E35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32" y="-335552"/>
            <a:ext cx="10515600" cy="1325563"/>
          </a:xfrm>
        </p:spPr>
        <p:txBody>
          <a:bodyPr/>
          <a:lstStyle/>
          <a:p>
            <a:r>
              <a:rPr lang="en-IE" dirty="0"/>
              <a:t>Project Graphic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215035-F045-3099-2FA7-FB915A9FBAFE}"/>
              </a:ext>
            </a:extLst>
          </p:cNvPr>
          <p:cNvSpPr/>
          <p:nvPr/>
        </p:nvSpPr>
        <p:spPr>
          <a:xfrm>
            <a:off x="9101036" y="5720557"/>
            <a:ext cx="1031132" cy="2399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096217"/>
      </p:ext>
    </p:extLst>
  </p:cSld>
  <p:clrMapOvr>
    <a:masterClrMapping/>
  </p:clrMapOvr>
  <p:extLst>
    <p:ext uri="{3A86A75C-4F4B-4683-9AE1-C65F6400EC91}">
      <p14:laserTraceLst xmlns:p14="http://schemas.microsoft.com/office/powerpoint/2010/main">
        <p14:tracePtLst>
          <p14:tracePt t="2447" x="5951538" y="1436688"/>
          <p14:tracePt t="2502" x="5911850" y="1554163"/>
          <p14:tracePt t="2513" x="5545138" y="2093913"/>
          <p14:tracePt t="2522" x="5381625" y="2319338"/>
          <p14:tracePt t="2529" x="5311775" y="2420938"/>
          <p14:tracePt t="2538" x="5240338" y="2530475"/>
          <p14:tracePt t="2560" x="5146675" y="2608263"/>
          <p14:tracePt t="2578" x="5029200" y="2663825"/>
          <p14:tracePt t="2590" x="4913313" y="2693988"/>
          <p14:tracePt t="2608" x="4795838" y="2717800"/>
          <p14:tracePt t="2624" x="4295775" y="2701925"/>
          <p14:tracePt t="2640" x="4052888" y="2578100"/>
          <p14:tracePt t="2660" x="3889375" y="2398713"/>
          <p14:tracePt t="2678" x="3576638" y="1984375"/>
          <p14:tracePt t="2698" x="3359150" y="1812925"/>
          <p14:tracePt t="2721" x="2905125" y="1577975"/>
          <p14:tracePt t="2761" x="2874963" y="1452563"/>
          <p14:tracePt t="2810" x="3046413" y="1257300"/>
          <p14:tracePt t="2831" x="3132138" y="1163638"/>
          <p14:tracePt t="2851" x="3482975" y="1008063"/>
          <p14:tracePt t="2861" x="3733800" y="968375"/>
          <p14:tracePt t="2872" x="3857625" y="976313"/>
          <p14:tracePt t="2886" x="4108450" y="1000125"/>
          <p14:tracePt t="2900" x="4225925" y="1023938"/>
          <p14:tracePt t="2917" x="4421188" y="1179513"/>
          <p14:tracePt t="2934" x="4506913" y="1265238"/>
          <p14:tracePt t="2953" x="4624388" y="1476375"/>
          <p14:tracePt t="2983" x="4537075" y="1835150"/>
          <p14:tracePt t="2996" x="4405313" y="2062163"/>
          <p14:tracePt t="3007" x="4311650" y="2155825"/>
          <p14:tracePt t="3022" x="4217988" y="2241550"/>
          <p14:tracePt t="3044" x="3921125" y="2476500"/>
          <p14:tracePt t="3062" x="3576638" y="2679700"/>
          <p14:tracePt t="3071" x="3444875" y="2725738"/>
          <p14:tracePt t="3089" x="3225800" y="2827338"/>
          <p14:tracePt t="3095" x="3046413" y="2913063"/>
          <p14:tracePt t="3110" x="2905125" y="2960688"/>
          <p14:tracePt t="3125" x="2843213" y="2968625"/>
          <p14:tracePt t="3154" x="2624138" y="2944813"/>
          <p14:tracePt t="3169" x="2436813" y="2882900"/>
          <p14:tracePt t="3189" x="2295525" y="2773363"/>
          <p14:tracePt t="3202" x="2209800" y="2570163"/>
          <p14:tracePt t="3215" x="2124075" y="2436813"/>
          <p14:tracePt t="3230" x="2054225" y="2319338"/>
          <p14:tracePt t="3245" x="2014538" y="2209800"/>
          <p14:tracePt t="3259" x="2000250" y="2155825"/>
          <p14:tracePt t="3274" x="2000250" y="2030413"/>
          <p14:tracePt t="3320" x="2062163" y="1789113"/>
          <p14:tracePt t="3336" x="2187575" y="1585913"/>
          <p14:tracePt t="3361" x="2265363" y="1508125"/>
          <p14:tracePt t="3367" x="2366963" y="1444625"/>
          <p14:tracePt t="3383" x="2592388" y="1390650"/>
          <p14:tracePt t="3397" x="2717800" y="1374775"/>
          <p14:tracePt t="3412" x="2968625" y="1374775"/>
          <p14:tracePt t="3425" x="3100388" y="1374775"/>
          <p14:tracePt t="3440" x="3335338" y="1382713"/>
          <p14:tracePt t="3453" x="3467100" y="1390650"/>
          <p14:tracePt t="3469" x="3702050" y="1420813"/>
          <p14:tracePt t="3497" x="3819525" y="1452563"/>
          <p14:tracePt t="3515" x="3937000" y="1522413"/>
          <p14:tracePt t="3540" x="4140200" y="1655763"/>
          <p14:tracePt t="3556" x="4217988" y="1749425"/>
          <p14:tracePt t="3590" x="4264025" y="1858963"/>
          <p14:tracePt t="3620" x="4264025" y="1976438"/>
          <p14:tracePt t="3635" x="4217988" y="2085975"/>
          <p14:tracePt t="3648" x="4116388" y="2179638"/>
          <p14:tracePt t="3665" x="4006850" y="2233613"/>
          <p14:tracePt t="3680" x="3795713" y="2311400"/>
          <p14:tracePt t="3695" x="3662363" y="2335213"/>
          <p14:tracePt t="3709" x="3421063" y="2359025"/>
          <p14:tracePt t="3739" x="3295650" y="2366963"/>
          <p14:tracePt t="3756" x="3186113" y="2366963"/>
          <p14:tracePt t="3782" x="2944813" y="2311400"/>
          <p14:tracePt t="3802" x="2851150" y="2225675"/>
          <p14:tracePt t="3817" x="2787650" y="2124075"/>
          <p14:tracePt t="3829" x="2733675" y="2030413"/>
          <p14:tracePt t="3843" x="2679700" y="1928813"/>
          <p14:tracePt t="3860" x="2632075" y="1819275"/>
          <p14:tracePt t="3876" x="2562225" y="1711325"/>
          <p14:tracePt t="3893" x="2460625" y="1484313"/>
          <p14:tracePt t="3910" x="2428875" y="1374775"/>
          <p14:tracePt t="3935" x="2522538" y="1016000"/>
          <p14:tracePt t="3952" x="2600325" y="922338"/>
          <p14:tracePt t="3979" x="2686050" y="842963"/>
          <p14:tracePt t="3996" x="2897188" y="749300"/>
          <p14:tracePt t="4015" x="3006725" y="727075"/>
          <p14:tracePt t="4032" x="3271838" y="711200"/>
          <p14:tracePt t="4043" x="3397250" y="727075"/>
          <p14:tracePt t="4066" x="3632200" y="788988"/>
          <p14:tracePt t="4083" x="3763963" y="828675"/>
          <p14:tracePt t="4100" x="4006850" y="930275"/>
          <p14:tracePt t="4123" x="4210050" y="1077913"/>
          <p14:tracePt t="4141" x="4279900" y="1187450"/>
          <p14:tracePt t="4147" x="4341813" y="1414463"/>
          <p14:tracePt t="4155" x="4327525" y="1530350"/>
          <p14:tracePt t="4169" x="4279900" y="1655763"/>
          <p14:tracePt t="4181" x="4217988" y="1765300"/>
          <p14:tracePt t="4204" x="3857625" y="2116138"/>
          <p14:tracePt t="4234" x="3257550" y="2335213"/>
          <p14:tracePt t="4252" x="3132138" y="2351088"/>
          <p14:tracePt t="5150" x="7162800" y="1476375"/>
          <p14:tracePt t="5155" x="10496550" y="554038"/>
          <p14:tracePt t="5984" x="11496675" y="382588"/>
          <p14:tracePt t="6007" x="10293350" y="719138"/>
          <p14:tracePt t="6013" x="9910763" y="719138"/>
          <p14:tracePt t="6026" x="9763125" y="679450"/>
          <p14:tracePt t="6032" x="9677400" y="569913"/>
          <p14:tracePt t="6056" x="9528175" y="93663"/>
          <p14:tracePt t="11961" x="2944813" y="1717675"/>
          <p14:tracePt t="11976" x="3046413" y="1647825"/>
          <p14:tracePt t="11992" x="3116263" y="1554163"/>
          <p14:tracePt t="12008" x="3186113" y="1460500"/>
          <p14:tracePt t="12024" x="3209925" y="1436688"/>
          <p14:tracePt t="12039" x="3241675" y="1406525"/>
          <p14:tracePt t="12075" x="3287713" y="1398588"/>
          <p14:tracePt t="12098" x="3381375" y="1484313"/>
          <p14:tracePt t="12112" x="3397250" y="1516063"/>
          <p14:tracePt t="12126" x="3436938" y="1577975"/>
          <p14:tracePt t="12142" x="3452813" y="1639888"/>
          <p14:tracePt t="12159" x="3444875" y="1671638"/>
          <p14:tracePt t="12189" x="3405188" y="1687513"/>
          <p14:tracePt t="12204" x="3351213" y="1717675"/>
          <p14:tracePt t="12217" x="3295650" y="1741488"/>
          <p14:tracePt t="12233" x="3265488" y="1757363"/>
          <p14:tracePt t="12247" x="3241675" y="1765300"/>
          <p14:tracePt t="12301" x="3271838" y="1749425"/>
          <p14:tracePt t="12317" x="3335338" y="1717675"/>
          <p14:tracePt t="12331" x="3359150" y="1711325"/>
          <p14:tracePt t="12341" x="3444875" y="1679575"/>
          <p14:tracePt t="12354" x="3568700" y="1679575"/>
          <p14:tracePt t="12368" x="3648075" y="1687513"/>
          <p14:tracePt t="12372" x="3694113" y="1687513"/>
          <p14:tracePt t="12384" x="3811588" y="1711325"/>
          <p14:tracePt t="12400" x="3929063" y="1733550"/>
          <p14:tracePt t="12413" x="3959225" y="1741488"/>
          <p14:tracePt t="12427" x="4038600" y="1781175"/>
          <p14:tracePt t="12443" x="4076700" y="1835150"/>
          <p14:tracePt t="12459" x="4092575" y="1898650"/>
          <p14:tracePt t="12473" x="4100513" y="1928813"/>
          <p14:tracePt t="12488" x="4068763" y="2008188"/>
          <p14:tracePt t="12504" x="4006850" y="2124075"/>
          <p14:tracePt t="12517" x="3897313" y="2233613"/>
          <p14:tracePt t="12552" x="3771900" y="2311400"/>
          <p14:tracePt t="12565" x="3632200" y="2359025"/>
          <p14:tracePt t="12581" x="3530600" y="2374900"/>
          <p14:tracePt t="12596" x="3303588" y="2405063"/>
          <p14:tracePt t="12603" x="3132138" y="2413000"/>
          <p14:tracePt t="12618" x="2944813" y="2405063"/>
          <p14:tracePt t="12642" x="2889250" y="2398713"/>
          <p14:tracePt t="12660" x="2779713" y="2351088"/>
          <p14:tracePt t="12706" x="2765425" y="2233613"/>
          <p14:tracePt t="12735" x="2811463" y="2124075"/>
          <p14:tracePt t="12754" x="2968625" y="1928813"/>
          <p14:tracePt t="12768" x="3070225" y="1858963"/>
          <p14:tracePt t="12787" x="3186113" y="1804988"/>
          <p14:tracePt t="12804" x="3303588" y="1765300"/>
          <p14:tracePt t="12823" x="3584575" y="1717675"/>
          <p14:tracePt t="12827" x="3779838" y="1725613"/>
          <p14:tracePt t="12842" x="3951288" y="1749425"/>
          <p14:tracePt t="12860" x="4030663" y="1781175"/>
          <p14:tracePt t="12887" x="4092575" y="1819275"/>
          <p14:tracePt t="12903" x="4194175" y="1936750"/>
          <p14:tracePt t="12930" x="4233863" y="2030413"/>
          <p14:tracePt t="12944" x="4210050" y="2124075"/>
          <p14:tracePt t="12957" x="4154488" y="2225675"/>
          <p14:tracePt t="12965" x="4092575" y="2297113"/>
          <p14:tracePt t="12980" x="3944938" y="2374900"/>
          <p14:tracePt t="12994" x="3771900" y="2436813"/>
          <p14:tracePt t="13008" x="3568700" y="2460625"/>
          <p14:tracePt t="13025" x="3421063" y="2476500"/>
          <p14:tracePt t="13039" x="3365500" y="2484438"/>
          <p14:tracePt t="13052" x="3311525" y="2444750"/>
          <p14:tracePt t="13083" x="3287713" y="2374900"/>
          <p14:tracePt t="13098" x="3319463" y="2257425"/>
          <p14:tracePt t="13113" x="3381375" y="2139950"/>
          <p14:tracePt t="13129" x="3530600" y="1936750"/>
          <p14:tracePt t="13142" x="3702050" y="1741488"/>
          <p14:tracePt t="13157" x="3881438" y="1570038"/>
          <p14:tracePt t="13174" x="4084638" y="1436688"/>
          <p14:tracePt t="13188" x="4429125" y="1241425"/>
          <p14:tracePt t="13203" x="4545013" y="1195388"/>
          <p14:tracePt t="13215" x="4646613" y="1155700"/>
          <p14:tracePt t="13247" x="4897438" y="1155700"/>
          <p14:tracePt t="13260" x="5130800" y="1233488"/>
          <p14:tracePt t="13273" x="5248275" y="1296988"/>
          <p14:tracePt t="13278" x="5475288" y="1420813"/>
          <p14:tracePt t="13292" x="5708650" y="1530350"/>
          <p14:tracePt t="13307" x="6069013" y="1639888"/>
          <p14:tracePt t="13322" x="6326188" y="1687513"/>
          <p14:tracePt t="13336" x="6708775" y="1741488"/>
          <p14:tracePt t="13353" x="7192963" y="1757363"/>
          <p14:tracePt t="13360" x="7591425" y="1741488"/>
          <p14:tracePt t="13376" x="7966075" y="1695450"/>
          <p14:tracePt t="13391" x="8224838" y="1663700"/>
          <p14:tracePt t="13408" x="8482013" y="1631950"/>
          <p14:tracePt t="13420" x="8599488" y="1624013"/>
          <p14:tracePt t="13437" x="8802688" y="1624013"/>
          <p14:tracePt t="13452" x="8912225" y="1655763"/>
          <p14:tracePt t="13469" x="8942388" y="1717675"/>
          <p14:tracePt t="13482" x="8926513" y="1757363"/>
          <p14:tracePt t="13497" x="8763000" y="1890713"/>
          <p14:tracePt t="13508" x="8631238" y="1968500"/>
          <p14:tracePt t="13525" x="8513763" y="2000250"/>
          <p14:tracePt t="13540" x="8255000" y="2038350"/>
          <p14:tracePt t="13557" x="8145463" y="2054225"/>
          <p14:tracePt t="13577" x="8013700" y="2078038"/>
          <p14:tracePt t="13591" x="7904163" y="2108200"/>
          <p14:tracePt t="13603" x="7654925" y="2163763"/>
          <p14:tracePt t="13621" x="7545388" y="2171700"/>
          <p14:tracePt t="13638" x="7310438" y="2132013"/>
          <p14:tracePt t="13652" x="7208838" y="2101850"/>
          <p14:tracePt t="13710" x="7091363" y="2101850"/>
          <p14:tracePt t="13726" x="6967538" y="2101850"/>
          <p14:tracePt t="13739" x="6850063" y="2108200"/>
          <p14:tracePt t="13756" x="6724650" y="2124075"/>
          <p14:tracePt t="13772" x="6396038" y="2249488"/>
          <p14:tracePt t="13787" x="6288088" y="2289175"/>
          <p14:tracePt t="13802" x="6170613" y="2319338"/>
          <p14:tracePt t="13818" x="5849938" y="2444750"/>
          <p14:tracePt t="13834" x="5740400" y="2492375"/>
          <p14:tracePt t="13849" x="5381625" y="2530475"/>
          <p14:tracePt t="13863" x="5264150" y="2546350"/>
          <p14:tracePt t="13875" x="4873625" y="2624138"/>
          <p14:tracePt t="13905" x="4506913" y="2717800"/>
          <p14:tracePt t="13919" x="4271963" y="2803525"/>
          <p14:tracePt t="13938" x="4178300" y="2867025"/>
          <p14:tracePt t="13950" x="4084638" y="2952750"/>
          <p14:tracePt t="13964" x="3795713" y="3194050"/>
          <p14:tracePt t="13981" x="3624263" y="3405188"/>
          <p14:tracePt t="13993" x="3429000" y="3570288"/>
          <p14:tracePt t="14008" x="3319463" y="3648075"/>
          <p14:tracePt t="14026" x="3132138" y="3795713"/>
          <p14:tracePt t="14039" x="3038475" y="3873500"/>
          <p14:tracePt t="14058" x="2679700" y="4062413"/>
          <p14:tracePt t="14069" x="2484438" y="4217988"/>
          <p14:tracePt t="14100" x="2413000" y="4327525"/>
          <p14:tracePt t="14116" x="2389188" y="4445000"/>
          <p14:tracePt t="14145" x="2289175" y="4514850"/>
          <p14:tracePt t="14188" x="2335213" y="4632325"/>
          <p14:tracePt t="14201" x="2420938" y="4702175"/>
          <p14:tracePt t="14219" x="2514600" y="4764088"/>
          <p14:tracePt t="14249" x="2663825" y="4819650"/>
          <p14:tracePt t="14281" x="2779713" y="4819650"/>
          <p14:tracePt t="14296" x="3022600" y="4835525"/>
          <p14:tracePt t="14310" x="3186113" y="4849813"/>
          <p14:tracePt t="14340" x="3303588" y="4865688"/>
          <p14:tracePt t="14367" x="3421063" y="4897438"/>
          <p14:tracePt t="14395" x="3475038" y="4951413"/>
          <p14:tracePt t="14399" x="3498850" y="4983163"/>
          <p14:tracePt t="14415" x="3490913" y="5006975"/>
          <p14:tracePt t="14433" x="3421063" y="5030788"/>
          <p14:tracePt t="14446" x="3271838" y="5038725"/>
          <p14:tracePt t="14463" x="3209925" y="5030788"/>
          <p14:tracePt t="14475" x="3014663" y="4999038"/>
          <p14:tracePt t="14494" x="2990850" y="4991100"/>
          <p14:tracePt t="14521" x="2843213" y="4873625"/>
          <p14:tracePt t="14535" x="2835275" y="4843463"/>
          <p14:tracePt t="14549" x="2843213" y="4772025"/>
          <p14:tracePt t="14567" x="2889250" y="4702175"/>
          <p14:tracePt t="14597" x="2960688" y="4608513"/>
          <p14:tracePt t="14611" x="3054350" y="4530725"/>
          <p14:tracePt t="14626" x="3170238" y="4475163"/>
          <p14:tracePt t="14640" x="3295650" y="4429125"/>
          <p14:tracePt t="14658" x="3506788" y="4373563"/>
          <p14:tracePt t="14674" x="3662363" y="4381500"/>
          <p14:tracePt t="14687" x="3717925" y="4429125"/>
          <p14:tracePt t="14704" x="3733800" y="4459288"/>
          <p14:tracePt t="14716" x="3749675" y="4592638"/>
          <p14:tracePt t="14746" x="3662363" y="4725988"/>
          <p14:tracePt t="14760" x="3632200" y="4756150"/>
          <p14:tracePt t="14778" x="3522663" y="4811713"/>
          <p14:tracePt t="14807" x="3413125" y="4827588"/>
          <p14:tracePt t="14835" x="3295650" y="4803775"/>
          <p14:tracePt t="14850" x="3201988" y="4749800"/>
          <p14:tracePt t="14897" x="3163888" y="4640263"/>
          <p14:tracePt t="14942" x="3233738" y="4538663"/>
          <p14:tracePt t="14956" x="3327400" y="4467225"/>
          <p14:tracePt t="14986" x="3702050" y="4445000"/>
          <p14:tracePt t="15001" x="3873500" y="4483100"/>
          <p14:tracePt t="15017" x="3990975" y="4554538"/>
          <p14:tracePt t="15032" x="4022725" y="4576763"/>
          <p14:tracePt t="15048" x="4046538" y="4600575"/>
          <p14:tracePt t="15060" x="4068763" y="4624388"/>
          <p14:tracePt t="15067" x="4084638" y="4654550"/>
          <p14:tracePt t="15081" x="4092575" y="4718050"/>
          <p14:tracePt t="15092" x="4052888" y="4772025"/>
          <p14:tracePt t="15107" x="3975100" y="4835525"/>
          <p14:tracePt t="15132" x="3929063" y="4857750"/>
          <p14:tracePt t="15152" x="3686175" y="4843463"/>
          <p14:tracePt t="15182" x="3560763" y="4819650"/>
          <p14:tracePt t="15226" x="3467100" y="4756150"/>
          <p14:tracePt t="15240" x="3413125" y="4654550"/>
          <p14:tracePt t="15286" x="3413125" y="4530725"/>
          <p14:tracePt t="15317" x="3467100" y="4421188"/>
          <p14:tracePt t="15346" x="3554413" y="4335463"/>
          <p14:tracePt t="15376" x="3662363" y="4311650"/>
          <p14:tracePt t="15391" x="3819525" y="4311650"/>
          <p14:tracePt t="15420" x="3929063" y="4351338"/>
          <p14:tracePt t="15480" x="3937000" y="4459288"/>
          <p14:tracePt t="15511" x="3873500" y="4568825"/>
          <p14:tracePt t="15526" x="3795713" y="4694238"/>
          <p14:tracePt t="15569" x="3717925" y="4772025"/>
          <p14:tracePt t="15647" x="3624263" y="4710113"/>
          <p14:tracePt t="15675" x="3568700" y="4608513"/>
          <p14:tracePt t="15708" x="3576638" y="4491038"/>
          <p14:tracePt t="15792" x="3670300" y="4429125"/>
          <p14:tracePt t="15903" x="3616325" y="4546600"/>
          <p14:tracePt t="15936" x="3506788" y="4648200"/>
          <p14:tracePt t="15951" x="3397250" y="4710113"/>
          <p14:tracePt t="15975" x="3201988" y="4827588"/>
          <p14:tracePt t="16008" x="3108325" y="4889500"/>
          <p14:tracePt t="16040" x="2982913" y="4929188"/>
          <p14:tracePt t="16068" x="2795588" y="5006975"/>
          <p14:tracePt t="16204" x="2773363" y="5170488"/>
          <p14:tracePt t="16219" x="2787650" y="5303838"/>
          <p14:tracePt t="16250" x="2773363" y="5421313"/>
          <p14:tracePt t="16279" x="2859088" y="5522913"/>
          <p14:tracePt t="16310" x="2928938" y="5600700"/>
          <p14:tracePt t="16338" x="2960688" y="5600700"/>
          <p14:tracePt t="16356" x="3084513" y="5616575"/>
          <p14:tracePt t="16371" x="3108325" y="5616575"/>
          <p14:tracePt t="16385" x="3311525" y="5576888"/>
          <p14:tracePt t="16417" x="3335338" y="5568950"/>
          <p14:tracePt t="16438" x="3452813" y="5514975"/>
          <p14:tracePt t="16457" x="3568700" y="5443538"/>
          <p14:tracePt t="16463" x="3702050" y="5373688"/>
          <p14:tracePt t="16477" x="3819525" y="5272088"/>
          <p14:tracePt t="16519" x="3951288" y="5162550"/>
          <p14:tracePt t="16550" x="4076700" y="5092700"/>
          <p14:tracePt t="16580" x="4132263" y="5076825"/>
          <p14:tracePt t="16597" x="4233863" y="5030788"/>
          <p14:tracePt t="16611" x="4341813" y="4975225"/>
          <p14:tracePt t="16651" x="4437063" y="4897438"/>
          <p14:tracePt t="16681" x="4545013" y="4827588"/>
          <p14:tracePt t="16715" x="4624388" y="4756150"/>
          <p14:tracePt t="16760" x="4710113" y="4686300"/>
          <p14:tracePt t="16999" x="4740275" y="4835525"/>
          <p14:tracePt t="17031" x="4756150" y="4951413"/>
          <p14:tracePt t="17060" x="4764088" y="4975225"/>
          <p14:tracePt t="17077" x="4756150" y="5092700"/>
          <p14:tracePt t="17121" x="4702175" y="5194300"/>
          <p14:tracePt t="17138" x="4678363" y="5218113"/>
          <p14:tracePt t="17160" x="4576763" y="5272088"/>
          <p14:tracePt t="17168" x="4357688" y="5341938"/>
          <p14:tracePt t="17226" x="4194175" y="5365750"/>
          <p14:tracePt t="17270" x="4076700" y="5357813"/>
          <p14:tracePt t="17315" x="3951288" y="5349875"/>
          <p14:tracePt t="17374" x="3803650" y="5357813"/>
          <p14:tracePt t="17404" x="3678238" y="5341938"/>
          <p14:tracePt t="17721" x="3795713" y="5295900"/>
          <p14:tracePt t="17765" x="3921125" y="5303838"/>
          <p14:tracePt t="17796" x="4132263" y="5272088"/>
          <p14:tracePt t="17901" x="4154488" y="5256213"/>
          <p14:tracePt t="17976" x="4271963" y="5248275"/>
          <p14:tracePt t="17997" x="4397375" y="5233988"/>
          <p14:tracePt t="18035" x="4514850" y="5170488"/>
          <p14:tracePt t="18095" x="4624388" y="5132388"/>
          <p14:tracePt t="18125" x="4740275" y="5092700"/>
          <p14:tracePt t="18185" x="4873625" y="5108575"/>
          <p14:tracePt t="18216" x="5006975" y="5170488"/>
          <p14:tracePt t="18261" x="5154613" y="5218113"/>
          <p14:tracePt t="18381" x="5210175" y="5357813"/>
          <p14:tracePt t="18456" x="5138738" y="5451475"/>
          <p14:tracePt t="18486" x="5037138" y="5522913"/>
          <p14:tracePt t="18504" x="4913313" y="5499100"/>
          <p14:tracePt t="18517" x="4803775" y="5475288"/>
          <p14:tracePt t="20386" x="4787900" y="5280025"/>
          <p14:tracePt t="20400" x="4849813" y="5241925"/>
          <p14:tracePt t="20415" x="4881563" y="5210175"/>
          <p14:tracePt t="20430" x="4921250" y="5140325"/>
          <p14:tracePt t="20446" x="4967288" y="5022850"/>
          <p14:tracePt t="20459" x="4975225" y="4889500"/>
          <p14:tracePt t="20474" x="4959350" y="4787900"/>
          <p14:tracePt t="20490" x="4943475" y="4749800"/>
          <p14:tracePt t="20512" x="4897438" y="4584700"/>
          <p14:tracePt t="20531" x="4897438" y="4445000"/>
          <p14:tracePt t="20545" x="4905375" y="4319588"/>
          <p14:tracePt t="20552" x="4857750" y="4178300"/>
          <p14:tracePt t="20566" x="4833938" y="4156075"/>
          <p14:tracePt t="20581" x="4803775" y="4132263"/>
          <p14:tracePt t="20596" x="4662488" y="4054475"/>
          <p14:tracePt t="20611" x="4632325" y="4046538"/>
          <p14:tracePt t="20625" x="4498975" y="4014788"/>
          <p14:tracePt t="20639" x="4429125" y="3998913"/>
          <p14:tracePt t="20655" x="4335463" y="3990975"/>
          <p14:tracePt t="20682" x="4225925" y="3998913"/>
          <p14:tracePt t="20698" x="4186238" y="3998913"/>
          <p14:tracePt t="20719" x="4022725" y="4054475"/>
          <p14:tracePt t="20727" x="3905250" y="4054475"/>
          <p14:tracePt t="20740" x="3827463" y="4030663"/>
          <p14:tracePt t="20756" x="3709988" y="3998913"/>
          <p14:tracePt t="20770" x="3560763" y="3944938"/>
          <p14:tracePt t="20786" x="3467100" y="3913188"/>
          <p14:tracePt t="20800" x="3381375" y="3905250"/>
          <p14:tracePt t="20814" x="3311525" y="3905250"/>
          <p14:tracePt t="20847" x="3194050" y="3897313"/>
          <p14:tracePt t="20873" x="3070225" y="3905250"/>
          <p14:tracePt t="20887" x="2835275" y="3905250"/>
          <p14:tracePt t="20932" x="2733675" y="3960813"/>
          <p14:tracePt t="20947" x="2632075" y="4030663"/>
          <p14:tracePt t="20978" x="2530475" y="4076700"/>
          <p14:tracePt t="21188" x="2452688" y="4178300"/>
          <p14:tracePt t="21207" x="2374900" y="4271963"/>
          <p14:tracePt t="21232" x="2303463" y="4365625"/>
          <p14:tracePt t="21264" x="2225675" y="4491038"/>
          <p14:tracePt t="21293" x="2163763" y="4592638"/>
          <p14:tracePt t="21354" x="2124075" y="4702175"/>
          <p14:tracePt t="21371" x="2108200" y="4803775"/>
          <p14:tracePt t="21402" x="2085975" y="4873625"/>
          <p14:tracePt t="21473" x="2070100" y="4827588"/>
          <p14:tracePt t="21506" x="2078038" y="4733925"/>
          <p14:tracePt t="21522" x="2093913" y="4662488"/>
          <p14:tracePt t="21550" x="2155825" y="4554538"/>
          <p14:tracePt t="21565" x="2233613" y="4467225"/>
          <p14:tracePt t="21581" x="2319338" y="4397375"/>
          <p14:tracePt t="21597" x="2413000" y="4335463"/>
          <p14:tracePt t="21612" x="2522538" y="4271963"/>
          <p14:tracePt t="21627" x="2624138" y="4233863"/>
          <p14:tracePt t="21640" x="2725738" y="4194175"/>
          <p14:tracePt t="21665" x="2835275" y="4178300"/>
          <p14:tracePt t="21683" x="2944813" y="4148138"/>
          <p14:tracePt t="21694" x="3030538" y="4108450"/>
          <p14:tracePt t="21702" x="3148013" y="4054475"/>
          <p14:tracePt t="21716" x="3265488" y="4006850"/>
          <p14:tracePt t="21730" x="3343275" y="3967163"/>
          <p14:tracePt t="21747" x="3444875" y="3905250"/>
          <p14:tracePt t="21760" x="3546475" y="3851275"/>
          <p14:tracePt t="21774" x="3624263" y="3835400"/>
          <p14:tracePt t="21805" x="3702050" y="3867150"/>
          <p14:tracePt t="21818" x="3905250" y="3960813"/>
          <p14:tracePt t="21835" x="3967163" y="4006850"/>
          <p14:tracePt t="21848" x="3990975" y="4030663"/>
          <p14:tracePt t="21880" x="4124325" y="4264025"/>
          <p14:tracePt t="21896" x="4186238" y="4319588"/>
          <p14:tracePt t="21910" x="4248150" y="4351338"/>
          <p14:tracePt t="21940" x="4287838" y="4351338"/>
          <p14:tracePt t="21953" x="4357688" y="4351338"/>
          <p14:tracePt t="21966" x="4389438" y="4365625"/>
          <p14:tracePt t="21971" x="4437063" y="4389438"/>
          <p14:tracePt t="21985" x="4483100" y="4429125"/>
          <p14:tracePt t="21999" x="4522788" y="4467225"/>
          <p14:tracePt t="22015" x="4646613" y="4600575"/>
          <p14:tracePt t="22041" x="4702175" y="4654550"/>
          <p14:tracePt t="22052" x="4764088" y="4749800"/>
          <p14:tracePt t="22061" x="4803775" y="4827588"/>
          <p14:tracePt t="22074" x="4833938" y="4905375"/>
          <p14:tracePt t="22103" x="4849813" y="4975225"/>
          <p14:tracePt t="22108" x="4857750" y="5045075"/>
          <p14:tracePt t="22121" x="4857750" y="5060950"/>
          <p14:tracePt t="22134" x="4833938" y="5084763"/>
          <p14:tracePt t="22148" x="4811713" y="5100638"/>
          <p14:tracePt t="22175" x="4779963" y="5108575"/>
          <p14:tracePt t="22180" x="4718050" y="5140325"/>
          <p14:tracePt t="22208" x="4624388" y="5218113"/>
          <p14:tracePt t="22227" x="4584700" y="5264150"/>
          <p14:tracePt t="22240" x="4537075" y="5335588"/>
          <p14:tracePt t="22255" x="4514850" y="5381625"/>
          <p14:tracePt t="22271" x="4506913" y="5405438"/>
          <p14:tracePt t="22287" x="4483100" y="5451475"/>
          <p14:tracePt t="22317" x="4437063" y="5491163"/>
          <p14:tracePt t="22333" x="4405313" y="5507038"/>
          <p14:tracePt t="22345" x="4341813" y="5514975"/>
          <p14:tracePt t="22358" x="4311650" y="5522913"/>
          <p14:tracePt t="22388" x="4279900" y="5530850"/>
          <p14:tracePt t="22402" x="4248150" y="5530850"/>
          <p14:tracePt t="22420" x="4202113" y="5514975"/>
          <p14:tracePt t="22434" x="4178300" y="5507038"/>
          <p14:tracePt t="22450" x="4146550" y="5499100"/>
          <p14:tracePt t="22467" x="4092575" y="5467350"/>
          <p14:tracePt t="22478" x="4030663" y="5451475"/>
          <p14:tracePt t="22509" x="4006850" y="5451475"/>
          <p14:tracePt t="22554" x="3983038" y="5475288"/>
          <p14:tracePt t="22598" x="4022725" y="5467350"/>
          <p14:tracePt t="22616" x="4108450" y="5437188"/>
          <p14:tracePt t="22628" x="4154488" y="5413375"/>
          <p14:tracePt t="22646" x="4170363" y="5389563"/>
          <p14:tracePt t="22673" x="4217988" y="5349875"/>
          <p14:tracePt t="22690" x="4264025" y="5327650"/>
          <p14:tracePt t="22703" x="4287838" y="5319713"/>
          <p14:tracePt t="22750" x="4256088" y="5327650"/>
          <p14:tracePt t="22766" x="4210050" y="5341938"/>
          <p14:tracePt t="22782" x="4186238" y="5341938"/>
          <p14:tracePt t="22800" x="4154488" y="5341938"/>
          <p14:tracePt t="22822" x="4092575" y="5327650"/>
          <p14:tracePt t="22826" x="4068763" y="5303838"/>
          <p14:tracePt t="22844" x="4052888" y="5248275"/>
          <p14:tracePt t="22857" x="4046538" y="5146675"/>
          <p14:tracePt t="22872" x="4046538" y="5076825"/>
          <p14:tracePt t="22887" x="4060825" y="5014913"/>
          <p14:tracePt t="22900" x="4084638" y="4983163"/>
          <p14:tracePt t="22914" x="4140200" y="4937125"/>
          <p14:tracePt t="22941" x="4186238" y="4897438"/>
          <p14:tracePt t="22948" x="4217988" y="4857750"/>
          <p14:tracePt t="22973" x="4233863" y="4835525"/>
          <p14:tracePt t="22989" x="4241800" y="4764088"/>
          <p14:tracePt t="23018" x="4248150" y="4741863"/>
          <p14:tracePt t="23049" x="4248150" y="4718050"/>
          <p14:tracePt t="23110" x="4248150" y="4694238"/>
          <p14:tracePt t="23125" x="4225925" y="4648200"/>
          <p14:tracePt t="23143" x="4186238" y="4584700"/>
          <p14:tracePt t="23167" x="4154488" y="4530725"/>
          <p14:tracePt t="23182" x="4116388" y="4445000"/>
          <p14:tracePt t="23188" x="4092575" y="4413250"/>
          <p14:tracePt t="23203" x="4038600" y="4365625"/>
          <p14:tracePt t="23216" x="3937000" y="4327525"/>
          <p14:tracePt t="23232" x="3843338" y="4303713"/>
          <p14:tracePt t="23256" x="3811588" y="4295775"/>
          <p14:tracePt t="23265" x="3787775" y="4279900"/>
          <p14:tracePt t="23278" x="3756025" y="4271963"/>
          <p14:tracePt t="23300" x="3717925" y="4271963"/>
          <p14:tracePt t="23307" x="3656013" y="4287838"/>
          <p14:tracePt t="23324" x="3546475" y="4303713"/>
          <p14:tracePt t="23339" x="3452813" y="4311650"/>
          <p14:tracePt t="23353" x="3373438" y="4303713"/>
          <p14:tracePt t="23368" x="3271838" y="4311650"/>
          <p14:tracePt t="23383" x="3170238" y="4335463"/>
          <p14:tracePt t="23399" x="3116263" y="4351338"/>
          <p14:tracePt t="23414" x="3084513" y="4365625"/>
          <p14:tracePt t="23441" x="2889250" y="4429125"/>
          <p14:tracePt t="23456" x="2827338" y="4445000"/>
          <p14:tracePt t="23471" x="2787650" y="4452938"/>
          <p14:tracePt t="23515" x="2733675" y="4467225"/>
          <p14:tracePt t="23540" x="2725738" y="4467225"/>
          <p14:tracePt t="23624" x="2803525" y="4429125"/>
          <p14:tracePt t="23651" x="3116263" y="4311650"/>
          <p14:tracePt t="23669" x="3194050" y="4279900"/>
          <p14:tracePt t="23693" x="3271838" y="4264025"/>
          <p14:tracePt t="23700" x="3444875" y="4249738"/>
          <p14:tracePt t="23718" x="3576638" y="4257675"/>
          <p14:tracePt t="23738" x="3686175" y="4271963"/>
          <p14:tracePt t="23745" x="3771900" y="4295775"/>
          <p14:tracePt t="23758" x="3843338" y="4303713"/>
          <p14:tracePt t="23772" x="3905250" y="4319588"/>
          <p14:tracePt t="23785" x="3975100" y="4327525"/>
          <p14:tracePt t="23802" x="4060825" y="4359275"/>
          <p14:tracePt t="23827" x="4084638" y="4373563"/>
          <p14:tracePt t="23840" x="4186238" y="4437063"/>
          <p14:tracePt t="23848" x="4256088" y="4498975"/>
          <p14:tracePt t="23864" x="4295775" y="4568825"/>
          <p14:tracePt t="23878" x="4327525" y="4600575"/>
          <p14:tracePt t="23892" x="4365625" y="4648200"/>
          <p14:tracePt t="23905" x="4381500" y="4662488"/>
          <p14:tracePt t="23923" x="4421188" y="4702175"/>
          <p14:tracePt t="23938" x="4443413" y="4733925"/>
          <p14:tracePt t="23953" x="4475163" y="4835525"/>
          <p14:tracePt t="23968" x="4483100" y="4905375"/>
          <p14:tracePt t="23976" x="4483100" y="4937125"/>
          <p14:tracePt t="23987" x="4483100" y="4945063"/>
          <p14:tracePt t="24004" x="4467225" y="5014913"/>
          <p14:tracePt t="24019" x="4437063" y="5076825"/>
          <p14:tracePt t="24049" x="4405313" y="5140325"/>
          <p14:tracePt t="24065" x="4373563" y="5233988"/>
          <p14:tracePt t="24078" x="4357688" y="5272088"/>
          <p14:tracePt t="24094" x="4341813" y="5327650"/>
          <p14:tracePt t="24155" x="4319588" y="5349875"/>
          <p14:tracePt t="24191" x="4264025" y="5365750"/>
          <p14:tracePt t="24208" x="4241800" y="5373688"/>
          <p14:tracePt t="24224" x="4178300" y="5373688"/>
          <p14:tracePt t="24239" x="4100513" y="5389563"/>
          <p14:tracePt t="24256" x="4022725" y="5413375"/>
          <p14:tracePt t="24268" x="3959225" y="5429250"/>
          <p14:tracePt t="24282" x="3881438" y="5443538"/>
          <p14:tracePt t="24299" x="3819525" y="5451475"/>
          <p14:tracePt t="24325" x="3749675" y="5451475"/>
          <p14:tracePt t="24350" x="3725863" y="5451475"/>
          <p14:tracePt t="24370" x="3694113" y="5451475"/>
          <p14:tracePt t="24382" x="3686175" y="5451475"/>
          <p14:tracePt t="24566" x="3624263" y="5451475"/>
          <p14:tracePt t="24584" x="3616325" y="5451475"/>
          <p14:tracePt t="24793" x="3702050" y="5443538"/>
          <p14:tracePt t="24808" x="3749675" y="5437188"/>
          <p14:tracePt t="24823" x="3897313" y="5413375"/>
          <p14:tracePt t="24840" x="3937000" y="5413375"/>
          <p14:tracePt t="24854" x="3975100" y="5397500"/>
          <p14:tracePt t="24869" x="4014788" y="5373688"/>
          <p14:tracePt t="24884" x="4084638" y="5327650"/>
          <p14:tracePt t="24899" x="4140200" y="5264150"/>
          <p14:tracePt t="24914" x="4178300" y="5218113"/>
          <p14:tracePt t="24926" x="4217988" y="5162550"/>
          <p14:tracePt t="24956" x="4233863" y="5124450"/>
          <p14:tracePt t="24973" x="4271963" y="4991100"/>
          <p14:tracePt t="24990" x="4279900" y="4945063"/>
          <p14:tracePt t="25004" x="4256088" y="4921250"/>
          <p14:tracePt t="25019" x="4233863" y="4905375"/>
          <p14:tracePt t="25033" x="4186238" y="4905375"/>
          <p14:tracePt t="25066" x="4154488" y="4921250"/>
          <p14:tracePt t="25093" x="4146550" y="4929188"/>
          <p14:tracePt t="25109" x="4084638" y="4991100"/>
          <p14:tracePt t="25124" x="4076700" y="5006975"/>
          <p14:tracePt t="25138" x="3998913" y="5084763"/>
          <p14:tracePt t="25150" x="3944938" y="5170488"/>
          <p14:tracePt t="25162" x="3929063" y="5233988"/>
          <p14:tracePt t="25178" x="3929063" y="5357813"/>
          <p14:tracePt t="25194" x="3975100" y="5429250"/>
          <p14:tracePt t="25210" x="4014788" y="5467350"/>
          <p14:tracePt t="25225" x="4100513" y="5491163"/>
          <p14:tracePt t="25244" x="4178300" y="5467350"/>
          <p14:tracePt t="25257" x="4256088" y="5443538"/>
          <p14:tracePt t="25274" x="4295775" y="5437188"/>
          <p14:tracePt t="25297" x="4365625" y="5421313"/>
          <p14:tracePt t="25314" x="4389438" y="5413375"/>
          <p14:tracePt t="25331" x="4437063" y="5413375"/>
          <p14:tracePt t="25406" x="4429125" y="5483225"/>
          <p14:tracePt t="25422" x="4451350" y="5545138"/>
          <p14:tracePt t="25437" x="4498975" y="5592763"/>
          <p14:tracePt t="25454" x="4568825" y="5624513"/>
          <p14:tracePt t="25467" x="4600575" y="5632450"/>
          <p14:tracePt t="25483" x="4646613" y="5616575"/>
          <p14:tracePt t="25512" x="4725988" y="5600700"/>
          <p14:tracePt t="25535" x="4756150" y="5592763"/>
          <p14:tracePt t="25554" x="4803775" y="5561013"/>
          <p14:tracePt t="25561" x="4841875" y="5545138"/>
          <p14:tracePt t="25579" x="4889500" y="5530850"/>
          <p14:tracePt t="25591" x="4927600" y="5514975"/>
          <p14:tracePt t="25605" x="4975225" y="5507038"/>
          <p14:tracePt t="25620" x="5045075" y="5491163"/>
          <p14:tracePt t="25635" x="5084763" y="5483225"/>
          <p14:tracePt t="25650" x="5146675" y="5475288"/>
          <p14:tracePt t="25674" x="5218113" y="5467350"/>
          <p14:tracePt t="25689" x="5248275" y="5459413"/>
          <p14:tracePt t="25697" x="5311775" y="5451475"/>
          <p14:tracePt t="25709" x="5341938" y="5451475"/>
          <p14:tracePt t="25723" x="5373688" y="5443538"/>
          <p14:tracePt t="25738" x="5413375" y="5437188"/>
          <p14:tracePt t="25752" x="5475288" y="5405438"/>
          <p14:tracePt t="25768" x="5483225" y="5405438"/>
          <p14:tracePt t="25784" x="5537200" y="5365750"/>
          <p14:tracePt t="25799" x="5553075" y="5335588"/>
          <p14:tracePt t="25813" x="5568950" y="5303838"/>
          <p14:tracePt t="25845" x="5584825" y="5280025"/>
          <p14:tracePt t="25858" x="5622925" y="5241925"/>
          <p14:tracePt t="25883" x="5638800" y="5210175"/>
          <p14:tracePt t="25905" x="5654675" y="5186363"/>
          <p14:tracePt t="25921" x="5670550" y="5100638"/>
          <p14:tracePt t="25935" x="5654675" y="4937125"/>
          <p14:tracePt t="25951" x="5622925" y="4819650"/>
          <p14:tracePt t="25966" x="5600700" y="4718050"/>
          <p14:tracePt t="25982" x="5568950" y="4632325"/>
          <p14:tracePt t="25995" x="5545138" y="4568825"/>
          <p14:tracePt t="26019" x="5521325" y="4514850"/>
          <p14:tracePt t="26084" x="5537200" y="4546600"/>
          <p14:tracePt t="26176" x="5507038" y="4546600"/>
          <p14:tracePt t="26189" x="5467350" y="4538663"/>
          <p14:tracePt t="26203" x="5405438" y="4506913"/>
          <p14:tracePt t="26218" x="5357813" y="4475163"/>
          <p14:tracePt t="26234" x="5295900" y="4445000"/>
          <p14:tracePt t="26254" x="5248275" y="4413250"/>
          <p14:tracePt t="26308" x="5084763" y="4483100"/>
          <p14:tracePt t="26333" x="5060950" y="4506913"/>
          <p14:tracePt t="26342" x="5037138" y="4530725"/>
          <p14:tracePt t="26364" x="5014913" y="4554538"/>
          <p14:tracePt t="26397" x="4991100" y="4576763"/>
          <p14:tracePt t="26430" x="4959350" y="4600575"/>
          <p14:tracePt t="26447" x="4927600" y="4608513"/>
          <p14:tracePt t="26459" x="4897438" y="4624388"/>
          <p14:tracePt t="26579" x="4849813" y="4678363"/>
          <p14:tracePt t="26596" x="4827588" y="4733925"/>
          <p14:tracePt t="26626" x="4819650" y="4764088"/>
          <p14:tracePt t="26653" x="4833938" y="4827588"/>
          <p14:tracePt t="26668" x="4865688" y="4865688"/>
          <p14:tracePt t="26685" x="4881563" y="4897438"/>
          <p14:tracePt t="26777" x="4921250" y="4937125"/>
          <p14:tracePt t="26795" x="4967288" y="4991100"/>
          <p14:tracePt t="26807" x="4975225" y="5014913"/>
          <p14:tracePt t="26881" x="4983163" y="5068888"/>
          <p14:tracePt t="26897" x="4983163" y="5076825"/>
          <p14:tracePt t="26912" x="4967288" y="5170488"/>
          <p14:tracePt t="26955" x="4983163" y="5194300"/>
          <p14:tracePt t="26985" x="5029200" y="5210175"/>
          <p14:tracePt t="27002" x="5060950" y="5218113"/>
          <p14:tracePt t="27024" x="5138738" y="5226050"/>
          <p14:tracePt t="27039" x="5170488" y="5226050"/>
          <p14:tracePt t="27054" x="5202238" y="5218113"/>
          <p14:tracePt t="27059" x="5232400" y="5218113"/>
          <p14:tracePt t="27105" x="5232400" y="5256213"/>
          <p14:tracePt t="27135" x="5170488" y="5303838"/>
          <p14:tracePt t="27208" x="5154613" y="5335588"/>
          <p14:tracePt t="27298" x="5146675" y="5357813"/>
          <p14:tracePt t="27343" x="5029200" y="5405438"/>
          <p14:tracePt t="27389" x="4913313" y="5413375"/>
          <p14:tracePt t="27463" x="4827588" y="5341938"/>
          <p14:tracePt t="27526" x="4748213" y="5116513"/>
          <p14:tracePt t="27554" x="4740275" y="4999038"/>
          <p14:tracePt t="27570" x="4740275" y="4889500"/>
          <p14:tracePt t="27809" x="4841875" y="4951413"/>
          <p14:tracePt t="27854" x="4827588" y="5076825"/>
          <p14:tracePt t="27885" x="4811713" y="5124450"/>
          <p14:tracePt t="27902" x="4772025" y="5233988"/>
          <p14:tracePt t="28019" x="4779963" y="5349875"/>
          <p14:tracePt t="28138" x="4725988" y="5451475"/>
          <p14:tracePt t="28200" x="4678363" y="5483225"/>
          <p14:tracePt t="28217" x="4654550" y="5499100"/>
          <p14:tracePt t="28246" x="4552950" y="5561013"/>
          <p14:tracePt t="28263" x="4413250" y="5592763"/>
          <p14:tracePt t="28278" x="4287838" y="5600700"/>
          <p14:tracePt t="28300" x="4170363" y="5592763"/>
          <p14:tracePt t="28308" x="4030663" y="5553075"/>
          <p14:tracePt t="28380" x="4006850" y="5537200"/>
          <p14:tracePt t="28406" x="3913188" y="5451475"/>
          <p14:tracePt t="28411" x="3857625" y="5349875"/>
          <p14:tracePt t="28441" x="3843338" y="5233988"/>
          <p14:tracePt t="28485" x="3873500" y="5116513"/>
          <p14:tracePt t="28503" x="3913188" y="5014913"/>
          <p14:tracePt t="28530" x="3944938" y="4889500"/>
          <p14:tracePt t="28560" x="3967163" y="4772025"/>
          <p14:tracePt t="28575" x="3990975" y="4654550"/>
          <p14:tracePt t="28636" x="4068763" y="4560888"/>
          <p14:tracePt t="28679" x="4092575" y="4546600"/>
          <p14:tracePt t="28711" x="4202113" y="4491038"/>
          <p14:tracePt t="28816" x="4319588" y="4475163"/>
          <p14:tracePt t="28845" x="4437063" y="4491038"/>
          <p14:tracePt t="28875" x="4545013" y="4522788"/>
          <p14:tracePt t="29071" x="4616450" y="4429125"/>
          <p14:tracePt t="29161" x="4654550" y="4327525"/>
          <p14:tracePt t="29492" x="4632325" y="4311650"/>
          <p14:tracePt t="29514" x="4537075" y="4249738"/>
          <p14:tracePt t="29538" x="4429125" y="4210050"/>
          <p14:tracePt t="29584" x="4311650" y="4186238"/>
          <p14:tracePt t="29760" x="4210050" y="4249738"/>
          <p14:tracePt t="29881" x="4116388" y="4303713"/>
          <p14:tracePt t="29940" x="4038600" y="4397375"/>
          <p14:tracePt t="30242" x="4154488" y="4421188"/>
          <p14:tracePt t="30272" x="4279900" y="4429125"/>
          <p14:tracePt t="30302" x="4405313" y="4413250"/>
          <p14:tracePt t="30318" x="4530725" y="4405313"/>
          <p14:tracePt t="30345" x="4646613" y="4397375"/>
          <p14:tracePt t="30379" x="4764088" y="4389438"/>
          <p14:tracePt t="30453" x="4881563" y="4343400"/>
          <p14:tracePt t="30512" x="4967288" y="4271963"/>
          <p14:tracePt t="30572" x="4991100" y="4164013"/>
          <p14:tracePt t="30602" x="4913313" y="4068763"/>
          <p14:tracePt t="30632" x="4811713" y="4030663"/>
          <p14:tracePt t="30664" x="4694238" y="4054475"/>
          <p14:tracePt t="30692" x="4592638" y="4124325"/>
          <p14:tracePt t="30738" x="4498975" y="4194175"/>
          <p14:tracePt t="30812" x="4421188" y="4287838"/>
          <p14:tracePt t="30887" x="4357688" y="4389438"/>
          <p14:tracePt t="30990" x="4349750" y="4498975"/>
          <p14:tracePt t="31187" x="4233863" y="4522788"/>
          <p14:tracePt t="31262" x="4132263" y="4483100"/>
          <p14:tracePt t="31338" x="4092575" y="4373563"/>
          <p14:tracePt t="31397" x="4170363" y="4287838"/>
          <p14:tracePt t="31488" x="4287838" y="4327525"/>
          <p14:tracePt t="31668" x="4186238" y="4381500"/>
          <p14:tracePt t="31697" x="4046538" y="4413250"/>
          <p14:tracePt t="31819" x="4022725" y="4303713"/>
          <p14:tracePt t="31893" x="4100513" y="4210050"/>
          <p14:tracePt t="31939" x="4194175" y="4164013"/>
          <p14:tracePt t="32013" x="4225925" y="4170363"/>
          <p14:tracePt t="32031" x="4335463" y="4202113"/>
          <p14:tracePt t="32179" x="4365625" y="4319588"/>
          <p14:tracePt t="32238" x="4279900" y="4405313"/>
          <p14:tracePt t="32300" x="4186238" y="4452938"/>
          <p14:tracePt t="32328" x="4068763" y="4475163"/>
          <p14:tracePt t="32359" x="3951288" y="4475163"/>
          <p14:tracePt t="32404" x="3851275" y="4445000"/>
          <p14:tracePt t="32495" x="3795713" y="4343400"/>
          <p14:tracePt t="32527" x="3787775" y="4233863"/>
          <p14:tracePt t="32555" x="3857625" y="4140200"/>
          <p14:tracePt t="32600" x="3944938" y="4076700"/>
          <p14:tracePt t="32629" x="4052888" y="4046538"/>
          <p14:tracePt t="32661" x="4170363" y="4038600"/>
          <p14:tracePt t="32706" x="4287838" y="4038600"/>
          <p14:tracePt t="32734" x="4405313" y="4062413"/>
          <p14:tracePt t="32763" x="4522788" y="4084638"/>
          <p14:tracePt t="32824" x="4537075" y="4100513"/>
          <p14:tracePt t="32854" x="4608513" y="4194175"/>
          <p14:tracePt t="32957" x="4530725" y="4287838"/>
          <p14:tracePt t="32990" x="4413250" y="4327525"/>
          <p14:tracePt t="33018" x="4303713" y="4365625"/>
          <p14:tracePt t="33110" x="4217988" y="4279900"/>
          <p14:tracePt t="33260" x="4271963" y="4178300"/>
          <p14:tracePt t="33306" x="4365625" y="4100513"/>
          <p14:tracePt t="33336" x="4475163" y="4062413"/>
          <p14:tracePt t="33380" x="4592638" y="4062413"/>
          <p14:tracePt t="33410" x="4710113" y="4092575"/>
          <p14:tracePt t="33454" x="4819650" y="4148138"/>
          <p14:tracePt t="33559" x="4849813" y="4257675"/>
          <p14:tracePt t="33681" x="4795838" y="4359275"/>
          <p14:tracePt t="33756" x="4718050" y="4452938"/>
          <p14:tracePt t="33813" x="4600575" y="4467225"/>
          <p14:tracePt t="33847" x="4483100" y="4467225"/>
          <p14:tracePt t="33869" x="4365625" y="4452938"/>
          <p14:tracePt t="33905" x="4248150" y="4445000"/>
          <p14:tracePt t="34025" x="4210050" y="4327525"/>
          <p14:tracePt t="34146" x="4295775" y="4249738"/>
          <p14:tracePt t="34178" x="4413250" y="4210050"/>
          <p14:tracePt t="34219" x="4530725" y="4178300"/>
          <p14:tracePt t="34251" x="4646613" y="4178300"/>
          <p14:tracePt t="34284" x="4764088" y="4210050"/>
          <p14:tracePt t="34325" x="4857750" y="4271963"/>
          <p14:tracePt t="34385" x="4889500" y="4381500"/>
          <p14:tracePt t="34943" x="4959350" y="4279900"/>
          <p14:tracePt t="34985" x="5022850" y="4186238"/>
          <p14:tracePt t="35376" x="5022850" y="4303713"/>
          <p14:tracePt t="35407" x="4991100" y="4421188"/>
          <p14:tracePt t="35436" x="4921250" y="4514850"/>
          <p14:tracePt t="35452" x="4827588" y="4576763"/>
          <p14:tracePt t="35470" x="4710113" y="4616450"/>
          <p14:tracePt t="35485" x="4584700" y="4640263"/>
          <p14:tracePt t="35499" x="4467225" y="4640263"/>
          <p14:tracePt t="35525" x="4341813" y="4648200"/>
          <p14:tracePt t="35648" x="4264025" y="4546600"/>
          <p14:tracePt t="35691" x="4202113" y="4452938"/>
          <p14:tracePt t="35767" x="4146550" y="4343400"/>
          <p14:tracePt t="35812" x="4146550" y="4225925"/>
          <p14:tracePt t="35901" x="4217988" y="4140200"/>
          <p14:tracePt t="36351" x="4341813" y="4140200"/>
          <p14:tracePt t="36384" x="4459288" y="4186238"/>
          <p14:tracePt t="36411" x="4552950" y="4249738"/>
          <p14:tracePt t="36727" x="4498975" y="4475163"/>
          <p14:tracePt t="36760" x="4467225" y="4584700"/>
          <p14:tracePt t="36785" x="4437063" y="4702175"/>
          <p14:tracePt t="36802" x="4413250" y="4849813"/>
          <p14:tracePt t="36818" x="4397375" y="4967288"/>
          <p14:tracePt t="36879" x="4389438" y="5084763"/>
          <p14:tracePt t="36909" x="4389438" y="5108575"/>
          <p14:tracePt t="36927" x="4373563" y="5248275"/>
          <p14:tracePt t="37058" x="4311650" y="5389563"/>
          <p14:tracePt t="37284" x="4248150" y="5491163"/>
          <p14:tracePt t="37315" x="4233863" y="5514975"/>
          <p14:tracePt t="37331" x="4146550" y="5584825"/>
          <p14:tracePt t="37449" x="4108450" y="5616575"/>
          <p14:tracePt t="37467" x="4084638" y="5638800"/>
          <p14:tracePt t="37482" x="4060825" y="5646738"/>
          <p14:tracePt t="37496" x="3967163" y="5718175"/>
          <p14:tracePt t="37552" x="3944938" y="5726113"/>
          <p14:tracePt t="37584" x="3827463" y="5748338"/>
          <p14:tracePt t="37630" x="3811588" y="5764213"/>
          <p14:tracePt t="37645" x="3678238" y="5834063"/>
          <p14:tracePt t="37823" x="3568700" y="5897563"/>
          <p14:tracePt t="38229" x="3538538" y="5795963"/>
          <p14:tracePt t="38275" x="3498850" y="5678488"/>
          <p14:tracePt t="38829" x="3616325" y="5686425"/>
          <p14:tracePt t="38876" x="3763963" y="5670550"/>
          <p14:tracePt t="39026" x="3873500" y="5670550"/>
          <p14:tracePt t="39700" x="3990975" y="5678488"/>
          <p14:tracePt t="39792" x="4108450" y="5670550"/>
          <p14:tracePt t="39836" x="4132263" y="5670550"/>
          <p14:tracePt t="39852" x="4154488" y="5670550"/>
          <p14:tracePt t="39868" x="4271963" y="5654675"/>
          <p14:tracePt t="39883" x="4389438" y="5638800"/>
          <p14:tracePt t="40000" x="4506913" y="5646738"/>
          <p14:tracePt t="40390" x="4616450" y="5686425"/>
          <p14:tracePt t="40452" x="4732338" y="5710238"/>
          <p14:tracePt t="40511" x="4756150" y="5718175"/>
          <p14:tracePt t="40528" x="4881563" y="5718175"/>
          <p14:tracePt t="41008" x="4833938" y="5702300"/>
          <p14:tracePt t="41022" x="4725988" y="5662613"/>
          <p14:tracePt t="41052" x="4694238" y="5654675"/>
          <p14:tracePt t="41067" x="4568825" y="5632450"/>
          <p14:tracePt t="41083" x="4421188" y="5616575"/>
          <p14:tracePt t="41173" x="4397375" y="5616575"/>
          <p14:tracePt t="41200" x="4279900" y="5632450"/>
          <p14:tracePt t="41248" x="4170363" y="5638800"/>
          <p14:tracePt t="41291" x="4060825" y="5662613"/>
          <p14:tracePt t="41457" x="3951288" y="5702300"/>
          <p14:tracePt t="41803" x="4076700" y="5702300"/>
          <p14:tracePt t="41862" x="4186238" y="5694363"/>
          <p14:tracePt t="41909" x="4303713" y="5702300"/>
          <p14:tracePt t="41976" x="4429125" y="5686425"/>
          <p14:tracePt t="42038" x="4537075" y="5678488"/>
          <p14:tracePt t="42124" x="4654550" y="5662613"/>
          <p14:tracePt t="42169" x="4772025" y="5662613"/>
          <p14:tracePt t="42289" x="4881563" y="5670550"/>
          <p14:tracePt t="42319" x="4999038" y="5678488"/>
          <p14:tracePt t="42348" x="5146675" y="5670550"/>
          <p14:tracePt t="42394" x="5248275" y="5616575"/>
          <p14:tracePt t="42544" x="5256213" y="5592763"/>
          <p14:tracePt t="42558" x="5295900" y="5483225"/>
          <p14:tracePt t="42619" x="5303838" y="5459413"/>
          <p14:tracePt t="42633" x="5341938" y="5349875"/>
          <p14:tracePt t="42679" x="5357813" y="5226050"/>
          <p14:tracePt t="42725" x="5357813" y="5108575"/>
          <p14:tracePt t="43114" x="5287963" y="5210175"/>
          <p14:tracePt t="43147" x="5224463" y="5303838"/>
          <p14:tracePt t="43182" x="5170488" y="5413375"/>
          <p14:tracePt t="43258" x="5029200" y="5405438"/>
          <p14:tracePt t="43289" x="4927600" y="5349875"/>
          <p14:tracePt t="43318" x="4927600" y="5327650"/>
          <p14:tracePt t="43333" x="4943475" y="5076825"/>
          <p14:tracePt t="43366" x="4991100" y="4967288"/>
          <p14:tracePt t="43393" x="5045075" y="4865688"/>
          <p14:tracePt t="43411" x="5122863" y="4779963"/>
          <p14:tracePt t="43453" x="5210175" y="4694238"/>
          <p14:tracePt t="43498" x="5287963" y="4576763"/>
          <p14:tracePt t="43558" x="5365750" y="4498975"/>
          <p14:tracePt t="43605" x="5381625" y="4483100"/>
          <p14:tracePt t="43633" x="5475288" y="4413250"/>
          <p14:tracePt t="43843" x="5584825" y="4405313"/>
          <p14:tracePt t="44354" x="5467350" y="4413250"/>
          <p14:tracePt t="44370" x="5349875" y="4437063"/>
          <p14:tracePt t="44386" x="5248275" y="4459288"/>
          <p14:tracePt t="44565" x="5186363" y="4554538"/>
          <p14:tracePt t="44672" x="5130800" y="4648200"/>
          <p14:tracePt t="44686" x="5084763" y="4756150"/>
          <p14:tracePt t="44702" x="5053013" y="4857750"/>
          <p14:tracePt t="44716" x="4991100" y="5006975"/>
          <p14:tracePt t="44748" x="4975225" y="5038725"/>
          <p14:tracePt t="44804" x="4943475" y="5146675"/>
          <p14:tracePt t="44956" x="4779963" y="5170488"/>
          <p14:tracePt t="44985" x="4662488" y="5154613"/>
          <p14:tracePt t="45016" x="4514850" y="5116513"/>
          <p14:tracePt t="45036" x="4405313" y="5084763"/>
          <p14:tracePt t="45072" x="4154488" y="5068888"/>
          <p14:tracePt t="45086" x="4132263" y="5060950"/>
          <p14:tracePt t="45095" x="4006850" y="5068888"/>
          <p14:tracePt t="45121" x="3897313" y="5116513"/>
          <p14:tracePt t="45377" x="3929063" y="5226050"/>
          <p14:tracePt t="45450" x="3944938" y="5373688"/>
          <p14:tracePt t="45481" x="3897313" y="5522913"/>
          <p14:tracePt t="45510" x="3857625" y="5686425"/>
          <p14:tracePt t="45557" x="3889375" y="5803900"/>
          <p14:tracePt t="45931" x="3779838" y="5865813"/>
          <p14:tracePt t="46049" x="3670300" y="5913438"/>
          <p14:tracePt t="48002" x="4678363" y="5006975"/>
          <p14:tracePt t="48026" x="4576763" y="5045075"/>
          <p14:tracePt t="48038" x="4443413" y="5045075"/>
          <p14:tracePt t="48098" x="4467225" y="4929188"/>
          <p14:tracePt t="48113" x="4552950" y="4811713"/>
          <p14:tracePt t="48136" x="4638675" y="4725988"/>
          <p14:tracePt t="48168" x="4756150" y="4710113"/>
          <p14:tracePt t="48198" x="4913313" y="4795838"/>
          <p14:tracePt t="48217" x="4905375" y="4873625"/>
          <p14:tracePt t="48235" x="4849813" y="4967288"/>
          <p14:tracePt t="48238" x="4849813" y="4975225"/>
          <p14:tracePt t="48250" x="4833938" y="4983163"/>
          <p14:tracePt t="48275" x="4718050" y="5006975"/>
          <p14:tracePt t="48289" x="4608513" y="4983163"/>
          <p14:tracePt t="48388" x="4646613" y="4873625"/>
          <p14:tracePt t="48420" x="4732338" y="4787900"/>
          <p14:tracePt t="48433" x="4865688" y="4819650"/>
          <p14:tracePt t="48449" x="4889500" y="4835525"/>
          <p14:tracePt t="48464" x="4921250" y="4843463"/>
          <p14:tracePt t="48538" x="4889500" y="4843463"/>
          <p14:tracePt t="48554" x="4881563" y="4843463"/>
          <p14:tracePt t="48568" x="4833938" y="4857750"/>
          <p14:tracePt t="48583" x="4764088" y="4865688"/>
          <p14:tracePt t="48614" x="4646613" y="4889500"/>
          <p14:tracePt t="48658" x="4584700" y="4991100"/>
          <p14:tracePt t="48674" x="4514850" y="5186363"/>
          <p14:tracePt t="48688" x="4498975" y="5248275"/>
          <p14:tracePt t="48706" x="4514850" y="5349875"/>
          <p14:tracePt t="48718" x="4608513" y="5584825"/>
          <p14:tracePt t="48722" x="4646613" y="5632450"/>
          <p14:tracePt t="48733" x="4740275" y="5686425"/>
          <p14:tracePt t="48750" x="4857750" y="5694363"/>
          <p14:tracePt t="48765" x="4921250" y="5670550"/>
          <p14:tracePt t="48778" x="4943475" y="5654675"/>
          <p14:tracePt t="48794" x="4983163" y="5584825"/>
          <p14:tracePt t="48809" x="4983163" y="5553075"/>
          <p14:tracePt t="48867" x="4967288" y="5600700"/>
          <p14:tracePt t="48880" x="4935538" y="5616575"/>
          <p14:tracePt t="48896" x="4905375" y="5632450"/>
          <p14:tracePt t="48910" x="4857750" y="5638800"/>
          <p14:tracePt t="48925" x="4772025" y="5632450"/>
          <p14:tracePt t="48941" x="4686300" y="5616575"/>
          <p14:tracePt t="48956" x="4576763" y="5576888"/>
          <p14:tracePt t="48970" x="4491038" y="5507038"/>
          <p14:tracePt t="48986" x="4405313" y="5429250"/>
          <p14:tracePt t="49002" x="4357688" y="5397500"/>
          <p14:tracePt t="49016" x="4202113" y="5241925"/>
          <p14:tracePt t="49033" x="4154488" y="5132388"/>
          <p14:tracePt t="49045" x="4140200" y="5060950"/>
          <p14:tracePt t="49060" x="4132263" y="5022850"/>
          <p14:tracePt t="49075" x="4116388" y="4967288"/>
          <p14:tracePt t="49121" x="4108450" y="4937125"/>
          <p14:tracePt t="49136" x="4092575" y="4905375"/>
          <p14:tracePt t="49153" x="4092575" y="4843463"/>
          <p14:tracePt t="49174" x="4092575" y="4772025"/>
          <p14:tracePt t="49189" x="4092575" y="4741863"/>
          <p14:tracePt t="49203" x="4108450" y="4592638"/>
          <p14:tracePt t="49215" x="4124325" y="4522788"/>
          <p14:tracePt t="49226" x="4146550" y="4459288"/>
          <p14:tracePt t="49240" x="4202113" y="4421188"/>
          <p14:tracePt t="49255" x="4233863" y="4413250"/>
          <p14:tracePt t="49270" x="4319588" y="4397375"/>
          <p14:tracePt t="49310" x="4467225" y="4413250"/>
          <p14:tracePt t="49322" x="4498975" y="4429125"/>
          <p14:tracePt t="49336" x="4568825" y="4514850"/>
          <p14:tracePt t="49349" x="4584700" y="4584700"/>
          <p14:tracePt t="49364" x="4592638" y="4670425"/>
          <p14:tracePt t="49378" x="4576763" y="4741863"/>
          <p14:tracePt t="49392" x="4552950" y="4795838"/>
          <p14:tracePt t="49408" x="4522788" y="4843463"/>
          <p14:tracePt t="49422" x="4483100" y="4873625"/>
          <p14:tracePt t="49436" x="4443413" y="4873625"/>
          <p14:tracePt t="49452" x="4349750" y="4843463"/>
          <p14:tracePt t="49469" x="4279900" y="4787900"/>
          <p14:tracePt t="49484" x="4217988" y="4702175"/>
          <p14:tracePt t="49495" x="4202113" y="4648200"/>
          <p14:tracePt t="49511" x="4233863" y="4584700"/>
          <p14:tracePt t="49526" x="4264025" y="4560888"/>
          <p14:tracePt t="49541" x="4311650" y="4530725"/>
          <p14:tracePt t="49556" x="4335463" y="4514850"/>
          <p14:tracePt t="49570" x="4443413" y="4475163"/>
          <p14:tracePt t="49586" x="4491038" y="4475163"/>
          <p14:tracePt t="49603" x="4600575" y="4483100"/>
          <p14:tracePt t="49619" x="4662488" y="4483100"/>
          <p14:tracePt t="49633" x="4686300" y="4491038"/>
          <p14:tracePt t="49647" x="4710113" y="4506913"/>
          <p14:tracePt t="49661" x="4725988" y="4530725"/>
          <p14:tracePt t="49691" x="4710113" y="4576763"/>
          <p14:tracePt t="49706" x="4670425" y="4608513"/>
          <p14:tracePt t="49721" x="4654550" y="4624388"/>
          <p14:tracePt t="49736" x="4568825" y="4662488"/>
          <p14:tracePt t="49761" x="4522788" y="4662488"/>
          <p14:tracePt t="49777" x="4483100" y="4648200"/>
          <p14:tracePt t="49787" x="4475163" y="4632325"/>
          <p14:tracePt t="49798" x="4467225" y="4600575"/>
          <p14:tracePt t="49811" x="4467225" y="4576763"/>
          <p14:tracePt t="49826" x="4467225" y="4554538"/>
          <p14:tracePt t="49841" x="4467225" y="4522788"/>
          <p14:tracePt t="50015" x="4405313" y="4475163"/>
          <p14:tracePt t="50030" x="4397375" y="4445000"/>
          <p14:tracePt t="50053" x="4397375" y="4437063"/>
          <p14:tracePt t="50064" x="4421188" y="4351338"/>
          <p14:tracePt t="50091" x="4475163" y="4303713"/>
          <p14:tracePt t="50106" x="4545013" y="4257675"/>
          <p14:tracePt t="50122" x="4600575" y="4225925"/>
          <p14:tracePt t="50136" x="4624388" y="4210050"/>
          <p14:tracePt t="50174" x="4646613" y="4233863"/>
          <p14:tracePt t="50198" x="4686300" y="4327525"/>
          <p14:tracePt t="50218" x="4686300" y="4359275"/>
          <p14:tracePt t="50227" x="4678363" y="4421188"/>
          <p14:tracePt t="50243" x="4662488" y="4459288"/>
          <p14:tracePt t="50257" x="4624388" y="4514850"/>
          <p14:tracePt t="50271" x="4576763" y="4554538"/>
          <p14:tracePt t="50284" x="4537075" y="4584700"/>
          <p14:tracePt t="50301" x="4514850" y="4600575"/>
          <p14:tracePt t="50313" x="4475163" y="4608513"/>
          <p14:tracePt t="50334" x="4443413" y="4616450"/>
          <p14:tracePt t="50357" x="4421188" y="4616450"/>
          <p14:tracePt t="50368" x="4373563" y="4576763"/>
          <p14:tracePt t="50376" x="4357688" y="4538663"/>
          <p14:tracePt t="50393" x="4327525" y="4429125"/>
          <p14:tracePt t="50422" x="4319588" y="4327525"/>
          <p14:tracePt t="50441" x="4319588" y="4295775"/>
          <p14:tracePt t="50451" x="4341813" y="4233863"/>
          <p14:tracePt t="50467" x="4373563" y="4156075"/>
          <p14:tracePt t="50495" x="4397375" y="4132263"/>
          <p14:tracePt t="50511" x="4491038" y="4092575"/>
          <p14:tracePt t="50526" x="4560888" y="4108450"/>
          <p14:tracePt t="50542" x="4592638" y="4116388"/>
          <p14:tracePt t="50557" x="4646613" y="4148138"/>
          <p14:tracePt t="50589" x="4678363" y="4178300"/>
          <p14:tracePt t="50602" x="4710113" y="4225925"/>
          <p14:tracePt t="50617" x="4710113" y="4257675"/>
          <p14:tracePt t="50635" x="4694238" y="4295775"/>
          <p14:tracePt t="50646" x="4646613" y="4343400"/>
          <p14:tracePt t="50658" x="4560888" y="4381500"/>
          <p14:tracePt t="50675" x="4530725" y="4397375"/>
          <p14:tracePt t="50690" x="4451350" y="4397375"/>
          <p14:tracePt t="50703" x="4421188" y="4381500"/>
          <p14:tracePt t="50733" x="4397375" y="4365625"/>
          <p14:tracePt t="50779" x="4413250" y="4351338"/>
          <p14:tracePt t="50809" x="4522788" y="4311650"/>
          <p14:tracePt t="50825" x="4592638" y="4303713"/>
          <p14:tracePt t="50839" x="4624388" y="4303713"/>
          <p14:tracePt t="50851" x="4662488" y="4303713"/>
          <p14:tracePt t="50857" x="4718050" y="4287838"/>
          <p14:tracePt t="50872" x="4748213" y="4271963"/>
          <p14:tracePt t="50902" x="4772025" y="4257675"/>
          <p14:tracePt t="50922" x="4787900" y="4233863"/>
          <p14:tracePt t="50992" x="4740275" y="4287838"/>
          <p14:tracePt t="51021" x="4624388" y="4335463"/>
          <p14:tracePt t="51046" x="4552950" y="4351338"/>
          <p14:tracePt t="51052" x="4437063" y="4351338"/>
          <p14:tracePt t="51067" x="4335463" y="4351338"/>
          <p14:tracePt t="51081" x="4233863" y="4359275"/>
          <p14:tracePt t="51096" x="4202113" y="4365625"/>
          <p14:tracePt t="51110" x="4140200" y="4389438"/>
          <p14:tracePt t="51126" x="4076700" y="4413250"/>
          <p14:tracePt t="51141" x="4022725" y="4437063"/>
          <p14:tracePt t="51156" x="3998913" y="4445000"/>
          <p14:tracePt t="51181" x="3881438" y="4445000"/>
          <p14:tracePt t="51188" x="3811588" y="4445000"/>
          <p14:tracePt t="51219" x="3756025" y="4445000"/>
          <p14:tracePt t="51236" x="3678238" y="4452938"/>
          <p14:tracePt t="51256" x="3576638" y="4452938"/>
          <p14:tracePt t="51277" x="3452813" y="4445000"/>
          <p14:tracePt t="51306" x="3335338" y="4429125"/>
          <p14:tracePt t="51334" x="3209925" y="4429125"/>
          <p14:tracePt t="51369" x="3092450" y="4429125"/>
          <p14:tracePt t="51396" x="2974975" y="4429125"/>
          <p14:tracePt t="51411" x="2859088" y="4429125"/>
          <p14:tracePt t="51421" x="2741613" y="4429125"/>
          <p14:tracePt t="51502" x="2624138" y="4452938"/>
          <p14:tracePt t="51605" x="2498725" y="4467225"/>
          <p14:tracePt t="51652" x="2389188" y="4467225"/>
          <p14:tracePt t="51801" x="2327275" y="4373563"/>
          <p14:tracePt t="51833" x="2257425" y="4271963"/>
          <p14:tracePt t="51877" x="2265363" y="4156075"/>
          <p14:tracePt t="51892" x="2289175" y="4046538"/>
          <p14:tracePt t="51966" x="2405063" y="3975100"/>
          <p14:tracePt t="51983" x="2506663" y="3944938"/>
          <p14:tracePt t="52027" x="2632075" y="3960813"/>
          <p14:tracePt t="52052" x="2749550" y="3998913"/>
          <p14:tracePt t="52072" x="2936875" y="4116388"/>
          <p14:tracePt t="52088" x="3022600" y="4178300"/>
          <p14:tracePt t="52107" x="3046413" y="4210050"/>
          <p14:tracePt t="52120" x="3076575" y="4287838"/>
          <p14:tracePt t="52135" x="3084513" y="4319588"/>
          <p14:tracePt t="52150" x="3070225" y="4389438"/>
          <p14:tracePt t="52157" x="3070225" y="4437063"/>
          <p14:tracePt t="52171" x="3054350" y="4538663"/>
          <p14:tracePt t="52184" x="3038475" y="4568825"/>
          <p14:tracePt t="52197" x="3014663" y="4624388"/>
          <p14:tracePt t="52228" x="2990850" y="4648200"/>
          <p14:tracePt t="52243" x="2968625" y="4654550"/>
          <p14:tracePt t="52273" x="2960688" y="4662488"/>
          <p14:tracePt t="52334" x="2851150" y="4678363"/>
          <p14:tracePt t="52348" x="2717800" y="4686300"/>
          <p14:tracePt t="52383" x="2600325" y="4686300"/>
          <p14:tracePt t="52431" x="2498725" y="4648200"/>
          <p14:tracePt t="52461" x="2389188" y="4608513"/>
          <p14:tracePt t="52522" x="2374900" y="4491038"/>
          <p14:tracePt t="52596" x="2382838" y="4373563"/>
          <p14:tracePt t="52628" x="2468563" y="4287838"/>
          <p14:tracePt t="52671" x="2570163" y="4217988"/>
          <p14:tracePt t="52717" x="2693988" y="4210050"/>
          <p14:tracePt t="52748" x="2811463" y="4249738"/>
          <p14:tracePt t="52837" x="2827338" y="4264025"/>
          <p14:tracePt t="52854" x="2889250" y="4365625"/>
          <p14:tracePt t="52911" x="2843213" y="4475163"/>
          <p14:tracePt t="52972" x="2725738" y="4538663"/>
          <p14:tracePt t="53003" x="2608263" y="4546600"/>
          <p14:tracePt t="53076" x="2578100" y="4429125"/>
          <p14:tracePt t="53117" x="2578100" y="4311650"/>
          <p14:tracePt t="53125" x="2600325" y="4202113"/>
          <p14:tracePt t="53151" x="2647950" y="4100513"/>
          <p14:tracePt t="53226" x="2765425" y="4062413"/>
          <p14:tracePt t="53259" x="2874963" y="4068763"/>
          <p14:tracePt t="53289" x="2974975" y="4132263"/>
          <p14:tracePt t="53319" x="3076575" y="4202113"/>
          <p14:tracePt t="53365" x="3148013" y="4303713"/>
          <p14:tracePt t="53383" x="3163888" y="4327525"/>
          <p14:tracePt t="53395" x="3209925" y="4437063"/>
          <p14:tracePt t="53411" x="3249613" y="4546600"/>
          <p14:tracePt t="53425" x="3287713" y="4686300"/>
          <p14:tracePt t="53468" x="3279775" y="4803775"/>
          <p14:tracePt t="53516" x="3257550" y="4905375"/>
          <p14:tracePt t="53532" x="3241675" y="5030788"/>
          <p14:tracePt t="53557" x="3194050" y="5146675"/>
          <p14:tracePt t="53603" x="3186113" y="5170488"/>
          <p14:tracePt t="53620" x="3178175" y="5194300"/>
          <p14:tracePt t="53632" x="3132138" y="5311775"/>
          <p14:tracePt t="53660" x="3100388" y="5421313"/>
          <p14:tracePt t="53738" x="2998788" y="5530850"/>
          <p14:tracePt t="53784" x="2960688" y="5654675"/>
          <p14:tracePt t="53828" x="2889250" y="5764213"/>
          <p14:tracePt t="53845" x="2835275" y="5897563"/>
          <p14:tracePt t="53875" x="2819400" y="5951538"/>
          <p14:tracePt t="53898" x="2795588" y="6076950"/>
          <p14:tracePt t="53948" x="2779713" y="6100763"/>
          <p14:tracePt t="53994" x="2717800" y="6202363"/>
          <p14:tracePt t="54054" x="2616200" y="6272213"/>
          <p14:tracePt t="54082" x="2514600" y="6303963"/>
          <p14:tracePt t="54159" x="2420938" y="6218238"/>
          <p14:tracePt t="54177" x="2319338" y="6108700"/>
          <p14:tracePt t="54198" x="2311400" y="6084888"/>
          <p14:tracePt t="54217" x="2303463" y="5975350"/>
          <p14:tracePt t="54235" x="2273300" y="5849938"/>
          <p14:tracePt t="54247" x="2257425" y="5827713"/>
          <p14:tracePt t="54274" x="2179638" y="5694363"/>
          <p14:tracePt t="54285" x="2132013" y="5584825"/>
          <p14:tracePt t="54294" x="2100263" y="5349875"/>
          <p14:tracePt t="54309" x="2124075" y="5233988"/>
          <p14:tracePt t="54324" x="2171700" y="5132388"/>
          <p14:tracePt t="54369" x="2217738" y="4999038"/>
          <p14:tracePt t="54397" x="2289175" y="4889500"/>
          <p14:tracePt t="54428" x="2397125" y="4835525"/>
          <p14:tracePt t="54489" x="2490788" y="4779963"/>
          <p14:tracePt t="54548" x="2584450" y="4710113"/>
          <p14:tracePt t="54589" x="2671763" y="4616450"/>
          <p14:tracePt t="54631" x="2578100" y="4576763"/>
          <p14:tracePt t="54805" x="2655888" y="4491038"/>
          <p14:tracePt t="54940" x="2693988" y="4616450"/>
          <p14:tracePt t="54968" x="2741613" y="4756150"/>
          <p14:tracePt t="54987" x="2795588" y="4857750"/>
          <p14:tracePt t="55029" x="2867025" y="4945063"/>
          <p14:tracePt t="55059" x="2881313" y="4967288"/>
          <p14:tracePt t="55075" x="2921000" y="5084763"/>
          <p14:tracePt t="55104" x="2928938" y="5108575"/>
          <p14:tracePt t="55136" x="2905125" y="5357813"/>
          <p14:tracePt t="55168" x="2881313" y="5483225"/>
          <p14:tracePt t="55193" x="2843213" y="5584825"/>
          <p14:tracePt t="55239" x="2811463" y="5632450"/>
          <p14:tracePt t="55270" x="2749550" y="5726113"/>
          <p14:tracePt t="55300" x="2506663" y="5881688"/>
          <p14:tracePt t="55319" x="2311400" y="6022975"/>
          <p14:tracePt t="55342" x="2281238" y="6130925"/>
          <p14:tracePt t="55368" x="2201863" y="6218238"/>
          <p14:tracePt t="55449" x="2116138" y="6264275"/>
          <p14:tracePt t="55495" x="2000250" y="6296025"/>
          <p14:tracePt t="55675" x="1905000" y="6232525"/>
          <p14:tracePt t="55705" x="1858963" y="6146800"/>
          <p14:tracePt t="55885" x="1976438" y="6053138"/>
          <p14:tracePt t="55903" x="2000250" y="6045200"/>
          <p14:tracePt t="55919" x="2124075" y="5991225"/>
          <p14:tracePt t="56021" x="2193925" y="6069013"/>
          <p14:tracePt t="56126" x="2139950" y="6154738"/>
          <p14:tracePt t="56152" x="2014538" y="6146800"/>
          <p14:tracePt t="56230" x="1912938" y="6053138"/>
          <p14:tracePt t="56254" x="1928813" y="5921375"/>
          <p14:tracePt t="56271" x="1960563" y="5897563"/>
          <p14:tracePt t="56284" x="2046288" y="5811838"/>
          <p14:tracePt t="56300" x="2070100" y="5788025"/>
          <p14:tracePt t="56316" x="2062163" y="5646738"/>
          <p14:tracePt t="56345" x="2062163" y="5616575"/>
          <p14:tracePt t="56361" x="2155825" y="5507038"/>
          <p14:tracePt t="56389" x="2171700" y="5483225"/>
          <p14:tracePt t="56405" x="2273300" y="5397500"/>
          <p14:tracePt t="56480" x="2303463" y="5397500"/>
          <p14:tracePt t="56495" x="2452688" y="5405438"/>
          <p14:tracePt t="56518" x="2476500" y="5421313"/>
          <p14:tracePt t="56533" x="2562225" y="5507038"/>
          <p14:tracePt t="56570" x="2570163" y="5530850"/>
          <p14:tracePt t="56601" x="2624138" y="5638800"/>
          <p14:tracePt t="56669" x="2538413" y="5726113"/>
          <p14:tracePt t="56766" x="2428875" y="5662613"/>
          <p14:tracePt t="56804" x="2389188" y="5514975"/>
          <p14:tracePt t="56824" x="2389188" y="5327650"/>
          <p14:tracePt t="56847" x="2382838" y="5303838"/>
          <p14:tracePt t="56862" x="2452688" y="5186363"/>
          <p14:tracePt t="56902" x="2538413" y="5060950"/>
          <p14:tracePt t="56924" x="2616200" y="4959350"/>
          <p14:tracePt t="56944" x="2717800" y="4881563"/>
          <p14:tracePt t="56969" x="2811463" y="4819650"/>
          <p14:tracePt t="57028" x="2928938" y="4811713"/>
          <p14:tracePt t="57044" x="3046413" y="4843463"/>
          <p14:tracePt t="57066" x="3155950" y="4881563"/>
          <p14:tracePt t="57111" x="3241675" y="4967288"/>
          <p14:tracePt t="57154" x="3271838" y="5084763"/>
          <p14:tracePt t="57215" x="3209925" y="5186363"/>
          <p14:tracePt t="57287" x="3084513" y="5162550"/>
          <p14:tracePt t="57365" x="3092450" y="5045075"/>
          <p14:tracePt t="57473" x="3194050" y="5108575"/>
          <p14:tracePt t="57523" x="3201988" y="5132388"/>
          <p14:tracePt t="57535" x="3249613" y="5241925"/>
          <p14:tracePt t="57560" x="3265488" y="5357813"/>
          <p14:tracePt t="57572" x="3257550" y="5389563"/>
          <p14:tracePt t="57595" x="3241675" y="5507038"/>
          <p14:tracePt t="57614" x="3217863" y="5624513"/>
          <p14:tracePt t="57653" x="3178175" y="5732463"/>
          <p14:tracePt t="57704" x="3100388" y="5849938"/>
          <p14:tracePt t="57749" x="2968625" y="5913438"/>
          <p14:tracePt t="57803" x="2859088" y="5943600"/>
          <p14:tracePt t="57825" x="2795588" y="5951538"/>
          <p14:tracePt t="57833" x="2725738" y="5959475"/>
          <p14:tracePt t="57854" x="2608263" y="5975350"/>
          <p14:tracePt t="57905" x="2498725" y="5889625"/>
          <p14:tracePt t="57936" x="2397125" y="5819775"/>
          <p14:tracePt t="57998" x="2397125" y="5788025"/>
          <p14:tracePt t="58019" x="2374900" y="5670550"/>
          <p14:tracePt t="58079" x="2413000" y="5553075"/>
          <p14:tracePt t="58139" x="2490788" y="5459413"/>
          <p14:tracePt t="58189" x="2570163" y="5365750"/>
          <p14:tracePt t="58202" x="2647950" y="5280025"/>
          <p14:tracePt t="58298" x="2757488" y="5319713"/>
          <p14:tracePt t="58333" x="2773363" y="5341938"/>
          <p14:tracePt t="58350" x="2874963" y="5443538"/>
          <p14:tracePt t="58462" x="2867025" y="5467350"/>
          <p14:tracePt t="58478" x="2811463" y="5584825"/>
          <p14:tracePt t="58574" x="2779713" y="5592763"/>
          <p14:tracePt t="58636" x="2632075" y="5561013"/>
          <p14:tracePt t="58684" x="2600325" y="5561013"/>
          <p14:tracePt t="58764" x="2490788" y="5483225"/>
          <p14:tracePt t="58934" x="2640013" y="5451475"/>
          <p14:tracePt t="59003" x="2663825" y="5459413"/>
          <p14:tracePt t="59037" x="2773363" y="5530850"/>
          <p14:tracePt t="59150" x="2765425" y="5553075"/>
          <p14:tracePt t="59160" x="2757488" y="5584825"/>
          <p14:tracePt t="59182" x="2749550" y="5608638"/>
          <p14:tracePt t="59198" x="2686050" y="5678488"/>
          <p14:tracePt t="59213" x="2578100" y="5764213"/>
          <p14:tracePt t="59292" x="2420938" y="5834063"/>
          <p14:tracePt t="59413" x="2382838" y="5795963"/>
          <p14:tracePt t="59438" x="2382838" y="5646738"/>
          <p14:tracePt t="59461" x="2405063" y="5632450"/>
          <p14:tracePt t="59481" x="2420938" y="5608638"/>
          <p14:tracePt t="59513" x="2366963" y="5499100"/>
          <p14:tracePt t="59566" x="2460625" y="5429250"/>
          <p14:tracePt t="59662" x="2578100" y="5389563"/>
          <p14:tracePt t="59718" x="2701925" y="5397500"/>
          <p14:tracePt t="59768" x="2717800" y="5421313"/>
          <p14:tracePt t="59784" x="2757488" y="5459413"/>
          <p14:tracePt t="59798" x="2827338" y="5553075"/>
          <p14:tracePt t="59828" x="2881313" y="5694363"/>
          <p14:tracePt t="59924" x="2867025" y="5718175"/>
          <p14:tracePt t="59935" x="2647950" y="5873750"/>
          <p14:tracePt t="59986" x="2522538" y="5913438"/>
          <p14:tracePt t="60009" x="2366963" y="5921375"/>
          <p14:tracePt t="60036" x="2233613" y="5935663"/>
          <p14:tracePt t="60129" x="2147888" y="5849938"/>
          <p14:tracePt t="60186" x="2108200" y="5740400"/>
          <p14:tracePt t="60196" x="2187575" y="5646738"/>
          <p14:tracePt t="60210" x="2209800" y="5632450"/>
          <p14:tracePt t="60265" x="2155825" y="5530850"/>
          <p14:tracePt t="60296" x="2179638" y="5514975"/>
          <p14:tracePt t="60320" x="2303463" y="5413375"/>
          <p14:tracePt t="60352" x="2374900" y="5287963"/>
          <p14:tracePt t="60377" x="2444750" y="5186363"/>
          <p14:tracePt t="60412" x="2468563" y="5170488"/>
          <p14:tracePt t="60473" x="2592388" y="5116513"/>
          <p14:tracePt t="60520" x="2725738" y="5108575"/>
          <p14:tracePt t="60577" x="2835275" y="5170488"/>
          <p14:tracePt t="60623" x="2913063" y="5256213"/>
          <p14:tracePt t="60669" x="2960688" y="5373688"/>
          <p14:tracePt t="60706" x="2982913" y="5483225"/>
          <p14:tracePt t="60770" x="2928938" y="5600700"/>
          <p14:tracePt t="60797" x="2913063" y="5624513"/>
          <p14:tracePt t="60815" x="2835275" y="5718175"/>
          <p14:tracePt t="60837" x="2709863" y="5780088"/>
          <p14:tracePt t="60879" x="2592388" y="5819775"/>
          <p14:tracePt t="60891" x="2562225" y="5827713"/>
          <p14:tracePt t="60938" x="2452688" y="5780088"/>
          <p14:tracePt t="60986" x="2351088" y="5710238"/>
          <p14:tracePt t="61045" x="2359025" y="5686425"/>
          <p14:tracePt t="61070" x="2366963" y="5568950"/>
          <p14:tracePt t="61134" x="2468563" y="5467350"/>
          <p14:tracePt t="61244" x="2490788" y="5451475"/>
          <p14:tracePt t="61265" x="2522538" y="5451475"/>
          <p14:tracePt t="61281" x="2554288" y="5451475"/>
          <p14:tracePt t="61348" x="2578100" y="5467350"/>
          <p14:tracePt t="61364" x="2686050" y="5537200"/>
          <p14:tracePt t="61422" x="2686050" y="5568950"/>
          <p14:tracePt t="61437" x="2686050" y="5686425"/>
          <p14:tracePt t="61472" x="2686050" y="5803900"/>
          <p14:tracePt t="61525" x="2554288" y="5881688"/>
          <p14:tracePt t="61616" x="2490788" y="5873750"/>
          <p14:tracePt t="61691" x="2498725" y="5756275"/>
          <p14:tracePt t="61711" x="2468563" y="5638800"/>
          <p14:tracePt t="61741" x="2389188" y="5537200"/>
          <p14:tracePt t="61783" x="2405063" y="5522913"/>
          <p14:tracePt t="61856" x="2389188" y="5499100"/>
          <p14:tracePt t="61872" x="2476500" y="5405438"/>
          <p14:tracePt t="61991" x="2608263" y="5429250"/>
          <p14:tracePt t="62141" x="2530475" y="5522913"/>
          <p14:tracePt t="62183" x="2506663" y="5530850"/>
          <p14:tracePt t="62200" x="2484438" y="5537200"/>
          <p14:tracePt t="62211" x="2351088" y="5561013"/>
          <p14:tracePt t="62228" x="2233613" y="5561013"/>
          <p14:tracePt t="62245" x="2201863" y="5553075"/>
          <p14:tracePt t="62259" x="2038350" y="5475288"/>
          <p14:tracePt t="62270" x="1928813" y="5429250"/>
          <p14:tracePt t="62327" x="1905000" y="5421313"/>
          <p14:tracePt t="62349" x="1781175" y="5341938"/>
          <p14:tracePt t="62364" x="1655763" y="5226050"/>
          <p14:tracePt t="62373" x="1562100" y="5146675"/>
          <p14:tracePt t="62401" x="1492250" y="5045075"/>
          <p14:tracePt t="62445" x="1420813" y="4951413"/>
          <p14:tracePt t="64108" x="2022475" y="4849813"/>
          <p14:tracePt t="64132" x="2030413" y="4819650"/>
          <p14:tracePt t="64145" x="2046288" y="4710113"/>
          <p14:tracePt t="64481" x="2030413" y="4756150"/>
          <p14:tracePt t="64498" x="2054225" y="4857750"/>
          <p14:tracePt t="64513" x="2054225" y="4897438"/>
          <p14:tracePt t="64524" x="2038350" y="4945063"/>
          <p14:tracePt t="64540" x="2006600" y="5006975"/>
          <p14:tracePt t="64554" x="1992313" y="5053013"/>
          <p14:tracePt t="64584" x="1944688" y="5132388"/>
          <p14:tracePt t="64624" x="1874838" y="5154613"/>
          <p14:tracePt t="64652" x="1851025" y="5162550"/>
          <p14:tracePt t="64704" x="1811338" y="5146675"/>
          <p14:tracePt t="64719" x="1789113" y="5124450"/>
          <p14:tracePt t="64734" x="1757363" y="5076825"/>
          <p14:tracePt t="64750" x="1741488" y="5053013"/>
          <p14:tracePt t="64779" x="1616075" y="4999038"/>
          <p14:tracePt t="64793" x="1601788" y="4999038"/>
          <p14:tracePt t="64811" x="1514475" y="4975225"/>
          <p14:tracePt t="64825" x="1476375" y="4937125"/>
          <p14:tracePt t="64839" x="1452563" y="4905375"/>
          <p14:tracePt t="64855" x="1414463" y="4857750"/>
          <p14:tracePt t="64869" x="1390650" y="4819650"/>
          <p14:tracePt t="64884" x="1382713" y="4787900"/>
          <p14:tracePt t="64900" x="1382713" y="4756150"/>
          <p14:tracePt t="64915" x="1398588" y="4733925"/>
          <p14:tracePt t="64931" x="1420813" y="4710113"/>
          <p14:tracePt t="64946" x="1444625" y="4694238"/>
          <p14:tracePt t="64962" x="1514475" y="4678363"/>
          <p14:tracePt t="64991" x="1593850" y="4702175"/>
          <p14:tracePt t="65005" x="1655763" y="4756150"/>
          <p14:tracePt t="65020" x="1709738" y="4827588"/>
          <p14:tracePt t="65034" x="1733550" y="4865688"/>
          <p14:tracePt t="65051" x="1765300" y="4937125"/>
          <p14:tracePt t="65065" x="1781175" y="4999038"/>
          <p14:tracePt t="65080" x="1781175" y="5060950"/>
          <p14:tracePt t="65096" x="1781175" y="5068888"/>
          <p14:tracePt t="65111" x="1757363" y="5132388"/>
          <p14:tracePt t="65127" x="1733550" y="5154613"/>
          <p14:tracePt t="65141" x="1671638" y="5210175"/>
          <p14:tracePt t="65154" x="1639888" y="5218113"/>
          <p14:tracePt t="65194" x="1616075" y="5218113"/>
          <p14:tracePt t="65210" x="1577975" y="5170488"/>
          <p14:tracePt t="65226" x="1562100" y="5132388"/>
          <p14:tracePt t="65236" x="1554163" y="5068888"/>
          <p14:tracePt t="65246" x="1554163" y="4975225"/>
          <p14:tracePt t="65267" x="1562100" y="4889500"/>
          <p14:tracePt t="65292" x="1577975" y="4756150"/>
          <p14:tracePt t="65299" x="1601788" y="4584700"/>
          <p14:tracePt t="65311" x="1616075" y="4514850"/>
          <p14:tracePt t="65319" x="1655763" y="4452938"/>
          <p14:tracePt t="65335" x="1679575" y="4429125"/>
          <p14:tracePt t="65350" x="1733550" y="4452938"/>
          <p14:tracePt t="65374" x="1749425" y="4483100"/>
          <p14:tracePt t="65392" x="1789113" y="4632325"/>
          <p14:tracePt t="65416" x="1819275" y="4718050"/>
          <p14:tracePt t="65432" x="1843088" y="4764088"/>
          <p14:tracePt t="65460" x="1905000" y="4749800"/>
          <p14:tracePt t="65469" x="1976438" y="4694238"/>
          <p14:tracePt t="65475" x="2062163" y="4616450"/>
          <p14:tracePt t="65486" x="2139950" y="4530725"/>
          <p14:tracePt t="65500" x="2225675" y="4459288"/>
          <p14:tracePt t="65515" x="2343150" y="4373563"/>
          <p14:tracePt t="65530" x="2444750" y="4319588"/>
          <p14:tracePt t="65547" x="2514600" y="4287838"/>
          <p14:tracePt t="65561" x="2647950" y="4257675"/>
          <p14:tracePt t="65576" x="2749550" y="4264025"/>
          <p14:tracePt t="65591" x="2835275" y="4303713"/>
          <p14:tracePt t="65605" x="2874963" y="4351338"/>
          <p14:tracePt t="65621" x="2897188" y="4421188"/>
          <p14:tracePt t="65635" x="2889250" y="4498975"/>
          <p14:tracePt t="65651" x="2867025" y="4568825"/>
          <p14:tracePt t="65667" x="2859088" y="4568825"/>
          <p14:tracePt t="65682" x="2835275" y="4592638"/>
          <p14:tracePt t="65698" x="2803525" y="4616450"/>
          <p14:tracePt t="65727" x="2765425" y="4624388"/>
          <p14:tracePt t="65744" x="2709863" y="4608513"/>
          <p14:tracePt t="65760" x="2686050" y="4584700"/>
          <p14:tracePt t="65775" x="2608263" y="4522788"/>
          <p14:tracePt t="65792" x="2546350" y="4475163"/>
          <p14:tracePt t="65806" x="2476500" y="4429125"/>
          <p14:tracePt t="65821" x="2413000" y="4389438"/>
          <p14:tracePt t="65838" x="2327275" y="4351338"/>
          <p14:tracePt t="65853" x="2225675" y="4335463"/>
          <p14:tracePt t="65871" x="2108200" y="4359275"/>
          <p14:tracePt t="65886" x="1952625" y="4429125"/>
          <p14:tracePt t="65897" x="1835150" y="4522788"/>
          <p14:tracePt t="65911" x="1733550" y="4608513"/>
          <p14:tracePt t="65927" x="1671638" y="4694238"/>
          <p14:tracePt t="65941" x="1647825" y="4741863"/>
          <p14:tracePt t="65959" x="1616075" y="4881563"/>
          <p14:tracePt t="65974" x="1601788" y="4951413"/>
          <p14:tracePt t="65987" x="1609725" y="5014913"/>
          <p14:tracePt t="66047" x="1631950" y="4945063"/>
          <p14:tracePt t="66060" x="1663700" y="4857750"/>
          <p14:tracePt t="66077" x="1687513" y="4795838"/>
          <p14:tracePt t="66093" x="1717675" y="4733925"/>
          <p14:tracePt t="66105" x="1733550" y="4702175"/>
          <p14:tracePt t="66121" x="1781175" y="4632325"/>
          <p14:tracePt t="66138" x="1835150" y="4554538"/>
          <p14:tracePt t="66152" x="1928813" y="4483100"/>
          <p14:tracePt t="66167" x="2000250" y="4452938"/>
          <p14:tracePt t="66183" x="2116138" y="4421188"/>
          <p14:tracePt t="66199" x="2193925" y="4405313"/>
          <p14:tracePt t="66211" x="2257425" y="4405313"/>
          <p14:tracePt t="66227" x="2397125" y="4397375"/>
          <p14:tracePt t="66240" x="2452688" y="4397375"/>
          <p14:tracePt t="66257" x="2546350" y="4437063"/>
          <p14:tracePt t="66271" x="2608263" y="4483100"/>
          <p14:tracePt t="66288" x="2632075" y="4506913"/>
          <p14:tracePt t="66306" x="2693988" y="4600575"/>
          <p14:tracePt t="66320" x="2733675" y="4662488"/>
          <p14:tracePt t="66331" x="2757488" y="4749800"/>
          <p14:tracePt t="66345" x="2757488" y="4811713"/>
          <p14:tracePt t="66361" x="2749550" y="4843463"/>
          <p14:tracePt t="66392" x="2717800" y="4843463"/>
          <p14:tracePt t="66404" x="2655888" y="4835525"/>
          <p14:tracePt t="66423" x="2554288" y="4787900"/>
          <p14:tracePt t="66436" x="2436813" y="4686300"/>
          <p14:tracePt t="66453" x="2397125" y="4632325"/>
          <p14:tracePt t="66468" x="2374900" y="4530725"/>
          <p14:tracePt t="66482" x="2374900" y="4429125"/>
          <p14:tracePt t="66488" x="2374900" y="4389438"/>
          <p14:tracePt t="66499" x="2382838" y="4365625"/>
          <p14:tracePt t="66511" x="2397125" y="4295775"/>
          <p14:tracePt t="66527" x="2428875" y="4178300"/>
          <p14:tracePt t="66544" x="2538413" y="4068763"/>
          <p14:tracePt t="66556" x="2647950" y="4006850"/>
          <p14:tracePt t="66570" x="2717800" y="3960813"/>
          <p14:tracePt t="66576" x="2765425" y="3929063"/>
          <p14:tracePt t="66587" x="2843213" y="3873500"/>
          <p14:tracePt t="66605" x="2982913" y="3757613"/>
          <p14:tracePt t="66620" x="3006725" y="3733800"/>
          <p14:tracePt t="66631" x="3092450" y="3686175"/>
          <p14:tracePt t="66827" x="3201988" y="3648075"/>
          <p14:tracePt t="66842" x="3319463" y="3624263"/>
          <p14:tracePt t="66873" x="3436938" y="3624263"/>
          <p14:tracePt t="66887" x="3554413" y="3624263"/>
          <p14:tracePt t="66902" x="3670300" y="3632200"/>
          <p14:tracePt t="66918" x="3787775" y="3656013"/>
          <p14:tracePt t="66934" x="3897313" y="3686175"/>
          <p14:tracePt t="66963" x="4116388" y="3795713"/>
          <p14:tracePt t="66976" x="4210050" y="3859213"/>
          <p14:tracePt t="67005" x="4319588" y="3905250"/>
          <p14:tracePt t="67038" x="4443413" y="3921125"/>
          <p14:tracePt t="67054" x="4552950" y="3944938"/>
          <p14:tracePt t="67066" x="4670425" y="3975100"/>
          <p14:tracePt t="67082" x="4787900" y="3998913"/>
          <p14:tracePt t="67113" x="4889500" y="4068763"/>
          <p14:tracePt t="67141" x="4975225" y="4148138"/>
          <p14:tracePt t="67187" x="5014913" y="4249738"/>
          <p14:tracePt t="67201" x="5037138" y="4359275"/>
          <p14:tracePt t="67233" x="5037138" y="4483100"/>
          <p14:tracePt t="67245" x="5022850" y="4648200"/>
          <p14:tracePt t="67262" x="4975225" y="4787900"/>
          <p14:tracePt t="67277" x="4927600" y="4889500"/>
          <p14:tracePt t="67307" x="4857750" y="5022850"/>
          <p14:tracePt t="67324" x="4841875" y="5045075"/>
          <p14:tracePt t="67335" x="4779963" y="5146675"/>
          <p14:tracePt t="67353" x="4632325" y="5349875"/>
          <p14:tracePt t="67367" x="4514850" y="5483225"/>
          <p14:tracePt t="67396" x="4373563" y="5616575"/>
          <p14:tracePt t="67414" x="4295775" y="5662613"/>
          <p14:tracePt t="67428" x="4194175" y="5718175"/>
          <p14:tracePt t="67456" x="4022725" y="5772150"/>
          <p14:tracePt t="67467" x="3913188" y="5772150"/>
          <p14:tracePt t="67497" x="3803650" y="5756275"/>
          <p14:tracePt t="67512" x="3686175" y="5732463"/>
          <p14:tracePt t="67529" x="3554413" y="5710238"/>
          <p14:tracePt t="67543" x="3287713" y="5638800"/>
          <p14:tracePt t="67557" x="3132138" y="5545138"/>
          <p14:tracePt t="67572" x="2960688" y="5451475"/>
          <p14:tracePt t="67587" x="2859088" y="5413375"/>
          <p14:tracePt t="67602" x="2647950" y="5341938"/>
          <p14:tracePt t="67635" x="2530475" y="5295900"/>
          <p14:tracePt t="67666" x="2413000" y="5186363"/>
          <p14:tracePt t="67680" x="2319338" y="5116513"/>
          <p14:tracePt t="67696" x="2187575" y="4959350"/>
          <p14:tracePt t="67740" x="2209800" y="4843463"/>
          <p14:tracePt t="67755" x="2249488" y="4741863"/>
          <p14:tracePt t="67767" x="2273300" y="4624388"/>
          <p14:tracePt t="67782" x="2311400" y="4506913"/>
          <p14:tracePt t="67798" x="2335213" y="4483100"/>
          <p14:tracePt t="67813" x="2530475" y="4311650"/>
          <p14:tracePt t="67828" x="2733675" y="4164013"/>
          <p14:tracePt t="67844" x="2843213" y="4116388"/>
          <p14:tracePt t="67857" x="2944813" y="4054475"/>
          <p14:tracePt t="67873" x="3178175" y="3944938"/>
          <p14:tracePt t="67888" x="3279775" y="3897313"/>
          <p14:tracePt t="67902" x="3397250" y="3873500"/>
          <p14:tracePt t="67951" x="3522663" y="3843338"/>
          <p14:tracePt t="67958" x="3632200" y="3827463"/>
          <p14:tracePt t="67985" x="3749675" y="3851275"/>
          <p14:tracePt t="67996" x="3967163" y="3905250"/>
          <p14:tracePt t="68023" x="4068763" y="3967163"/>
          <p14:tracePt t="68047" x="4092575" y="3983038"/>
          <p14:tracePt t="68063" x="4194175" y="4062413"/>
          <p14:tracePt t="68078" x="4287838" y="4124325"/>
          <p14:tracePt t="68107" x="4397375" y="4178300"/>
          <p14:tracePt t="68122" x="4514850" y="4225925"/>
          <p14:tracePt t="68166" x="4576763" y="4327525"/>
          <p14:tracePt t="68196" x="4624388" y="4452938"/>
          <p14:tracePt t="68214" x="4638675" y="4554538"/>
          <p14:tracePt t="68231" x="4654550" y="4678363"/>
          <p14:tracePt t="68253" x="4654550" y="4803775"/>
          <p14:tracePt t="68269" x="4576763" y="5030788"/>
          <p14:tracePt t="68296" x="4560888" y="5053013"/>
          <p14:tracePt t="68311" x="4498975" y="5162550"/>
          <p14:tracePt t="68326" x="4303713" y="5357813"/>
          <p14:tracePt t="68334" x="4194175" y="5459413"/>
          <p14:tracePt t="68348" x="4092575" y="5522913"/>
          <p14:tracePt t="68363" x="3975100" y="5576888"/>
          <p14:tracePt t="68379" x="3865563" y="5608638"/>
          <p14:tracePt t="68394" x="3763963" y="5654675"/>
          <p14:tracePt t="68420" x="3741738" y="5662613"/>
          <p14:tracePt t="68436" x="3452813" y="5772150"/>
          <p14:tracePt t="68451" x="3209925" y="5780088"/>
          <p14:tracePt t="68465" x="2974975" y="5726113"/>
          <p14:tracePt t="68480" x="2874963" y="5686425"/>
          <p14:tracePt t="68496" x="2733675" y="5600700"/>
          <p14:tracePt t="68540" x="2600325" y="5522913"/>
          <p14:tracePt t="68557" x="2460625" y="5467350"/>
          <p14:tracePt t="68571" x="2397125" y="5311775"/>
          <p14:tracePt t="68590" x="2335213" y="5202238"/>
          <p14:tracePt t="68612" x="2295525" y="5068888"/>
          <p14:tracePt t="68629" x="2311400" y="4959350"/>
          <p14:tracePt t="68634" x="2225675" y="4827588"/>
          <p14:tracePt t="68648" x="2225675" y="4710113"/>
          <p14:tracePt t="68664" x="2281238" y="4584700"/>
          <p14:tracePt t="68680" x="2420938" y="4429125"/>
          <p14:tracePt t="68693" x="2506663" y="4343400"/>
          <p14:tracePt t="68707" x="2600325" y="4257675"/>
          <p14:tracePt t="68737" x="2686050" y="4194175"/>
          <p14:tracePt t="68750" x="3054350" y="4054475"/>
          <p14:tracePt t="68767" x="3148013" y="3998913"/>
          <p14:tracePt t="68797" x="3381375" y="3905250"/>
          <p14:tracePt t="68823" x="3506788" y="3921125"/>
          <p14:tracePt t="68836" x="3640138" y="3937000"/>
          <p14:tracePt t="68843" x="3771900" y="3937000"/>
          <p14:tracePt t="68858" x="3873500" y="3937000"/>
          <p14:tracePt t="68875" x="3990975" y="3952875"/>
          <p14:tracePt t="68894" x="4108450" y="3960813"/>
          <p14:tracePt t="68915" x="4241800" y="3975100"/>
          <p14:tracePt t="68930" x="4357688" y="4006850"/>
          <p14:tracePt t="68945" x="4560888" y="4148138"/>
          <p14:tracePt t="68963" x="4694238" y="4217988"/>
          <p14:tracePt t="68976" x="4795838" y="4271963"/>
          <p14:tracePt t="69015" x="4881563" y="4359275"/>
          <p14:tracePt t="69052" x="4921250" y="4475163"/>
          <p14:tracePt t="69066" x="4951413" y="4710113"/>
          <p14:tracePt t="69080" x="4967288" y="4827588"/>
          <p14:tracePt t="69096" x="4967288" y="5146675"/>
          <p14:tracePt t="69113" x="4951413" y="5256213"/>
          <p14:tracePt t="69130" x="4897438" y="5499100"/>
          <p14:tracePt t="69144" x="4865688" y="5608638"/>
          <p14:tracePt t="69214" x="4787900" y="5702300"/>
          <p14:tracePt t="69235" x="4670425" y="5740400"/>
          <p14:tracePt t="69258" x="4475163" y="5740400"/>
          <p14:tracePt t="69274" x="4194175" y="5686425"/>
          <p14:tracePt t="69284" x="3951288" y="5616575"/>
          <p14:tracePt t="69295" x="3843338" y="5592763"/>
          <p14:tracePt t="69307" x="3717925" y="5584825"/>
          <p14:tracePt t="69318" x="3467100" y="5624513"/>
          <p14:tracePt t="69353" x="3201988" y="5646738"/>
          <p14:tracePt t="69382" x="2936875" y="5616575"/>
          <p14:tracePt t="69442" x="2827338" y="5545138"/>
          <p14:tracePt t="69488" x="2757488" y="5451475"/>
          <p14:tracePt t="69504" x="2671763" y="5357813"/>
          <p14:tracePt t="69536" x="2554288" y="5311775"/>
          <p14:tracePt t="69590" x="2484438" y="5186363"/>
          <p14:tracePt t="69601" x="2452688" y="5076825"/>
          <p14:tracePt t="69629" x="2514600" y="4983163"/>
          <p14:tracePt t="69673" x="2570163" y="4865688"/>
          <p14:tracePt t="69689" x="2624138" y="4764088"/>
          <p14:tracePt t="69706" x="2787650" y="4584700"/>
          <p14:tracePt t="69742" x="2968625" y="4445000"/>
          <p14:tracePt t="69774" x="3170238" y="4351338"/>
          <p14:tracePt t="69818" x="3257550" y="4279900"/>
          <p14:tracePt t="69848" x="3373438" y="4271963"/>
          <p14:tracePt t="69866" x="3498850" y="4271963"/>
          <p14:tracePt t="69894" x="3608388" y="4257675"/>
          <p14:tracePt t="69908" x="3835400" y="4233863"/>
          <p14:tracePt t="69983" x="3959225" y="4257675"/>
          <p14:tracePt t="70000" x="4076700" y="4287838"/>
          <p14:tracePt t="70026" x="4194175" y="4319588"/>
          <p14:tracePt t="70048" x="4295775" y="4343400"/>
          <p14:tracePt t="70076" x="4405313" y="4381500"/>
          <p14:tracePt t="70103" x="4545013" y="4429125"/>
          <p14:tracePt t="70132" x="4662488" y="4467225"/>
          <p14:tracePt t="70178" x="4764088" y="4530725"/>
          <p14:tracePt t="70195" x="4827588" y="4694238"/>
          <p14:tracePt t="70239" x="4833938" y="4811713"/>
          <p14:tracePt t="70269" x="4795838" y="4921250"/>
          <p14:tracePt t="70298" x="4740275" y="5030788"/>
          <p14:tracePt t="70327" x="4670425" y="5124450"/>
          <p14:tracePt t="70345" x="4654550" y="5140325"/>
          <p14:tracePt t="70369" x="4537075" y="5218113"/>
          <p14:tracePt t="70374" x="4437063" y="5272088"/>
          <p14:tracePt t="70388" x="4303713" y="5349875"/>
          <p14:tracePt t="70433" x="4014788" y="5499100"/>
          <p14:tracePt t="70458" x="3990975" y="5507038"/>
          <p14:tracePt t="70465" x="3640138" y="5592763"/>
          <p14:tracePt t="70478" x="3482975" y="5624513"/>
          <p14:tracePt t="70493" x="3381375" y="5646738"/>
          <p14:tracePt t="70509" x="3233738" y="5670550"/>
          <p14:tracePt t="70530" x="2827338" y="5662613"/>
          <p14:tracePt t="70565" x="2717800" y="5568950"/>
          <p14:tracePt t="72109" x="3327400" y="3835400"/>
          <p14:tracePt t="72122" x="3498850" y="3835400"/>
          <p14:tracePt t="72137" x="3640138" y="3843338"/>
          <p14:tracePt t="72151" x="3787775" y="3851275"/>
          <p14:tracePt t="72168" x="3873500" y="3851275"/>
          <p14:tracePt t="72183" x="3998913" y="3843338"/>
          <p14:tracePt t="72198" x="4100513" y="3835400"/>
          <p14:tracePt t="72211" x="4186238" y="3835400"/>
          <p14:tracePt t="72226" x="4264025" y="3867150"/>
          <p14:tracePt t="72240" x="4335463" y="3913188"/>
          <p14:tracePt t="72257" x="4389438" y="3975100"/>
          <p14:tracePt t="72271" x="4429125" y="4054475"/>
          <p14:tracePt t="72286" x="4437063" y="4116388"/>
          <p14:tracePt t="72302" x="4429125" y="4170363"/>
          <p14:tracePt t="72319" x="4413250" y="4225925"/>
          <p14:tracePt t="72333" x="4357688" y="4359275"/>
          <p14:tracePt t="72348" x="4319588" y="4445000"/>
          <p14:tracePt t="72362" x="4279900" y="4498975"/>
          <p14:tracePt t="72376" x="4248150" y="4538663"/>
          <p14:tracePt t="72391" x="4178300" y="4616450"/>
          <p14:tracePt t="72406" x="4116388" y="4670425"/>
          <p14:tracePt t="72422" x="3944938" y="4795838"/>
          <p14:tracePt t="72446" x="3905250" y="4827588"/>
          <p14:tracePt t="72460" x="3717925" y="4921250"/>
          <p14:tracePt t="72470" x="3568700" y="4951413"/>
          <p14:tracePt t="72484" x="3460750" y="4959350"/>
          <p14:tracePt t="72498" x="3359150" y="4967288"/>
          <p14:tracePt t="72511" x="3209925" y="4967288"/>
          <p14:tracePt t="72527" x="3132138" y="4937125"/>
          <p14:tracePt t="72542" x="3046413" y="4873625"/>
          <p14:tracePt t="72556" x="2952750" y="4787900"/>
          <p14:tracePt t="72572" x="2913063" y="4725988"/>
          <p14:tracePt t="72586" x="2905125" y="4662488"/>
          <p14:tracePt t="72602" x="2913063" y="4632325"/>
          <p14:tracePt t="72619" x="2990850" y="4506913"/>
          <p14:tracePt t="72634" x="3046413" y="4445000"/>
          <p14:tracePt t="72647" x="3132138" y="4389438"/>
          <p14:tracePt t="72663" x="3249613" y="4359275"/>
          <p14:tracePt t="72686" x="3335338" y="4351338"/>
          <p14:tracePt t="72702" x="3405188" y="4365625"/>
          <p14:tracePt t="72726" x="3475038" y="4397375"/>
          <p14:tracePt t="72733" x="3546475" y="4530725"/>
          <p14:tracePt t="72756" x="3530600" y="4654550"/>
          <p14:tracePt t="72772" x="3498850" y="4718050"/>
          <p14:tracePt t="72781" x="3421063" y="4795838"/>
          <p14:tracePt t="72803" x="3319463" y="4849813"/>
          <p14:tracePt t="72813" x="3194050" y="4913313"/>
          <p14:tracePt t="72831" x="2990850" y="4967288"/>
          <p14:tracePt t="72860" x="2889250" y="4967288"/>
          <p14:tracePt t="72866" x="2811463" y="4929188"/>
          <p14:tracePt t="72882" x="2733675" y="4873625"/>
          <p14:tracePt t="72896" x="2624138" y="4795838"/>
          <p14:tracePt t="72908" x="2554288" y="4756150"/>
          <p14:tracePt t="72928" x="2436813" y="4694238"/>
          <p14:tracePt t="72944" x="2382838" y="4654550"/>
          <p14:tracePt t="72963" x="2359025" y="4624388"/>
          <p14:tracePt t="72972" x="2343150" y="4560888"/>
          <p14:tracePt t="72986" x="2335213" y="4483100"/>
          <p14:tracePt t="73000" x="2335213" y="4405313"/>
          <p14:tracePt t="73016" x="2366963" y="4319588"/>
          <p14:tracePt t="73046" x="2428875" y="4271963"/>
          <p14:tracePt t="73063" x="2570163" y="4303713"/>
          <p14:tracePt t="73077" x="2640013" y="4343400"/>
          <p14:tracePt t="73093" x="2709863" y="4421188"/>
          <p14:tracePt t="73116" x="2773363" y="4514850"/>
          <p14:tracePt t="73133" x="2803525" y="4576763"/>
          <p14:tracePt t="73139" x="2843213" y="4654550"/>
          <p14:tracePt t="73164" x="2859088" y="4889500"/>
          <p14:tracePt t="73183" x="2851150" y="4999038"/>
          <p14:tracePt t="73197" x="2819400" y="5100638"/>
          <p14:tracePt t="73209" x="2779713" y="5210175"/>
          <p14:tracePt t="73240" x="2765425" y="5241925"/>
          <p14:tracePt t="73253" x="2741613" y="5311775"/>
          <p14:tracePt t="73301" x="2717800" y="5335588"/>
          <p14:tracePt t="73326" x="2701925" y="5349875"/>
          <p14:tracePt t="73333" x="2671763" y="5349875"/>
          <p14:tracePt t="73346" x="2616200" y="5349875"/>
          <p14:tracePt t="73360" x="2546350" y="5349875"/>
          <p14:tracePt t="73385" x="2476500" y="5341938"/>
          <p14:tracePt t="73392" x="2405063" y="5341938"/>
          <p14:tracePt t="73408" x="2327275" y="5335588"/>
          <p14:tracePt t="73424" x="2147888" y="5319713"/>
          <p14:tracePt t="73438" x="1976438" y="5287963"/>
          <p14:tracePt t="73452" x="1835150" y="5233988"/>
          <p14:tracePt t="73466" x="1671638" y="5154613"/>
          <p14:tracePt t="73483" x="1616075" y="5124450"/>
          <p14:tracePt t="73513" x="1508125" y="5060950"/>
          <p14:tracePt t="73586" x="1492250" y="5006975"/>
          <p14:tracePt t="73604" x="1522413" y="4991100"/>
          <p14:tracePt t="73619" x="1570038" y="4999038"/>
          <p14:tracePt t="73633" x="1616075" y="5022850"/>
          <p14:tracePt t="73650" x="1647825" y="5045075"/>
          <p14:tracePt t="73674" x="1671638" y="5140325"/>
          <p14:tracePt t="73691" x="1671638" y="5146675"/>
          <p14:tracePt t="73707" x="1797050" y="5349875"/>
          <p14:tracePt t="73719" x="1905000" y="5451475"/>
          <p14:tracePt t="73731" x="1936750" y="5491163"/>
          <p14:tracePt t="73795" x="2014538" y="5491163"/>
          <p14:tracePt t="73810" x="2100263" y="5467350"/>
          <p14:tracePt t="73835" x="2225675" y="5421313"/>
          <p14:tracePt t="73854" x="2241550" y="5413375"/>
          <p14:tracePt t="73862" x="2382838" y="5335588"/>
          <p14:tracePt t="73874" x="2452688" y="5241925"/>
          <p14:tracePt t="73888" x="2506663" y="5124450"/>
          <p14:tracePt t="73901" x="2514600" y="5022850"/>
          <p14:tracePt t="73916" x="2514600" y="4873625"/>
          <p14:tracePt t="73935" x="2506663" y="4827588"/>
          <p14:tracePt t="73956" x="2468563" y="4654550"/>
          <p14:tracePt t="73963" x="2484438" y="4554538"/>
          <p14:tracePt t="73978" x="2484438" y="4445000"/>
          <p14:tracePt t="74008" x="2506663" y="4413250"/>
          <p14:tracePt t="74051" x="2608263" y="4452938"/>
          <p14:tracePt t="74068" x="2640013" y="4475163"/>
          <p14:tracePt t="74085" x="2795588" y="4554538"/>
          <p14:tracePt t="74097" x="2974975" y="4608513"/>
          <p14:tracePt t="74107" x="3054350" y="4616450"/>
          <p14:tracePt t="74122" x="3217863" y="4592638"/>
          <p14:tracePt t="74137" x="3343275" y="4554538"/>
          <p14:tracePt t="74152" x="3397250" y="4546600"/>
          <p14:tracePt t="74155" x="3460750" y="4530725"/>
          <p14:tracePt t="74166" x="3624263" y="4506913"/>
          <p14:tracePt t="74182" x="3749675" y="4475163"/>
          <p14:tracePt t="74196" x="3811588" y="4459288"/>
          <p14:tracePt t="74211" x="3843338" y="4452938"/>
          <p14:tracePt t="74225" x="3967163" y="4381500"/>
          <p14:tracePt t="74241" x="3998913" y="4359275"/>
          <p14:tracePt t="74257" x="4052888" y="4303713"/>
          <p14:tracePt t="74277" x="4100513" y="4249738"/>
          <p14:tracePt t="74292" x="4132263" y="4233863"/>
          <p14:tracePt t="74308" x="4162425" y="4233863"/>
          <p14:tracePt t="74321" x="4233863" y="4241800"/>
          <p14:tracePt t="74331" x="4271963" y="4257675"/>
          <p14:tracePt t="74339" x="4303713" y="4271963"/>
          <p14:tracePt t="74354" x="4373563" y="4351338"/>
          <p14:tracePt t="74367" x="4405313" y="4429125"/>
          <p14:tracePt t="74380" x="4437063" y="4546600"/>
          <p14:tracePt t="74395" x="4443413" y="4624388"/>
          <p14:tracePt t="74414" x="4437063" y="4718050"/>
          <p14:tracePt t="74425" x="4421188" y="4803775"/>
          <p14:tracePt t="74441" x="4389438" y="4873625"/>
          <p14:tracePt t="74447" x="4373563" y="4913313"/>
          <p14:tracePt t="74468" x="4357688" y="4945063"/>
          <p14:tracePt t="74476" x="4303713" y="5030788"/>
          <p14:tracePt t="74495" x="4295775" y="5060950"/>
          <p14:tracePt t="74502" x="4271963" y="5140325"/>
          <p14:tracePt t="74517" x="4271963" y="5210175"/>
          <p14:tracePt t="74530" x="4279900" y="5272088"/>
          <p14:tracePt t="74547" x="4295775" y="5311775"/>
          <p14:tracePt t="74561" x="4327525" y="5373688"/>
          <p14:tracePt t="74577" x="4381500" y="5429250"/>
          <p14:tracePt t="74590" x="4459288" y="5491163"/>
          <p14:tracePt t="74608" x="4498975" y="5514975"/>
          <p14:tracePt t="74622" x="4678363" y="5568950"/>
          <p14:tracePt t="74636" x="4833938" y="5561013"/>
          <p14:tracePt t="74653" x="4935538" y="5530850"/>
          <p14:tracePt t="74675" x="5084763" y="5499100"/>
          <p14:tracePt t="74688" x="5138738" y="5483225"/>
          <p14:tracePt t="74828" x="4999038" y="5413375"/>
          <p14:tracePt t="74844" x="4740275" y="5467350"/>
          <p14:tracePt t="74865" x="4654550" y="5467350"/>
          <p14:tracePt t="74885" x="4530725" y="5483225"/>
          <p14:tracePt t="74897" x="4475163" y="5507038"/>
          <p14:tracePt t="74932" x="4303713" y="5576888"/>
          <p14:tracePt t="74960" x="4146550" y="5584825"/>
          <p14:tracePt t="74978" x="4046538" y="5553075"/>
          <p14:tracePt t="74998" x="3967163" y="5514975"/>
          <p14:tracePt t="75016" x="3921125" y="5475288"/>
          <p14:tracePt t="75038" x="3881438" y="5413375"/>
          <p14:tracePt t="75062" x="3787775" y="5248275"/>
          <p14:tracePt t="75073" x="3694113" y="5116513"/>
          <p14:tracePt t="75092" x="3608388" y="5045075"/>
          <p14:tracePt t="75119" x="3600450" y="5030788"/>
          <p14:tracePt t="75166" x="3576638" y="4975225"/>
          <p14:tracePt t="75181" x="3482975" y="4849813"/>
          <p14:tracePt t="75209" x="3460750" y="4827588"/>
          <p14:tracePt t="75224" x="3397250" y="4865688"/>
          <p14:tracePt t="75234" x="3319463" y="4975225"/>
          <p14:tracePt t="75254" x="3311525" y="4983163"/>
          <p14:tracePt t="75271" x="3217863" y="5045075"/>
          <p14:tracePt t="75286" x="3155950" y="5045075"/>
          <p14:tracePt t="75306" x="3108325" y="5030788"/>
          <p14:tracePt t="75323" x="3030538" y="4991100"/>
          <p14:tracePt t="75331" x="2960688" y="4959350"/>
          <p14:tracePt t="75346" x="2889250" y="4897438"/>
          <p14:tracePt t="75358" x="2867025" y="4873625"/>
          <p14:tracePt t="75387" x="2811463" y="4795838"/>
          <p14:tracePt t="75402" x="2749550" y="4787900"/>
          <p14:tracePt t="75418" x="2655888" y="4803775"/>
          <p14:tracePt t="75434" x="2616200" y="4819650"/>
          <p14:tracePt t="75475" x="2655888" y="4835525"/>
          <p14:tracePt t="75492" x="2749550" y="4835525"/>
          <p14:tracePt t="75508" x="2889250" y="4795838"/>
          <p14:tracePt t="75522" x="3076575" y="4670425"/>
          <p14:tracePt t="75539" x="3140075" y="4576763"/>
          <p14:tracePt t="75553" x="3241675" y="4381500"/>
          <p14:tracePt t="75568" x="3257550" y="4271963"/>
          <p14:tracePt t="75585" x="3225800" y="4202113"/>
          <p14:tracePt t="75613" x="3170238" y="4164013"/>
          <p14:tracePt t="75631" x="2913063" y="4225925"/>
          <p14:tracePt t="75649" x="2787650" y="4287838"/>
          <p14:tracePt t="75674" x="2701925" y="4335463"/>
          <p14:tracePt t="75689" x="2530475" y="4498975"/>
          <p14:tracePt t="75703" x="2452688" y="4576763"/>
          <p14:tracePt t="75719" x="2366963" y="4670425"/>
          <p14:tracePt t="75734" x="2273300" y="4764088"/>
          <p14:tracePt t="75837" x="2460625" y="4584700"/>
          <p14:tracePt t="75863" x="2554288" y="4506913"/>
          <p14:tracePt t="75872" x="2733675" y="4365625"/>
          <p14:tracePt t="75895" x="2952750" y="4210050"/>
          <p14:tracePt t="75904" x="3170238" y="4116388"/>
          <p14:tracePt t="75931" x="3498850" y="4084638"/>
          <p14:tracePt t="75946" x="3725863" y="4170363"/>
          <p14:tracePt t="75969" x="3921125" y="4279900"/>
          <p14:tracePt t="75975" x="4006850" y="4335463"/>
          <p14:tracePt t="75990" x="4116388" y="4437063"/>
          <p14:tracePt t="76005" x="4178300" y="4538663"/>
          <p14:tracePt t="76020" x="4194175" y="4640263"/>
          <p14:tracePt t="76034" x="4186238" y="4733925"/>
          <p14:tracePt t="76050" x="4210050" y="4803775"/>
          <p14:tracePt t="76064" x="4241800" y="4857750"/>
          <p14:tracePt t="76079" x="4279900" y="4913313"/>
          <p14:tracePt t="76110" x="4287838" y="4951413"/>
          <p14:tracePt t="76123" x="4210050" y="5022850"/>
          <p14:tracePt t="76139" x="4140200" y="5030788"/>
          <p14:tracePt t="76154" x="4076700" y="5030788"/>
          <p14:tracePt t="76169" x="3929063" y="5038725"/>
          <p14:tracePt t="76186" x="3827463" y="5060950"/>
          <p14:tracePt t="76201" x="3763963" y="5108575"/>
          <p14:tracePt t="76214" x="3662363" y="5178425"/>
          <p14:tracePt t="76229" x="3576638" y="5202238"/>
          <p14:tracePt t="76244" x="3546475" y="5202238"/>
          <p14:tracePt t="76276" x="3436938" y="5140325"/>
          <p14:tracePt t="76333" x="3514725" y="5170488"/>
          <p14:tracePt t="76352" x="3624263" y="5218113"/>
          <p14:tracePt t="76378" x="3741738" y="5264150"/>
          <p14:tracePt t="76392" x="3843338" y="5303838"/>
          <p14:tracePt t="76407" x="3959225" y="5319713"/>
          <p14:tracePt t="76423" x="4132263" y="5295900"/>
          <p14:tracePt t="76436" x="4162425" y="5287963"/>
          <p14:tracePt t="76441" x="4217988" y="5272088"/>
          <p14:tracePt t="76456" x="4248150" y="5264150"/>
          <p14:tracePt t="76496" x="4186238" y="5280025"/>
          <p14:tracePt t="76507" x="4068763" y="5327650"/>
          <p14:tracePt t="76517" x="3959225" y="5365750"/>
          <p14:tracePt t="76542" x="3857625" y="5421313"/>
          <p14:tracePt t="76559" x="3779838" y="5491163"/>
          <p14:tracePt t="76577" x="3702050" y="5561013"/>
          <p14:tracePt t="76598" x="3648075" y="5592763"/>
          <p14:tracePt t="76644" x="3656013" y="5561013"/>
          <p14:tracePt t="76678" x="3670300" y="5537200"/>
          <p14:tracePt t="76700" x="3694113" y="5514975"/>
          <p14:tracePt t="76719" x="3702050" y="5483225"/>
          <p14:tracePt t="76722" x="3694113" y="5451475"/>
          <p14:tracePt t="76747" x="3670300" y="5413375"/>
          <p14:tracePt t="76762" x="3600450" y="5311775"/>
          <p14:tracePt t="76777" x="3522663" y="5248275"/>
          <p14:tracePt t="76792" x="3467100" y="5186363"/>
          <p14:tracePt t="76808" x="3421063" y="5132388"/>
          <p14:tracePt t="76871" x="3452813" y="5132388"/>
          <p14:tracePt t="76888" x="3482975" y="5170488"/>
          <p14:tracePt t="76906" x="3498850" y="5218113"/>
          <p14:tracePt t="76937" x="3522663" y="5248275"/>
          <p14:tracePt t="76959" x="3568700" y="5264150"/>
          <p14:tracePt t="76971" x="3648075" y="5272088"/>
          <p14:tracePt t="76982" x="3725863" y="5248275"/>
          <p14:tracePt t="76994" x="3803650" y="5226050"/>
          <p14:tracePt t="77011" x="3835400" y="5210175"/>
          <p14:tracePt t="77026" x="3944938" y="5116513"/>
          <p14:tracePt t="77040" x="3998913" y="5053013"/>
          <p14:tracePt t="77054" x="4046538" y="5014913"/>
          <p14:tracePt t="77073" x="4092575" y="4975225"/>
          <p14:tracePt t="77085" x="4154488" y="4959350"/>
          <p14:tracePt t="77112" x="4225925" y="4951413"/>
          <p14:tracePt t="77128" x="4287838" y="4945063"/>
          <p14:tracePt t="77159" x="4287838" y="4967288"/>
          <p14:tracePt t="77168" x="4287838" y="5006975"/>
          <p14:tracePt t="77196" x="4319588" y="5068888"/>
          <p14:tracePt t="77211" x="4467225" y="5154613"/>
          <p14:tracePt t="77236" x="4568825" y="5146675"/>
          <p14:tracePt t="77266" x="4654550" y="5092700"/>
          <p14:tracePt t="77283" x="4740275" y="5030788"/>
          <p14:tracePt t="77309" x="4921250" y="4975225"/>
          <p14:tracePt t="77324" x="4943475" y="4967288"/>
          <p14:tracePt t="77340" x="4975225" y="4951413"/>
          <p14:tracePt t="77383" x="5022850" y="4991100"/>
          <p14:tracePt t="77406" x="5022850" y="4999038"/>
          <p14:tracePt t="77416" x="5045075" y="5053013"/>
          <p14:tracePt t="77431" x="5045075" y="5068888"/>
          <p14:tracePt t="77489" x="5022850" y="5030788"/>
          <p14:tracePt t="77504" x="4999038" y="4999038"/>
          <p14:tracePt t="77509" x="4943475" y="4921250"/>
          <p14:tracePt t="77525" x="4881563" y="4795838"/>
          <p14:tracePt t="77538" x="4827588" y="4662488"/>
          <p14:tracePt t="77559" x="4787900" y="4538663"/>
          <p14:tracePt t="77577" x="4756150" y="4483100"/>
          <p14:tracePt t="77593" x="4718050" y="4475163"/>
          <p14:tracePt t="77611" x="4646613" y="4498975"/>
          <p14:tracePt t="77623" x="4483100" y="4584700"/>
          <p14:tracePt t="77634" x="4451350" y="4616450"/>
          <p14:tracePt t="77642" x="4421188" y="4632325"/>
          <p14:tracePt t="77656" x="4373563" y="4718050"/>
          <p14:tracePt t="77670" x="4357688" y="4749800"/>
          <p14:tracePt t="77687" x="4335463" y="4803775"/>
          <p14:tracePt t="77730" x="4303713" y="4827588"/>
          <p14:tracePt t="77776" x="4327525" y="4803775"/>
          <p14:tracePt t="77792" x="4357688" y="4749800"/>
          <p14:tracePt t="77806" x="4413250" y="4662488"/>
          <p14:tracePt t="77820" x="4498975" y="4600575"/>
          <p14:tracePt t="77836" x="4592638" y="4568825"/>
          <p14:tracePt t="77848" x="4670425" y="4538663"/>
          <p14:tracePt t="77873" x="4710113" y="4514850"/>
          <p14:tracePt t="77882" x="4725988" y="4498975"/>
          <p14:tracePt t="77889" x="4725988" y="4483100"/>
          <p14:tracePt t="77916" x="4616450" y="4429125"/>
          <p14:tracePt t="77938" x="4514850" y="4413250"/>
          <p14:tracePt t="77956" x="4421188" y="4405313"/>
          <p14:tracePt t="77971" x="4241800" y="4389438"/>
          <p14:tracePt t="77986" x="4154488" y="4381500"/>
          <p14:tracePt t="78003" x="3951288" y="4373563"/>
          <p14:tracePt t="78014" x="3819525" y="4381500"/>
          <p14:tracePt t="78031" x="3756025" y="4397375"/>
          <p14:tracePt t="78046" x="3733800" y="4413250"/>
          <p14:tracePt t="78063" x="3632200" y="4452938"/>
          <p14:tracePt t="78075" x="3576638" y="4459288"/>
          <p14:tracePt t="78089" x="3546475" y="4452938"/>
          <p14:tracePt t="78106" x="3490913" y="4429125"/>
          <p14:tracePt t="78123" x="3429000" y="4397375"/>
          <p14:tracePt t="78136" x="3279775" y="4343400"/>
          <p14:tracePt t="78151" x="3163888" y="4327525"/>
          <p14:tracePt t="78172" x="3092450" y="4311650"/>
          <p14:tracePt t="78183" x="3046413" y="4303713"/>
          <p14:tracePt t="78196" x="2974975" y="4279900"/>
          <p14:tracePt t="78209" x="2921000" y="4271963"/>
          <p14:tracePt t="78258" x="2811463" y="4271963"/>
          <p14:tracePt t="78277" x="2693988" y="4287838"/>
          <p14:tracePt t="78299" x="2570163" y="4335463"/>
          <p14:tracePt t="78317" x="2468563" y="4413250"/>
          <p14:tracePt t="78331" x="2420938" y="4522788"/>
          <p14:tracePt t="78345" x="2389188" y="4662488"/>
          <p14:tracePt t="78376" x="2389188" y="4779963"/>
          <p14:tracePt t="78391" x="2436813" y="4881563"/>
          <p14:tracePt t="78420" x="2717800" y="4999038"/>
          <p14:tracePt t="78437" x="2795588" y="5014913"/>
          <p14:tracePt t="78452" x="2913063" y="5030788"/>
          <p14:tracePt t="78469" x="2998788" y="5030788"/>
          <p14:tracePt t="78492" x="3030538" y="5030788"/>
          <p14:tracePt t="78498" x="3070225" y="5030788"/>
          <p14:tracePt t="78585" x="2944813" y="5022850"/>
          <p14:tracePt t="78643" x="2982913" y="4857750"/>
          <p14:tracePt t="78657" x="3038475" y="4749800"/>
          <p14:tracePt t="78676" x="3108325" y="4640263"/>
          <p14:tracePt t="78691" x="3460750" y="4279900"/>
          <p14:tracePt t="78707" x="3640138" y="4116388"/>
          <p14:tracePt t="78719" x="3819525" y="3937000"/>
          <p14:tracePt t="78737" x="3983038" y="3749675"/>
          <p14:tracePt t="78753" x="4052888" y="3648075"/>
          <p14:tracePt t="78769" x="4248150" y="3327400"/>
          <p14:tracePt t="78795" x="4357688" y="3116263"/>
          <p14:tracePt t="78812" x="4405313" y="2998788"/>
          <p14:tracePt t="78826" x="4459288" y="2765425"/>
          <p14:tracePt t="78844" x="4459288" y="2647950"/>
          <p14:tracePt t="78859" x="4429125" y="2530475"/>
          <p14:tracePt t="78873" x="4248150" y="2203450"/>
          <p14:tracePt t="78886" x="4194175" y="2101850"/>
          <p14:tracePt t="78899" x="4108450" y="1874838"/>
          <p14:tracePt t="78918" x="4084638" y="1757363"/>
          <p14:tracePt t="80020" x="1484313" y="593725"/>
          <p14:tracePt t="80048" x="1382713" y="663575"/>
          <p14:tracePt t="80063" x="1289050" y="741363"/>
          <p14:tracePt t="80163" x="1350963" y="850900"/>
          <p14:tracePt t="80193" x="1460500" y="922338"/>
          <p14:tracePt t="80219" x="1671638" y="1023938"/>
          <p14:tracePt t="80230" x="1797050" y="1085850"/>
          <p14:tracePt t="80267" x="2085975" y="1155700"/>
          <p14:tracePt t="80285" x="2147888" y="1171575"/>
          <p14:tracePt t="80295" x="2233613" y="1187450"/>
          <p14:tracePt t="80350" x="2273300" y="1195388"/>
          <p14:tracePt t="80366" x="2319338" y="1203325"/>
          <p14:tracePt t="80382" x="2382838" y="1195388"/>
          <p14:tracePt t="80396" x="2413000" y="1187450"/>
          <p14:tracePt t="80454" x="2444750" y="1195388"/>
          <p14:tracePt t="80484" x="2490788" y="1139825"/>
          <p14:tracePt t="80498" x="2490788" y="1109663"/>
          <p14:tracePt t="80514" x="2484438" y="1077913"/>
          <p14:tracePt t="80529" x="2484438" y="1046163"/>
          <p14:tracePt t="80543" x="2460625" y="984250"/>
          <p14:tracePt t="80574" x="2413000" y="944563"/>
          <p14:tracePt t="80600" x="2389188" y="936625"/>
          <p14:tracePt t="80617" x="2303463" y="922338"/>
          <p14:tracePt t="80626" x="2201863" y="936625"/>
          <p14:tracePt t="80635" x="2132013" y="944563"/>
          <p14:tracePt t="80652" x="2046288" y="936625"/>
          <p14:tracePt t="80667" x="1960563" y="930275"/>
          <p14:tracePt t="80679" x="1928813" y="922338"/>
          <p14:tracePt t="80694" x="1858963" y="906463"/>
          <p14:tracePt t="80709" x="1781175" y="914400"/>
          <p14:tracePt t="80739" x="1757363" y="936625"/>
          <p14:tracePt t="80805" x="1789113" y="936625"/>
          <p14:tracePt t="80819" x="1827213" y="936625"/>
          <p14:tracePt t="80866" x="1866900" y="936625"/>
          <p14:tracePt t="80898" x="1905000" y="936625"/>
          <p14:tracePt t="80941" x="1976438" y="944563"/>
          <p14:tracePt t="80955" x="2038350" y="952500"/>
          <p14:tracePt t="80980" x="2124075" y="968375"/>
          <p14:tracePt t="80998" x="2193925" y="984250"/>
          <p14:tracePt t="81005" x="2241550" y="992188"/>
          <p14:tracePt t="81020" x="2359025" y="1000125"/>
          <p14:tracePt t="81031" x="2428875" y="1000125"/>
          <p14:tracePt t="81060" x="2452688" y="992188"/>
          <p14:tracePt t="81089" x="2468563" y="984250"/>
          <p14:tracePt t="81135" x="2405063" y="960438"/>
          <p14:tracePt t="81150" x="2351088" y="944563"/>
          <p14:tracePt t="81168" x="2257425" y="936625"/>
          <p14:tracePt t="81183" x="2147888" y="930275"/>
          <p14:tracePt t="81197" x="2070100" y="922338"/>
          <p14:tracePt t="81212" x="2038350" y="922338"/>
          <p14:tracePt t="81225" x="1944688" y="906463"/>
          <p14:tracePt t="81300" x="2022475" y="936625"/>
          <p14:tracePt t="81314" x="2116138" y="944563"/>
          <p14:tracePt t="81331" x="2217738" y="936625"/>
          <p14:tracePt t="81345" x="2257425" y="936625"/>
          <p14:tracePt t="81365" x="2366963" y="922338"/>
          <p14:tracePt t="81380" x="2420938" y="922338"/>
          <p14:tracePt t="81394" x="2476500" y="914400"/>
          <p14:tracePt t="81408" x="2506663" y="906463"/>
          <p14:tracePt t="81449" x="2490788" y="874713"/>
          <p14:tracePt t="81463" x="2460625" y="858838"/>
          <p14:tracePt t="81480" x="2366963" y="820738"/>
          <p14:tracePt t="81498" x="2295525" y="796925"/>
          <p14:tracePt t="81514" x="2163763" y="788988"/>
          <p14:tracePt t="81528" x="2124075" y="788988"/>
          <p14:tracePt t="81542" x="2093913" y="804863"/>
          <p14:tracePt t="81556" x="1992313" y="882650"/>
          <p14:tracePt t="81570" x="1905000" y="936625"/>
          <p14:tracePt t="81589" x="1835150" y="968375"/>
          <p14:tracePt t="81603" x="1765300" y="1000125"/>
          <p14:tracePt t="81618" x="1631950" y="1054100"/>
          <p14:tracePt t="81632" x="1609725" y="1069975"/>
          <p14:tracePt t="81646" x="1514475" y="1195388"/>
          <p14:tracePt t="81664" x="1484313" y="1296988"/>
          <p14:tracePt t="81678" x="1460500" y="1350963"/>
          <p14:tracePt t="81708" x="1452563" y="1382713"/>
          <p14:tracePt t="81722" x="1428750" y="1444625"/>
          <p14:tracePt t="81734" x="1428750" y="1484313"/>
          <p14:tracePt t="81749" x="1428750" y="1546225"/>
          <p14:tracePt t="81763" x="1484313" y="1631950"/>
          <p14:tracePt t="81777" x="1577975" y="1695450"/>
          <p14:tracePt t="81793" x="1647825" y="1741488"/>
          <p14:tracePt t="81808" x="1679575" y="1765300"/>
          <p14:tracePt t="81825" x="1709738" y="1781175"/>
          <p14:tracePt t="81839" x="1811338" y="1851025"/>
          <p14:tracePt t="81854" x="1882775" y="1898650"/>
          <p14:tracePt t="81870" x="1960563" y="1928813"/>
          <p14:tracePt t="81886" x="1992313" y="1944688"/>
          <p14:tracePt t="81901" x="2132013" y="1992313"/>
          <p14:tracePt t="81913" x="2273300" y="2046288"/>
          <p14:tracePt t="81928" x="2303463" y="2054225"/>
          <p14:tracePt t="81944" x="2374900" y="2078038"/>
          <p14:tracePt t="81959" x="2506663" y="2085975"/>
          <p14:tracePt t="81974" x="2616200" y="2070100"/>
          <p14:tracePt t="81991" x="2741613" y="2038350"/>
          <p14:tracePt t="82002" x="2795588" y="2014538"/>
          <p14:tracePt t="82007" x="2819400" y="2000250"/>
          <p14:tracePt t="82021" x="2881313" y="1936750"/>
          <p14:tracePt t="82036" x="2913063" y="1858963"/>
          <p14:tracePt t="82052" x="2921000" y="1812925"/>
          <p14:tracePt t="82064" x="2913063" y="1725613"/>
          <p14:tracePt t="82080" x="2889250" y="1639888"/>
          <p14:tracePt t="82095" x="2859088" y="1570038"/>
          <p14:tracePt t="82109" x="2819400" y="1452563"/>
          <p14:tracePt t="82126" x="2803525" y="1420813"/>
          <p14:tracePt t="82136" x="2787650" y="1390650"/>
          <p14:tracePt t="82153" x="2717800" y="1312863"/>
          <p14:tracePt t="82166" x="2671763" y="1289050"/>
          <p14:tracePt t="82184" x="2592388" y="1281113"/>
          <p14:tracePt t="82196" x="2522538" y="1281113"/>
          <p14:tracePt t="82212" x="2397125" y="1312863"/>
          <p14:tracePt t="82225" x="2327275" y="1327150"/>
          <p14:tracePt t="82241" x="2265363" y="1366838"/>
          <p14:tracePt t="82256" x="2217738" y="1492250"/>
          <p14:tracePt t="82274" x="2193925" y="1554163"/>
          <p14:tracePt t="82287" x="2139950" y="1647825"/>
          <p14:tracePt t="82301" x="2100263" y="1711325"/>
          <p14:tracePt t="82318" x="2093913" y="1781175"/>
          <p14:tracePt t="82333" x="2100263" y="1812925"/>
          <p14:tracePt t="82347" x="2179638" y="1874838"/>
          <p14:tracePt t="82378" x="2265363" y="1936750"/>
          <p14:tracePt t="82395" x="2289175" y="1952625"/>
          <p14:tracePt t="82411" x="2366963" y="2000250"/>
          <p14:tracePt t="82427" x="2452688" y="2062163"/>
          <p14:tracePt t="82440" x="2506663" y="2078038"/>
          <p14:tracePt t="82468" x="2554288" y="2101850"/>
          <p14:tracePt t="82499" x="2663825" y="2108200"/>
          <p14:tracePt t="82515" x="2741613" y="2070100"/>
          <p14:tracePt t="82531" x="2827338" y="2008188"/>
          <p14:tracePt t="82547" x="2897188" y="1944688"/>
          <p14:tracePt t="82561" x="2952750" y="1866900"/>
          <p14:tracePt t="82575" x="2974975" y="1812925"/>
          <p14:tracePt t="82590" x="2990850" y="1781175"/>
          <p14:tracePt t="82605" x="3014663" y="1624013"/>
          <p14:tracePt t="82621" x="3014663" y="1546225"/>
          <p14:tracePt t="82638" x="3014663" y="1516063"/>
          <p14:tracePt t="82651" x="2990850" y="1420813"/>
          <p14:tracePt t="82668" x="2881313" y="1335088"/>
          <p14:tracePt t="82680" x="2811463" y="1320800"/>
          <p14:tracePt t="82692" x="2741613" y="1327150"/>
          <p14:tracePt t="82705" x="2647950" y="1350963"/>
          <p14:tracePt t="82722" x="2584450" y="1374775"/>
          <p14:tracePt t="82737" x="2428875" y="1436688"/>
          <p14:tracePt t="82750" x="2389188" y="1452563"/>
          <p14:tracePt t="82770" x="2366963" y="1452563"/>
          <p14:tracePt t="82826" x="2327275" y="1398588"/>
          <p14:tracePt t="82841" x="2327275" y="1335088"/>
          <p14:tracePt t="82858" x="2327275" y="1312863"/>
          <p14:tracePt t="82873" x="2343150" y="1257300"/>
          <p14:tracePt t="82887" x="2343150" y="1225550"/>
          <p14:tracePt t="82903" x="2343150" y="1195388"/>
          <p14:tracePt t="82916" x="2327275" y="1171575"/>
          <p14:tracePt t="82947" x="2257425" y="1147763"/>
          <p14:tracePt t="82961" x="2225675" y="1139825"/>
          <p14:tracePt t="82977" x="2155825" y="1125538"/>
          <p14:tracePt t="82992" x="2124075" y="1125538"/>
          <p14:tracePt t="83006" x="2070100" y="1093788"/>
          <p14:tracePt t="83022" x="2022475" y="1069975"/>
          <p14:tracePt t="83105" x="2038350" y="944563"/>
          <p14:tracePt t="83194" x="1944688" y="866775"/>
          <p14:tracePt t="83210" x="1874838" y="828675"/>
          <p14:tracePt t="83233" x="1647825" y="842963"/>
          <p14:tracePt t="83247" x="1530350" y="874713"/>
          <p14:tracePt t="83262" x="1414463" y="898525"/>
          <p14:tracePt t="83276" x="1241425" y="936625"/>
          <p14:tracePt t="83291" x="1179513" y="960438"/>
          <p14:tracePt t="83323" x="1139825" y="984250"/>
          <p14:tracePt t="83338" x="1117600" y="1000125"/>
          <p14:tracePt t="83367" x="1147763" y="984250"/>
          <p14:tracePt t="83384" x="1187450" y="968375"/>
          <p14:tracePt t="83399" x="1249363" y="944563"/>
          <p14:tracePt t="83427" x="1319213" y="944563"/>
          <p14:tracePt t="83442" x="1382713" y="952500"/>
          <p14:tracePt t="83456" x="1444625" y="968375"/>
          <p14:tracePt t="83473" x="1508125" y="1000125"/>
          <p14:tracePt t="83490" x="1538288" y="1008063"/>
          <p14:tracePt t="83501" x="1601788" y="1030288"/>
          <p14:tracePt t="83517" x="1647825" y="1038225"/>
          <p14:tracePt t="83532" x="1741488" y="1062038"/>
          <p14:tracePt t="83547" x="1804988" y="1077913"/>
          <p14:tracePt t="83561" x="1835150" y="1085850"/>
          <p14:tracePt t="83576" x="1890713" y="1109663"/>
          <p14:tracePt t="83592" x="1952625" y="1139825"/>
          <p14:tracePt t="83609" x="1976438" y="1147763"/>
          <p14:tracePt t="83623" x="2006600" y="1163638"/>
          <p14:tracePt t="83639" x="2124075" y="1171575"/>
          <p14:tracePt t="83654" x="2225675" y="1147763"/>
          <p14:tracePt t="83669" x="2257425" y="1139825"/>
          <p14:tracePt t="83684" x="2281238" y="1131888"/>
          <p14:tracePt t="83698" x="2311400" y="1131888"/>
          <p14:tracePt t="83749" x="2374900" y="1147763"/>
          <p14:tracePt t="83819" x="2335213" y="1195388"/>
          <p14:tracePt t="83836" x="2319338" y="1211263"/>
          <p14:tracePt t="83850" x="2289175" y="1233488"/>
          <p14:tracePt t="83865" x="2233613" y="1257300"/>
          <p14:tracePt t="83878" x="2163763" y="1296988"/>
          <p14:tracePt t="83894" x="2100263" y="1335088"/>
          <p14:tracePt t="83908" x="2030413" y="1382713"/>
          <p14:tracePt t="83923" x="1960563" y="1452563"/>
          <p14:tracePt t="83940" x="1898650" y="1522413"/>
          <p14:tracePt t="83951" x="1882775" y="1546225"/>
          <p14:tracePt t="83968" x="1843088" y="1609725"/>
          <p14:tracePt t="83982" x="1827213" y="1631950"/>
          <p14:tracePt t="83998" x="1819275" y="1663700"/>
          <p14:tracePt t="84012" x="1804988" y="1687513"/>
          <p14:tracePt t="84027" x="1811338" y="1717675"/>
          <p14:tracePt t="84042" x="1819275" y="1773238"/>
          <p14:tracePt t="84059" x="1827213" y="1797050"/>
          <p14:tracePt t="84073" x="1835150" y="1843088"/>
          <p14:tracePt t="84089" x="1851025" y="1858963"/>
          <p14:tracePt t="84104" x="1905000" y="1890713"/>
          <p14:tracePt t="84118" x="1984375" y="1912938"/>
          <p14:tracePt t="84141" x="2054225" y="1920875"/>
          <p14:tracePt t="84157" x="2116138" y="1928813"/>
          <p14:tracePt t="84182" x="2139950" y="1928813"/>
          <p14:tracePt t="84197" x="2225675" y="1920875"/>
          <p14:tracePt t="84231" x="2209800" y="1906588"/>
          <p14:tracePt t="84246" x="2171700" y="1882775"/>
          <p14:tracePt t="84261" x="2108200" y="1858963"/>
          <p14:tracePt t="84278" x="2046288" y="1835150"/>
          <p14:tracePt t="84293" x="2000250" y="1812925"/>
          <p14:tracePt t="84308" x="1920875" y="1781175"/>
          <p14:tracePt t="84329" x="1843088" y="1725613"/>
          <p14:tracePt t="84338" x="1811338" y="1695450"/>
          <p14:tracePt t="84352" x="1749425" y="1624013"/>
          <p14:tracePt t="84367" x="1733550" y="1522413"/>
          <p14:tracePt t="84394" x="1733550" y="1492250"/>
          <p14:tracePt t="84409" x="1773238" y="1374775"/>
          <p14:tracePt t="84427" x="1898650" y="1241425"/>
          <p14:tracePt t="84440" x="1928813" y="1225550"/>
          <p14:tracePt t="84458" x="1992313" y="1233488"/>
          <p14:tracePt t="84471" x="2070100" y="1241425"/>
          <p14:tracePt t="84484" x="2217738" y="1233488"/>
          <p14:tracePt t="84515" x="2319338" y="1233488"/>
          <p14:tracePt t="84528" x="2522538" y="1219200"/>
          <p14:tracePt t="84541" x="2562225" y="1203325"/>
          <p14:tracePt t="84547" x="2632075" y="1187450"/>
          <p14:tracePt t="84563" x="2655888" y="1179513"/>
          <p14:tracePt t="84602" x="2686050" y="1187450"/>
          <p14:tracePt t="84612" x="2693988" y="1257300"/>
          <p14:tracePt t="84631" x="2686050" y="1296988"/>
          <p14:tracePt t="84648" x="2538413" y="1500188"/>
          <p14:tracePt t="84666" x="2413000" y="1616075"/>
          <p14:tracePt t="84683" x="2289175" y="1703388"/>
          <p14:tracePt t="84697" x="2179638" y="1765300"/>
          <p14:tracePt t="84709" x="2093913" y="1804988"/>
          <p14:tracePt t="84727" x="2062163" y="1819275"/>
          <p14:tracePt t="84755" x="1952625" y="1851025"/>
          <p14:tracePt t="84770" x="1858963" y="1882775"/>
          <p14:tracePt t="84843" x="1804988" y="1920875"/>
          <p14:tracePt t="84877" x="1741488" y="1936750"/>
          <p14:tracePt t="84893" x="1709738" y="1936750"/>
          <p14:tracePt t="84912" x="1679575" y="1944688"/>
          <p14:tracePt t="84927" x="1616075" y="1936750"/>
          <p14:tracePt t="84940" x="1484313" y="1912938"/>
          <p14:tracePt t="84956" x="1452563" y="1898650"/>
          <p14:tracePt t="84982" x="1390650" y="1819275"/>
          <p14:tracePt t="84992" x="1382713" y="1789113"/>
          <p14:tracePt t="85000" x="1374775" y="1757363"/>
          <p14:tracePt t="85012" x="1366838" y="1717675"/>
          <p14:tracePt t="85026" x="1343025" y="1655763"/>
          <p14:tracePt t="85041" x="1319213" y="1577975"/>
          <p14:tracePt t="85081" x="1319213" y="1428750"/>
          <p14:tracePt t="85090" x="1327150" y="1358900"/>
          <p14:tracePt t="85118" x="1335088" y="1335088"/>
          <p14:tracePt t="85132" x="1350963" y="1249363"/>
          <p14:tracePt t="85163" x="1358900" y="1219200"/>
          <p14:tracePt t="85176" x="1374775" y="1147763"/>
          <p14:tracePt t="85191" x="1382713" y="1117600"/>
          <p14:tracePt t="85207" x="1390650" y="1085850"/>
          <p14:tracePt t="85224" x="1406525" y="1054100"/>
          <p14:tracePt t="85239" x="1414463" y="1023938"/>
          <p14:tracePt t="85313" x="1414463" y="1054100"/>
          <p14:tracePt t="85356" x="1420813" y="1085850"/>
          <p14:tracePt t="85386" x="1420813" y="1117600"/>
          <p14:tracePt t="85419" x="1428750" y="1147763"/>
          <p14:tracePt t="85439" x="1538288" y="1219200"/>
          <p14:tracePt t="85449" x="1570038" y="1225550"/>
          <p14:tracePt t="85472" x="1601788" y="1241425"/>
          <p14:tracePt t="85493" x="1671638" y="1249363"/>
          <p14:tracePt t="85792" x="1647825" y="1312863"/>
          <p14:tracePt t="85809" x="1639888" y="1335088"/>
          <p14:tracePt t="85868" x="1663700" y="1350963"/>
          <p14:tracePt t="85884" x="1725613" y="1366838"/>
          <p14:tracePt t="85898" x="1797050" y="1382713"/>
          <p14:tracePt t="85915" x="1866900" y="1390650"/>
          <p14:tracePt t="85929" x="1944688" y="1390650"/>
          <p14:tracePt t="85944" x="2038350" y="1390650"/>
          <p14:tracePt t="85957" x="2139950" y="1398588"/>
          <p14:tracePt t="85973" x="2209800" y="1398588"/>
          <p14:tracePt t="85986" x="2233613" y="1398588"/>
          <p14:tracePt t="86019" x="2249488" y="1390650"/>
          <p14:tracePt t="86049" x="2233613" y="1420813"/>
          <p14:tracePt t="86064" x="2187575" y="1484313"/>
          <p14:tracePt t="86079" x="2147888" y="1538288"/>
          <p14:tracePt t="86106" x="2093913" y="1601788"/>
          <p14:tracePt t="86133" x="2062163" y="1609725"/>
          <p14:tracePt t="86146" x="2030413" y="1624013"/>
          <p14:tracePt t="86161" x="1968500" y="1655763"/>
          <p14:tracePt t="86181" x="1944688" y="1663700"/>
          <p14:tracePt t="86227" x="1882775" y="1655763"/>
          <p14:tracePt t="86261" x="1819275" y="1639888"/>
          <p14:tracePt t="86275" x="1773238" y="1601788"/>
          <p14:tracePt t="86286" x="1749425" y="1577975"/>
          <p14:tracePt t="86303" x="1733550" y="1546225"/>
          <p14:tracePt t="86320" x="1717675" y="1522413"/>
          <p14:tracePt t="86336" x="1709738" y="1484313"/>
          <p14:tracePt t="86359" x="1703388" y="1460500"/>
          <p14:tracePt t="86365" x="1703388" y="1420813"/>
          <p14:tracePt t="86390" x="1709738" y="1390650"/>
          <p14:tracePt t="86424" x="1717675" y="1366838"/>
          <p14:tracePt t="86438" x="1717675" y="1343025"/>
          <p14:tracePt t="86467" x="1717675" y="1320800"/>
          <p14:tracePt t="86526" x="1725613" y="1296988"/>
          <p14:tracePt t="86560" x="1741488" y="1265238"/>
          <p14:tracePt t="86580" x="1749425" y="1233488"/>
          <p14:tracePt t="86590" x="1757363" y="1203325"/>
          <p14:tracePt t="86603" x="1781175" y="1179513"/>
          <p14:tracePt t="86633" x="1827213" y="1125538"/>
          <p14:tracePt t="86649" x="1858963" y="1101725"/>
          <p14:tracePt t="86662" x="1905000" y="1062038"/>
          <p14:tracePt t="86752" x="1874838" y="1069975"/>
          <p14:tracePt t="86772" x="1851025" y="1077913"/>
          <p14:tracePt t="86786" x="1804988" y="1131888"/>
          <p14:tracePt t="86806" x="1781175" y="1155700"/>
          <p14:tracePt t="86825" x="1733550" y="1211263"/>
          <p14:tracePt t="86888" x="1773238" y="1211263"/>
          <p14:tracePt t="86913" x="1843088" y="1203325"/>
          <p14:tracePt t="86918" x="1912938" y="1187450"/>
          <p14:tracePt t="86978" x="1858963" y="1241425"/>
          <p14:tracePt t="86997" x="1843088" y="1265238"/>
          <p14:tracePt t="87016" x="1757363" y="1335088"/>
          <p14:tracePt t="87026" x="1741488" y="1358900"/>
          <p14:tracePt t="87048" x="1717675" y="1382713"/>
          <p14:tracePt t="87188" x="1695450" y="1390650"/>
          <p14:tracePt t="87207" x="1671638" y="1414463"/>
          <p14:tracePt t="87222" x="1655763" y="1428750"/>
          <p14:tracePt t="87238" x="1631950" y="1436688"/>
          <p14:tracePt t="87278" x="1616075" y="1406525"/>
          <p14:tracePt t="87367" x="1647825" y="1350963"/>
          <p14:tracePt t="87398" x="1655763" y="1335088"/>
          <p14:tracePt t="87578" x="1647825" y="1312863"/>
          <p14:tracePt t="87818" x="1679575" y="1296988"/>
          <p14:tracePt t="87833" x="1733550" y="1281113"/>
          <p14:tracePt t="87851" x="1797050" y="1265238"/>
          <p14:tracePt t="87866" x="1835150" y="1265238"/>
          <p14:tracePt t="87881" x="1874838" y="1265238"/>
          <p14:tracePt t="87895" x="1905000" y="1265238"/>
          <p14:tracePt t="87910" x="1936750" y="1265238"/>
          <p14:tracePt t="87940" x="2022475" y="1289050"/>
          <p14:tracePt t="87955" x="2078038" y="1304925"/>
          <p14:tracePt t="87969" x="2163763" y="1304925"/>
          <p14:tracePt t="87985" x="2233613" y="1304925"/>
          <p14:tracePt t="87999" x="2265363" y="1304925"/>
          <p14:tracePt t="88016" x="2327275" y="1273175"/>
          <p14:tracePt t="88031" x="2382838" y="1241425"/>
          <p14:tracePt t="88056" x="2405063" y="1233488"/>
          <p14:tracePt t="88075" x="2506663" y="1195388"/>
          <p14:tracePt t="88089" x="2570163" y="1171575"/>
          <p14:tracePt t="88102" x="2600325" y="1155700"/>
          <p14:tracePt t="88122" x="2655888" y="1117600"/>
          <p14:tracePt t="88147" x="2686050" y="1117600"/>
          <p14:tracePt t="88168" x="2701925" y="1131888"/>
          <p14:tracePt t="88209" x="2733675" y="1147763"/>
          <p14:tracePt t="88238" x="2827338" y="1171575"/>
          <p14:tracePt t="88270" x="2867025" y="1171575"/>
          <p14:tracePt t="88298" x="2897188" y="1171575"/>
          <p14:tracePt t="88328" x="2913063" y="1147763"/>
          <p14:tracePt t="88361" x="2897188" y="1125538"/>
          <p14:tracePt t="88378" x="2795588" y="1093788"/>
          <p14:tracePt t="88398" x="2647950" y="1101725"/>
          <p14:tracePt t="88418" x="2554288" y="1117600"/>
          <p14:tracePt t="88435" x="2498725" y="1139825"/>
          <p14:tracePt t="88448" x="2476500" y="1163638"/>
          <p14:tracePt t="88469" x="2436813" y="1171575"/>
          <p14:tracePt t="88483" x="2374900" y="1163638"/>
          <p14:tracePt t="88497" x="2351088" y="1155700"/>
          <p14:tracePt t="88511" x="2327275" y="1139825"/>
          <p14:tracePt t="88553" x="2289175" y="1093788"/>
          <p14:tracePt t="88570" x="2273300" y="1062038"/>
          <p14:tracePt t="88585" x="2257425" y="1038225"/>
          <p14:tracePt t="88602" x="2225675" y="992188"/>
          <p14:tracePt t="88663" x="2225675" y="968375"/>
          <p14:tracePt t="88691" x="2233613" y="944563"/>
          <p14:tracePt t="88743" x="2295525" y="914400"/>
          <p14:tracePt t="88764" x="2351088" y="898525"/>
          <p14:tracePt t="88782" x="2405063" y="898525"/>
          <p14:tracePt t="88808" x="2436813" y="906463"/>
          <p14:tracePt t="88823" x="2538413" y="922338"/>
          <p14:tracePt t="88856" x="2578100" y="930275"/>
          <p14:tracePt t="88881" x="2663825" y="1000125"/>
          <p14:tracePt t="88886" x="2725738" y="1054100"/>
          <p14:tracePt t="88900" x="2765425" y="1101725"/>
          <p14:tracePt t="88916" x="2803525" y="1195388"/>
          <p14:tracePt t="88930" x="2803525" y="1219200"/>
          <p14:tracePt t="88948" x="2803525" y="1241425"/>
          <p14:tracePt t="88961" x="2779713" y="1289050"/>
          <p14:tracePt t="88978" x="2765425" y="1304925"/>
          <p14:tracePt t="88989" x="2749550" y="1320800"/>
          <p14:tracePt t="89010" x="2725738" y="1343025"/>
          <p14:tracePt t="89021" x="2640013" y="1398588"/>
          <p14:tracePt t="89039" x="2600325" y="1420813"/>
          <p14:tracePt t="89050" x="2554288" y="1420813"/>
          <p14:tracePt t="89066" x="2506663" y="1428750"/>
          <p14:tracePt t="89079" x="2484438" y="1428750"/>
          <p14:tracePt t="89094" x="2452688" y="1420813"/>
          <p14:tracePt t="89107" x="2351088" y="1374775"/>
          <p14:tracePt t="89119" x="2303463" y="1343025"/>
          <p14:tracePt t="89135" x="2273300" y="1312863"/>
          <p14:tracePt t="89166" x="2265363" y="1281113"/>
          <p14:tracePt t="89181" x="2273300" y="1219200"/>
          <p14:tracePt t="89212" x="2265363" y="1179513"/>
          <p14:tracePt t="89227" x="2265363" y="1109663"/>
          <p14:tracePt t="89257" x="2289175" y="1077913"/>
          <p14:tracePt t="89269" x="2351088" y="1030288"/>
          <p14:tracePt t="89276" x="2374900" y="1016000"/>
          <p14:tracePt t="89286" x="2397125" y="1000125"/>
          <p14:tracePt t="89301" x="2460625" y="984250"/>
          <p14:tracePt t="89316" x="2490788" y="976313"/>
          <p14:tracePt t="89332" x="2522538" y="976313"/>
          <p14:tracePt t="89346" x="2562225" y="976313"/>
          <p14:tracePt t="89361" x="2624138" y="1016000"/>
          <p14:tracePt t="89393" x="2663825" y="1093788"/>
          <p14:tracePt t="89406" x="2640013" y="1155700"/>
          <p14:tracePt t="89421" x="2632075" y="1187450"/>
          <p14:tracePt t="89436" x="2584450" y="1225550"/>
          <p14:tracePt t="89452" x="2546350" y="1241425"/>
          <p14:tracePt t="89468" x="2522538" y="1257300"/>
          <p14:tracePt t="89484" x="2490788" y="1265238"/>
          <p14:tracePt t="89590" x="2514600" y="1241425"/>
          <p14:tracePt t="89635" x="2546350" y="1233488"/>
          <p14:tracePt t="89679" x="2578100" y="1233488"/>
          <p14:tracePt t="89710" x="2608263" y="1241425"/>
          <p14:tracePt t="89741" x="2663825" y="1289050"/>
          <p14:tracePt t="89756" x="2693988" y="1327150"/>
          <p14:tracePt t="89770" x="2717800" y="1358900"/>
          <p14:tracePt t="89785" x="2733675" y="1382713"/>
          <p14:tracePt t="89802" x="2765425" y="1436688"/>
          <p14:tracePt t="89816" x="2779713" y="1500188"/>
          <p14:tracePt t="89829" x="2765425" y="1570038"/>
          <p14:tracePt t="89843" x="2741613" y="1601788"/>
          <p14:tracePt t="89870" x="2725738" y="1631950"/>
          <p14:tracePt t="89877" x="2709863" y="1655763"/>
          <p14:tracePt t="89889" x="2693988" y="1679575"/>
          <p14:tracePt t="89952" x="2671763" y="1663700"/>
          <p14:tracePt t="89968" x="2647950" y="1647825"/>
          <p14:tracePt t="89982" x="2624138" y="1631950"/>
          <p14:tracePt t="90041" x="2647950" y="1624013"/>
          <p14:tracePt t="90086" x="2733675" y="1538288"/>
          <p14:tracePt t="90117" x="2851150" y="1428750"/>
          <p14:tracePt t="90132" x="2881313" y="1414463"/>
          <p14:tracePt t="90145" x="2913063" y="1398588"/>
          <p14:tracePt t="90176" x="2944813" y="1390650"/>
          <p14:tracePt t="90204" x="3006725" y="1406525"/>
          <p14:tracePt t="90218" x="3038475" y="1406525"/>
          <p14:tracePt t="90244" x="3062288" y="1414463"/>
          <p14:tracePt t="90295" x="3100388" y="1428750"/>
          <p14:tracePt t="90314" x="3124200" y="1436688"/>
          <p14:tracePt t="90341" x="3155950" y="1452563"/>
          <p14:tracePt t="90355" x="3225800" y="1522413"/>
          <p14:tracePt t="90374" x="3249613" y="1546225"/>
          <p14:tracePt t="90401" x="3265488" y="1585913"/>
          <p14:tracePt t="90418" x="3279775" y="1639888"/>
          <p14:tracePt t="90433" x="3279775" y="1711325"/>
          <p14:tracePt t="90446" x="3271838" y="1773238"/>
          <p14:tracePt t="90462" x="3271838" y="1804988"/>
          <p14:tracePt t="90480" x="3265488" y="1835150"/>
          <p14:tracePt t="90504" x="3257550" y="1851025"/>
          <p14:tracePt t="90517" x="3186113" y="1851025"/>
          <p14:tracePt t="90535" x="3155950" y="1851025"/>
          <p14:tracePt t="90548" x="3084513" y="1858963"/>
          <p14:tracePt t="90553" x="3014663" y="1866900"/>
          <p14:tracePt t="90566" x="2921000" y="1882775"/>
          <p14:tracePt t="90581" x="2851150" y="1890713"/>
          <p14:tracePt t="90595" x="2779713" y="1906588"/>
          <p14:tracePt t="90622" x="2741613" y="1906588"/>
          <p14:tracePt t="90631" x="2647950" y="1928813"/>
          <p14:tracePt t="90644" x="2584450" y="1944688"/>
          <p14:tracePt t="90670" x="2522538" y="1960563"/>
          <p14:tracePt t="90685" x="2490788" y="1968500"/>
          <p14:tracePt t="90698" x="2413000" y="1976438"/>
          <p14:tracePt t="90702" x="2343150" y="1984375"/>
          <p14:tracePt t="90717" x="2281238" y="1984375"/>
          <p14:tracePt t="90821" x="2389188" y="1920875"/>
          <p14:tracePt t="90847" x="2460625" y="1882775"/>
          <p14:tracePt t="90853" x="2578100" y="1843088"/>
          <p14:tracePt t="90869" x="2655888" y="1819275"/>
          <p14:tracePt t="90883" x="2717800" y="1789113"/>
          <p14:tracePt t="90898" x="2787650" y="1757363"/>
          <p14:tracePt t="90913" x="2859088" y="1725613"/>
          <p14:tracePt t="90928" x="2921000" y="1687513"/>
          <p14:tracePt t="90945" x="2944813" y="1671638"/>
          <p14:tracePt t="90959" x="2960688" y="1647825"/>
          <p14:tracePt t="90972" x="2974975" y="1624013"/>
          <p14:tracePt t="91004" x="2960688" y="1601788"/>
          <p14:tracePt t="91019" x="2905125" y="1570038"/>
          <p14:tracePt t="91034" x="2881313" y="1562100"/>
          <p14:tracePt t="91048" x="2819400" y="1570038"/>
          <p14:tracePt t="91062" x="2787650" y="1585913"/>
          <p14:tracePt t="91106" x="2757488" y="1601788"/>
          <p14:tracePt t="91121" x="2725738" y="1609725"/>
          <p14:tracePt t="91133" x="2693988" y="1616075"/>
          <p14:tracePt t="91183" x="2795588" y="1609725"/>
          <p14:tracePt t="91199" x="2827338" y="1601788"/>
          <p14:tracePt t="91213" x="2928938" y="1570038"/>
          <p14:tracePt t="91228" x="2990850" y="1546225"/>
          <p14:tracePt t="91242" x="3046413" y="1516063"/>
          <p14:tracePt t="91333" x="2974975" y="1530350"/>
          <p14:tracePt t="91355" x="2913063" y="1546225"/>
          <p14:tracePt t="91366" x="2843213" y="1546225"/>
          <p14:tracePt t="91378" x="2811463" y="1554163"/>
          <p14:tracePt t="91396" x="2787650" y="1554163"/>
          <p14:tracePt t="91417" x="2749550" y="1546225"/>
          <p14:tracePt t="91436" x="2725738" y="1530350"/>
          <p14:tracePt t="91451" x="2671763" y="1484313"/>
          <p14:tracePt t="91466" x="2570163" y="1398588"/>
          <p14:tracePt t="91483" x="2522538" y="1374775"/>
          <p14:tracePt t="91526" x="2522538" y="1350963"/>
          <p14:tracePt t="91554" x="2546350" y="1327150"/>
          <p14:tracePt t="91565" x="2562225" y="1320800"/>
          <p14:tracePt t="91589" x="2592388" y="1312863"/>
          <p14:tracePt t="91613" x="2655888" y="1312863"/>
          <p14:tracePt t="91636" x="2749550" y="1343025"/>
          <p14:tracePt t="91650" x="2773363" y="1350963"/>
          <p14:tracePt t="91671" x="2851150" y="1406525"/>
          <p14:tracePt t="91698" x="2867025" y="1428750"/>
          <p14:tracePt t="91715" x="2889250" y="1492250"/>
          <p14:tracePt t="91740" x="2905125" y="1562100"/>
          <p14:tracePt t="91755" x="2905125" y="1601788"/>
          <p14:tracePt t="91769" x="2913063" y="1655763"/>
          <p14:tracePt t="91784" x="2905125" y="1711325"/>
          <p14:tracePt t="91797" x="2905125" y="1749425"/>
          <p14:tracePt t="91843" x="2921000" y="1773238"/>
          <p14:tracePt t="91873" x="2936875" y="1804988"/>
          <p14:tracePt t="91890" x="2936875" y="1827213"/>
          <p14:tracePt t="92022" x="2998788" y="1812925"/>
          <p14:tracePt t="92055" x="3022600" y="1804988"/>
          <p14:tracePt t="92070" x="3054350" y="1797050"/>
          <p14:tracePt t="92093" x="3076575" y="1781175"/>
          <p14:tracePt t="92106" x="3148013" y="1773238"/>
          <p14:tracePt t="92116" x="3186113" y="1773238"/>
          <p14:tracePt t="92131" x="3265488" y="1827213"/>
          <p14:tracePt t="92146" x="3287713" y="1851025"/>
          <p14:tracePt t="92159" x="3335338" y="1890713"/>
          <p14:tracePt t="92175" x="3359150" y="1906588"/>
          <p14:tracePt t="92185" x="3389313" y="1920875"/>
          <p14:tracePt t="92205" x="3444875" y="1944688"/>
          <p14:tracePt t="92219" x="3475038" y="1952625"/>
          <p14:tracePt t="92233" x="3554413" y="1952625"/>
          <p14:tracePt t="92246" x="3584575" y="1952625"/>
          <p14:tracePt t="92265" x="3648075" y="1944688"/>
          <p14:tracePt t="92277" x="3702050" y="1920875"/>
          <p14:tracePt t="92292" x="3733800" y="1912938"/>
          <p14:tracePt t="92308" x="3763963" y="1906588"/>
          <p14:tracePt t="92324" x="3827463" y="1874838"/>
          <p14:tracePt t="92338" x="3881438" y="1835150"/>
          <p14:tracePt t="92355" x="3913188" y="1812925"/>
          <p14:tracePt t="92369" x="3959225" y="1773238"/>
          <p14:tracePt t="92381" x="3975100" y="1741488"/>
          <p14:tracePt t="92400" x="4014788" y="1695450"/>
          <p14:tracePt t="92415" x="4038600" y="1671638"/>
          <p14:tracePt t="92429" x="4052888" y="1655763"/>
          <p14:tracePt t="92459" x="4092575" y="1616075"/>
          <p14:tracePt t="92486" x="4162425" y="1546225"/>
          <p14:tracePt t="92500" x="4186238" y="1516063"/>
          <p14:tracePt t="92518" x="4202113" y="1492250"/>
          <p14:tracePt t="92533" x="4225925" y="1468438"/>
          <p14:tracePt t="92548" x="4271963" y="1420813"/>
          <p14:tracePt t="92576" x="4341813" y="1350963"/>
          <p14:tracePt t="92591" x="4357688" y="1335088"/>
          <p14:tracePt t="92609" x="4389438" y="1289050"/>
          <p14:tracePt t="92623" x="4421188" y="1241425"/>
          <p14:tracePt t="92651" x="4443413" y="1219200"/>
          <p14:tracePt t="92657" x="4475163" y="1195388"/>
          <p14:tracePt t="92672" x="4498975" y="1187450"/>
          <p14:tracePt t="92684" x="4560888" y="1163638"/>
          <p14:tracePt t="92697" x="4600575" y="1155700"/>
          <p14:tracePt t="92726" x="4662488" y="1117600"/>
          <p14:tracePt t="92742" x="4694238" y="1093788"/>
          <p14:tracePt t="92761" x="4725988" y="1077913"/>
          <p14:tracePt t="92773" x="4772025" y="1046163"/>
          <p14:tracePt t="92787" x="4803775" y="1038225"/>
          <p14:tracePt t="92808" x="4841875" y="1038225"/>
          <p14:tracePt t="92821" x="4951413" y="1030288"/>
          <p14:tracePt t="92833" x="5022850" y="1023938"/>
          <p14:tracePt t="92847" x="5053013" y="1016000"/>
          <p14:tracePt t="92865" x="5138738" y="984250"/>
          <p14:tracePt t="92880" x="5170488" y="984250"/>
          <p14:tracePt t="92892" x="5232400" y="968375"/>
          <p14:tracePt t="92910" x="5264150" y="968375"/>
          <p14:tracePt t="92924" x="5295900" y="960438"/>
          <p14:tracePt t="92937" x="5326063" y="944563"/>
          <p14:tracePt t="92965" x="5349875" y="922338"/>
          <p14:tracePt t="93012" x="5365750" y="898525"/>
          <p14:tracePt t="93026" x="5389563" y="882650"/>
          <p14:tracePt t="93061" x="5413375" y="866775"/>
          <p14:tracePt t="93119" x="5381625" y="842963"/>
          <p14:tracePt t="93135" x="5326063" y="820738"/>
          <p14:tracePt t="93152" x="5264150" y="812800"/>
          <p14:tracePt t="93166" x="5232400" y="812800"/>
          <p14:tracePt t="93189" x="5194300" y="812800"/>
          <p14:tracePt t="93198" x="5130800" y="828675"/>
          <p14:tracePt t="93219" x="5060950" y="842963"/>
          <p14:tracePt t="93227" x="4991100" y="858838"/>
          <p14:tracePt t="93240" x="4921250" y="882650"/>
          <p14:tracePt t="93257" x="4897438" y="890588"/>
          <p14:tracePt t="93272" x="4827588" y="922338"/>
          <p14:tracePt t="93283" x="4795838" y="944563"/>
          <p14:tracePt t="93299" x="4756150" y="1000125"/>
          <p14:tracePt t="93326" x="4725988" y="1062038"/>
          <p14:tracePt t="93344" x="4718050" y="1125538"/>
          <p14:tracePt t="93360" x="4718050" y="1155700"/>
          <p14:tracePt t="93377" x="4725988" y="1187450"/>
          <p14:tracePt t="93392" x="4748213" y="1211263"/>
          <p14:tracePt t="93419" x="4764088" y="1225550"/>
          <p14:tracePt t="93476" x="4795838" y="1233488"/>
          <p14:tracePt t="93491" x="4833938" y="1233488"/>
          <p14:tracePt t="93507" x="4865688" y="1219200"/>
          <p14:tracePt t="93526" x="4913313" y="1187450"/>
          <p14:tracePt t="93540" x="4935538" y="1163638"/>
          <p14:tracePt t="93556" x="4983163" y="1101725"/>
          <p14:tracePt t="93578" x="5014913" y="1046163"/>
          <p14:tracePt t="93600" x="5045075" y="984250"/>
          <p14:tracePt t="93614" x="5053013" y="952500"/>
          <p14:tracePt t="93642" x="5037138" y="866775"/>
          <p14:tracePt t="93657" x="4991100" y="788988"/>
          <p14:tracePt t="93687" x="4881563" y="773113"/>
          <p14:tracePt t="93701" x="4849813" y="781050"/>
          <p14:tracePt t="93706" x="4803775" y="796925"/>
          <p14:tracePt t="93726" x="4748213" y="828675"/>
          <p14:tracePt t="93736" x="4662488" y="882650"/>
          <p14:tracePt t="93750" x="4616450" y="936625"/>
          <p14:tracePt t="93763" x="4576763" y="984250"/>
          <p14:tracePt t="93778" x="4560888" y="1008063"/>
          <p14:tracePt t="93805" x="4552950" y="1038225"/>
          <p14:tracePt t="93813" x="4576763" y="1093788"/>
          <p14:tracePt t="93824" x="4592638" y="1125538"/>
          <p14:tracePt t="93848" x="4608513" y="1147763"/>
          <p14:tracePt t="93898" x="4576763" y="1163638"/>
          <p14:tracePt t="93914" x="4545013" y="1171575"/>
          <p14:tracePt t="93928" x="4475163" y="1171575"/>
          <p14:tracePt t="93947" x="4437063" y="1171575"/>
          <p14:tracePt t="93958" x="4405313" y="1179513"/>
          <p14:tracePt t="93974" x="4389438" y="1195388"/>
          <p14:tracePt t="94004" x="4381500" y="1233488"/>
          <p14:tracePt t="94018" x="4405313" y="1273175"/>
          <p14:tracePt t="94032" x="4475163" y="1320800"/>
          <p14:tracePt t="94051" x="4530725" y="1327150"/>
          <p14:tracePt t="94065" x="4600575" y="1296988"/>
          <p14:tracePt t="94079" x="4624388" y="1281113"/>
          <p14:tracePt t="94101" x="4654550" y="1265238"/>
          <p14:tracePt t="94109" x="4710113" y="1241425"/>
          <p14:tracePt t="94170" x="4670425" y="1296988"/>
          <p14:tracePt t="94186" x="4624388" y="1320800"/>
          <p14:tracePt t="94200" x="4530725" y="1358900"/>
          <p14:tracePt t="94214" x="4459288" y="1374775"/>
          <p14:tracePt t="94232" x="4397375" y="1390650"/>
          <p14:tracePt t="94259" x="4373563" y="1374775"/>
          <p14:tracePt t="94274" x="4365625" y="1343025"/>
          <p14:tracePt t="94288" x="4389438" y="1257300"/>
          <p14:tracePt t="94318" x="4405313" y="1233488"/>
          <p14:tracePt t="94387" x="4381500" y="1257300"/>
          <p14:tracePt t="94446" x="4389438" y="1219200"/>
          <p14:tracePt t="94469" x="4405313" y="1195388"/>
          <p14:tracePt t="94486" x="4451350" y="1163638"/>
          <p14:tracePt t="94501" x="4475163" y="1147763"/>
          <p14:tracePt t="94516" x="4576763" y="1109663"/>
          <p14:tracePt t="94531" x="4608513" y="1101725"/>
          <p14:tracePt t="94588" x="4576763" y="1109663"/>
          <p14:tracePt t="94605" x="4545013" y="1109663"/>
          <p14:tracePt t="94619" x="4514850" y="1109663"/>
          <p14:tracePt t="94679" x="4545013" y="1101725"/>
          <p14:tracePt t="94693" x="4646613" y="1069975"/>
          <p14:tracePt t="94724" x="4740275" y="1062038"/>
          <p14:tracePt t="94752" x="4803775" y="1069975"/>
          <p14:tracePt t="94770" x="4833938" y="1077913"/>
          <p14:tracePt t="94786" x="4905375" y="1085850"/>
          <p14:tracePt t="94814" x="4967288" y="1101725"/>
          <p14:tracePt t="94831" x="4999038" y="1117600"/>
          <p14:tracePt t="94847" x="5045075" y="1155700"/>
          <p14:tracePt t="94859" x="5076825" y="1179513"/>
          <p14:tracePt t="94879" x="5100638" y="1203325"/>
          <p14:tracePt t="94891" x="5116513" y="1225550"/>
          <p14:tracePt t="94905" x="5130800" y="1257300"/>
          <p14:tracePt t="94922" x="5116513" y="1343025"/>
          <p14:tracePt t="94935" x="5092700" y="1398588"/>
          <p14:tracePt t="94947" x="5068888" y="1444625"/>
          <p14:tracePt t="94979" x="5037138" y="1508125"/>
          <p14:tracePt t="94993" x="4951413" y="1593850"/>
          <p14:tracePt t="95014" x="4889500" y="1647825"/>
          <p14:tracePt t="95025" x="4811713" y="1695450"/>
          <p14:tracePt t="95042" x="4725988" y="1733550"/>
          <p14:tracePt t="95054" x="4670425" y="1757363"/>
          <p14:tracePt t="95065" x="4638675" y="1765300"/>
          <p14:tracePt t="95077" x="4600575" y="1773238"/>
          <p14:tracePt t="95086" x="4576763" y="1765300"/>
          <p14:tracePt t="95116" x="4560888" y="1757363"/>
          <p14:tracePt t="95132" x="4514850" y="1695450"/>
          <p14:tracePt t="95149" x="4498975" y="1679575"/>
          <p14:tracePt t="95165" x="4475163" y="1624013"/>
          <p14:tracePt t="95176" x="4443413" y="1562100"/>
          <p14:tracePt t="95190" x="4437063" y="1530350"/>
          <p14:tracePt t="95204" x="4421188" y="1476375"/>
          <p14:tracePt t="95222" x="4421188" y="1436688"/>
          <p14:tracePt t="95233" x="4451350" y="1382713"/>
          <p14:tracePt t="95242" x="4467225" y="1358900"/>
          <p14:tracePt t="95266" x="4498975" y="1312863"/>
          <p14:tracePt t="95282" x="4600575" y="1225550"/>
          <p14:tracePt t="95294" x="4662488" y="1187450"/>
          <p14:tracePt t="95313" x="4725988" y="1171575"/>
          <p14:tracePt t="95325" x="4787900" y="1163638"/>
          <p14:tracePt t="95343" x="4857750" y="1179513"/>
          <p14:tracePt t="95361" x="4889500" y="1195388"/>
          <p14:tracePt t="95375" x="4967288" y="1257300"/>
          <p14:tracePt t="95388" x="5006975" y="1296988"/>
          <p14:tracePt t="95406" x="5014913" y="1312863"/>
          <p14:tracePt t="95417" x="5068888" y="1358900"/>
          <p14:tracePt t="95430" x="5092700" y="1390650"/>
          <p14:tracePt t="95445" x="5100638" y="1414463"/>
          <p14:tracePt t="95463" x="5108575" y="1436688"/>
          <p14:tracePt t="95474" x="5092700" y="1508125"/>
          <p14:tracePt t="95492" x="5060950" y="1546225"/>
          <p14:tracePt t="95514" x="5053013" y="1562100"/>
          <p14:tracePt t="95520" x="5029200" y="1577975"/>
          <p14:tracePt t="95538" x="4999038" y="1601788"/>
          <p14:tracePt t="95553" x="4951413" y="1624013"/>
          <p14:tracePt t="95567" x="4905375" y="1631950"/>
          <p14:tracePt t="95582" x="4857750" y="1631950"/>
          <p14:tracePt t="95592" x="4740275" y="1593850"/>
          <p14:tracePt t="95610" x="4678363" y="1546225"/>
          <p14:tracePt t="95626" x="4592638" y="1492250"/>
          <p14:tracePt t="95638" x="4568825" y="1476375"/>
          <p14:tracePt t="95653" x="4545013" y="1460500"/>
          <p14:tracePt t="95669" x="4530725" y="1436688"/>
          <p14:tracePt t="95686" x="4514850" y="1374775"/>
          <p14:tracePt t="95700" x="4514850" y="1320800"/>
          <p14:tracePt t="95713" x="4514850" y="1265238"/>
          <p14:tracePt t="95727" x="4592638" y="1125538"/>
          <p14:tracePt t="95744" x="4616450" y="1101725"/>
          <p14:tracePt t="95761" x="4678363" y="1062038"/>
          <p14:tracePt t="95775" x="4740275" y="1038225"/>
          <p14:tracePt t="95791" x="4795838" y="1016000"/>
          <p14:tracePt t="95804" x="4833938" y="1008063"/>
          <p14:tracePt t="95808" x="4913313" y="1000125"/>
          <p14:tracePt t="95821" x="4983163" y="992188"/>
          <p14:tracePt t="95830" x="5014913" y="1000125"/>
          <p14:tracePt t="95836" x="5100638" y="1008063"/>
          <p14:tracePt t="95851" x="5202238" y="1030288"/>
          <p14:tracePt t="95866" x="5264150" y="1038225"/>
          <p14:tracePt t="95880" x="5326063" y="1046163"/>
          <p14:tracePt t="95895" x="5427663" y="1062038"/>
          <p14:tracePt t="95915" x="5507038" y="1069975"/>
          <p14:tracePt t="95927" x="5537200" y="1077913"/>
          <p14:tracePt t="95941" x="5630863" y="1093788"/>
          <p14:tracePt t="95958" x="5654675" y="1101725"/>
          <p14:tracePt t="95971" x="5678488" y="1139825"/>
          <p14:tracePt t="96044" x="5646738" y="1171575"/>
          <p14:tracePt t="96060" x="5622925" y="1187450"/>
          <p14:tracePt t="96074" x="5568950" y="1195388"/>
          <p14:tracePt t="96090" x="5553075" y="1187450"/>
          <p14:tracePt t="96109" x="5545138" y="1163638"/>
          <p14:tracePt t="96128" x="5568950" y="1117600"/>
          <p14:tracePt t="96139" x="5600700" y="1069975"/>
          <p14:tracePt t="96153" x="5638800" y="1038225"/>
          <p14:tracePt t="96166" x="5686425" y="1023938"/>
          <p14:tracePt t="96181" x="5716588" y="1023938"/>
          <p14:tracePt t="96197" x="5740400" y="1023938"/>
          <p14:tracePt t="96209" x="5788025" y="1046163"/>
          <p14:tracePt t="96225" x="5818188" y="1085850"/>
          <p14:tracePt t="96241" x="5810250" y="1125538"/>
          <p14:tracePt t="96257" x="5764213" y="1163638"/>
          <p14:tracePt t="96271" x="5740400" y="1171575"/>
          <p14:tracePt t="96283" x="5694363" y="1187450"/>
          <p14:tracePt t="96288" x="5614988" y="1203325"/>
          <p14:tracePt t="96302" x="5568950" y="1211263"/>
          <p14:tracePt t="96314" x="5537200" y="1211263"/>
          <p14:tracePt t="96334" x="5513388" y="1211263"/>
          <p14:tracePt t="96348" x="5491163" y="1195388"/>
          <p14:tracePt t="96361" x="5451475" y="1147763"/>
          <p14:tracePt t="96378" x="5435600" y="1125538"/>
          <p14:tracePt t="96394" x="5427663" y="1101725"/>
          <p14:tracePt t="96407" x="5427663" y="1069975"/>
          <p14:tracePt t="96425" x="5435600" y="1046163"/>
          <p14:tracePt t="96438" x="5459413" y="1000125"/>
          <p14:tracePt t="96453" x="5475288" y="976313"/>
          <p14:tracePt t="96466" x="5499100" y="960438"/>
          <p14:tracePt t="96480" x="5521325" y="944563"/>
          <p14:tracePt t="96499" x="5553075" y="930275"/>
          <p14:tracePt t="96511" x="5614988" y="922338"/>
          <p14:tracePt t="96542" x="5678488" y="906463"/>
          <p14:tracePt t="96569" x="5708650" y="914400"/>
          <p14:tracePt t="96586" x="5724525" y="944563"/>
          <p14:tracePt t="96616" x="5678488" y="1023938"/>
          <p14:tracePt t="96633" x="5662613" y="1038225"/>
          <p14:tracePt t="96648" x="5584825" y="1062038"/>
          <p14:tracePt t="96661" x="5507038" y="1062038"/>
          <p14:tracePt t="96679" x="5443538" y="1046163"/>
          <p14:tracePt t="96691" x="5365750" y="1008063"/>
          <p14:tracePt t="96710" x="5341938" y="992188"/>
          <p14:tracePt t="96723" x="5295900" y="952500"/>
          <p14:tracePt t="96765" x="5311775" y="930275"/>
          <p14:tracePt t="96780" x="5341938" y="914400"/>
          <p14:tracePt t="96798" x="5365750" y="906463"/>
          <p14:tracePt t="96857" x="5311775" y="936625"/>
          <p14:tracePt t="96871" x="5218113" y="968375"/>
          <p14:tracePt t="96887" x="5138738" y="984250"/>
          <p14:tracePt t="96903" x="5076825" y="976313"/>
          <p14:tracePt t="96919" x="5014913" y="968375"/>
          <p14:tracePt t="96942" x="4959350" y="952500"/>
          <p14:tracePt t="96950" x="4927600" y="960438"/>
          <p14:tracePt t="96977" x="4889500" y="1008063"/>
          <p14:tracePt t="96992" x="4889500" y="1125538"/>
          <p14:tracePt t="97006" x="4889500" y="1211263"/>
          <p14:tracePt t="97022" x="4889500" y="1225550"/>
          <p14:tracePt t="97038" x="4857750" y="1358900"/>
          <p14:tracePt t="97052" x="4849813" y="1452563"/>
          <p14:tracePt t="97066" x="4849813" y="1516063"/>
          <p14:tracePt t="97083" x="4833938" y="1577975"/>
          <p14:tracePt t="97100" x="4811713" y="1671638"/>
          <p14:tracePt t="97111" x="4787900" y="1741488"/>
          <p14:tracePt t="97129" x="4772025" y="1757363"/>
          <p14:tracePt t="97150" x="4740275" y="1804988"/>
          <p14:tracePt t="97172" x="4702175" y="1866900"/>
          <p14:tracePt t="97180" x="4694238" y="1882775"/>
          <p14:tracePt t="97190" x="4678363" y="1898650"/>
          <p14:tracePt t="97259" x="4694238" y="1928813"/>
          <p14:tracePt t="97276" x="4725988" y="2014538"/>
          <p14:tracePt t="97293" x="4732338" y="2085975"/>
          <p14:tracePt t="97308" x="4732338" y="2179638"/>
          <p14:tracePt t="97320" x="4732338" y="2209800"/>
          <p14:tracePt t="97331" x="4732338" y="2241550"/>
          <p14:tracePt t="97337" x="4732338" y="2303463"/>
          <p14:tracePt t="97351" x="4732338" y="2335213"/>
          <p14:tracePt t="97366" x="4718050" y="2390775"/>
          <p14:tracePt t="97380" x="4686300" y="2444750"/>
          <p14:tracePt t="97396" x="4632325" y="2506663"/>
          <p14:tracePt t="97409" x="4483100" y="2640013"/>
          <p14:tracePt t="97427" x="4429125" y="2687638"/>
          <p14:tracePt t="97445" x="4357688" y="2757488"/>
          <p14:tracePt t="97457" x="4287838" y="2843213"/>
          <p14:tracePt t="97475" x="4264025" y="2867025"/>
          <p14:tracePt t="97487" x="4194175" y="2936875"/>
          <p14:tracePt t="97500" x="4140200" y="2968625"/>
          <p14:tracePt t="97519" x="4108450" y="2976563"/>
          <p14:tracePt t="97529" x="4046538" y="2976563"/>
          <p14:tracePt t="97546" x="3990975" y="2968625"/>
          <p14:tracePt t="97575" x="3929063" y="2984500"/>
          <p14:tracePt t="97592" x="3897313" y="2990850"/>
          <p14:tracePt t="97607" x="3835400" y="2998788"/>
          <p14:tracePt t="97622" x="3803650" y="2998788"/>
          <p14:tracePt t="97636" x="3779838" y="2984500"/>
          <p14:tracePt t="97653" x="3756025" y="2968625"/>
          <p14:tracePt t="97681" x="3694113" y="2960688"/>
          <p14:tracePt t="97695" x="3624263" y="2968625"/>
          <p14:tracePt t="97710" x="3560763" y="2968625"/>
          <p14:tracePt t="97724" x="3538538" y="2952750"/>
          <p14:tracePt t="97755" x="3522663" y="2936875"/>
          <p14:tracePt t="97784" x="3467100" y="2905125"/>
          <p14:tracePt t="97799" x="3436938" y="2874963"/>
          <p14:tracePt t="97816" x="3421063" y="2851150"/>
          <p14:tracePt t="97833" x="3373438" y="2757488"/>
          <p14:tracePt t="97860" x="3351213" y="2733675"/>
          <p14:tracePt t="97922" x="3460750" y="2733675"/>
          <p14:tracePt t="97938" x="3546475" y="2741613"/>
          <p14:tracePt t="97952" x="3702050" y="2773363"/>
          <p14:tracePt t="97967" x="3795713" y="2781300"/>
          <p14:tracePt t="97984" x="3865563" y="2789238"/>
          <p14:tracePt t="98000" x="3951288" y="2803525"/>
          <p14:tracePt t="98016" x="4046538" y="2835275"/>
          <p14:tracePt t="98029" x="4154488" y="2859088"/>
          <p14:tracePt t="98046" x="4210050" y="2867025"/>
          <p14:tracePt t="98060" x="4303713" y="2874963"/>
          <p14:tracePt t="98073" x="4357688" y="2905125"/>
          <p14:tracePt t="98097" x="4381500" y="2952750"/>
          <p14:tracePt t="98103" x="4389438" y="3006725"/>
          <p14:tracePt t="98121" x="4373563" y="3062288"/>
          <p14:tracePt t="98135" x="4357688" y="3078163"/>
          <p14:tracePt t="98149" x="4295775" y="3132138"/>
          <p14:tracePt t="98163" x="4225925" y="3148013"/>
          <p14:tracePt t="98177" x="4140200" y="3148013"/>
          <p14:tracePt t="98193" x="3983038" y="3116263"/>
          <p14:tracePt t="98208" x="3857625" y="3078163"/>
          <p14:tracePt t="98232" x="3835400" y="3062288"/>
          <p14:tracePt t="98239" x="3803650" y="3038475"/>
          <p14:tracePt t="98255" x="3779838" y="2984500"/>
          <p14:tracePt t="98269" x="3779838" y="2921000"/>
          <p14:tracePt t="98282" x="3811588" y="2741613"/>
          <p14:tracePt t="98300" x="3827463" y="2693988"/>
          <p14:tracePt t="98313" x="3959225" y="2452688"/>
          <p14:tracePt t="98329" x="4006850" y="2374900"/>
          <p14:tracePt t="98343" x="4084638" y="2289175"/>
          <p14:tracePt t="98358" x="4217988" y="2187575"/>
          <p14:tracePt t="98374" x="4295775" y="2147888"/>
          <p14:tracePt t="98385" x="4341813" y="2132013"/>
          <p14:tracePt t="98394" x="4443413" y="2108200"/>
          <p14:tracePt t="98404" x="4483100" y="2101850"/>
          <p14:tracePt t="98419" x="4608513" y="2085975"/>
          <p14:tracePt t="98426" x="4694238" y="2062163"/>
          <p14:tracePt t="98440" x="4748213" y="2030413"/>
          <p14:tracePt t="98455" x="4795838" y="2008188"/>
          <p14:tracePt t="98470" x="4833938" y="1984375"/>
          <p14:tracePt t="98494" x="4857750" y="1976438"/>
          <p14:tracePt t="98523" x="4913313" y="1968500"/>
          <p14:tracePt t="98539" x="4943475" y="1960563"/>
          <p14:tracePt t="98555" x="5022850" y="1936750"/>
          <p14:tracePt t="98576" x="5060950" y="1920875"/>
          <p14:tracePt t="98585" x="5116513" y="1920875"/>
          <p14:tracePt t="98602" x="5186363" y="1906588"/>
          <p14:tracePt t="98617" x="5224463" y="1882775"/>
          <p14:tracePt t="98633" x="5264150" y="1866900"/>
          <p14:tracePt t="98644" x="5287963" y="1858963"/>
          <p14:tracePt t="98656" x="5311775" y="1843088"/>
          <p14:tracePt t="98667" x="5334000" y="1827213"/>
          <p14:tracePt t="98672" x="5341938" y="1819275"/>
          <p14:tracePt t="98711" x="5326063" y="1804988"/>
          <p14:tracePt t="98726" x="5272088" y="1789113"/>
          <p14:tracePt t="98747" x="5218113" y="1804988"/>
          <p14:tracePt t="98763" x="5194300" y="1819275"/>
          <p14:tracePt t="98780" x="5146675" y="1835150"/>
          <p14:tracePt t="98794" x="5122863" y="1843088"/>
          <p14:tracePt t="98809" x="5014913" y="1851025"/>
          <p14:tracePt t="98824" x="4935538" y="1827213"/>
          <p14:tracePt t="98840" x="4803775" y="1781175"/>
          <p14:tracePt t="98853" x="4624388" y="1733550"/>
          <p14:tracePt t="98868" x="4545013" y="1711325"/>
          <p14:tracePt t="98893" x="4365625" y="1679575"/>
          <p14:tracePt t="98899" x="4303713" y="1687513"/>
          <p14:tracePt t="98910" x="4248150" y="1725613"/>
          <p14:tracePt t="98931" x="4194175" y="1765300"/>
          <p14:tracePt t="98947" x="4154488" y="1789113"/>
          <p14:tracePt t="98960" x="3998913" y="1812925"/>
          <p14:tracePt t="98973" x="3905250" y="1804988"/>
          <p14:tracePt t="99001" x="3873500" y="1804988"/>
          <p14:tracePt t="99033" x="3835400" y="1797050"/>
          <p14:tracePt t="99047" x="3803650" y="1781175"/>
          <p14:tracePt t="99077" x="3749675" y="1749425"/>
          <p14:tracePt t="99109" x="3725863" y="1741488"/>
          <p14:tracePt t="99182" x="3702050" y="1757363"/>
          <p14:tracePt t="99227" x="3733800" y="1789113"/>
          <p14:tracePt t="99242" x="3827463" y="1827213"/>
          <p14:tracePt t="99260" x="3959225" y="1858963"/>
          <p14:tracePt t="99276" x="4076700" y="1851025"/>
          <p14:tracePt t="99292" x="4108450" y="1851025"/>
          <p14:tracePt t="99305" x="4225925" y="1835150"/>
          <p14:tracePt t="99319" x="4295775" y="1843088"/>
          <p14:tracePt t="99333" x="4389438" y="1866900"/>
          <p14:tracePt t="99351" x="4475163" y="1898650"/>
          <p14:tracePt t="99376" x="4514850" y="1920875"/>
          <p14:tracePt t="99381" x="4584700" y="1952625"/>
          <p14:tracePt t="99406" x="4608513" y="1968500"/>
          <p14:tracePt t="99413" x="4702175" y="1992313"/>
          <p14:tracePt t="99428" x="4779963" y="1992313"/>
          <p14:tracePt t="99441" x="4827588" y="1992313"/>
          <p14:tracePt t="99455" x="4857750" y="1992313"/>
          <p14:tracePt t="99468" x="4905375" y="1984375"/>
          <p14:tracePt t="99484" x="4951413" y="1960563"/>
          <p14:tracePt t="99511" x="4975225" y="1952625"/>
          <p14:tracePt t="99527" x="5022850" y="1960563"/>
          <p14:tracePt t="99546" x="5076825" y="1968500"/>
          <p14:tracePt t="99562" x="5100638" y="1976438"/>
          <p14:tracePt t="99576" x="5146675" y="1968500"/>
          <p14:tracePt t="99598" x="5162550" y="1968500"/>
          <p14:tracePt t="99613" x="5210175" y="1952625"/>
          <p14:tracePt t="99619" x="5232400" y="1944688"/>
          <p14:tracePt t="99633" x="5256213" y="1936750"/>
          <p14:tracePt t="99647" x="5280025" y="1928813"/>
          <p14:tracePt t="99667" x="5326063" y="1912938"/>
          <p14:tracePt t="99684" x="5349875" y="1906588"/>
          <p14:tracePt t="99694" x="5365750" y="1898650"/>
          <p14:tracePt t="99711" x="5373688" y="1874838"/>
          <p14:tracePt t="99725" x="5373688" y="1851025"/>
          <p14:tracePt t="99784" x="5373688" y="1827213"/>
          <p14:tracePt t="99886" x="5373688" y="1804988"/>
          <p14:tracePt t="99904" x="5381625" y="1781175"/>
          <p14:tracePt t="99935" x="5397500" y="1765300"/>
          <p14:tracePt t="99967" x="5413375" y="1765300"/>
          <p14:tracePt t="100053" x="5381625" y="1781175"/>
          <p14:tracePt t="100084" x="5287963" y="1789113"/>
          <p14:tracePt t="100117" x="5264150" y="1797050"/>
          <p14:tracePt t="100159" x="5248275" y="1812925"/>
          <p14:tracePt t="100218" x="5264150" y="1851025"/>
          <p14:tracePt t="100235" x="5280025" y="1882775"/>
          <p14:tracePt t="100264" x="5295900" y="1898650"/>
          <p14:tracePt t="100340" x="5280025" y="1920875"/>
          <p14:tracePt t="100354" x="5264150" y="1944688"/>
          <p14:tracePt t="100382" x="5248275" y="1960563"/>
          <p14:tracePt t="100458" x="5272088" y="1952625"/>
          <p14:tracePt t="100473" x="5295900" y="1952625"/>
          <p14:tracePt t="100504" x="5318125" y="1960563"/>
          <p14:tracePt t="100520" x="5334000" y="1984375"/>
          <p14:tracePt t="100537" x="5341938" y="2008188"/>
          <p14:tracePt t="100552" x="5334000" y="2046288"/>
          <p14:tracePt t="100569" x="5318125" y="2062163"/>
          <p14:tracePt t="100589" x="5295900" y="2070100"/>
          <p14:tracePt t="100594" x="5210175" y="2070100"/>
          <p14:tracePt t="100610" x="5186363" y="2062163"/>
          <p14:tracePt t="100625" x="5108575" y="2014538"/>
          <p14:tracePt t="100640" x="5068888" y="1984375"/>
          <p14:tracePt t="100682" x="5076825" y="1960563"/>
          <p14:tracePt t="100714" x="5138738" y="1912938"/>
          <p14:tracePt t="100731" x="5170488" y="1890713"/>
          <p14:tracePt t="100744" x="5232400" y="1851025"/>
          <p14:tracePt t="100759" x="5264150" y="1851025"/>
          <p14:tracePt t="100786" x="5303838" y="1890713"/>
          <p14:tracePt t="100804" x="5311775" y="1912938"/>
          <p14:tracePt t="100819" x="5311775" y="1936750"/>
          <p14:tracePt t="100834" x="5280025" y="1992313"/>
          <p14:tracePt t="100852" x="5218113" y="2046288"/>
          <p14:tracePt t="100868" x="5202238" y="2062163"/>
          <p14:tracePt t="100880" x="5170488" y="2078038"/>
          <p14:tracePt t="100940" x="5178425" y="2014538"/>
          <p14:tracePt t="100956" x="5194300" y="1952625"/>
          <p14:tracePt t="100972" x="5240338" y="1851025"/>
          <p14:tracePt t="100986" x="5256213" y="1827213"/>
          <p14:tracePt t="101032" x="5248275" y="1858963"/>
          <p14:tracePt t="101048" x="5232400" y="1890713"/>
          <p14:tracePt t="101061" x="5194300" y="1960563"/>
          <p14:tracePt t="101073" x="5170488" y="1984375"/>
          <p14:tracePt t="101082" x="5122863" y="2022475"/>
          <p14:tracePt t="101093" x="5108575" y="2038350"/>
          <p14:tracePt t="101106" x="5084763" y="2038350"/>
          <p14:tracePt t="101121" x="5045075" y="2008188"/>
          <p14:tracePt t="101138" x="5029200" y="1968500"/>
          <p14:tracePt t="101150" x="5037138" y="1906588"/>
          <p14:tracePt t="101168" x="5068888" y="1851025"/>
          <p14:tracePt t="101193" x="5108575" y="1797050"/>
          <p14:tracePt t="101204" x="5178425" y="1741488"/>
          <p14:tracePt t="101218" x="5248275" y="1717675"/>
          <p14:tracePt t="101226" x="5311775" y="1711325"/>
          <p14:tracePt t="101240" x="5349875" y="1711325"/>
          <p14:tracePt t="101255" x="5381625" y="1711325"/>
          <p14:tracePt t="101273" x="5405438" y="1717675"/>
          <p14:tracePt t="101289" x="5451475" y="1757363"/>
          <p14:tracePt t="101302" x="5491163" y="1827213"/>
          <p14:tracePt t="101316" x="5483225" y="1874838"/>
          <p14:tracePt t="101330" x="5483225" y="1898650"/>
          <p14:tracePt t="101348" x="5475288" y="1920875"/>
          <p14:tracePt t="101362" x="5419725" y="1960563"/>
          <p14:tracePt t="101376" x="5373688" y="1992313"/>
          <p14:tracePt t="101393" x="5357813" y="2000250"/>
          <p14:tracePt t="101408" x="5280025" y="2014538"/>
          <p14:tracePt t="101420" x="5240338" y="2022475"/>
          <p14:tracePt t="101452" x="5194300" y="1984375"/>
          <p14:tracePt t="101478" x="5138738" y="1874838"/>
          <p14:tracePt t="101496" x="5138738" y="1804988"/>
          <p14:tracePt t="101510" x="5154613" y="1749425"/>
          <p14:tracePt t="101525" x="5186363" y="1687513"/>
          <p14:tracePt t="101543" x="5232400" y="1624013"/>
          <p14:tracePt t="101558" x="5280025" y="1585913"/>
          <p14:tracePt t="101585" x="5311775" y="1577975"/>
          <p14:tracePt t="101603" x="5341938" y="1570038"/>
          <p14:tracePt t="101617" x="5373688" y="1570038"/>
          <p14:tracePt t="101630" x="5405438" y="1585913"/>
          <p14:tracePt t="101643" x="5427663" y="1639888"/>
          <p14:tracePt t="101655" x="5427663" y="1671638"/>
          <p14:tracePt t="101670" x="5389563" y="1765300"/>
          <p14:tracePt t="101685" x="5318125" y="1858963"/>
          <p14:tracePt t="101698" x="5248275" y="1912938"/>
          <p14:tracePt t="101713" x="5116513" y="1984375"/>
          <p14:tracePt t="101728" x="4951413" y="2038350"/>
          <p14:tracePt t="101742" x="4740275" y="2085975"/>
          <p14:tracePt t="101757" x="4506913" y="2108200"/>
          <p14:tracePt t="101773" x="4248150" y="2171700"/>
          <p14:tracePt t="101789" x="4092575" y="2225675"/>
          <p14:tracePt t="101805" x="3795713" y="2351088"/>
          <p14:tracePt t="101820" x="3741738" y="2382838"/>
          <p14:tracePt t="101836" x="3530600" y="2562225"/>
          <p14:tracePt t="101850" x="3397250" y="2679700"/>
          <p14:tracePt t="101863" x="3279775" y="2803525"/>
          <p14:tracePt t="101877" x="3201988" y="2874963"/>
          <p14:tracePt t="101892" x="3030538" y="2976563"/>
          <p14:tracePt t="101908" x="2944813" y="2998788"/>
          <p14:tracePt t="101924" x="2811463" y="3030538"/>
          <p14:tracePt t="101940" x="2779713" y="3038475"/>
          <p14:tracePt t="101957" x="2741613" y="3046413"/>
          <p14:tracePt t="101972" x="2709863" y="3054350"/>
          <p14:tracePt t="102027" x="2640013" y="2960688"/>
          <p14:tracePt t="102088" x="2562225" y="2867025"/>
          <p14:tracePt t="102118" x="2468563" y="2803525"/>
          <p14:tracePt t="102135" x="2382838" y="2749550"/>
          <p14:tracePt t="102163" x="2327275" y="2647950"/>
          <p14:tracePt t="102209" x="2289175" y="2538413"/>
          <p14:tracePt t="102223" x="2319338" y="2428875"/>
          <p14:tracePt t="102238" x="2498725" y="2265363"/>
          <p14:tracePt t="102275" x="2749550" y="2209800"/>
          <p14:tracePt t="102291" x="2968625" y="2241550"/>
          <p14:tracePt t="102305" x="3178175" y="2289175"/>
          <p14:tracePt t="102317" x="3303588" y="2319338"/>
          <p14:tracePt t="102333" x="3365500" y="2335213"/>
          <p14:tracePt t="102346" x="3381375" y="2359025"/>
          <p14:tracePt t="102362" x="3405188" y="2413000"/>
          <p14:tracePt t="102378" x="3365500" y="2514600"/>
          <p14:tracePt t="102393" x="3351213" y="2530475"/>
          <p14:tracePt t="102423" x="3233738" y="2546350"/>
          <p14:tracePt t="102453" x="3116263" y="2546350"/>
          <p14:tracePt t="102482" x="3006725" y="2492375"/>
          <p14:tracePt t="102525" x="3014663" y="2374900"/>
          <p14:tracePt t="102539" x="3054350" y="2257425"/>
          <p14:tracePt t="102555" x="3132138" y="2163763"/>
          <p14:tracePt t="102571" x="3225800" y="2093913"/>
          <p14:tracePt t="102586" x="3452813" y="1960563"/>
          <p14:tracePt t="102598" x="3554413" y="1906588"/>
          <p14:tracePt t="102614" x="3648075" y="1835150"/>
          <p14:tracePt t="102644" x="3763963" y="1797050"/>
          <p14:tracePt t="102816" x="3897313" y="1804988"/>
          <p14:tracePt t="102831" x="4014788" y="1804988"/>
          <p14:tracePt t="103741" x="10333038" y="796925"/>
          <p14:tracePt t="103758" x="10394950" y="842963"/>
          <p14:tracePt t="103777" x="10434638" y="858838"/>
          <p14:tracePt t="103793" x="10496550" y="874713"/>
          <p14:tracePt t="103802" x="10488613" y="914400"/>
          <p14:tracePt t="103815" x="10426700" y="992188"/>
          <p14:tracePt t="103829" x="10317163" y="1054100"/>
          <p14:tracePt t="103845" x="10215563" y="1109663"/>
          <p14:tracePt t="103860" x="10129838" y="1131888"/>
          <p14:tracePt t="103875" x="10020300" y="1117600"/>
          <p14:tracePt t="103890" x="9942513" y="1093788"/>
          <p14:tracePt t="103906" x="9802813" y="1054100"/>
          <p14:tracePt t="103923" x="9645650" y="1030288"/>
          <p14:tracePt t="103934" x="9607550" y="1030288"/>
          <p14:tracePt t="103966" x="9637713" y="1030288"/>
          <p14:tracePt t="103982" x="9747250" y="1054100"/>
          <p14:tracePt t="103996" x="9840913" y="1093788"/>
          <p14:tracePt t="104011" x="9950450" y="1139825"/>
          <p14:tracePt t="104025" x="10067925" y="1171575"/>
          <p14:tracePt t="104050" x="10137775" y="1195388"/>
          <p14:tracePt t="104064" x="10161588" y="1203325"/>
          <p14:tracePt t="104115" x="10083800" y="1257300"/>
          <p14:tracePt t="104131" x="10059988" y="1265238"/>
          <p14:tracePt t="104145" x="10020300" y="1281113"/>
          <p14:tracePt t="104192" x="9966325" y="1343025"/>
          <p14:tracePt t="104207" x="9902825" y="1406525"/>
          <p14:tracePt t="104251" x="10004425" y="1420813"/>
          <p14:tracePt t="104264" x="10083800" y="1420813"/>
          <p14:tracePt t="104281" x="10161588" y="1420813"/>
          <p14:tracePt t="104295" x="10263188" y="1428750"/>
          <p14:tracePt t="104310" x="10372725" y="1476375"/>
          <p14:tracePt t="104326" x="10402888" y="1492250"/>
          <p14:tracePt t="104340" x="10512425" y="1546225"/>
          <p14:tracePt t="104356" x="10536238" y="1562100"/>
          <p14:tracePt t="104372" x="10560050" y="1570038"/>
          <p14:tracePt t="104388" x="10575925" y="1593850"/>
          <p14:tracePt t="104402" x="10567988" y="1631950"/>
          <p14:tracePt t="104416" x="10536238" y="1679575"/>
          <p14:tracePt t="104430" x="10528300" y="1695450"/>
          <p14:tracePt t="104445" x="10512425" y="1711325"/>
          <p14:tracePt t="104475" x="10496550" y="1733550"/>
          <p14:tracePt t="104506" x="10466388" y="1749425"/>
          <p14:tracePt t="104537" x="10356850" y="1741488"/>
          <p14:tracePt t="104553" x="10287000" y="1733550"/>
          <p14:tracePt t="104566" x="10247313" y="1725613"/>
          <p14:tracePt t="104581" x="10223500" y="1717675"/>
          <p14:tracePt t="104611" x="10215563" y="1655763"/>
          <p14:tracePt t="104625" x="10223500" y="1593850"/>
          <p14:tracePt t="104640" x="10223500" y="1522413"/>
          <p14:tracePt t="104656" x="10223500" y="1492250"/>
          <p14:tracePt t="104688" x="10247313" y="1436688"/>
          <p14:tracePt t="104703" x="10317163" y="1366838"/>
          <p14:tracePt t="104715" x="10372725" y="1327150"/>
          <p14:tracePt t="104731" x="10410825" y="1312863"/>
          <p14:tracePt t="104761" x="10450513" y="1312863"/>
          <p14:tracePt t="104776" x="10552113" y="1312863"/>
          <p14:tracePt t="104791" x="10606088" y="1335088"/>
          <p14:tracePt t="104822" x="10699750" y="1366838"/>
          <p14:tracePt t="104839" x="10731500" y="1382713"/>
          <p14:tracePt t="104852" x="10755313" y="1406525"/>
          <p14:tracePt t="104865" x="10777538" y="1436688"/>
          <p14:tracePt t="104882" x="10801350" y="1500188"/>
          <p14:tracePt t="104896" x="10809288" y="1538288"/>
          <p14:tracePt t="104912" x="10801350" y="1593850"/>
          <p14:tracePt t="104926" x="10771188" y="1631950"/>
          <p14:tracePt t="104941" x="10723563" y="1663700"/>
          <p14:tracePt t="104956" x="10707688" y="1679575"/>
          <p14:tracePt t="104974" x="10653713" y="1695450"/>
          <p14:tracePt t="104995" x="10575925" y="1703388"/>
          <p14:tracePt t="105011" x="10482263" y="1711325"/>
          <p14:tracePt t="105023" x="10418763" y="1717675"/>
          <p14:tracePt t="105034" x="10348913" y="1711325"/>
          <p14:tracePt t="105046" x="10279063" y="1687513"/>
          <p14:tracePt t="105061" x="10215563" y="1655763"/>
          <p14:tracePt t="105076" x="10177463" y="1616075"/>
          <p14:tracePt t="105091" x="10137775" y="1570038"/>
          <p14:tracePt t="105106" x="10113963" y="1516063"/>
          <p14:tracePt t="105122" x="10106025" y="1492250"/>
          <p14:tracePt t="105137" x="10113963" y="1452563"/>
          <p14:tracePt t="105153" x="10129838" y="1382713"/>
          <p14:tracePt t="105169" x="10137775" y="1350963"/>
          <p14:tracePt t="105183" x="10153650" y="1281113"/>
          <p14:tracePt t="105196" x="10199688" y="1163638"/>
          <p14:tracePt t="105211" x="10271125" y="1054100"/>
          <p14:tracePt t="105226" x="10325100" y="1008063"/>
          <p14:tracePt t="105241" x="10410825" y="968375"/>
          <p14:tracePt t="105256" x="10442575" y="960438"/>
          <p14:tracePt t="105272" x="10560050" y="922338"/>
          <p14:tracePt t="105289" x="10582275" y="922338"/>
          <p14:tracePt t="105310" x="10683875" y="922338"/>
          <p14:tracePt t="105327" x="10793413" y="952500"/>
          <p14:tracePt t="105342" x="10848975" y="984250"/>
          <p14:tracePt t="105357" x="10902950" y="1016000"/>
          <p14:tracePt t="105372" x="10926763" y="1030288"/>
          <p14:tracePt t="105388" x="10996613" y="1085850"/>
          <p14:tracePt t="105402" x="11020425" y="1131888"/>
          <p14:tracePt t="105418" x="11036300" y="1203325"/>
          <p14:tracePt t="105429" x="11020425" y="1265238"/>
          <p14:tracePt t="105456" x="10988675" y="1327150"/>
          <p14:tracePt t="105472" x="10950575" y="1414463"/>
          <p14:tracePt t="105477" x="10902950" y="1500188"/>
          <p14:tracePt t="105491" x="10848975" y="1593850"/>
          <p14:tracePt t="105506" x="10777538" y="1671638"/>
          <p14:tracePt t="105522" x="10707688" y="1733550"/>
          <p14:tracePt t="105535" x="10621963" y="1789113"/>
          <p14:tracePt t="105561" x="10520363" y="1819275"/>
          <p14:tracePt t="105574" x="10426700" y="1819275"/>
          <p14:tracePt t="105588" x="10340975" y="1797050"/>
          <p14:tracePt t="105598" x="10263188" y="1765300"/>
          <p14:tracePt t="105612" x="10177463" y="1725613"/>
          <p14:tracePt t="105626" x="10098088" y="1687513"/>
          <p14:tracePt t="105641" x="10044113" y="1631950"/>
          <p14:tracePt t="105655" x="10012363" y="1593850"/>
          <p14:tracePt t="105672" x="9990138" y="1538288"/>
          <p14:tracePt t="105693" x="9982200" y="1444625"/>
          <p14:tracePt t="105702" x="9990138" y="1350963"/>
          <p14:tracePt t="105715" x="10020300" y="1273175"/>
          <p14:tracePt t="105730" x="10059988" y="1211263"/>
          <p14:tracePt t="105761" x="10191750" y="1085850"/>
          <p14:tracePt t="105791" x="10293350" y="1030288"/>
          <p14:tracePt t="105806" x="10582275" y="968375"/>
          <p14:tracePt t="105822" x="10715625" y="960438"/>
          <p14:tracePt t="105835" x="10793413" y="968375"/>
          <p14:tracePt t="105849" x="10848975" y="984250"/>
          <p14:tracePt t="105876" x="10872788" y="1000125"/>
          <p14:tracePt t="105891" x="10918825" y="1069975"/>
          <p14:tracePt t="105910" x="10942638" y="1195388"/>
          <p14:tracePt t="105928" x="10942638" y="1273175"/>
          <p14:tracePt t="105941" x="10926763" y="1312863"/>
          <p14:tracePt t="105955" x="10902950" y="1343025"/>
          <p14:tracePt t="105972" x="10879138" y="1366838"/>
          <p14:tracePt t="105988" x="10848975" y="1390650"/>
          <p14:tracePt t="106011" x="10809288" y="1420813"/>
          <p14:tracePt t="106018" x="10771188" y="1436688"/>
          <p14:tracePt t="106033" x="10731500" y="1460500"/>
          <p14:tracePt t="106057" x="10683875" y="1468438"/>
          <p14:tracePt t="106073" x="10645775" y="1460500"/>
          <p14:tracePt t="106078" x="10590213" y="1414463"/>
          <p14:tracePt t="106091" x="10575925" y="1382713"/>
          <p14:tracePt t="106106" x="10552113" y="1350963"/>
          <p14:tracePt t="106123" x="10536238" y="1335088"/>
          <p14:tracePt t="106136" x="10520363" y="1312863"/>
          <p14:tracePt t="106226" x="10496550" y="1304925"/>
          <p14:tracePt t="106256" x="10466388" y="1304925"/>
          <p14:tracePt t="106280" x="10434638" y="1296988"/>
          <p14:tracePt t="106288" x="10348913" y="1241425"/>
          <p14:tracePt t="106303" x="10309225" y="1187450"/>
          <p14:tracePt t="106317" x="10293350" y="1155700"/>
          <p14:tracePt t="106333" x="10287000" y="1125538"/>
          <p14:tracePt t="106355" x="10293350" y="1054100"/>
          <p14:tracePt t="106374" x="10309225" y="1038225"/>
          <p14:tracePt t="106379" x="10356850" y="992188"/>
          <p14:tracePt t="106393" x="10387013" y="976313"/>
          <p14:tracePt t="106406" x="10466388" y="944563"/>
          <p14:tracePt t="106422" x="10567988" y="930275"/>
          <p14:tracePt t="106439" x="10637838" y="930275"/>
          <p14:tracePt t="106451" x="10707688" y="944563"/>
          <p14:tracePt t="106482" x="10747375" y="952500"/>
          <p14:tracePt t="106496" x="10833100" y="1023938"/>
          <p14:tracePt t="106517" x="10879138" y="1101725"/>
          <p14:tracePt t="106528" x="10887075" y="1131888"/>
          <p14:tracePt t="106543" x="10902950" y="1195388"/>
          <p14:tracePt t="106558" x="10902950" y="1241425"/>
          <p14:tracePt t="106573" x="10887075" y="1281113"/>
          <p14:tracePt t="106587" x="10856913" y="1343025"/>
          <p14:tracePt t="106600" x="10833100" y="1374775"/>
          <p14:tracePt t="106629" x="10809288" y="1414463"/>
          <p14:tracePt t="106634" x="10771188" y="1444625"/>
          <p14:tracePt t="106644" x="10755313" y="1460500"/>
          <p14:tracePt t="106658" x="10715625" y="1484313"/>
          <p14:tracePt t="106674" x="10669588" y="1516063"/>
          <p14:tracePt t="106684" x="10621963" y="1538288"/>
          <p14:tracePt t="106700" x="10567988" y="1570038"/>
          <p14:tracePt t="106718" x="10544175" y="1570038"/>
          <p14:tracePt t="106734" x="10488613" y="1570038"/>
          <p14:tracePt t="106746" x="10450513" y="1570038"/>
          <p14:tracePt t="106761" x="10402888" y="1570038"/>
          <p14:tracePt t="106778" x="10356850" y="1570038"/>
          <p14:tracePt t="106795" x="10325100" y="1570038"/>
          <p14:tracePt t="106807" x="10293350" y="1570038"/>
          <p14:tracePt t="106854" x="10271125" y="1546225"/>
          <p14:tracePt t="106899" x="10255250" y="1516063"/>
          <p14:tracePt t="106917" x="10239375" y="1484313"/>
          <p14:tracePt t="106992" x="10239375" y="1452563"/>
          <p14:tracePt t="107021" x="10263188" y="1428750"/>
          <p14:tracePt t="107054" x="10309225" y="1390650"/>
          <p14:tracePt t="107096" x="10333038" y="1374775"/>
          <p14:tracePt t="107200" x="10356850" y="1350963"/>
          <p14:tracePt t="107234" x="10387013" y="1343025"/>
          <p14:tracePt t="107257" x="10426700" y="1327150"/>
          <p14:tracePt t="107335" x="10488613" y="1350963"/>
          <p14:tracePt t="107353" x="10512425" y="1358900"/>
          <p14:tracePt t="107384" x="10536238" y="1366838"/>
          <p14:tracePt t="107403" x="10560050" y="1366838"/>
          <p14:tracePt t="107425" x="10598150" y="1374775"/>
          <p14:tracePt t="107445" x="10621963" y="1374775"/>
          <p14:tracePt t="107458" x="10645775" y="1374775"/>
          <p14:tracePt t="107474" x="10669588" y="1366838"/>
          <p14:tracePt t="107490" x="10691813" y="1358900"/>
          <p14:tracePt t="107516" x="10715625" y="1374775"/>
          <p14:tracePt t="107562" x="10739438" y="1390650"/>
          <p14:tracePt t="107580" x="10771188" y="1390650"/>
          <p14:tracePt t="107607" x="10785475" y="1390650"/>
          <p14:tracePt t="107625" x="10809288" y="1382713"/>
          <p14:tracePt t="107648" x="10833100" y="1374775"/>
          <p14:tracePt t="107655" x="10848975" y="1358900"/>
          <p14:tracePt t="107741" x="10833100" y="1358900"/>
          <p14:tracePt t="107757" x="10809288" y="1366838"/>
          <p14:tracePt t="107775" x="10785475" y="1366838"/>
          <p14:tracePt t="107800" x="10771188" y="1374775"/>
          <p14:tracePt t="107816" x="10683875" y="1366838"/>
          <p14:tracePt t="107923" x="10653713" y="1358900"/>
          <p14:tracePt t="107953" x="10621963" y="1358900"/>
          <p14:tracePt t="107982" x="10590213" y="1358900"/>
          <p14:tracePt t="107997" x="10560050" y="1366838"/>
          <p14:tracePt t="108013" x="10504488" y="1366838"/>
          <p14:tracePt t="108042" x="10482263" y="1366838"/>
          <p14:tracePt t="108087" x="10450513" y="1374775"/>
          <p14:tracePt t="108118" x="10426700" y="1390650"/>
          <p14:tracePt t="108136" x="10394950" y="1398588"/>
          <p14:tracePt t="108164" x="10380663" y="1414463"/>
          <p14:tracePt t="108208" x="10394950" y="1436688"/>
          <p14:tracePt t="108236" x="10418763" y="1444625"/>
          <p14:tracePt t="108267" x="10482263" y="1436688"/>
          <p14:tracePt t="108284" x="10504488" y="1428750"/>
          <p14:tracePt t="108306" x="10560050" y="1420813"/>
          <p14:tracePt t="108312" x="10621963" y="1414463"/>
          <p14:tracePt t="108327" x="10677525" y="1406525"/>
          <p14:tracePt t="108361" x="10731500" y="1420813"/>
          <p14:tracePt t="108384" x="10771188" y="1436688"/>
          <p14:tracePt t="108398" x="10793413" y="1452563"/>
          <p14:tracePt t="108415" x="10809288" y="1476375"/>
          <p14:tracePt t="108430" x="10825163" y="1492250"/>
          <p14:tracePt t="108443" x="10833100" y="1516063"/>
          <p14:tracePt t="108475" x="10833100" y="1538288"/>
          <p14:tracePt t="108492" x="10817225" y="1554163"/>
          <p14:tracePt t="108509" x="10801350" y="1577975"/>
          <p14:tracePt t="108532" x="10763250" y="1609725"/>
          <p14:tracePt t="108548" x="10677525" y="1639888"/>
          <p14:tracePt t="108563" x="10621963" y="1655763"/>
          <p14:tracePt t="108576" x="10567988" y="1671638"/>
          <p14:tracePt t="108583" x="10528300" y="1671638"/>
          <p14:tracePt t="108598" x="10394950" y="1687513"/>
          <p14:tracePt t="108613" x="10293350" y="1695450"/>
          <p14:tracePt t="108628" x="10199688" y="1695450"/>
          <p14:tracePt t="108643" x="10106025" y="1711325"/>
          <p14:tracePt t="108658" x="10020300" y="1717675"/>
          <p14:tracePt t="108675" x="9950450" y="1725613"/>
          <p14:tracePt t="108700" x="9918700" y="1725613"/>
          <p14:tracePt t="108718" x="9896475" y="1711325"/>
          <p14:tracePt t="108733" x="9872663" y="1687513"/>
          <p14:tracePt t="108749" x="9840913" y="1647825"/>
          <p14:tracePt t="108766" x="9802813" y="1585913"/>
          <p14:tracePt t="108781" x="9786938" y="1530350"/>
          <p14:tracePt t="108796" x="9779000" y="1484313"/>
          <p14:tracePt t="108811" x="9794875" y="1436688"/>
          <p14:tracePt t="108826" x="9809163" y="1414463"/>
          <p14:tracePt t="108840" x="9840913" y="1366838"/>
          <p14:tracePt t="108864" x="9856788" y="1350963"/>
          <p14:tracePt t="108871" x="9880600" y="1343025"/>
          <p14:tracePt t="108884" x="9926638" y="1327150"/>
          <p14:tracePt t="108898" x="9950450" y="1320800"/>
          <p14:tracePt t="108939" x="10083800" y="1289050"/>
          <p14:tracePt t="108946" x="10169525" y="1281113"/>
          <p14:tracePt t="108958" x="10191750" y="1281113"/>
          <p14:tracePt t="108987" x="10293350" y="1265238"/>
          <p14:tracePt t="109002" x="10372725" y="1265238"/>
          <p14:tracePt t="109017" x="10402888" y="1257300"/>
          <p14:tracePt t="109035" x="10482263" y="1265238"/>
          <p14:tracePt t="109056" x="10520363" y="1281113"/>
          <p14:tracePt t="109077" x="10536238" y="1289050"/>
          <p14:tracePt t="109111" x="10560050" y="1296988"/>
          <p14:tracePt t="109139" x="10575925" y="1312863"/>
          <p14:tracePt t="109156" x="10575925" y="1358900"/>
          <p14:tracePt t="109168" x="10536238" y="1420813"/>
          <p14:tracePt t="109185" x="10520363" y="1436688"/>
          <p14:tracePt t="109198" x="10496550" y="1444625"/>
          <p14:tracePt t="109243" x="10482263" y="1452563"/>
          <p14:tracePt t="109272" x="10458450" y="1452563"/>
          <p14:tracePt t="109303" x="10442575" y="1444625"/>
          <p14:tracePt t="109333" x="10394950" y="1428750"/>
          <p14:tracePt t="109350" x="10364788" y="1398588"/>
          <p14:tracePt t="109374" x="10317163" y="1350963"/>
          <p14:tracePt t="109388" x="10309225" y="1335088"/>
          <p14:tracePt t="109411" x="10293350" y="1312863"/>
          <p14:tracePt t="109432" x="10293350" y="1296988"/>
          <p14:tracePt t="109447" x="10293350" y="1249363"/>
          <p14:tracePt t="109464" x="10301288" y="1225550"/>
          <p14:tracePt t="109471" x="10325100" y="1187450"/>
          <p14:tracePt t="109485" x="10356850" y="1171575"/>
          <p14:tracePt t="109496" x="10394950" y="1155700"/>
          <p14:tracePt t="109511" x="10426700" y="1155700"/>
          <p14:tracePt t="109544" x="10482263" y="1147763"/>
          <p14:tracePt t="109559" x="10512425" y="1139825"/>
          <p14:tracePt t="109575" x="10575925" y="1109663"/>
          <p14:tracePt t="109591" x="10598150" y="1093788"/>
          <p14:tracePt t="109604" x="10621963" y="1085850"/>
          <p14:tracePt t="109618" x="10637838" y="1085850"/>
          <p14:tracePt t="109634" x="10677525" y="1125538"/>
          <p14:tracePt t="109647" x="10691813" y="1139825"/>
          <p14:tracePt t="109663" x="10723563" y="1171575"/>
          <p14:tracePt t="109687" x="10771188" y="1187450"/>
          <p14:tracePt t="109693" x="10793413" y="1195388"/>
          <p14:tracePt t="109720" x="10801350" y="1219200"/>
          <p14:tracePt t="109735" x="10793413" y="1233488"/>
          <p14:tracePt t="109783" x="10777538" y="1257300"/>
          <p14:tracePt t="109797" x="10763250" y="1273175"/>
          <p14:tracePt t="109816" x="10747375" y="1289050"/>
          <p14:tracePt t="109830" x="10731500" y="1312863"/>
          <p14:tracePt t="109847" x="10723563" y="1335088"/>
          <p14:tracePt t="110055" x="10683875" y="1312863"/>
          <p14:tracePt t="110078" x="10669588" y="1296988"/>
          <p14:tracePt t="110083" x="10653713" y="1273175"/>
          <p14:tracePt t="110106" x="10637838" y="1257300"/>
          <p14:tracePt t="110128" x="10629900" y="1225550"/>
          <p14:tracePt t="110203" x="10629900" y="1195388"/>
          <p14:tracePt t="110234" x="10653713" y="1139825"/>
          <p14:tracePt t="110266" x="10661650" y="1109663"/>
          <p14:tracePt t="110370" x="10677525" y="1131888"/>
          <p14:tracePt t="110400" x="10691813" y="1179513"/>
          <p14:tracePt t="110417" x="10691813" y="1203325"/>
          <p14:tracePt t="110438" x="10691813" y="1225550"/>
          <p14:tracePt t="110453" x="10677525" y="1273175"/>
          <p14:tracePt t="110475" x="10637838" y="1350963"/>
          <p14:tracePt t="110498" x="10629900" y="1366838"/>
          <p14:tracePt t="110507" x="10629900" y="1390650"/>
          <p14:tracePt t="110608" x="10598150" y="1390650"/>
          <p14:tracePt t="110641" x="10512425" y="1374775"/>
          <p14:tracePt t="110666" x="10488613" y="1366838"/>
          <p14:tracePt t="110686" x="10474325" y="1350963"/>
          <p14:tracePt t="110702" x="10482263" y="1320800"/>
          <p14:tracePt t="110730" x="10496550" y="1289050"/>
          <p14:tracePt t="110747" x="10536238" y="1249363"/>
          <p14:tracePt t="110761" x="10560050" y="1225550"/>
          <p14:tracePt t="110787" x="10582275" y="1203325"/>
          <p14:tracePt t="110801" x="10598150" y="1179513"/>
          <p14:tracePt t="110808" x="10621963" y="1155700"/>
          <p14:tracePt t="110821" x="10645775" y="1131888"/>
          <p14:tracePt t="110910" x="10621963" y="1155700"/>
          <p14:tracePt t="110938" x="10560050" y="1187450"/>
          <p14:tracePt t="110954" x="10504488" y="1219200"/>
          <p14:tracePt t="110970" x="10418763" y="1241425"/>
          <p14:tracePt t="110984" x="10317163" y="1265238"/>
          <p14:tracePt t="111000" x="10215563" y="1273175"/>
          <p14:tracePt t="111018" x="10153650" y="1273175"/>
          <p14:tracePt t="111039" x="10091738" y="1289050"/>
          <p14:tracePt t="111058" x="10004425" y="1312863"/>
          <p14:tracePt t="111063" x="9950450" y="1335088"/>
          <p14:tracePt t="111077" x="9880600" y="1374775"/>
          <p14:tracePt t="111091" x="9802813" y="1420813"/>
          <p14:tracePt t="111104" x="9747250" y="1452563"/>
          <p14:tracePt t="111137" x="9685338" y="1476375"/>
          <p14:tracePt t="111151" x="9583738" y="1508125"/>
          <p14:tracePt t="111168" x="9490075" y="1546225"/>
          <p14:tracePt t="111188" x="9372600" y="1601788"/>
          <p14:tracePt t="111196" x="9348788" y="1609725"/>
          <p14:tracePt t="111209" x="9263063" y="1647825"/>
          <p14:tracePt t="111226" x="9231313" y="1663700"/>
          <p14:tracePt t="111242" x="9145588" y="1711325"/>
          <p14:tracePt t="111257" x="9036050" y="1781175"/>
          <p14:tracePt t="111270" x="8958263" y="1835150"/>
          <p14:tracePt t="111300" x="8904288" y="1882775"/>
          <p14:tracePt t="111317" x="8840788" y="1936750"/>
          <p14:tracePt t="111332" x="8739188" y="2008188"/>
          <p14:tracePt t="111345" x="8693150" y="2038350"/>
          <p14:tracePt t="111361" x="8637588" y="2062163"/>
          <p14:tracePt t="111376" x="8599488" y="2085975"/>
          <p14:tracePt t="111403" x="8567738" y="2101850"/>
          <p14:tracePt t="111437" x="8466138" y="2163763"/>
          <p14:tracePt t="111463" x="8356600" y="2217738"/>
          <p14:tracePt t="111480" x="8262938" y="2281238"/>
          <p14:tracePt t="111631" x="8153400" y="2297113"/>
          <p14:tracePt t="111766" x="7958138" y="2335213"/>
          <p14:tracePt t="111884" x="7850188" y="2351088"/>
          <p14:tracePt t="111900" x="7748588" y="2351088"/>
          <p14:tracePt t="111919" x="7685088" y="2351088"/>
          <p14:tracePt t="111943" x="7567613" y="2359025"/>
          <p14:tracePt t="112292" x="7466013" y="2413000"/>
          <p14:tracePt t="112336" x="7350125" y="2390775"/>
          <p14:tracePt t="112369" x="7248525" y="2366963"/>
          <p14:tracePt t="112396" x="7131050" y="2335213"/>
          <p14:tracePt t="112427" x="7013575" y="2303463"/>
          <p14:tracePt t="112457" x="6904038" y="2273300"/>
          <p14:tracePt t="112503" x="6818313" y="2203450"/>
          <p14:tracePt t="112577" x="6786563" y="2093913"/>
          <p14:tracePt t="112682" x="6764338" y="1976438"/>
          <p14:tracePt t="112831" x="6764338" y="1858963"/>
          <p14:tracePt t="112862" x="6764338" y="1741488"/>
          <p14:tracePt t="112894" x="6756400" y="1616075"/>
          <p14:tracePt t="112918" x="6748463" y="1516063"/>
          <p14:tracePt t="113298" x="6858000" y="1460500"/>
          <p14:tracePt t="113327" x="6967538" y="1420813"/>
          <p14:tracePt t="113345" x="7083425" y="1406525"/>
          <p14:tracePt t="113366" x="7200900" y="1390650"/>
          <p14:tracePt t="113383" x="7451725" y="1358900"/>
          <p14:tracePt t="113390" x="7567613" y="1327150"/>
          <p14:tracePt t="113428" x="7685088" y="1312863"/>
          <p14:tracePt t="113440" x="7794625" y="1304925"/>
          <p14:tracePt t="113473" x="7912100" y="1281113"/>
          <p14:tracePt t="113508" x="8021638" y="1233488"/>
          <p14:tracePt t="113538" x="8139113" y="1225550"/>
          <p14:tracePt t="113837" x="8262938" y="1233488"/>
          <p14:tracePt t="114001" x="8232775" y="1350963"/>
          <p14:tracePt t="114032" x="8193088" y="1452563"/>
          <p14:tracePt t="114123" x="8185150" y="1570038"/>
          <p14:tracePt t="114198" x="8224838" y="1679575"/>
          <p14:tracePt t="114228" x="8255000" y="1789113"/>
          <p14:tracePt t="114272" x="8270875" y="1898650"/>
          <p14:tracePt t="114291" x="8255000" y="2014538"/>
          <p14:tracePt t="114304" x="8224838" y="2124075"/>
          <p14:tracePt t="114335" x="8201025" y="2249488"/>
          <p14:tracePt t="114359" x="8185150" y="2366963"/>
          <p14:tracePt t="114453" x="8286750" y="2436813"/>
          <p14:tracePt t="114483" x="8388350" y="2484438"/>
          <p14:tracePt t="114499" x="8513763" y="2492375"/>
          <p14:tracePt t="114529" x="8637588" y="2492375"/>
          <p14:tracePt t="114547" x="8755063" y="2492375"/>
          <p14:tracePt t="114574" x="8872538" y="2476500"/>
          <p14:tracePt t="114618" x="8997950" y="2514600"/>
          <p14:tracePt t="114635" x="9115425" y="2570163"/>
          <p14:tracePt t="114656" x="9271000" y="2655888"/>
          <p14:tracePt t="114674" x="9317038" y="2687638"/>
          <p14:tracePt t="114798" x="9388475" y="2757488"/>
          <p14:tracePt t="114842" x="9512300" y="2905125"/>
          <p14:tracePt t="114861" x="9544050" y="2936875"/>
          <p14:tracePt t="114874" x="9559925" y="2968625"/>
          <p14:tracePt t="114935" x="9599613" y="2968625"/>
          <p14:tracePt t="114952" x="9669463" y="2960688"/>
          <p14:tracePt t="114975" x="9701213" y="2936875"/>
          <p14:tracePt t="114992" x="9707563" y="2905125"/>
          <p14:tracePt t="115009" x="9739313" y="2827338"/>
          <p14:tracePt t="115021" x="9747250" y="2795588"/>
          <p14:tracePt t="115051" x="9763125" y="2765425"/>
          <p14:tracePt t="115080" x="9786938" y="2733675"/>
          <p14:tracePt t="115114" x="9809163" y="2687638"/>
          <p14:tracePt t="115131" x="9840913" y="2647950"/>
          <p14:tracePt t="115149" x="9942513" y="2586038"/>
          <p14:tracePt t="115175" x="10098088" y="2514600"/>
          <p14:tracePt t="115194" x="10199688" y="2492375"/>
          <p14:tracePt t="115209" x="10271125" y="2476500"/>
          <p14:tracePt t="115241" x="10372725" y="2436813"/>
          <p14:tracePt t="115308" x="10340975" y="2498725"/>
          <p14:tracePt t="115338" x="10325100" y="2522538"/>
          <p14:tracePt t="115473" x="10387013" y="2514600"/>
          <p14:tracePt t="115548" x="10356850" y="2492375"/>
          <p14:tracePt t="115565" x="10287000" y="2492375"/>
          <p14:tracePt t="115579" x="10199688" y="2484438"/>
          <p14:tracePt t="115596" x="10091738" y="2476500"/>
          <p14:tracePt t="115619" x="10067925" y="2468563"/>
          <p14:tracePt t="115635" x="9958388" y="2444750"/>
          <p14:tracePt t="115646" x="9926638" y="2428875"/>
          <p14:tracePt t="115654" x="9856788" y="2405063"/>
          <p14:tracePt t="115670" x="9802813" y="2390775"/>
          <p14:tracePt t="115685" x="9747250" y="2382838"/>
          <p14:tracePt t="115699" x="9677400" y="2382838"/>
          <p14:tracePt t="115714" x="9637713" y="2390775"/>
          <p14:tracePt t="115759" x="9621838" y="2405063"/>
          <p14:tracePt t="115804" x="9653588" y="2405063"/>
          <p14:tracePt t="115849" x="9653588" y="2382838"/>
          <p14:tracePt t="115880" x="9653588" y="2335213"/>
          <p14:tracePt t="115953" x="9559925" y="2265363"/>
          <p14:tracePt t="115968" x="9458325" y="2195513"/>
          <p14:tracePt t="116000" x="9364663" y="2116138"/>
          <p14:tracePt t="116046" x="9380538" y="1992313"/>
          <p14:tracePt t="116074" x="9434513" y="1890713"/>
          <p14:tracePt t="116092" x="9528175" y="1804988"/>
          <p14:tracePt t="116106" x="9629775" y="1749425"/>
          <p14:tracePt t="116123" x="9739313" y="1703388"/>
          <p14:tracePt t="116153" x="9848850" y="1671638"/>
          <p14:tracePt t="116181" x="9974263" y="1655763"/>
          <p14:tracePt t="116240" x="10067925" y="1733550"/>
          <p14:tracePt t="116268" x="10113963" y="1827213"/>
          <p14:tracePt t="116298" x="10052050" y="2116138"/>
          <p14:tracePt t="116313" x="10028238" y="2163763"/>
          <p14:tracePt t="116329" x="9918700" y="2273300"/>
          <p14:tracePt t="116345" x="9832975" y="2303463"/>
          <p14:tracePt t="116360" x="9707563" y="2311400"/>
          <p14:tracePt t="116375" x="9653588" y="2311400"/>
          <p14:tracePt t="116390" x="9551988" y="2289175"/>
          <p14:tracePt t="116414" x="9426575" y="2241550"/>
          <p14:tracePt t="116422" x="9372600" y="2225675"/>
          <p14:tracePt t="116474" x="9278938" y="2179638"/>
          <p14:tracePt t="116496" x="9153525" y="2093913"/>
          <p14:tracePt t="116512" x="9083675" y="1992313"/>
          <p14:tracePt t="116554" x="9107488" y="1906588"/>
          <p14:tracePt t="116570" x="9145588" y="1835150"/>
          <p14:tracePt t="116586" x="9209088" y="1757363"/>
          <p14:tracePt t="116601" x="9263063" y="1717675"/>
          <p14:tracePt t="116616" x="9356725" y="1695450"/>
          <p14:tracePt t="116629" x="9490075" y="1671638"/>
          <p14:tracePt t="116646" x="9591675" y="1663700"/>
          <p14:tracePt t="116660" x="9669463" y="1663700"/>
          <p14:tracePt t="116674" x="9701213" y="1671638"/>
          <p14:tracePt t="116734" x="9677400" y="1687513"/>
          <p14:tracePt t="116762" x="9645650" y="1687513"/>
          <p14:tracePt t="116796" x="9551988" y="1601788"/>
          <p14:tracePt t="116825" x="9372600" y="1452563"/>
          <p14:tracePt t="116871" x="9324975" y="1343025"/>
          <p14:tracePt t="116917" x="9294813" y="1225550"/>
          <p14:tracePt t="116931" x="9286875" y="1109663"/>
          <p14:tracePt t="117005" x="9364663" y="1023938"/>
          <p14:tracePt t="117245" x="9458325" y="1101725"/>
          <p14:tracePt t="117276" x="9559925" y="1179513"/>
          <p14:tracePt t="117321" x="9613900" y="1281113"/>
          <p14:tracePt t="117337" x="9599613" y="1398588"/>
          <p14:tracePt t="117361" x="9559925" y="1500188"/>
          <p14:tracePt t="117395" x="9512300" y="1601788"/>
          <p14:tracePt t="117413" x="9498013" y="1717675"/>
          <p14:tracePt t="117485" x="9575800" y="1812925"/>
          <p14:tracePt t="117501" x="9661525" y="1898650"/>
          <p14:tracePt t="117546" x="9747250" y="1960563"/>
          <p14:tracePt t="117605" x="9840913" y="2030413"/>
          <p14:tracePt t="117667" x="9910763" y="2116138"/>
          <p14:tracePt t="117696" x="10052050" y="2225675"/>
          <p14:tracePt t="117787" x="10020300" y="2265363"/>
          <p14:tracePt t="117876" x="9934575" y="2343150"/>
          <p14:tracePt t="117905" x="9840913" y="2413000"/>
          <p14:tracePt t="117982" x="9747250" y="2492375"/>
          <p14:tracePt t="118238" x="9864725" y="2476500"/>
          <p14:tracePt t="118281" x="9982200" y="2476500"/>
          <p14:tracePt t="118311" x="10106025" y="2492375"/>
          <p14:tracePt t="118329" x="10247313" y="2522538"/>
          <p14:tracePt t="118350" x="10309225" y="2538413"/>
          <p14:tracePt t="118356" x="10372725" y="2578100"/>
          <p14:tracePt t="118373" x="10394950" y="2608263"/>
          <p14:tracePt t="118388" x="10418763" y="2647950"/>
          <p14:tracePt t="118448" x="10450513" y="2632075"/>
          <p14:tracePt t="118537" x="10418763" y="2632075"/>
          <p14:tracePt t="118561" x="10356850" y="2647950"/>
          <p14:tracePt t="118569" x="10293350" y="2671763"/>
          <p14:tracePt t="118584" x="10215563" y="2687638"/>
          <p14:tracePt t="118599" x="10191750" y="2693988"/>
          <p14:tracePt t="118622" x="10113963" y="2701925"/>
          <p14:tracePt t="118687" x="10004425" y="2725738"/>
          <p14:tracePt t="118720" x="9896475" y="2757488"/>
          <p14:tracePt t="118926" x="9802813" y="2693988"/>
          <p14:tracePt t="118944" x="9731375" y="2600325"/>
          <p14:tracePt t="119002" x="9755188" y="2492375"/>
          <p14:tracePt t="119031" x="9794875" y="2374900"/>
          <p14:tracePt t="119049" x="9848850" y="2273300"/>
          <p14:tracePt t="119077" x="9942513" y="2187575"/>
          <p14:tracePt t="119105" x="10036175" y="2139950"/>
          <p14:tracePt t="119151" x="10153650" y="2124075"/>
          <p14:tracePt t="119212" x="10263188" y="2179638"/>
          <p14:tracePt t="119272" x="10356850" y="2257425"/>
          <p14:tracePt t="119287" x="10482263" y="2405063"/>
          <p14:tracePt t="119317" x="10488613" y="2444750"/>
          <p14:tracePt t="119334" x="10488613" y="2476500"/>
          <p14:tracePt t="119362" x="10466388" y="2546350"/>
          <p14:tracePt t="119379" x="10450513" y="2570163"/>
          <p14:tracePt t="119394" x="10426700" y="2593975"/>
          <p14:tracePt t="119418" x="10394950" y="2608263"/>
          <p14:tracePt t="119436" x="10325100" y="2640013"/>
          <p14:tracePt t="119449" x="10301288" y="2655888"/>
          <p14:tracePt t="119499" x="10263188" y="2647950"/>
          <p14:tracePt t="119542" x="10191750" y="2554288"/>
          <p14:tracePt t="119574" x="10121900" y="2468563"/>
          <p14:tracePt t="119648" x="10129838" y="2351088"/>
          <p14:tracePt t="119707" x="10185400" y="2249488"/>
          <p14:tracePt t="119798" x="10293350" y="2265363"/>
          <p14:tracePt t="119816" x="10402888" y="2319338"/>
          <p14:tracePt t="119841" x="10426700" y="2335213"/>
          <p14:tracePt t="119866" x="10410825" y="2374900"/>
          <p14:tracePt t="119903" x="10340975" y="2444750"/>
          <p14:tracePt t="119949" x="10153650" y="2546350"/>
          <p14:tracePt t="119965" x="10091738" y="2570163"/>
          <p14:tracePt t="119992" x="9974263" y="2586038"/>
          <p14:tracePt t="120052" x="9864725" y="2562225"/>
          <p14:tracePt t="120098" x="9747250" y="2506663"/>
          <p14:tracePt t="120232" x="9779000" y="2398713"/>
          <p14:tracePt t="120338" x="9880600" y="2398713"/>
          <p14:tracePt t="120502" x="9763125" y="2382838"/>
          <p14:tracePt t="120533" x="9645650" y="2374900"/>
          <p14:tracePt t="120550" x="9528175" y="2351088"/>
          <p14:tracePt t="120579" x="9418638" y="2327275"/>
          <p14:tracePt t="120609" x="9324975" y="2281238"/>
          <p14:tracePt t="120636" x="9193213" y="2265363"/>
          <p14:tracePt t="120653" x="9075738" y="2265363"/>
          <p14:tracePt t="120684" x="8966200" y="2265363"/>
          <p14:tracePt t="120727" x="8848725" y="2249488"/>
          <p14:tracePt t="120757" x="8731250" y="2241550"/>
          <p14:tracePt t="120834" x="8623300" y="2195513"/>
          <p14:tracePt t="120863" x="8521700" y="2124075"/>
          <p14:tracePt t="120909" x="8412163" y="2093913"/>
          <p14:tracePt t="121134" x="8450263" y="2195513"/>
          <p14:tracePt t="121177" x="8474075" y="2311400"/>
          <p14:tracePt t="121240" x="8442325" y="2428875"/>
          <p14:tracePt t="121343" x="8326438" y="2390775"/>
          <p14:tracePt t="121403" x="8270875" y="2289175"/>
          <p14:tracePt t="121434" x="8262938" y="2163763"/>
          <p14:tracePt t="121466" x="8278813" y="2054225"/>
          <p14:tracePt t="121483" x="8326438" y="1936750"/>
          <p14:tracePt t="121524" x="8404225" y="1843088"/>
          <p14:tracePt t="121542" x="8489950" y="1765300"/>
          <p14:tracePt t="121571" x="8599488" y="1711325"/>
          <p14:tracePt t="121591" x="8709025" y="1671638"/>
          <p14:tracePt t="121603" x="8826500" y="1655763"/>
          <p14:tracePt t="121629" x="8942388" y="1655763"/>
          <p14:tracePt t="121660" x="9067800" y="1687513"/>
          <p14:tracePt t="121691" x="9161463" y="1749425"/>
          <p14:tracePt t="121750" x="9201150" y="1851025"/>
          <p14:tracePt t="121779" x="9209088" y="1968500"/>
          <p14:tracePt t="121807" x="9193213" y="2093913"/>
          <p14:tracePt t="121825" x="9153525" y="2203450"/>
          <p14:tracePt t="121840" x="9115425" y="2319338"/>
          <p14:tracePt t="121856" x="9059863" y="2420938"/>
          <p14:tracePt t="121871" x="8990013" y="2514600"/>
          <p14:tracePt t="121885" x="8926513" y="2586038"/>
          <p14:tracePt t="121930" x="8826500" y="2624138"/>
          <p14:tracePt t="121963" x="8701088" y="2624138"/>
          <p14:tracePt t="121992" x="8591550" y="2586038"/>
          <p14:tracePt t="122021" x="8513763" y="2498725"/>
          <p14:tracePt t="122051" x="8466138" y="2390775"/>
          <p14:tracePt t="122070" x="8435975" y="2273300"/>
          <p14:tracePt t="122108" x="8442325" y="2163763"/>
          <p14:tracePt t="122154" x="8505825" y="2062163"/>
          <p14:tracePt t="122184" x="8591550" y="1968500"/>
          <p14:tracePt t="122214" x="8669338" y="1898650"/>
          <p14:tracePt t="122231" x="8786813" y="1851025"/>
          <p14:tracePt t="122305" x="8896350" y="1912938"/>
          <p14:tracePt t="122379" x="8926513" y="2038350"/>
          <p14:tracePt t="122425" x="8958263" y="2147888"/>
          <p14:tracePt t="122440" x="8942388" y="2265363"/>
          <p14:tracePt t="122485" x="8896350" y="2382838"/>
          <p14:tracePt t="122533" x="8826500" y="2476500"/>
          <p14:tracePt t="122800" x="8755063" y="2374900"/>
          <p14:tracePt t="122859" x="8724900" y="2265363"/>
          <p14:tracePt t="123129" x="8701088" y="2382838"/>
          <p14:tracePt t="123176" x="8653463" y="2492375"/>
          <p14:tracePt t="123220" x="8567738" y="2570163"/>
          <p14:tracePt t="123265" x="8466138" y="2608263"/>
          <p14:tracePt t="123295" x="8348663" y="2632075"/>
          <p14:tracePt t="123326" x="8232775" y="2600325"/>
          <p14:tracePt t="123371" x="8131175" y="2554288"/>
          <p14:tracePt t="123417" x="8083550" y="2452688"/>
          <p14:tracePt t="123444" x="8075613" y="2335213"/>
          <p14:tracePt t="123476" x="8107363" y="2217738"/>
          <p14:tracePt t="123520" x="8169275" y="2116138"/>
          <p14:tracePt t="123537" x="8247063" y="2038350"/>
          <p14:tracePt t="123610" x="8340725" y="1968500"/>
          <p14:tracePt t="123670" x="8466138" y="1960563"/>
          <p14:tracePt t="123731" x="8583613" y="1992313"/>
          <p14:tracePt t="123776" x="8677275" y="2070100"/>
          <p14:tracePt t="123881" x="8709025" y="2179638"/>
          <p14:tracePt t="123928" x="8709025" y="2297113"/>
          <p14:tracePt t="124122" x="8607425" y="2351088"/>
          <p14:tracePt t="124271" x="8521700" y="2281238"/>
          <p14:tracePt t="124302" x="8450263" y="2187575"/>
          <p14:tracePt t="124902" x="8482013" y="2163763"/>
          <p14:tracePt t="124934" x="8497888" y="2187575"/>
          <p14:tracePt t="124963" x="8505825" y="2217738"/>
          <p14:tracePt t="125142" x="8497888" y="2195513"/>
          <p14:tracePt t="125174" x="8497888" y="2139950"/>
          <p14:tracePt t="125188" x="8505825" y="2108200"/>
          <p14:tracePt t="125203" x="8521700" y="2078038"/>
          <p14:tracePt t="125293" x="8543925" y="2093913"/>
          <p14:tracePt t="125314" x="8559800" y="2124075"/>
          <p14:tracePt t="125326" x="8559800" y="2155825"/>
          <p14:tracePt t="125354" x="8551863" y="2225675"/>
          <p14:tracePt t="125381" x="8535988" y="2303463"/>
          <p14:tracePt t="125397" x="8513763" y="2374900"/>
          <p14:tracePt t="125415" x="8489950" y="2476500"/>
          <p14:tracePt t="125432" x="8458200" y="2562225"/>
          <p14:tracePt t="125459" x="8450263" y="2593975"/>
          <p14:tracePt t="125474" x="8420100" y="2608263"/>
          <p14:tracePt t="125489" x="8396288" y="2632075"/>
          <p14:tracePt t="125502" x="8326438" y="2647950"/>
          <p14:tracePt t="125545" x="8302625" y="2655888"/>
          <p14:tracePt t="125580" x="8286750" y="2632075"/>
          <p14:tracePt t="125598" x="8270875" y="2608263"/>
          <p14:tracePt t="125616" x="8270875" y="2578100"/>
          <p14:tracePt t="125633" x="8262938" y="2514600"/>
          <p14:tracePt t="125640" x="8262938" y="2476500"/>
          <p14:tracePt t="125661" x="8262938" y="2444750"/>
          <p14:tracePt t="125683" x="8286750" y="2382838"/>
          <p14:tracePt t="125694" x="8294688" y="2351088"/>
          <p14:tracePt t="125712" x="8286750" y="2289175"/>
          <p14:tracePt t="125726" x="8302625" y="2225675"/>
          <p14:tracePt t="125847" x="8348663" y="2116138"/>
          <p14:tracePt t="126028" x="8458200" y="2078038"/>
          <p14:tracePt t="126043" x="8623300" y="2038350"/>
          <p14:tracePt t="126075" x="8661400" y="2085975"/>
          <p14:tracePt t="126102" x="8653463" y="2124075"/>
          <p14:tracePt t="126128" x="8645525" y="2155825"/>
          <p14:tracePt t="126137" x="8637588" y="2195513"/>
          <p14:tracePt t="126152" x="8607425" y="2265363"/>
          <p14:tracePt t="126173" x="8583613" y="2335213"/>
          <p14:tracePt t="126181" x="8551863" y="2444750"/>
          <p14:tracePt t="126197" x="8535988" y="2476500"/>
          <p14:tracePt t="126208" x="8529638" y="2506663"/>
          <p14:tracePt t="126222" x="8513763" y="2538413"/>
          <p14:tracePt t="126281" x="8489950" y="2538413"/>
          <p14:tracePt t="126300" x="8466138" y="2522538"/>
          <p14:tracePt t="126313" x="8450263" y="2498725"/>
          <p14:tracePt t="126328" x="8412163" y="2436813"/>
          <p14:tracePt t="126345" x="8396288" y="2413000"/>
          <p14:tracePt t="126369" x="8380413" y="2359025"/>
          <p14:tracePt t="126383" x="8372475" y="2303463"/>
          <p14:tracePt t="126406" x="8372475" y="2249488"/>
          <p14:tracePt t="126434" x="8380413" y="2179638"/>
          <p14:tracePt t="126493" x="8404225" y="2062163"/>
          <p14:tracePt t="126538" x="8428038" y="1944688"/>
          <p14:tracePt t="126629" x="8513763" y="1858963"/>
          <p14:tracePt t="126688" x="8755063" y="1843088"/>
          <p14:tracePt t="126703" x="8848725" y="1882775"/>
          <p14:tracePt t="126719" x="8872538" y="1906588"/>
          <p14:tracePt t="126743" x="8888413" y="1936750"/>
          <p14:tracePt t="126752" x="8912225" y="1992313"/>
          <p14:tracePt t="126773" x="8926513" y="2014538"/>
          <p14:tracePt t="126779" x="8942388" y="2085975"/>
          <p14:tracePt t="126804" x="8942388" y="2203450"/>
          <p14:tracePt t="126810" x="8926513" y="2273300"/>
          <p14:tracePt t="126824" x="8912225" y="2335213"/>
          <p14:tracePt t="126841" x="8904288" y="2366963"/>
          <p14:tracePt t="126853" x="8880475" y="2436813"/>
          <p14:tracePt t="126881" x="8840788" y="2492375"/>
          <p14:tracePt t="126903" x="8802688" y="2530475"/>
          <p14:tracePt t="126930" x="8778875" y="2546350"/>
          <p14:tracePt t="126955" x="8747125" y="2554288"/>
          <p14:tracePt t="126961" x="8693150" y="2570163"/>
          <p14:tracePt t="126983" x="8661400" y="2570163"/>
          <p14:tracePt t="126996" x="8631238" y="2570163"/>
          <p14:tracePt t="127005" x="8583613" y="2538413"/>
          <p14:tracePt t="127022" x="8559800" y="2514600"/>
          <p14:tracePt t="127047" x="8543925" y="2492375"/>
          <p14:tracePt t="127055" x="8505825" y="2476500"/>
          <p14:tracePt t="127079" x="8482013" y="2476500"/>
          <p14:tracePt t="127097" x="8466138" y="2436813"/>
          <p14:tracePt t="127118" x="8458200" y="2382838"/>
          <p14:tracePt t="127126" x="8458200" y="2359025"/>
          <p14:tracePt t="127199" x="8474075" y="2233613"/>
          <p14:tracePt t="127230" x="8482013" y="2124075"/>
          <p14:tracePt t="127335" x="8567738" y="2038350"/>
          <p14:tracePt t="127411" x="8770938" y="1984375"/>
          <p14:tracePt t="127428" x="8912225" y="1992313"/>
          <p14:tracePt t="127448" x="8974138" y="2014538"/>
          <p14:tracePt t="127466" x="8990013" y="2046288"/>
          <p14:tracePt t="127478" x="8990013" y="2132013"/>
          <p14:tracePt t="127483" x="8974138" y="2195513"/>
          <p14:tracePt t="127494" x="8950325" y="2225675"/>
          <p14:tracePt t="127506" x="8934450" y="2257425"/>
          <p14:tracePt t="127522" x="8920163" y="2289175"/>
          <p14:tracePt t="127539" x="8904288" y="2311400"/>
          <p14:tracePt t="127552" x="8880475" y="2374900"/>
          <p14:tracePt t="127569" x="8856663" y="2436813"/>
          <p14:tracePt t="127581" x="8832850" y="2538413"/>
          <p14:tracePt t="127597" x="8818563" y="2562225"/>
          <p14:tracePt t="127611" x="8794750" y="2586038"/>
          <p14:tracePt t="127626" x="8763000" y="2593975"/>
          <p14:tracePt t="127642" x="8716963" y="2616200"/>
          <p14:tracePt t="127673" x="8645525" y="2624138"/>
          <p14:tracePt t="127705" x="8551863" y="2624138"/>
          <p14:tracePt t="127721" x="8521700" y="2608263"/>
          <p14:tracePt t="127735" x="8497888" y="2600325"/>
          <p14:tracePt t="127751" x="8466138" y="2554288"/>
          <p14:tracePt t="127766" x="8450263" y="2522538"/>
          <p14:tracePt t="127796" x="8458200" y="2420938"/>
          <p14:tracePt t="127871" x="8474075" y="2303463"/>
          <p14:tracePt t="127901" x="8513763" y="2187575"/>
          <p14:tracePt t="127946" x="8567738" y="2085975"/>
          <p14:tracePt t="127977" x="8631238" y="1984375"/>
          <p14:tracePt t="128066" x="8832850" y="1960563"/>
          <p14:tracePt t="128081" x="8912225" y="1992313"/>
          <p14:tracePt t="128096" x="8926513" y="2008188"/>
          <p14:tracePt t="128111" x="8934450" y="2046288"/>
          <p14:tracePt t="128128" x="8942388" y="2085975"/>
          <p14:tracePt t="128142" x="8958263" y="2163763"/>
          <p14:tracePt t="128157" x="8958263" y="2195513"/>
          <p14:tracePt t="128173" x="8934450" y="2257425"/>
          <p14:tracePt t="128202" x="8880475" y="2319338"/>
          <p14:tracePt t="128217" x="8864600" y="2343150"/>
          <p14:tracePt t="128231" x="8848725" y="2374900"/>
          <p14:tracePt t="128246" x="8810625" y="2498725"/>
          <p14:tracePt t="128277" x="8786813" y="2554288"/>
          <p14:tracePt t="128322" x="8755063" y="2554288"/>
          <p14:tracePt t="128332" x="8693150" y="2522538"/>
          <p14:tracePt t="128347" x="8615363" y="2468563"/>
          <p14:tracePt t="128362" x="8583613" y="2444750"/>
          <p14:tracePt t="128377" x="8559800" y="2428875"/>
          <p14:tracePt t="128490" x="8529638" y="2311400"/>
          <p14:tracePt t="128521" x="8521700" y="2203450"/>
          <p14:tracePt t="128700" x="8716963" y="2209800"/>
          <p14:tracePt t="128719" x="8802688" y="2217738"/>
          <p14:tracePt t="128734" x="8832850" y="2217738"/>
          <p14:tracePt t="128747" x="8864600" y="2233613"/>
          <p14:tracePt t="128770" x="8888413" y="2257425"/>
          <p14:tracePt t="128779" x="8950325" y="2303463"/>
          <p14:tracePt t="128801" x="8990013" y="2359025"/>
          <p14:tracePt t="128819" x="9005888" y="2436813"/>
          <p14:tracePt t="128828" x="8997950" y="2506663"/>
          <p14:tracePt t="128839" x="8974138" y="2578100"/>
          <p14:tracePt t="128855" x="8958263" y="2608263"/>
          <p14:tracePt t="128878" x="8926513" y="2655888"/>
          <p14:tracePt t="128884" x="8904288" y="2671763"/>
          <p14:tracePt t="128897" x="8880475" y="2687638"/>
          <p14:tracePt t="128912" x="8810625" y="2709863"/>
          <p14:tracePt t="128927" x="8786813" y="2717800"/>
          <p14:tracePt t="128942" x="8716963" y="2717800"/>
          <p14:tracePt t="128956" x="8645525" y="2717800"/>
          <p14:tracePt t="128971" x="8583613" y="2701925"/>
          <p14:tracePt t="128986" x="8535988" y="2687638"/>
          <p14:tracePt t="129000" x="8505825" y="2671763"/>
          <p14:tracePt t="129031" x="8458200" y="2624138"/>
          <p14:tracePt t="129063" x="8420100" y="2570163"/>
          <p14:tracePt t="129107" x="8404225" y="2460625"/>
          <p14:tracePt t="129137" x="8404225" y="2335213"/>
          <p14:tracePt t="129183" x="8435975" y="2217738"/>
          <p14:tracePt t="129211" x="8466138" y="2116138"/>
          <p14:tracePt t="129243" x="8497888" y="2000250"/>
          <p14:tracePt t="129285" x="8559800" y="1898650"/>
          <p14:tracePt t="129345" x="8661400" y="1851025"/>
          <p14:tracePt t="129360" x="8731250" y="1819275"/>
          <p14:tracePt t="129378" x="8826500" y="1812925"/>
          <p14:tracePt t="129394" x="8856663" y="1835150"/>
          <p14:tracePt t="129408" x="8896350" y="1866900"/>
          <p14:tracePt t="129422" x="8950325" y="1906588"/>
          <p14:tracePt t="129450" x="8982075" y="1992313"/>
          <p14:tracePt t="129472" x="8997950" y="2085975"/>
          <p14:tracePt t="129494" x="8997950" y="2116138"/>
          <p14:tracePt t="129505" x="9005888" y="2155825"/>
          <p14:tracePt t="129522" x="9005888" y="2187575"/>
          <p14:tracePt t="129528" x="8997950" y="2249488"/>
          <p14:tracePt t="129541" x="8990013" y="2289175"/>
          <p14:tracePt t="129558" x="8974138" y="2359025"/>
          <p14:tracePt t="129575" x="8934450" y="2468563"/>
          <p14:tracePt t="129591" x="8912225" y="2530475"/>
          <p14:tracePt t="129614" x="8880475" y="2593975"/>
          <p14:tracePt t="129633" x="8864600" y="2624138"/>
          <p14:tracePt t="129645" x="8826500" y="2671763"/>
          <p14:tracePt t="129661" x="8802688" y="2679700"/>
          <p14:tracePt t="129690" x="8747125" y="2663825"/>
          <p14:tracePt t="129705" x="8701088" y="2640013"/>
          <p14:tracePt t="129724" x="8669338" y="2624138"/>
          <p14:tracePt t="129736" x="8583613" y="2586038"/>
          <p14:tracePt t="129765" x="8543925" y="2570163"/>
          <p14:tracePt t="129783" x="8497888" y="2546350"/>
          <p14:tracePt t="129800" x="8497888" y="2476500"/>
          <p14:tracePt t="129815" x="8513763" y="2405063"/>
          <p14:tracePt t="129829" x="8529638" y="2343150"/>
          <p14:tracePt t="129843" x="8543925" y="2281238"/>
          <p14:tracePt t="129858" x="8551863" y="2257425"/>
          <p14:tracePt t="129874" x="8583613" y="2195513"/>
          <p14:tracePt t="129889" x="8607425" y="2171700"/>
          <p14:tracePt t="129917" x="8623300" y="2139950"/>
          <p14:tracePt t="129941" x="8637588" y="2116138"/>
          <p14:tracePt t="129947" x="8661400" y="2101850"/>
          <p14:tracePt t="129975" x="8701088" y="2078038"/>
          <p14:tracePt t="129991" x="8731250" y="2062163"/>
          <p14:tracePt t="130012" x="8826500" y="2038350"/>
          <p14:tracePt t="130036" x="8848725" y="2046288"/>
          <p14:tracePt t="130052" x="8880475" y="2070100"/>
          <p14:tracePt t="130066" x="8950325" y="2155825"/>
          <p14:tracePt t="130084" x="8958263" y="2187575"/>
          <p14:tracePt t="130100" x="8966200" y="2249488"/>
          <p14:tracePt t="130126" x="8926513" y="2303463"/>
          <p14:tracePt t="130141" x="8904288" y="2319338"/>
          <p14:tracePt t="130159" x="8872538" y="2335213"/>
          <p14:tracePt t="130174" x="8826500" y="2366963"/>
          <p14:tracePt t="130188" x="8794750" y="2366963"/>
          <p14:tracePt t="130232" x="8763000" y="2359025"/>
          <p14:tracePt t="130250" x="8739188" y="2319338"/>
          <p14:tracePt t="130265" x="8747125" y="2297113"/>
          <p14:tracePt t="130292" x="8763000" y="2265363"/>
          <p14:tracePt t="130308" x="8810625" y="2217738"/>
          <p14:tracePt t="130322" x="8856663" y="2187575"/>
          <p14:tracePt t="130351" x="8888413" y="2195513"/>
          <p14:tracePt t="130379" x="8920163" y="2209800"/>
          <p14:tracePt t="130384" x="8942388" y="2225675"/>
          <p14:tracePt t="130401" x="8974138" y="2257425"/>
          <p14:tracePt t="130421" x="8982075" y="2297113"/>
          <p14:tracePt t="130428" x="8990013" y="2319338"/>
          <p14:tracePt t="130471" x="8974138" y="2343150"/>
          <p14:tracePt t="130489" x="8942388" y="2351088"/>
          <p14:tracePt t="130515" x="8912225" y="2351088"/>
          <p14:tracePt t="130532" x="8880475" y="2327275"/>
          <p14:tracePt t="130550" x="8826500" y="2233613"/>
          <p14:tracePt t="130565" x="8802688" y="2163763"/>
          <p14:tracePt t="130576" x="8794750" y="2132013"/>
          <p14:tracePt t="130596" x="8794750" y="2101850"/>
          <p14:tracePt t="130610" x="8794750" y="2070100"/>
          <p14:tracePt t="130638" x="8818563" y="2054225"/>
          <p14:tracePt t="130654" x="8848725" y="2054225"/>
          <p14:tracePt t="130670" x="8880475" y="2054225"/>
          <p14:tracePt t="130685" x="8942388" y="2062163"/>
          <p14:tracePt t="130699" x="9005888" y="2085975"/>
          <p14:tracePt t="130711" x="9043988" y="2093913"/>
          <p14:tracePt t="130740" x="9115425" y="2101850"/>
          <p14:tracePt t="130756" x="9137650" y="2101850"/>
          <p14:tracePt t="130785" x="9169400" y="2101850"/>
          <p14:tracePt t="130802" x="9239250" y="2116138"/>
          <p14:tracePt t="130846" x="9255125" y="2147888"/>
          <p14:tracePt t="130860" x="9247188" y="2179638"/>
          <p14:tracePt t="130890" x="9209088" y="2225675"/>
          <p14:tracePt t="130920" x="9161463" y="2241550"/>
          <p14:tracePt t="130951" x="9083675" y="2203450"/>
          <p14:tracePt t="130968" x="8990013" y="2139950"/>
          <p14:tracePt t="130985" x="8966200" y="2124075"/>
          <p14:tracePt t="130999" x="8888413" y="2085975"/>
          <p14:tracePt t="131072" x="8778875" y="2116138"/>
          <p14:tracePt t="131101" x="8685213" y="2163763"/>
          <p14:tracePt t="131118" x="8631238" y="2203450"/>
          <p14:tracePt t="131177" x="8567738" y="2241550"/>
          <p14:tracePt t="131386" x="8731250" y="2249488"/>
          <p14:tracePt t="131401" x="8864600" y="2249488"/>
          <p14:tracePt t="131418" x="8942388" y="2257425"/>
          <p14:tracePt t="131433" x="9075738" y="2273300"/>
          <p14:tracePt t="131449" x="9177338" y="2281238"/>
          <p14:tracePt t="131472" x="9217025" y="2289175"/>
          <p14:tracePt t="131479" x="9302750" y="2303463"/>
          <p14:tracePt t="131494" x="9388475" y="2335213"/>
          <p14:tracePt t="131507" x="9418638" y="2343150"/>
          <p14:tracePt t="131552" x="9512300" y="2374900"/>
          <p14:tracePt t="131567" x="9575800" y="2398713"/>
          <p14:tracePt t="131577" x="9629775" y="2444750"/>
          <p14:tracePt t="131590" x="9685338" y="2476500"/>
          <p14:tracePt t="131702" x="9629775" y="2514600"/>
          <p14:tracePt t="131720" x="9599613" y="2522538"/>
          <p14:tracePt t="131747" x="9498013" y="2562225"/>
          <p14:tracePt t="131763" x="9458325" y="2554288"/>
          <p14:tracePt t="131777" x="9412288" y="2514600"/>
          <p14:tracePt t="131794" x="9356725" y="2460625"/>
          <p14:tracePt t="131811" x="9302750" y="2413000"/>
          <p14:tracePt t="131826" x="9239250" y="2382838"/>
          <p14:tracePt t="131837" x="9129713" y="2351088"/>
          <p14:tracePt t="131851" x="9013825" y="2319338"/>
          <p14:tracePt t="131881" x="8896350" y="2297113"/>
          <p14:tracePt t="131900" x="8778875" y="2289175"/>
          <p14:tracePt t="132062" x="8896350" y="2281238"/>
          <p14:tracePt t="132075" x="9005888" y="2265363"/>
          <p14:tracePt t="132092" x="9145588" y="2249488"/>
          <p14:tracePt t="132107" x="9239250" y="2241550"/>
          <p14:tracePt t="132125" x="9286875" y="2233613"/>
          <p14:tracePt t="132136" x="9324975" y="2233613"/>
          <p14:tracePt t="132168" x="9458325" y="2265363"/>
          <p14:tracePt t="132184" x="9490075" y="2265363"/>
          <p14:tracePt t="132199" x="9677400" y="2241550"/>
          <p14:tracePt t="132216" x="9747250" y="2217738"/>
          <p14:tracePt t="132230" x="9794875" y="2209800"/>
          <p14:tracePt t="132243" x="9840913" y="2195513"/>
          <p14:tracePt t="132269" x="9872663" y="2187575"/>
          <p14:tracePt t="132332" x="9817100" y="2179638"/>
          <p14:tracePt t="132348" x="9715500" y="2163763"/>
          <p14:tracePt t="132366" x="9669463" y="2163763"/>
          <p14:tracePt t="132381" x="9559925" y="2155825"/>
          <p14:tracePt t="132393" x="9482138" y="2155825"/>
          <p14:tracePt t="132438" x="9356725" y="2163763"/>
          <p14:tracePt t="132451" x="9223375" y="2163763"/>
          <p14:tracePt t="132470" x="9099550" y="2163763"/>
          <p14:tracePt t="132484" x="8974138" y="2147888"/>
          <p14:tracePt t="132515" x="8856663" y="2147888"/>
          <p14:tracePt t="132602" x="8739188" y="2132013"/>
          <p14:tracePt t="132843" x="8637588" y="2195513"/>
          <p14:tracePt t="132904" x="8559800" y="2273300"/>
          <p14:tracePt t="132921" x="8474075" y="2359025"/>
          <p14:tracePt t="132954" x="8380413" y="2428875"/>
          <p14:tracePt t="133144" x="8513763" y="2405063"/>
          <p14:tracePt t="133177" x="8575675" y="2436813"/>
          <p14:tracePt t="133192" x="8591550" y="2468563"/>
          <p14:tracePt t="133208" x="8599488" y="2570163"/>
          <p14:tracePt t="133229" x="8575675" y="2616200"/>
          <p14:tracePt t="133247" x="8535988" y="2679700"/>
          <p14:tracePt t="133259" x="8521700" y="2701925"/>
          <p14:tracePt t="133296" x="8435975" y="2693988"/>
          <p14:tracePt t="133324" x="8380413" y="2600325"/>
          <p14:tracePt t="133370" x="8380413" y="2492375"/>
          <p14:tracePt t="133399" x="8482013" y="2281238"/>
          <p14:tracePt t="133431" x="8583613" y="2217738"/>
          <p14:tracePt t="133520" x="8645525" y="2297113"/>
          <p14:tracePt t="133745" x="8763000" y="2289175"/>
          <p14:tracePt t="134046" x="8848725" y="2209800"/>
          <p14:tracePt t="134091" x="8942388" y="2139950"/>
          <p14:tracePt t="134109" x="9036050" y="2093913"/>
          <p14:tracePt t="134136" x="9153525" y="2062163"/>
          <p14:tracePt t="134210" x="9418638" y="2132013"/>
          <p14:tracePt t="134227" x="9466263" y="2155825"/>
          <p14:tracePt t="134242" x="9512300" y="2195513"/>
          <p14:tracePt t="134258" x="9544050" y="2265363"/>
          <p14:tracePt t="134274" x="9536113" y="2303463"/>
          <p14:tracePt t="134297" x="9536113" y="2335213"/>
          <p14:tracePt t="134308" x="9505950" y="2390775"/>
          <p14:tracePt t="134318" x="9498013" y="2405063"/>
          <p14:tracePt t="134359" x="9450388" y="2436813"/>
          <p14:tracePt t="134376" x="9340850" y="2468563"/>
          <p14:tracePt t="134387" x="9271000" y="2484438"/>
          <p14:tracePt t="134405" x="9201150" y="2484438"/>
          <p14:tracePt t="134421" x="9145588" y="2476500"/>
          <p14:tracePt t="134435" x="9115425" y="2476500"/>
          <p14:tracePt t="134462" x="9067800" y="2460625"/>
          <p14:tracePt t="134493" x="8997950" y="2436813"/>
          <p14:tracePt t="134525" x="8888413" y="2398713"/>
          <p14:tracePt t="134556" x="8778875" y="2366963"/>
          <p14:tracePt t="134616" x="8669338" y="2303463"/>
          <p14:tracePt t="134675" x="8645525" y="2195513"/>
          <p14:tracePt t="134736" x="8701088" y="2085975"/>
          <p14:tracePt t="134764" x="8794750" y="2000250"/>
          <p14:tracePt t="134783" x="8896350" y="1936750"/>
          <p14:tracePt t="134856" x="9021763" y="1944688"/>
          <p14:tracePt t="134901" x="9129713" y="1976438"/>
          <p14:tracePt t="134934" x="9185275" y="2085975"/>
          <p14:tracePt t="134956" x="9209088" y="2155825"/>
          <p14:tracePt t="134977" x="9223375" y="2382838"/>
          <p14:tracePt t="135004" x="9223375" y="2413000"/>
          <p14:tracePt t="135017" x="9145588" y="2530475"/>
          <p14:tracePt t="135035" x="9099550" y="2570163"/>
          <p14:tracePt t="135048" x="8904288" y="2616200"/>
          <p14:tracePt t="135056" x="8848725" y="2624138"/>
          <p14:tracePt t="135066" x="8802688" y="2624138"/>
          <p14:tracePt t="135085" x="8669338" y="2624138"/>
          <p14:tracePt t="135112" x="8551863" y="2640013"/>
          <p14:tracePt t="135141" x="8435975" y="2640013"/>
          <p14:tracePt t="135171" x="8318500" y="2640013"/>
          <p14:tracePt t="135184" x="8201025" y="2632075"/>
          <p14:tracePt t="135305" x="8107363" y="2562225"/>
          <p14:tracePt t="135442" x="8013700" y="2484438"/>
          <p14:tracePt t="135486" x="7920038" y="2420938"/>
          <p14:tracePt t="135534" x="7818438" y="2374900"/>
          <p14:tracePt t="135809" x="7700963" y="2366963"/>
          <p14:tracePt t="135876" x="7591425" y="2382838"/>
          <p14:tracePt t="136193" x="7575550" y="2265363"/>
          <p14:tracePt t="136837" x="7693025" y="2225675"/>
          <p14:tracePt t="136867" x="7802563" y="2195513"/>
          <p14:tracePt t="136928" x="7904163" y="2257425"/>
          <p14:tracePt t="136961" x="7958138" y="2374900"/>
          <p14:tracePt t="136987" x="7966075" y="2492375"/>
          <p14:tracePt t="137003" x="7935913" y="2608263"/>
          <p14:tracePt t="137050" x="7864475" y="2693988"/>
          <p14:tracePt t="137175" x="7834313" y="2586038"/>
          <p14:tracePt t="137224" x="7880350" y="2476500"/>
          <p14:tracePt t="137648" x="7864475" y="2593975"/>
          <p14:tracePt t="137679" x="7826375" y="2709863"/>
          <p14:tracePt t="137708" x="7748588" y="2811463"/>
          <p14:tracePt t="137738" x="7677150" y="2905125"/>
          <p14:tracePt t="137768" x="7591425" y="2990850"/>
          <p14:tracePt t="137829" x="7481888" y="3014663"/>
          <p14:tracePt t="137936" x="7435850" y="2905125"/>
          <p14:tracePt t="137963" x="7404100" y="2795588"/>
          <p14:tracePt t="137978" x="7396163" y="2679700"/>
          <p14:tracePt t="138414" x="7505700" y="2624138"/>
          <p14:tracePt t="138460" x="7623175" y="2586038"/>
          <p14:tracePt t="138490" x="7716838" y="2514600"/>
          <p14:tracePt t="138520" x="7794625" y="2428875"/>
          <p14:tracePt t="138549" x="7872413" y="2335213"/>
          <p14:tracePt t="138574" x="7950200" y="2233613"/>
          <p14:tracePt t="138611" x="8037513" y="2155825"/>
          <p14:tracePt t="138640" x="8153400" y="2108200"/>
          <p14:tracePt t="138910" x="8051800" y="2179638"/>
          <p14:tracePt t="138940" x="7950200" y="2225675"/>
          <p14:tracePt t="138968" x="7850188" y="2273300"/>
          <p14:tracePt t="139001" x="7732713" y="2281238"/>
          <p14:tracePt t="139031" x="7615238" y="2273300"/>
          <p14:tracePt t="139075" x="7497763" y="2289175"/>
          <p14:tracePt t="139105" x="7380288" y="2297113"/>
          <p14:tracePt t="139150" x="7270750" y="2273300"/>
          <p14:tracePt t="139210" x="7185025" y="2195513"/>
          <p14:tracePt t="139301" x="7099300" y="2124075"/>
          <p14:tracePt t="139572" x="7208838" y="2179638"/>
          <p14:tracePt t="139587" x="7310438" y="2233613"/>
          <p14:tracePt t="139617" x="7419975" y="2273300"/>
          <p14:tracePt t="139646" x="7537450" y="2311400"/>
          <p14:tracePt t="139969" x="7435850" y="2241550"/>
          <p14:tracePt t="140005" x="7326313" y="2195513"/>
          <p14:tracePt t="140230" x="7443788" y="2147888"/>
          <p14:tracePt t="140262" x="7567613" y="2139950"/>
          <p14:tracePt t="140280" x="7669213" y="2147888"/>
          <p14:tracePt t="140307" x="7802563" y="2155825"/>
          <p14:tracePt t="140324" x="7920038" y="2132013"/>
          <p14:tracePt t="140369" x="8037513" y="2132013"/>
          <p14:tracePt t="140384" x="8153400" y="2132013"/>
          <p14:tracePt t="140427" x="8270875" y="2171700"/>
          <p14:tracePt t="140473" x="8372475" y="2225675"/>
          <p14:tracePt t="140501" x="8474075" y="2289175"/>
          <p14:tracePt t="140517" x="8567738" y="2359025"/>
          <p14:tracePt t="140713" x="8474075" y="2428875"/>
          <p14:tracePt t="140732" x="8356600" y="2468563"/>
          <p14:tracePt t="140755" x="8232775" y="2492375"/>
          <p14:tracePt t="140767" x="7997825" y="2522538"/>
          <p14:tracePt t="140785" x="7872413" y="2522538"/>
          <p14:tracePt t="140802" x="7623175" y="2492375"/>
          <p14:tracePt t="140839" x="7513638" y="2460625"/>
          <p14:tracePt t="140847" x="7396163" y="2436813"/>
          <p14:tracePt t="140877" x="7286625" y="2413000"/>
          <p14:tracePt t="140908" x="7177088" y="2366963"/>
          <p14:tracePt t="140934" x="7075488" y="2311400"/>
          <p14:tracePt t="140960" x="6997700" y="2225675"/>
          <p14:tracePt t="141042" x="6919913" y="2132013"/>
          <p14:tracePt t="141104" x="6865938" y="2022475"/>
          <p14:tracePt t="141179" x="6834188" y="1912938"/>
          <p14:tracePt t="141462" x="6943725" y="1866900"/>
          <p14:tracePt t="141492" x="7053263" y="1827213"/>
          <p14:tracePt t="141523" x="7162800" y="1797050"/>
          <p14:tracePt t="141628" x="7107238" y="1695450"/>
          <p14:tracePt t="141657" x="7005638" y="1631950"/>
          <p14:tracePt t="141686" x="6834188" y="1476375"/>
          <p14:tracePt t="141731" x="6756400" y="1390650"/>
          <p14:tracePt t="141748" x="6692900" y="1289050"/>
          <p14:tracePt t="141988" x="6802438" y="1233488"/>
          <p14:tracePt t="142016" x="6919913" y="1203325"/>
          <p14:tracePt t="142049" x="7029450" y="1163638"/>
          <p14:tracePt t="142066" x="7154863" y="1147763"/>
          <p14:tracePt t="142098" x="7380288" y="1077913"/>
          <p14:tracePt t="142126" x="7505700" y="1069975"/>
          <p14:tracePt t="142142" x="7623175" y="1038225"/>
          <p14:tracePt t="142159" x="7748588" y="1008063"/>
          <p14:tracePt t="142171" x="7864475" y="984250"/>
          <p14:tracePt t="142182" x="7974013" y="968375"/>
          <p14:tracePt t="142193" x="8091488" y="968375"/>
          <p14:tracePt t="142207" x="8208963" y="968375"/>
          <p14:tracePt t="142251" x="8326438" y="968375"/>
          <p14:tracePt t="142267" x="8442325" y="992188"/>
          <p14:tracePt t="142283" x="8567738" y="1008063"/>
          <p14:tracePt t="142326" x="8677275" y="1016000"/>
          <p14:tracePt t="142340" x="8794750" y="1030288"/>
          <p14:tracePt t="142355" x="8912225" y="1093788"/>
          <p14:tracePt t="142415" x="9005888" y="1163638"/>
          <p14:tracePt t="142455" x="9129713" y="1219200"/>
          <p14:tracePt t="142483" x="9231313" y="1257300"/>
          <p14:tracePt t="142557" x="9332913" y="1304925"/>
          <p14:tracePt t="142620" x="9450388" y="1320800"/>
          <p14:tracePt t="142642" x="9567863" y="1327150"/>
          <p14:tracePt t="142662" x="9677400" y="1335088"/>
          <p14:tracePt t="142710" x="9802813" y="1358900"/>
          <p14:tracePt t="142735" x="9918700" y="1350963"/>
          <p14:tracePt t="142829" x="9982200" y="1249363"/>
          <p14:tracePt t="142905" x="9755188" y="1147763"/>
          <p14:tracePt t="142933" x="9629775" y="1139825"/>
          <p14:tracePt t="142952" x="9512300" y="1139825"/>
          <p14:tracePt t="142966" x="9404350" y="1125538"/>
          <p14:tracePt t="142996" x="9294813" y="1139825"/>
          <p14:tracePt t="143022" x="9028113" y="1147763"/>
          <p14:tracePt t="143040" x="8912225" y="1171575"/>
          <p14:tracePt t="143069" x="8794750" y="1203325"/>
          <p14:tracePt t="143087" x="8677275" y="1249363"/>
          <p14:tracePt t="143114" x="8435975" y="1289050"/>
          <p14:tracePt t="143143" x="8208963" y="1312863"/>
          <p14:tracePt t="143169" x="8075613" y="1327150"/>
          <p14:tracePt t="143178" x="7966075" y="1390650"/>
          <p14:tracePt t="143218" x="7864475" y="1452563"/>
          <p14:tracePt t="143237" x="7754938" y="1522413"/>
          <p14:tracePt t="143262" x="7661275" y="1601788"/>
          <p14:tracePt t="143284" x="7599363" y="1695450"/>
          <p14:tracePt t="143338" x="7559675" y="1804988"/>
          <p14:tracePt t="143370" x="7513638" y="1912938"/>
          <p14:tracePt t="143416" x="7459663" y="2014538"/>
          <p14:tracePt t="143442" x="7427913" y="2124075"/>
          <p14:tracePt t="143565" x="7537450" y="2078038"/>
          <p14:tracePt t="143595" x="7646988" y="2062163"/>
          <p14:tracePt t="143613" x="7778750" y="2046288"/>
          <p14:tracePt t="143626" x="7904163" y="2022475"/>
          <p14:tracePt t="143655" x="8021638" y="2000250"/>
          <p14:tracePt t="143675" x="8131175" y="1968500"/>
          <p14:tracePt t="143744" x="8255000" y="1968500"/>
          <p14:tracePt t="143806" x="8380413" y="1968500"/>
          <p14:tracePt t="143865" x="8489950" y="2008188"/>
          <p14:tracePt t="144010" x="8599488" y="2038350"/>
          <p14:tracePt t="144150" x="8551863" y="1928813"/>
          <p14:tracePt t="144179" x="8380413" y="1773238"/>
          <p14:tracePt t="144258" x="8278813" y="1711325"/>
          <p14:tracePt t="144312" x="8177213" y="1671638"/>
          <p14:tracePt t="144352" x="8177213" y="1546225"/>
          <p14:tracePt t="144383" x="8326438" y="1366838"/>
          <p14:tracePt t="144409" x="8442325" y="1343025"/>
          <p14:tracePt t="144436" x="8575675" y="1343025"/>
          <p14:tracePt t="144508" x="8794750" y="1436688"/>
          <p14:tracePt t="144563" x="8926513" y="1468438"/>
          <p14:tracePt t="144577" x="9043988" y="1508125"/>
          <p14:tracePt t="144646" x="9161463" y="1530350"/>
          <p14:tracePt t="144887" x="9036050" y="1530350"/>
          <p14:tracePt t="144957" x="8794750" y="1522413"/>
          <p14:tracePt t="144960" x="8677275" y="1492250"/>
          <p14:tracePt t="144967" x="8567738" y="1468438"/>
          <p14:tracePt t="145050" x="8458200" y="1420813"/>
          <p14:tracePt t="145093" x="8348663" y="1382713"/>
          <p14:tracePt t="145124" x="8262938" y="1320800"/>
          <p14:tracePt t="145200" x="8193088" y="1219200"/>
          <p14:tracePt t="145429" x="8240713" y="1117600"/>
          <p14:tracePt t="145493" x="8340725" y="1062038"/>
          <p14:tracePt t="145509" x="8458200" y="1054100"/>
          <p14:tracePt t="145552" x="8559800" y="1109663"/>
          <p14:tracePt t="145598" x="8653463" y="1171575"/>
          <p14:tracePt t="145687" x="8685213" y="1281113"/>
          <p14:tracePt t="145733" x="8623300" y="1390650"/>
          <p14:tracePt t="145795" x="8529638" y="1460500"/>
          <p14:tracePt t="145823" x="8420100" y="1492250"/>
          <p14:tracePt t="145884" x="8310563" y="1436688"/>
          <p14:tracePt t="145918" x="8240713" y="1350963"/>
          <p14:tracePt t="145959" x="8216900" y="1233488"/>
          <p14:tracePt t="145990" x="8262938" y="1117600"/>
          <p14:tracePt t="146094" x="8356600" y="1062038"/>
          <p14:tracePt t="146124" x="8482013" y="1069975"/>
          <p14:tracePt t="146154" x="8591550" y="1117600"/>
          <p14:tracePt t="146219" x="8637588" y="1219200"/>
          <p14:tracePt t="146251" x="8645525" y="1343025"/>
          <p14:tracePt t="146387" x="8529638" y="1366838"/>
          <p14:tracePt t="146417" x="8412163" y="1358900"/>
          <p14:tracePt t="146445" x="8302625" y="1335088"/>
          <p14:tracePt t="146536" x="8240713" y="1225550"/>
          <p14:tracePt t="146584" x="8270875" y="1109663"/>
          <p14:tracePt t="146612" x="8318500" y="1000125"/>
          <p14:tracePt t="146733" x="8435975" y="1000125"/>
          <p14:tracePt t="147202" x="8326438" y="1444625"/>
          <p14:tracePt t="147284" x="8364538" y="1327150"/>
          <p14:tracePt t="147327" x="8450263" y="1233488"/>
          <p14:tracePt t="147376" x="8559800" y="1195388"/>
          <p14:tracePt t="147422" x="8677275" y="1219200"/>
          <p14:tracePt t="147553" x="8677275" y="1343025"/>
          <p14:tracePt t="147589" x="8645525" y="1460500"/>
          <p14:tracePt t="147697" x="8529638" y="1452563"/>
          <p14:tracePt t="148056" x="8428038" y="1374775"/>
          <p14:tracePt t="148164" x="8543925" y="1343025"/>
          <p14:tracePt t="148188" x="8661400" y="1327150"/>
          <p14:tracePt t="148224" x="8778875" y="1366838"/>
          <p14:tracePt t="148248" x="8896350" y="1406525"/>
          <p14:tracePt t="148268" x="9013825" y="1444625"/>
          <p14:tracePt t="148310" x="9083675" y="1530350"/>
          <p14:tracePt t="148407" x="9036050" y="1655763"/>
          <p14:tracePt t="148447" x="8926513" y="1695450"/>
          <p14:tracePt t="148482" x="8810625" y="1711325"/>
          <p14:tracePt t="148598" x="8888413" y="1812925"/>
          <p14:tracePt t="148620" x="8974138" y="1890713"/>
          <p14:tracePt t="148660" x="9028113" y="2000250"/>
          <p14:tracePt t="148703" x="9043988" y="2116138"/>
          <p14:tracePt t="148730" x="8974138" y="2209800"/>
          <p14:tracePt t="148761" x="8739188" y="2265363"/>
          <p14:tracePt t="148774" x="8615363" y="2257425"/>
          <p14:tracePt t="148805" x="8388350" y="2179638"/>
          <p14:tracePt t="148828" x="8139113" y="2139950"/>
          <p14:tracePt t="148858" x="8021638" y="2108200"/>
          <p14:tracePt t="148872" x="7904163" y="2070100"/>
          <p14:tracePt t="148884" x="7716838" y="1920875"/>
          <p14:tracePt t="148928" x="7639050" y="1835150"/>
          <p14:tracePt t="148942" x="7583488" y="1733550"/>
          <p14:tracePt t="148955" x="7537450" y="1616075"/>
          <p14:tracePt t="149014" x="7599363" y="1500188"/>
          <p14:tracePt t="149032" x="7669213" y="1406525"/>
          <p14:tracePt t="149062" x="7732713" y="1304925"/>
          <p14:tracePt t="149081" x="7802563" y="1211263"/>
          <p14:tracePt t="149089" x="7912100" y="1155700"/>
          <p14:tracePt t="149124" x="8021638" y="1109663"/>
          <p14:tracePt t="149136" x="8139113" y="1077913"/>
          <p14:tracePt t="149151" x="8255000" y="1077913"/>
          <p14:tracePt t="149187" x="8497888" y="1101725"/>
          <p14:tracePt t="149225" x="8615363" y="1131888"/>
          <p14:tracePt t="149253" x="8724900" y="1195388"/>
          <p14:tracePt t="149269" x="8826500" y="1257300"/>
          <p14:tracePt t="149285" x="8926513" y="1320800"/>
          <p14:tracePt t="149376" x="8904288" y="1436688"/>
          <p14:tracePt t="149421" x="8840788" y="1538288"/>
          <p14:tracePt t="149450" x="8739188" y="1601788"/>
          <p14:tracePt t="149481" x="8631238" y="1639888"/>
          <p14:tracePt t="149503" x="8505825" y="1663700"/>
          <p14:tracePt t="149522" x="8388350" y="1647825"/>
          <p14:tracePt t="149553" x="8302625" y="1570038"/>
          <p14:tracePt t="149614" x="8255000" y="1460500"/>
          <p14:tracePt t="149643" x="8232775" y="1343025"/>
          <p14:tracePt t="149689" x="8302625" y="1249363"/>
          <p14:tracePt t="149795" x="8388350" y="1171575"/>
          <p14:tracePt t="149824" x="8505825" y="1125538"/>
          <p14:tracePt t="149854" x="8623300" y="1093788"/>
          <p14:tracePt t="149944" x="8731250" y="1147763"/>
          <p14:tracePt t="149990" x="8763000" y="1257300"/>
          <p14:tracePt t="150020" x="8778875" y="1374775"/>
          <p14:tracePt t="150093" x="8701088" y="1460500"/>
          <p14:tracePt t="150128" x="8591550" y="1508125"/>
          <p14:tracePt t="150142" x="8482013" y="1522413"/>
          <p14:tracePt t="150215" x="8372475" y="1476375"/>
          <p14:tracePt t="150260" x="8302625" y="1358900"/>
          <p14:tracePt t="150282" x="8262938" y="1249363"/>
          <p14:tracePt t="150335" x="8224838" y="968375"/>
          <p14:tracePt t="150425" x="8310563" y="890588"/>
          <p14:tracePt t="150514" x="8420100" y="936625"/>
          <p14:tracePt t="150561" x="8529638" y="992188"/>
          <p14:tracePt t="150592" x="8631238" y="1062038"/>
          <p14:tracePt t="150651" x="8693150" y="1163638"/>
          <p14:tracePt t="150740" x="8653463" y="1273175"/>
          <p14:tracePt t="150843" x="8535988" y="1225550"/>
          <p14:tracePt t="150877" x="8420100" y="1179513"/>
          <p14:tracePt t="150922" x="8334375" y="1101725"/>
          <p14:tracePt t="151056" x="8450263" y="1062038"/>
          <p14:tracePt t="151073" x="8575675" y="1062038"/>
          <p14:tracePt t="151161" x="8591550" y="1304925"/>
          <p14:tracePt t="151193" x="8567738" y="1420813"/>
          <p14:tracePt t="152610" x="8013700" y="1741488"/>
          <p14:tracePt t="152623" x="8099425" y="1725613"/>
          <p14:tracePt t="152640" x="8240713" y="1711325"/>
          <p14:tracePt t="152656" x="8294688" y="1703388"/>
          <p14:tracePt t="152672" x="8404225" y="1655763"/>
          <p14:tracePt t="152686" x="8428038" y="1639888"/>
          <p14:tracePt t="152698" x="8482013" y="1601788"/>
          <p14:tracePt t="152745" x="8482013" y="1593850"/>
          <p14:tracePt t="152759" x="8489950" y="1577975"/>
          <p14:tracePt t="152774" x="8474075" y="1538288"/>
          <p14:tracePt t="152792" x="8450263" y="1516063"/>
          <p14:tracePt t="152808" x="8428038" y="1492250"/>
          <p14:tracePt t="152823" x="8412163" y="1476375"/>
          <p14:tracePt t="152837" x="8404225" y="1468438"/>
          <p14:tracePt t="152851" x="8396288" y="1444625"/>
          <p14:tracePt t="152882" x="8388350" y="1428750"/>
          <p14:tracePt t="152898" x="8388350" y="1374775"/>
          <p14:tracePt t="152912" x="8388350" y="1343025"/>
          <p14:tracePt t="152928" x="8396288" y="1304925"/>
          <p14:tracePt t="152943" x="8388350" y="1281113"/>
          <p14:tracePt t="153111" x="8442325" y="1249363"/>
          <p14:tracePt t="153120" x="8458200" y="1241425"/>
          <p14:tracePt t="153135" x="8482013" y="1233488"/>
          <p14:tracePt t="153164" x="8529638" y="1241425"/>
          <p14:tracePt t="153179" x="8551863" y="1249363"/>
          <p14:tracePt t="153194" x="8615363" y="1296988"/>
          <p14:tracePt t="153210" x="8661400" y="1335088"/>
          <p14:tracePt t="153241" x="8685213" y="1382713"/>
          <p14:tracePt t="153255" x="8693150" y="1428750"/>
          <p14:tracePt t="153272" x="8685213" y="1452563"/>
          <p14:tracePt t="153286" x="8645525" y="1516063"/>
          <p14:tracePt t="153302" x="8607425" y="1554163"/>
          <p14:tracePt t="153314" x="8583613" y="1570038"/>
          <p14:tracePt t="153329" x="8559800" y="1577975"/>
          <p14:tracePt t="153344" x="8521700" y="1585913"/>
          <p14:tracePt t="153360" x="8435975" y="1577975"/>
          <p14:tracePt t="153375" x="8364538" y="1554163"/>
          <p14:tracePt t="153389" x="8286750" y="1522413"/>
          <p14:tracePt t="153405" x="8262938" y="1516063"/>
          <p14:tracePt t="153422" x="8240713" y="1492250"/>
          <p14:tracePt t="153435" x="8224838" y="1420813"/>
          <p14:tracePt t="153465" x="8216900" y="1312863"/>
          <p14:tracePt t="153481" x="8216900" y="1203325"/>
          <p14:tracePt t="153495" x="8240713" y="1093788"/>
          <p14:tracePt t="153510" x="8270875" y="1030288"/>
          <p14:tracePt t="153525" x="8334375" y="952500"/>
          <p14:tracePt t="153541" x="8372475" y="898525"/>
          <p14:tracePt t="153555" x="8396288" y="874713"/>
          <p14:tracePt t="153571" x="8442325" y="820738"/>
          <p14:tracePt t="153586" x="8458200" y="804863"/>
          <p14:tracePt t="153616" x="8482013" y="796925"/>
          <p14:tracePt t="153630" x="8505825" y="812800"/>
          <p14:tracePt t="153645" x="8535988" y="820738"/>
          <p14:tracePt t="153659" x="8567738" y="828675"/>
          <p14:tracePt t="153674" x="8623300" y="850900"/>
          <p14:tracePt t="153689" x="8653463" y="866775"/>
          <p14:tracePt t="153714" x="8709025" y="922338"/>
          <p14:tracePt t="153730" x="8755063" y="976313"/>
          <p14:tracePt t="153745" x="8770938" y="1023938"/>
          <p14:tracePt t="153755" x="8770938" y="1046163"/>
          <p14:tracePt t="153765" x="8770938" y="1069975"/>
          <p14:tracePt t="153780" x="8763000" y="1131888"/>
          <p14:tracePt t="153818" x="8755063" y="1203325"/>
          <p14:tracePt t="153848" x="8747125" y="1233488"/>
          <p14:tracePt t="153866" x="8731250" y="1289050"/>
          <p14:tracePt t="153891" x="8709025" y="1327150"/>
          <p14:tracePt t="153909" x="8685213" y="1358900"/>
          <p14:tracePt t="153926" x="8661400" y="1374775"/>
          <p14:tracePt t="153940" x="8615363" y="1398588"/>
          <p14:tracePt t="153954" x="8591550" y="1414463"/>
          <p14:tracePt t="153971" x="8559800" y="1420813"/>
          <p14:tracePt t="153986" x="8529638" y="1428750"/>
          <p14:tracePt t="154000" x="8442325" y="1428750"/>
          <p14:tracePt t="154015" x="8404225" y="1420813"/>
          <p14:tracePt t="154039" x="8364538" y="1406525"/>
          <p14:tracePt t="154055" x="8334375" y="1398588"/>
          <p14:tracePt t="154073" x="8318500" y="1374775"/>
          <p14:tracePt t="154088" x="8270875" y="1327150"/>
          <p14:tracePt t="154117" x="8255000" y="1296988"/>
          <p14:tracePt t="154132" x="8240713" y="1265238"/>
          <p14:tracePt t="154145" x="8224838" y="1203325"/>
          <p14:tracePt t="154151" x="8224838" y="1163638"/>
          <p14:tracePt t="154167" x="8224838" y="1139825"/>
          <p14:tracePt t="154180" x="8224838" y="1109663"/>
          <p14:tracePt t="154197" x="8240713" y="1077913"/>
          <p14:tracePt t="154211" x="8255000" y="1054100"/>
          <p14:tracePt t="154226" x="8278813" y="1030288"/>
          <p14:tracePt t="154239" x="8302625" y="1016000"/>
          <p14:tracePt t="154254" x="8356600" y="968375"/>
          <p14:tracePt t="154268" x="8388350" y="952500"/>
          <p14:tracePt t="154310" x="8482013" y="914400"/>
          <p14:tracePt t="154322" x="8529638" y="906463"/>
          <p14:tracePt t="154340" x="8599488" y="898525"/>
          <p14:tracePt t="154346" x="8637588" y="898525"/>
          <p14:tracePt t="154360" x="8669338" y="906463"/>
          <p14:tracePt t="154376" x="8701088" y="906463"/>
          <p14:tracePt t="154390" x="8778875" y="930275"/>
          <p14:tracePt t="154406" x="8810625" y="944563"/>
          <p14:tracePt t="154435" x="8840788" y="968375"/>
          <p14:tracePt t="154451" x="8958263" y="1062038"/>
          <p14:tracePt t="154478" x="8990013" y="1125538"/>
          <p14:tracePt t="154488" x="9028113" y="1187450"/>
          <p14:tracePt t="154498" x="9043988" y="1219200"/>
          <p14:tracePt t="154511" x="9067800" y="1281113"/>
          <p14:tracePt t="154525" x="9051925" y="1366838"/>
          <p14:tracePt t="154539" x="9013825" y="1436688"/>
          <p14:tracePt t="154555" x="8950325" y="1492250"/>
          <p14:tracePt t="154582" x="8920163" y="1522413"/>
          <p14:tracePt t="154588" x="8848725" y="1570038"/>
          <p14:tracePt t="154602" x="8794750" y="1601788"/>
          <p14:tracePt t="154618" x="8731250" y="1616075"/>
          <p14:tracePt t="154630" x="8669338" y="1616075"/>
          <p14:tracePt t="154655" x="8631238" y="1609725"/>
          <p14:tracePt t="154662" x="8559800" y="1593850"/>
          <p14:tracePt t="154692" x="8466138" y="1538288"/>
          <p14:tracePt t="154707" x="8380413" y="1484313"/>
          <p14:tracePt t="154722" x="8326438" y="1436688"/>
          <p14:tracePt t="154744" x="8286750" y="1398588"/>
          <p14:tracePt t="154752" x="8255000" y="1350963"/>
          <p14:tracePt t="154767" x="8240713" y="1304925"/>
          <p14:tracePt t="154779" x="8232775" y="1233488"/>
          <p14:tracePt t="154806" x="8232775" y="1093788"/>
          <p14:tracePt t="154818" x="8240713" y="1062038"/>
          <p14:tracePt t="154824" x="8270875" y="1016000"/>
          <p14:tracePt t="154840" x="8294688" y="1000125"/>
          <p14:tracePt t="154871" x="8334375" y="1000125"/>
          <p14:tracePt t="154894" x="8435975" y="1000125"/>
          <p14:tracePt t="154900" x="8466138" y="1000125"/>
          <p14:tracePt t="154916" x="8529638" y="1000125"/>
          <p14:tracePt t="154932" x="8559800" y="992188"/>
          <p14:tracePt t="154956" x="8631238" y="992188"/>
          <p14:tracePt t="154971" x="8661400" y="992188"/>
          <p14:tracePt t="154976" x="8693150" y="992188"/>
          <p14:tracePt t="154991" x="8716963" y="992188"/>
          <p14:tracePt t="155015" x="8747125" y="1008063"/>
          <p14:tracePt t="155028" x="8778875" y="1030288"/>
          <p14:tracePt t="155044" x="8818563" y="1077913"/>
          <p14:tracePt t="155063" x="8856663" y="1171575"/>
          <p14:tracePt t="155080" x="8864600" y="1203325"/>
          <p14:tracePt t="155093" x="8872538" y="1233488"/>
          <p14:tracePt t="155138" x="8864600" y="1273175"/>
          <p14:tracePt t="155166" x="8840788" y="1327150"/>
          <p14:tracePt t="155184" x="8802688" y="1382713"/>
          <p14:tracePt t="155199" x="8763000" y="1460500"/>
          <p14:tracePt t="155229" x="8747125" y="1484313"/>
          <p14:tracePt t="155276" x="8716963" y="1484313"/>
          <p14:tracePt t="155304" x="8661400" y="1468438"/>
          <p14:tracePt t="155335" x="8615363" y="1420813"/>
          <p14:tracePt t="155353" x="8583613" y="1374775"/>
          <p14:tracePt t="155379" x="8559800" y="1350963"/>
          <p14:tracePt t="155397" x="8535988" y="1335088"/>
          <p14:tracePt t="155426" x="8521700" y="1312863"/>
          <p14:tracePt t="155443" x="8497888" y="1289050"/>
          <p14:tracePt t="155530" x="8505825" y="1225550"/>
          <p14:tracePt t="155548" x="8543925" y="1139825"/>
          <p14:tracePt t="155576" x="8631238" y="1085850"/>
          <p14:tracePt t="155593" x="8669338" y="1077913"/>
          <p14:tracePt t="155607" x="8701088" y="1069975"/>
          <p14:tracePt t="155681" x="8731250" y="1085850"/>
          <p14:tracePt t="155695" x="8747125" y="1109663"/>
          <p14:tracePt t="155710" x="8755063" y="1139825"/>
          <p14:tracePt t="155757" x="8747125" y="1179513"/>
          <p14:tracePt t="155787" x="8739188" y="1211263"/>
          <p14:tracePt t="155861" x="8716963" y="1233488"/>
          <p14:tracePt t="155876" x="8631238" y="1257300"/>
          <p14:tracePt t="155892" x="8567738" y="1273175"/>
          <p14:tracePt t="155906" x="8529638" y="1281113"/>
          <p14:tracePt t="155924" x="8466138" y="1273175"/>
          <p14:tracePt t="155937" x="8420100" y="1273175"/>
          <p14:tracePt t="155950" x="8380413" y="1281113"/>
          <p14:tracePt t="155967" x="8348663" y="1281113"/>
          <p14:tracePt t="156009" x="8380413" y="1265238"/>
          <p14:tracePt t="156025" x="8412163" y="1241425"/>
          <p14:tracePt t="156041" x="8482013" y="1195388"/>
          <p14:tracePt t="156056" x="8583613" y="1155700"/>
          <p14:tracePt t="156072" x="8661400" y="1117600"/>
          <p14:tracePt t="156087" x="8693150" y="1101725"/>
          <p14:tracePt t="156101" x="8724900" y="1093788"/>
          <p14:tracePt t="156147" x="8693150" y="1101725"/>
          <p14:tracePt t="156174" x="8599488" y="1139825"/>
          <p14:tracePt t="156265" x="8631238" y="1085850"/>
          <p14:tracePt t="156280" x="8669338" y="1054100"/>
          <p14:tracePt t="156296" x="8747125" y="1000125"/>
          <p14:tracePt t="156310" x="8840788" y="944563"/>
          <p14:tracePt t="156324" x="8864600" y="930275"/>
          <p14:tracePt t="156551" x="8950325" y="984250"/>
          <p14:tracePt t="156569" x="8950325" y="1046163"/>
          <p14:tracePt t="156585" x="8920163" y="1109663"/>
          <p14:tracePt t="156600" x="8856663" y="1211263"/>
          <p14:tracePt t="156622" x="8810625" y="1265238"/>
          <p14:tracePt t="156637" x="8747125" y="1296988"/>
          <p14:tracePt t="156642" x="8653463" y="1304925"/>
          <p14:tracePt t="156657" x="8583613" y="1312863"/>
          <p14:tracePt t="156673" x="8559800" y="1312863"/>
          <p14:tracePt t="156762" x="8637588" y="1225550"/>
          <p14:tracePt t="156792" x="8709025" y="1187450"/>
          <p14:tracePt t="156821" x="8747125" y="1195388"/>
          <p14:tracePt t="156852" x="8755063" y="1225550"/>
          <p14:tracePt t="156869" x="8755063" y="1257300"/>
          <p14:tracePt t="156884" x="8747125" y="1281113"/>
          <p14:tracePt t="156905" x="8685213" y="1335088"/>
          <p14:tracePt t="156923" x="8623300" y="1350963"/>
          <p14:tracePt t="156929" x="8591550" y="1358900"/>
          <p14:tracePt t="156944" x="8513763" y="1382713"/>
          <p14:tracePt t="156957" x="8466138" y="1398588"/>
          <p14:tracePt t="156974" x="8428038" y="1398588"/>
          <p14:tracePt t="156986" x="8404225" y="1390650"/>
          <p14:tracePt t="157045" x="8482013" y="1335088"/>
          <p14:tracePt t="157070" x="8513763" y="1327150"/>
          <p14:tracePt t="157079" x="8685213" y="1296988"/>
          <p14:tracePt t="157094" x="8747125" y="1281113"/>
          <p14:tracePt t="157109" x="8802688" y="1281113"/>
          <p14:tracePt t="157127" x="8826500" y="1281113"/>
          <p14:tracePt t="157168" x="8802688" y="1327150"/>
          <p14:tracePt t="157186" x="8786813" y="1343025"/>
          <p14:tracePt t="157203" x="8669338" y="1390650"/>
          <p14:tracePt t="157214" x="8599488" y="1398588"/>
          <p14:tracePt t="157226" x="8567738" y="1398588"/>
          <p14:tracePt t="157272" x="8591550" y="1358900"/>
          <p14:tracePt t="157297" x="8637588" y="1312863"/>
          <p14:tracePt t="157303" x="8763000" y="1233488"/>
          <p14:tracePt t="157317" x="8848725" y="1187450"/>
          <p14:tracePt t="157332" x="8912225" y="1155700"/>
          <p14:tracePt t="157363" x="8942388" y="1147763"/>
          <p14:tracePt t="157378" x="8997950" y="1187450"/>
          <p14:tracePt t="157391" x="8997950" y="1219200"/>
          <p14:tracePt t="157405" x="8958263" y="1320800"/>
          <p14:tracePt t="157421" x="8926513" y="1350963"/>
          <p14:tracePt t="157439" x="8794750" y="1538288"/>
          <p14:tracePt t="157464" x="8724900" y="1601788"/>
          <p14:tracePt t="157469" x="8661400" y="1624013"/>
          <p14:tracePt t="157483" x="8599488" y="1639888"/>
          <p14:tracePt t="157496" x="8575675" y="1647825"/>
          <p14:tracePt t="157513" x="8513763" y="1655763"/>
          <p14:tracePt t="157544" x="8458200" y="1631950"/>
          <p14:tracePt t="157571" x="8435975" y="1624013"/>
          <p14:tracePt t="157585" x="8388350" y="1585913"/>
          <p14:tracePt t="157611" x="8372475" y="1562100"/>
          <p14:tracePt t="157619" x="8340725" y="1500188"/>
          <p14:tracePt t="157633" x="8294688" y="1414463"/>
          <p14:tracePt t="157799" x="8278813" y="1296988"/>
          <p14:tracePt t="157845" x="8326438" y="1187450"/>
          <p14:tracePt t="157901" x="8404225" y="1117600"/>
          <p14:tracePt t="157935" x="8513763" y="1069975"/>
          <p14:tracePt t="157962" x="8739188" y="992188"/>
          <p14:tracePt t="157993" x="8794750" y="984250"/>
          <p14:tracePt t="158053" x="8826500" y="1030288"/>
          <p14:tracePt t="158081" x="8840788" y="1085850"/>
          <p14:tracePt t="158109" x="8856663" y="1147763"/>
          <p14:tracePt t="158122" x="8856663" y="1179513"/>
          <p14:tracePt t="158139" x="8856663" y="1211263"/>
          <p14:tracePt t="158171" x="8856663" y="1273175"/>
          <p14:tracePt t="158189" x="8848725" y="1296988"/>
          <p14:tracePt t="158201" x="8826500" y="1350963"/>
          <p14:tracePt t="158231" x="8786813" y="1414463"/>
          <p14:tracePt t="158250" x="8724900" y="1476375"/>
          <p14:tracePt t="158266" x="8669338" y="1516063"/>
          <p14:tracePt t="158281" x="8645525" y="1530350"/>
          <p14:tracePt t="158296" x="8591550" y="1554163"/>
          <p14:tracePt t="158309" x="8559800" y="1562100"/>
          <p14:tracePt t="158325" x="8497888" y="1554163"/>
          <p14:tracePt t="158340" x="8435975" y="1546225"/>
          <p14:tracePt t="158366" x="8372475" y="1522413"/>
          <p14:tracePt t="158382" x="8334375" y="1484313"/>
          <p14:tracePt t="158398" x="8294688" y="1436688"/>
          <p14:tracePt t="158409" x="8270875" y="1414463"/>
          <p14:tracePt t="158423" x="8247063" y="1382713"/>
          <p14:tracePt t="158438" x="8232775" y="1350963"/>
          <p14:tracePt t="158446" x="8208963" y="1296988"/>
          <p14:tracePt t="158459" x="8201025" y="1265238"/>
          <p14:tracePt t="158474" x="8201025" y="1241425"/>
          <p14:tracePt t="158518" x="8208963" y="1211263"/>
          <p14:tracePt t="158530" x="8240713" y="1125538"/>
          <p14:tracePt t="158661" x="8334375" y="1069975"/>
          <p14:tracePt t="158689" x="8420100" y="1038225"/>
          <p14:tracePt t="158706" x="8599488" y="1038225"/>
          <p14:tracePt t="158721" x="8669338" y="1046163"/>
          <p14:tracePt t="158734" x="8701088" y="1062038"/>
          <p14:tracePt t="158765" x="8724900" y="1085850"/>
          <p14:tracePt t="158780" x="8755063" y="1147763"/>
          <p14:tracePt t="158814" x="8770938" y="1179513"/>
          <p14:tracePt t="158846" x="8786813" y="1203325"/>
          <p14:tracePt t="158872" x="8802688" y="1225550"/>
          <p14:tracePt t="158893" x="8826500" y="1249363"/>
          <p14:tracePt t="158983" x="8802688" y="1273175"/>
          <p14:tracePt t="159000" x="8724900" y="1312863"/>
          <p14:tracePt t="159016" x="8669338" y="1320800"/>
          <p14:tracePt t="159030" x="8607425" y="1304925"/>
          <p14:tracePt t="159061" x="8567738" y="1304925"/>
          <p14:tracePt t="159119" x="8450263" y="1296988"/>
          <p14:tracePt t="159164" x="8326438" y="1289050"/>
          <p14:tracePt t="159209" x="8216900" y="1257300"/>
          <p14:tracePt t="159311" x="8201025" y="1131888"/>
          <p14:tracePt t="159389" x="8278813" y="1038225"/>
          <p14:tracePt t="159464" x="8388350" y="992188"/>
          <p14:tracePt t="159494" x="8497888" y="976313"/>
          <p14:tracePt t="159628" x="8615363" y="1023938"/>
          <p14:tracePt t="159686" x="8693150" y="1093788"/>
          <p14:tracePt t="159839" x="8653463" y="1203325"/>
          <p14:tracePt t="159917" x="8575675" y="1281113"/>
          <p14:tracePt t="159974" x="8482013" y="1343025"/>
          <p14:tracePt t="160425" x="8450263" y="1225550"/>
          <p14:tracePt t="160621" x="8388350" y="1281113"/>
          <p14:tracePt t="160651" x="8356600" y="1289050"/>
          <p14:tracePt t="160679" x="8318500" y="1273175"/>
          <p14:tracePt t="160696" x="8294688" y="1265238"/>
          <p14:tracePt t="160721" x="8270875" y="1249363"/>
          <p14:tracePt t="160768" x="8318500" y="1195388"/>
          <p14:tracePt t="160787" x="8340725" y="1171575"/>
          <p14:tracePt t="160815" x="8356600" y="1139825"/>
          <p14:tracePt t="160831" x="8388350" y="1101725"/>
          <p14:tracePt t="160870" x="8513763" y="1062038"/>
          <p14:tracePt t="160883" x="8543925" y="1069975"/>
          <p14:tracePt t="160899" x="8645525" y="1077913"/>
          <p14:tracePt t="160914" x="8677275" y="1077913"/>
          <p14:tracePt t="160928" x="8709025" y="1085850"/>
          <p14:tracePt t="160944" x="8739188" y="1101725"/>
          <p14:tracePt t="160959" x="8786813" y="1131888"/>
          <p14:tracePt t="160975" x="8802688" y="1155700"/>
          <p14:tracePt t="160991" x="8818563" y="1187450"/>
          <p14:tracePt t="161069" x="8826500" y="1219200"/>
          <p14:tracePt t="161116" x="8832850" y="1257300"/>
          <p14:tracePt t="161137" x="8826500" y="1312863"/>
          <p14:tracePt t="161160" x="8794750" y="1350963"/>
          <p14:tracePt t="161177" x="8770938" y="1374775"/>
          <p14:tracePt t="161192" x="8724900" y="1414463"/>
          <p14:tracePt t="161216" x="8677275" y="1444625"/>
          <p14:tracePt t="161224" x="8631238" y="1476375"/>
          <p14:tracePt t="161238" x="8599488" y="1492250"/>
          <p14:tracePt t="161249" x="8567738" y="1508125"/>
          <p14:tracePt t="161268" x="8513763" y="1522413"/>
          <p14:tracePt t="161282" x="8458200" y="1530350"/>
          <p14:tracePt t="161311" x="8428038" y="1522413"/>
          <p14:tracePt t="161338" x="8404225" y="1516063"/>
          <p14:tracePt t="161347" x="8318500" y="1492250"/>
          <p14:tracePt t="161380" x="8278813" y="1476375"/>
          <p14:tracePt t="161534" x="8247063" y="1358900"/>
          <p14:tracePt t="161640" x="8334375" y="1281113"/>
          <p14:tracePt t="161687" x="8559800" y="1179513"/>
          <p14:tracePt t="161716" x="8591550" y="1195388"/>
          <p14:tracePt t="161733" x="8615363" y="1203325"/>
          <p14:tracePt t="161748" x="8645525" y="1225550"/>
          <p14:tracePt t="161789" x="8637588" y="1265238"/>
          <p14:tracePt t="161813" x="8623300" y="1296988"/>
          <p14:tracePt t="161821" x="8591550" y="1350963"/>
          <p14:tracePt t="161839" x="8575675" y="1374775"/>
          <p14:tracePt t="161867" x="8559800" y="1414463"/>
          <p14:tracePt t="161881" x="8535988" y="1428750"/>
          <p14:tracePt t="161896" x="8505825" y="1444625"/>
          <p14:tracePt t="161910" x="8482013" y="1444625"/>
          <p14:tracePt t="161949" x="8458200" y="1420813"/>
          <p14:tracePt t="161971" x="8428038" y="1414463"/>
          <p14:tracePt t="161998" x="8372475" y="1390650"/>
          <p14:tracePt t="162003" x="8340725" y="1382713"/>
          <p14:tracePt t="162061" x="8340725" y="1358900"/>
          <p14:tracePt t="162077" x="8348663" y="1296988"/>
          <p14:tracePt t="162107" x="8364538" y="1265238"/>
          <p14:tracePt t="162124" x="8380413" y="1233488"/>
          <p14:tracePt t="162226" x="8388350" y="1179513"/>
          <p14:tracePt t="162458" x="8551863" y="1077913"/>
          <p14:tracePt t="162473" x="8583613" y="1069975"/>
          <p14:tracePt t="162526" x="8637588" y="1093788"/>
          <p14:tracePt t="162572" x="8669338" y="1109663"/>
          <p14:tracePt t="162600" x="8701088" y="1109663"/>
          <p14:tracePt t="162661" x="8716963" y="1131888"/>
          <p14:tracePt t="162721" x="8709025" y="1163638"/>
          <p14:tracePt t="162750" x="8693150" y="1195388"/>
          <p14:tracePt t="162766" x="8669338" y="1219200"/>
          <p14:tracePt t="162886" x="8645525" y="1241425"/>
          <p14:tracePt t="162903" x="8623300" y="1273175"/>
          <p14:tracePt t="162919" x="8607425" y="1296988"/>
          <p14:tracePt t="162934" x="8591550" y="1320800"/>
          <p14:tracePt t="162950" x="8567738" y="1343025"/>
          <p14:tracePt t="162980" x="8543925" y="1358900"/>
          <p14:tracePt t="162995" x="8497888" y="1398588"/>
          <p14:tracePt t="163112" x="8559800" y="1366838"/>
          <p14:tracePt t="163130" x="8607425" y="1358900"/>
          <p14:tracePt t="163145" x="8677275" y="1350963"/>
          <p14:tracePt t="163168" x="8709025" y="1358900"/>
          <p14:tracePt t="163186" x="8747125" y="1382713"/>
          <p14:tracePt t="163203" x="8770938" y="1398588"/>
          <p14:tracePt t="163263" x="8818563" y="1420813"/>
          <p14:tracePt t="163281" x="8864600" y="1460500"/>
          <p14:tracePt t="163295" x="8904288" y="1516063"/>
          <p14:tracePt t="163317" x="8926513" y="1546225"/>
          <p14:tracePt t="163340" x="8958263" y="1577975"/>
          <p14:tracePt t="163370" x="8990013" y="1585913"/>
          <p14:tracePt t="163384" x="9059863" y="1585913"/>
          <p14:tracePt t="163423" x="9083675" y="1562100"/>
          <p14:tracePt t="163488" x="9153525" y="1468438"/>
          <p14:tracePt t="163504" x="9302750" y="1350963"/>
          <p14:tracePt t="163519" x="9372600" y="1327150"/>
          <p14:tracePt t="163534" x="9396413" y="1312863"/>
          <p14:tracePt t="163549" x="9450388" y="1265238"/>
          <p14:tracePt t="163563" x="9498013" y="1211263"/>
          <p14:tracePt t="163577" x="9536113" y="1163638"/>
          <p14:tracePt t="163595" x="9551988" y="1131888"/>
          <p14:tracePt t="163608" x="9567863" y="1101725"/>
          <p14:tracePt t="163771" x="9613900" y="1077913"/>
          <p14:tracePt t="163798" x="9645650" y="1069975"/>
          <p14:tracePt t="163816" x="9669463" y="1046163"/>
          <p14:tracePt t="163849" x="9701213" y="1023938"/>
          <p14:tracePt t="163872" x="9715500" y="1000125"/>
          <p14:tracePt t="163880" x="9731375" y="984250"/>
          <p14:tracePt t="163909" x="9763125" y="968375"/>
          <p14:tracePt t="163939" x="9794875" y="968375"/>
          <p14:tracePt t="163982" x="9817100" y="984250"/>
          <p14:tracePt t="163996" x="9848850" y="992188"/>
          <p14:tracePt t="164028" x="9880600" y="1000125"/>
          <p14:tracePt t="164133" x="9880600" y="1030288"/>
          <p14:tracePt t="164192" x="9856788" y="1046163"/>
          <p14:tracePt t="164221" x="9809163" y="1069975"/>
          <p14:tracePt t="164252" x="9786938" y="1085850"/>
          <p14:tracePt t="164271" x="9755188" y="1109663"/>
          <p14:tracePt t="164285" x="9707563" y="1131888"/>
          <p14:tracePt t="164314" x="9685338" y="1155700"/>
          <p14:tracePt t="164343" x="9661525" y="1171575"/>
          <p14:tracePt t="164368" x="9591675" y="1203325"/>
          <p14:tracePt t="164386" x="9559925" y="1219200"/>
          <p14:tracePt t="164392" x="9520238" y="1225550"/>
          <p14:tracePt t="164404" x="9498013" y="1233488"/>
          <p14:tracePt t="164553" x="9512300" y="1211263"/>
          <p14:tracePt t="164703" x="9490075" y="1203325"/>
          <p14:tracePt t="164719" x="9356725" y="1131888"/>
          <p14:tracePt t="164736" x="9294813" y="1085850"/>
          <p14:tracePt t="164750" x="9271000" y="1069975"/>
          <p14:tracePt t="164824" x="9286875" y="1038225"/>
          <p14:tracePt t="164848" x="9302750" y="1023938"/>
          <p14:tracePt t="164856" x="9317038" y="1008063"/>
          <p14:tracePt t="164880" x="9364663" y="976313"/>
          <p14:tracePt t="164917" x="9388475" y="968375"/>
          <p14:tracePt t="164944" x="9450388" y="952500"/>
          <p14:tracePt t="164977" x="9466263" y="960438"/>
          <p14:tracePt t="164992" x="9482138" y="976313"/>
          <p14:tracePt t="165019" x="9498013" y="1000125"/>
          <p14:tracePt t="165058" x="9505950" y="1054100"/>
          <p14:tracePt t="165080" x="9512300" y="1077913"/>
          <p14:tracePt t="165125" x="9528175" y="1101725"/>
          <p14:tracePt t="165140" x="9536113" y="1131888"/>
          <p14:tracePt t="165154" x="9544050" y="1163638"/>
          <p14:tracePt t="165177" x="9544050" y="1195388"/>
          <p14:tracePt t="165201" x="9536113" y="1265238"/>
          <p14:tracePt t="165217" x="9528175" y="1296988"/>
          <p14:tracePt t="165238" x="9490075" y="1343025"/>
          <p14:tracePt t="165246" x="9450388" y="1374775"/>
          <p14:tracePt t="165277" x="9426575" y="1390650"/>
          <p14:tracePt t="165303" x="9404350" y="1414463"/>
          <p14:tracePt t="165349" x="9380538" y="1414463"/>
          <p14:tracePt t="165482" x="9404350" y="1390650"/>
          <p14:tracePt t="165547" x="9418638" y="1366838"/>
          <p14:tracePt t="165724" x="9434513" y="1350963"/>
          <p14:tracePt t="165752" x="9474200" y="1312863"/>
          <p14:tracePt t="165830" x="9498013" y="1296988"/>
          <p14:tracePt t="165847" x="9520238" y="1281113"/>
          <p14:tracePt t="165935" x="9544050" y="1265238"/>
          <p14:tracePt t="166024" x="9520238" y="1281113"/>
          <p14:tracePt t="166114" x="9512300" y="1249363"/>
          <p14:tracePt t="166144" x="9528175" y="1219200"/>
          <p14:tracePt t="166176" x="9551988" y="1219200"/>
          <p14:tracePt t="166372" x="9583738" y="1233488"/>
          <p14:tracePt t="166460" x="9621838" y="1203325"/>
          <p14:tracePt t="166760" x="9599613" y="1171575"/>
          <p14:tracePt t="166789" x="9607550" y="1139825"/>
          <p14:tracePt t="166822" x="9607550" y="1109663"/>
          <p14:tracePt t="166895" x="9629775" y="1077913"/>
          <p14:tracePt t="166984" x="9661525" y="1062038"/>
          <p14:tracePt t="167016" x="9693275" y="1046163"/>
          <p14:tracePt t="167122" x="9669463" y="1054100"/>
          <p14:tracePt t="167149" x="9629775" y="1062038"/>
          <p14:tracePt t="167168" x="9599613" y="1069975"/>
          <p14:tracePt t="167195" x="9583738" y="1085850"/>
          <p14:tracePt t="167256" x="9567863" y="1125538"/>
          <p14:tracePt t="167285" x="9551988" y="1155700"/>
          <p14:tracePt t="167302" x="9544050" y="1179513"/>
          <p14:tracePt t="167420" x="9551988" y="1211263"/>
          <p14:tracePt t="167496" x="9613900" y="1225550"/>
          <p14:tracePt t="167752" x="9629775" y="1195388"/>
          <p14:tracePt t="167812" x="9613900" y="1163638"/>
          <p14:tracePt t="168081" x="9653588" y="1139825"/>
          <p14:tracePt t="168111" x="9629775" y="1171575"/>
          <p14:tracePt t="168130" x="9607550" y="1211263"/>
          <p14:tracePt t="168143" x="9583738" y="1233488"/>
          <p14:tracePt t="168188" x="9559925" y="1281113"/>
          <p14:tracePt t="168212" x="9544050" y="1312863"/>
          <p14:tracePt t="168218" x="9512300" y="1335088"/>
          <p14:tracePt t="168334" x="9450388" y="1414463"/>
          <p14:tracePt t="168369" x="9442450" y="1444625"/>
          <p14:tracePt t="168396" x="9458325" y="1476375"/>
          <p14:tracePt t="168442" x="9418638" y="1554163"/>
          <p14:tracePt t="168458" x="9404350" y="1577975"/>
          <p14:tracePt t="168472" x="9380538" y="1609725"/>
          <p14:tracePt t="168484" x="9340850" y="1663700"/>
          <p14:tracePt t="168496" x="9332913" y="1687513"/>
          <p14:tracePt t="168507" x="9271000" y="1765300"/>
          <p14:tracePt t="168519" x="9239250" y="1789113"/>
          <p14:tracePt t="168534" x="9169400" y="1835150"/>
          <p14:tracePt t="168550" x="9145588" y="1851025"/>
          <p14:tracePt t="168651" x="9137650" y="1890713"/>
          <p14:tracePt t="168683" x="9161463" y="1960563"/>
          <p14:tracePt t="168701" x="9153525" y="2008188"/>
          <p14:tracePt t="168715" x="9153525" y="2038350"/>
          <p14:tracePt t="168728" x="9137650" y="2062163"/>
          <p14:tracePt t="168741" x="9099550" y="2116138"/>
          <p14:tracePt t="168761" x="9043988" y="2147888"/>
          <p14:tracePt t="168781" x="9013825" y="2171700"/>
          <p14:tracePt t="168796" x="8990013" y="2195513"/>
          <p14:tracePt t="168809" x="8958263" y="2209800"/>
          <p14:tracePt t="168828" x="8934450" y="2233613"/>
          <p14:tracePt t="168841" x="8896350" y="2249488"/>
          <p14:tracePt t="168856" x="8864600" y="2273300"/>
          <p14:tracePt t="168889" x="8763000" y="2327275"/>
          <p14:tracePt t="168902" x="8701088" y="2351088"/>
          <p14:tracePt t="169088" x="8786813" y="2273300"/>
          <p14:tracePt t="169133" x="8872538" y="2195513"/>
          <p14:tracePt t="169253" x="8982075" y="2155825"/>
          <p14:tracePt t="169327" x="9099550" y="2108200"/>
          <p14:tracePt t="169360" x="9217025" y="2078038"/>
          <p14:tracePt t="169597" x="9271000" y="2163763"/>
          <p14:tracePt t="169675" x="9239250" y="2273300"/>
          <p14:tracePt t="169868" x="9185275" y="2374900"/>
          <p14:tracePt t="170050" x="9067800" y="2351088"/>
          <p14:tracePt t="170094" x="9005888" y="2257425"/>
          <p14:tracePt t="170169" x="8950325" y="2155825"/>
          <p14:tracePt t="170514" x="9005888" y="2257425"/>
          <p14:tracePt t="170529" x="9036050" y="2374900"/>
          <p14:tracePt t="170589" x="8990013" y="2484438"/>
          <p14:tracePt t="170965" x="8997950" y="2374900"/>
          <p14:tracePt t="171069" x="9051925" y="2257425"/>
          <p14:tracePt t="171354" x="9153525" y="2319338"/>
          <p14:tracePt t="171387" x="9247188" y="2398713"/>
          <p14:tracePt t="171459" x="9324975" y="2476500"/>
          <p14:tracePt t="171504" x="9396413" y="2578100"/>
          <p14:tracePt t="171774" x="9294813" y="2514600"/>
          <p14:tracePt t="171834" x="9177338" y="2468563"/>
          <p14:tracePt t="171866" x="9059863" y="2428875"/>
          <p14:tracePt t="171941" x="8958263" y="2351088"/>
          <p14:tracePt t="171957" x="8880475" y="2265363"/>
          <p14:tracePt t="172014" x="8786813" y="2195513"/>
          <p14:tracePt t="172119" x="8716963" y="2108200"/>
          <p14:tracePt t="172315" x="8770938" y="2008188"/>
          <p14:tracePt t="172346" x="8856663" y="1928813"/>
          <p14:tracePt t="172435" x="8974138" y="1912938"/>
          <p14:tracePt t="172509" x="9083675" y="1944688"/>
          <p14:tracePt t="172617" x="9129713" y="2054225"/>
          <p14:tracePt t="172885" x="9099550" y="2163763"/>
          <p14:tracePt t="172931" x="9036050" y="2265363"/>
          <p14:tracePt t="173030" x="8958263" y="2351088"/>
          <p14:tracePt t="181522" x="8489950" y="4132263"/>
          <p14:tracePt t="181550" x="8442325" y="4241800"/>
          <p14:tracePt t="181569" x="8372475" y="4335463"/>
          <p14:tracePt t="181573" x="8193088" y="4514850"/>
          <p14:tracePt t="181583" x="8091488" y="4576763"/>
          <p14:tracePt t="181718" x="8169275" y="4538663"/>
          <p14:tracePt t="181727" x="8302625" y="4498975"/>
          <p14:tracePt t="181751" x="8356600" y="4483100"/>
          <p14:tracePt t="181811" x="8334375" y="4600575"/>
          <p14:tracePt t="181825" x="8247063" y="4749800"/>
          <p14:tracePt t="181845" x="8201025" y="4787900"/>
          <p14:tracePt t="181856" x="8083550" y="4889500"/>
          <p14:tracePt t="181872" x="7685088" y="5186363"/>
          <p14:tracePt t="181887" x="7404100" y="5295900"/>
          <p14:tracePt t="181903" x="7256463" y="5341938"/>
          <p14:tracePt t="182086" x="7342188" y="5210175"/>
          <p14:tracePt t="182132" x="7443788" y="5146675"/>
          <p14:tracePt t="182163" x="7559675" y="5100638"/>
          <p14:tracePt t="182193" x="7661275" y="5053013"/>
          <p14:tracePt t="182222" x="7762875" y="5006975"/>
          <p14:tracePt t="182353" x="7888288" y="5038725"/>
          <p14:tracePt t="182369" x="7989888" y="5076825"/>
          <p14:tracePt t="182383" x="8091488" y="5140325"/>
          <p14:tracePt t="182398" x="8193088" y="5194300"/>
          <p14:tracePt t="182429" x="8294688" y="5256213"/>
          <p14:tracePt t="182443" x="8396288" y="5327650"/>
          <p14:tracePt t="182487" x="8412163" y="5349875"/>
          <p14:tracePt t="182519" x="8428038" y="5365750"/>
          <p14:tracePt t="182531" x="8482013" y="5475288"/>
          <p14:tracePt t="182642" x="8466138" y="5530850"/>
          <p14:tracePt t="182665" x="8420100" y="5670550"/>
          <p14:tracePt t="182688" x="8348663" y="5803900"/>
          <p14:tracePt t="182719" x="8302625" y="5905500"/>
          <p14:tracePt t="182808" x="8216900" y="5983288"/>
          <p14:tracePt t="182838" x="8091488" y="6069013"/>
          <p14:tracePt t="183063" x="8177213" y="5975350"/>
          <p14:tracePt t="183080" x="8255000" y="5881688"/>
          <p14:tracePt t="183123" x="8348663" y="5811838"/>
          <p14:tracePt t="183152" x="8450263" y="5764213"/>
          <p14:tracePt t="183169" x="8583613" y="5686425"/>
          <p14:tracePt t="183184" x="8685213" y="5608638"/>
          <p14:tracePt t="183212" x="8786813" y="5553075"/>
          <p14:tracePt t="183230" x="8904288" y="5522913"/>
          <p14:tracePt t="183247" x="9013825" y="5483225"/>
          <p14:tracePt t="183276" x="9036050" y="5475288"/>
          <p14:tracePt t="183299" x="9161463" y="5459413"/>
          <p14:tracePt t="183314" x="9286875" y="5443538"/>
          <p14:tracePt t="183364" x="9310688" y="5443538"/>
          <p14:tracePt t="183382" x="9434513" y="5467350"/>
          <p14:tracePt t="183398" x="9544050" y="5499100"/>
          <p14:tracePt t="183499" x="9661525" y="5530850"/>
          <p14:tracePt t="183680" x="9731375" y="5616575"/>
          <p14:tracePt t="183769" x="9693275" y="5732463"/>
          <p14:tracePt t="183844" x="9669463" y="5849938"/>
          <p14:tracePt t="183888" x="9607550" y="5943600"/>
          <p14:tracePt t="183950" x="9567863" y="5983288"/>
          <p14:tracePt t="183967" x="9482138" y="6076950"/>
          <p14:tracePt t="183989" x="9466263" y="6092825"/>
          <p14:tracePt t="184004" x="9356725" y="6170613"/>
          <p14:tracePt t="184054" x="9247188" y="6194425"/>
          <p14:tracePt t="184081" x="9129713" y="6210300"/>
          <p14:tracePt t="184160" x="9005888" y="6194425"/>
          <p14:tracePt t="184187" x="8856663" y="6178550"/>
          <p14:tracePt t="184233" x="8832850" y="6178550"/>
          <p14:tracePt t="184277" x="8709025" y="6154738"/>
          <p14:tracePt t="184323" x="8693150" y="6138863"/>
          <p14:tracePt t="184339" x="8615363" y="6053138"/>
          <p14:tracePt t="184355" x="8607425" y="6029325"/>
          <p14:tracePt t="184371" x="8559800" y="5913438"/>
          <p14:tracePt t="184398" x="8529638" y="5811838"/>
          <p14:tracePt t="184429" x="8513763" y="5632450"/>
          <p14:tracePt t="184442" x="8521700" y="5522913"/>
          <p14:tracePt t="184518" x="8575675" y="5421313"/>
          <p14:tracePt t="184552" x="8645525" y="5319713"/>
          <p14:tracePt t="184624" x="8716963" y="5233988"/>
          <p14:tracePt t="184655" x="8802688" y="5146675"/>
          <p14:tracePt t="184701" x="8904288" y="5092700"/>
          <p14:tracePt t="184774" x="8990013" y="5178425"/>
          <p14:tracePt t="184835" x="9013825" y="5226050"/>
          <p14:tracePt t="184850" x="9067800" y="5327650"/>
          <p14:tracePt t="184925" x="9036050" y="5451475"/>
          <p14:tracePt t="184969" x="8958263" y="5608638"/>
          <p14:tracePt t="185015" x="8880475" y="5740400"/>
          <p14:tracePt t="185044" x="8832850" y="5772150"/>
          <p14:tracePt t="185059" x="8724900" y="5834063"/>
          <p14:tracePt t="185075" x="8623300" y="5889625"/>
          <p14:tracePt t="185100" x="8505825" y="5927725"/>
          <p14:tracePt t="185128" x="8364538" y="5967413"/>
          <p14:tracePt t="185163" x="8255000" y="5999163"/>
          <p14:tracePt t="185193" x="8208963" y="6007100"/>
          <p14:tracePt t="185212" x="8091488" y="6015038"/>
          <p14:tracePt t="185311" x="7981950" y="5991225"/>
          <p14:tracePt t="185329" x="7842250" y="5983288"/>
          <p14:tracePt t="185389" x="7724775" y="5959475"/>
          <p14:tracePt t="185420" x="7607300" y="5959475"/>
          <p14:tracePt t="185452" x="7497763" y="5967413"/>
          <p14:tracePt t="185479" x="7372350" y="5983288"/>
          <p14:tracePt t="185497" x="7232650" y="5999163"/>
          <p14:tracePt t="185520" x="7200900" y="5999163"/>
          <p14:tracePt t="185527" x="7075488" y="6007100"/>
          <p14:tracePt t="185555" x="6959600" y="5999163"/>
          <p14:tracePt t="185600" x="6865938" y="5935663"/>
          <p14:tracePt t="185631" x="6810375" y="5819775"/>
          <p14:tracePt t="185677" x="6786563" y="5702300"/>
          <p14:tracePt t="185721" x="6826250" y="5576888"/>
          <p14:tracePt t="185750" x="6911975" y="5467350"/>
          <p14:tracePt t="185811" x="7013575" y="5413375"/>
          <p14:tracePt t="185840" x="7123113" y="5381625"/>
          <p14:tracePt t="185884" x="7146925" y="5389563"/>
          <p14:tracePt t="185901" x="7264400" y="5443538"/>
          <p14:tracePt t="185931" x="7380288" y="5530850"/>
          <p14:tracePt t="185975" x="7396163" y="5553075"/>
          <p14:tracePt t="185994" x="7419975" y="5608638"/>
          <p14:tracePt t="186006" x="7473950" y="5772150"/>
          <p14:tracePt t="186126" x="7451725" y="5788025"/>
          <p14:tracePt t="186213" x="7334250" y="5764213"/>
          <p14:tracePt t="186514" x="7412038" y="5678488"/>
          <p14:tracePt t="186545" x="7497763" y="5584825"/>
          <p14:tracePt t="186980" x="7396163" y="5514975"/>
          <p14:tracePt t="187011" x="7278688" y="5381625"/>
          <p14:tracePt t="187043" x="7232650" y="5280025"/>
          <p14:tracePt t="187087" x="7270750" y="5170488"/>
          <p14:tracePt t="187134" x="7334250" y="5076825"/>
          <p14:tracePt t="187163" x="7427913" y="4999038"/>
          <p14:tracePt t="187222" x="7575550" y="4975225"/>
          <p14:tracePt t="187250" x="7693025" y="4975225"/>
          <p14:tracePt t="187268" x="7842250" y="4999038"/>
          <p14:tracePt t="187298" x="7958138" y="5014913"/>
          <p14:tracePt t="187320" x="7981950" y="5022850"/>
          <p14:tracePt t="187338" x="8083550" y="5092700"/>
          <p14:tracePt t="187348" x="8177213" y="5162550"/>
          <p14:tracePt t="187395" x="8247063" y="5256213"/>
          <p14:tracePt t="187422" x="8262938" y="5373688"/>
          <p14:tracePt t="187454" x="8255000" y="5483225"/>
          <p14:tracePt t="187512" x="8216900" y="5592763"/>
          <p14:tracePt t="187559" x="8153400" y="5726113"/>
          <p14:tracePt t="187588" x="8083550" y="5819775"/>
          <p14:tracePt t="187634" x="7950200" y="5881688"/>
          <p14:tracePt t="187649" x="7834313" y="5913438"/>
          <p14:tracePt t="187664" x="7810500" y="5921375"/>
          <p14:tracePt t="187680" x="7639050" y="5943600"/>
          <p14:tracePt t="187712" x="7521575" y="5943600"/>
          <p14:tracePt t="187738" x="7466013" y="5943600"/>
          <p14:tracePt t="187756" x="7350125" y="5921375"/>
          <p14:tracePt t="187767" x="7326313" y="5913438"/>
          <p14:tracePt t="187798" x="7224713" y="5819775"/>
          <p14:tracePt t="187852" x="7208838" y="5795963"/>
          <p14:tracePt t="187870" x="7200900" y="5764213"/>
          <p14:tracePt t="187884" x="7169150" y="5638800"/>
          <p14:tracePt t="187902" x="7146925" y="5530850"/>
          <p14:tracePt t="188017" x="7232650" y="5437188"/>
          <p14:tracePt t="188049" x="7334250" y="5373688"/>
          <p14:tracePt t="188076" x="7451725" y="5341938"/>
          <p14:tracePt t="188106" x="7559675" y="5341938"/>
          <p14:tracePt t="188137" x="7583488" y="5357813"/>
          <p14:tracePt t="188152" x="7693025" y="5397500"/>
          <p14:tracePt t="188184" x="7818438" y="5467350"/>
          <p14:tracePt t="188242" x="7896225" y="5553075"/>
          <p14:tracePt t="188302" x="7864475" y="5662613"/>
          <p14:tracePt t="188348" x="7834313" y="5780088"/>
          <p14:tracePt t="188392" x="7754938" y="5865813"/>
          <p14:tracePt t="188423" x="7654925" y="5921375"/>
          <p14:tracePt t="188481" x="7553325" y="5959475"/>
          <p14:tracePt t="188512" x="7427913" y="5967413"/>
          <p14:tracePt t="188543" x="7310438" y="5959475"/>
          <p14:tracePt t="188589" x="7216775" y="5857875"/>
          <p14:tracePt t="188633" x="7162800" y="5756275"/>
          <p14:tracePt t="188650" x="7138988" y="5638800"/>
          <p14:tracePt t="188692" x="7138988" y="5530850"/>
          <p14:tracePt t="188737" x="7162800" y="5413375"/>
          <p14:tracePt t="188769" x="7192963" y="5295900"/>
          <p14:tracePt t="188793" x="7216775" y="5272088"/>
          <p14:tracePt t="188815" x="7310438" y="5186363"/>
          <p14:tracePt t="188832" x="7334250" y="5178425"/>
          <p14:tracePt t="188853" x="7443788" y="5116513"/>
          <p14:tracePt t="188868" x="7567613" y="5092700"/>
          <p14:tracePt t="188904" x="7599363" y="5092700"/>
          <p14:tracePt t="188922" x="7623175" y="5092700"/>
          <p14:tracePt t="188936" x="7850188" y="5170488"/>
          <p14:tracePt t="188992" x="7864475" y="5186363"/>
          <p14:tracePt t="189009" x="7958138" y="5256213"/>
          <p14:tracePt t="189054" x="8013700" y="5357813"/>
          <p14:tracePt t="189083" x="8029575" y="5475288"/>
          <p14:tracePt t="189114" x="8029575" y="5584825"/>
          <p14:tracePt t="189213" x="7950200" y="5686425"/>
          <p14:tracePt t="189284" x="7850188" y="5726113"/>
          <p14:tracePt t="189345" x="7700963" y="5726113"/>
          <p14:tracePt t="189377" x="7591425" y="5718175"/>
          <p14:tracePt t="189438" x="7567613" y="5702300"/>
          <p14:tracePt t="189455" x="7427913" y="5568950"/>
          <p14:tracePt t="189558" x="7419975" y="5545138"/>
          <p14:tracePt t="189623" x="7451725" y="5437188"/>
          <p14:tracePt t="189676" x="7553325" y="5365750"/>
          <p14:tracePt t="189744" x="7575550" y="5373688"/>
          <p14:tracePt t="189775" x="7685088" y="5429250"/>
          <p14:tracePt t="189791" x="7748588" y="5522913"/>
          <p14:tracePt t="189834" x="7770813" y="5670550"/>
          <p14:tracePt t="189864" x="7740650" y="5788025"/>
          <p14:tracePt t="189893" x="7654925" y="5897563"/>
          <p14:tracePt t="189940" x="7567613" y="5983288"/>
          <p14:tracePt t="189969" x="7473950" y="6053138"/>
          <p14:tracePt t="189987" x="7358063" y="6069013"/>
          <p14:tracePt t="190043" x="7248525" y="6100763"/>
          <p14:tracePt t="190077" x="7224713" y="6100763"/>
          <p14:tracePt t="190098" x="7107238" y="6069013"/>
          <p14:tracePt t="190121" x="7037388" y="5975350"/>
          <p14:tracePt t="190166" x="6973888" y="5865813"/>
          <p14:tracePt t="190194" x="6967538" y="5780088"/>
          <p14:tracePt t="190212" x="6951663" y="5654675"/>
          <p14:tracePt t="190240" x="6951663" y="5624513"/>
          <p14:tracePt t="190257" x="6981825" y="5530850"/>
          <p14:tracePt t="190403" x="7131050" y="5491163"/>
          <p14:tracePt t="190449" x="7240588" y="5483225"/>
          <p14:tracePt t="190510" x="7358063" y="5483225"/>
          <p14:tracePt t="190540" x="7473950" y="5537200"/>
          <p14:tracePt t="190613" x="7567613" y="5592763"/>
          <p14:tracePt t="190788" x="7559675" y="5616575"/>
          <p14:tracePt t="190802" x="7505700" y="5718175"/>
          <p14:tracePt t="190834" x="7412038" y="5803900"/>
          <p14:tracePt t="190882" x="7294563" y="5842000"/>
          <p14:tracePt t="190916" x="7177088" y="5865813"/>
          <p14:tracePt t="190948" x="7061200" y="5889625"/>
          <p14:tracePt t="191020" x="6973888" y="5803900"/>
          <p14:tracePt t="191081" x="6959600" y="5748338"/>
          <p14:tracePt t="191110" x="6943725" y="5616575"/>
          <p14:tracePt t="191137" x="6951663" y="5592763"/>
          <p14:tracePt t="191186" x="7021513" y="5451475"/>
          <p14:tracePt t="191231" x="7115175" y="5373688"/>
          <p14:tracePt t="191290" x="7256463" y="5335588"/>
          <p14:tracePt t="191381" x="7372350" y="5341938"/>
          <p14:tracePt t="191399" x="7396163" y="5349875"/>
          <p14:tracePt t="191426" x="7513638" y="5373688"/>
          <p14:tracePt t="191457" x="7623175" y="5413375"/>
          <p14:tracePt t="191541" x="7677150" y="5514975"/>
          <p14:tracePt t="191555" x="7685088" y="5545138"/>
          <p14:tracePt t="191572" x="7708900" y="5670550"/>
          <p14:tracePt t="191629" x="7700963" y="5694363"/>
          <p14:tracePt t="191647" x="7654925" y="5811838"/>
          <p14:tracePt t="191725" x="7497763" y="5803900"/>
          <p14:tracePt t="191753" x="7380288" y="5780088"/>
          <p14:tracePt t="191788" x="7278688" y="5732463"/>
          <p14:tracePt t="191843" x="7264400" y="5718175"/>
          <p14:tracePt t="191860" x="7248525" y="5694363"/>
          <p14:tracePt t="191884" x="7192963" y="5592763"/>
          <p14:tracePt t="191921" x="7169150" y="5475288"/>
          <p14:tracePt t="191951" x="7232650" y="5341938"/>
          <p14:tracePt t="191982" x="7334250" y="5226050"/>
          <p14:tracePt t="192008" x="7443788" y="5162550"/>
          <p14:tracePt t="192084" x="7559675" y="5132388"/>
          <p14:tracePt t="192132" x="7654925" y="5186363"/>
          <p14:tracePt t="192160" x="7677150" y="5210175"/>
          <p14:tracePt t="192178" x="7762875" y="5287963"/>
          <p14:tracePt t="192208" x="7786688" y="5311775"/>
          <p14:tracePt t="192224" x="7856538" y="5405438"/>
          <p14:tracePt t="192296" x="7834313" y="5507038"/>
          <p14:tracePt t="192341" x="7802563" y="5553075"/>
          <p14:tracePt t="192358" x="7786688" y="5576888"/>
          <p14:tracePt t="192382" x="7716838" y="5678488"/>
          <p14:tracePt t="192431" x="7623175" y="5740400"/>
          <p14:tracePt t="192459" x="7473950" y="5811838"/>
          <p14:tracePt t="192475" x="7358063" y="5827713"/>
          <p14:tracePt t="192537" x="7240588" y="5834063"/>
          <p14:tracePt t="192595" x="7162800" y="5756275"/>
          <p14:tracePt t="192641" x="7154863" y="5732463"/>
          <p14:tracePt t="192658" x="7138988" y="5608638"/>
          <p14:tracePt t="192694" x="7131050" y="5499100"/>
          <p14:tracePt t="192896" x="7256463" y="5475288"/>
          <p14:tracePt t="192928" x="7302500" y="5491163"/>
          <p14:tracePt t="192945" x="7427913" y="5530850"/>
          <p14:tracePt t="192973" x="7451725" y="5545138"/>
          <p14:tracePt t="192997" x="7489825" y="5584825"/>
          <p14:tracePt t="193005" x="7567613" y="5670550"/>
          <p14:tracePt t="193062" x="7591425" y="5827713"/>
          <p14:tracePt t="193123" x="7537450" y="5935663"/>
          <p14:tracePt t="193167" x="7435850" y="5999163"/>
          <p14:tracePt t="193241" x="7310438" y="5991225"/>
          <p14:tracePt t="193271" x="7216775" y="5927725"/>
          <p14:tracePt t="193300" x="7075488" y="5819775"/>
          <p14:tracePt t="193362" x="7021513" y="5718175"/>
          <p14:tracePt t="193408" x="7029450" y="5662613"/>
          <p14:tracePt t="193424" x="7061200" y="5545138"/>
          <p14:tracePt t="193447" x="7123113" y="5451475"/>
          <p14:tracePt t="193520" x="7224713" y="5397500"/>
          <p14:tracePt t="193663" x="7342188" y="5397500"/>
          <p14:tracePt t="193724" x="7364413" y="5413375"/>
          <p14:tracePt t="193752" x="7443788" y="5514975"/>
          <p14:tracePt t="194157" x="7591425" y="5561013"/>
          <p14:tracePt t="194202" x="7693025" y="5608638"/>
          <p14:tracePt t="194367" x="7599363" y="5670550"/>
          <p14:tracePt t="194397" x="7481888" y="5686425"/>
          <p14:tracePt t="194473" x="7459663" y="5702300"/>
          <p14:tracePt t="194490" x="7427913" y="5710238"/>
          <p14:tracePt t="194563" x="7294563" y="5795963"/>
          <p14:tracePt t="194879" x="7264400" y="5678488"/>
          <p14:tracePt t="195026" x="7169150" y="5616575"/>
          <p14:tracePt t="195134" x="7162800" y="5507038"/>
          <p14:tracePt t="195208" x="7256463" y="5443538"/>
          <p14:tracePt t="195253" x="7342188" y="5413375"/>
          <p14:tracePt t="195270" x="7412038" y="5405438"/>
          <p14:tracePt t="195287" x="7451725" y="5405438"/>
          <p14:tracePt t="195301" x="7505700" y="5429250"/>
          <p14:tracePt t="195319" x="7513638" y="5429250"/>
          <p14:tracePt t="195333" x="7591425" y="5475288"/>
          <p14:tracePt t="195346" x="7623175" y="5522913"/>
          <p14:tracePt t="195360" x="7639050" y="5553075"/>
          <p14:tracePt t="195391" x="7654925" y="5592763"/>
          <p14:tracePt t="195407" x="7661275" y="5624513"/>
          <p14:tracePt t="195422" x="7661275" y="5654675"/>
          <p14:tracePt t="195452" x="7669213" y="5678488"/>
          <p14:tracePt t="195480" x="7677150" y="5718175"/>
          <p14:tracePt t="195502" x="7685088" y="5748338"/>
          <p14:tracePt t="195519" x="7677150" y="5795963"/>
          <p14:tracePt t="195531" x="7654925" y="5834063"/>
          <p14:tracePt t="195547" x="7631113" y="5873750"/>
          <p14:tracePt t="195566" x="7623175" y="5873750"/>
          <p14:tracePt t="195584" x="7575550" y="5913438"/>
          <p14:tracePt t="195600" x="7553325" y="5943600"/>
          <p14:tracePt t="195676" x="7521575" y="5959475"/>
          <p14:tracePt t="195989" x="7435850" y="5873750"/>
          <p14:tracePt t="196049" x="7326313" y="5811838"/>
          <p14:tracePt t="196094" x="7232650" y="5748338"/>
          <p14:tracePt t="196126" x="7146925" y="5678488"/>
          <p14:tracePt t="196169" x="7107238" y="5638800"/>
          <p14:tracePt t="196187" x="7013575" y="5561013"/>
          <p14:tracePt t="196274" x="6959600" y="5459413"/>
          <p14:tracePt t="196350" x="6997700" y="5341938"/>
          <p14:tracePt t="196470" x="7115175" y="5311775"/>
          <p14:tracePt t="196546" x="7240588" y="5327650"/>
          <p14:tracePt t="196620" x="7256463" y="5349875"/>
          <p14:tracePt t="196637" x="7334250" y="5429250"/>
          <p14:tracePt t="196664" x="7396163" y="5530850"/>
          <p14:tracePt t="197236" x="7412038" y="5545138"/>
          <p14:tracePt t="197253" x="7435850" y="5561013"/>
          <p14:tracePt t="197267" x="7545388" y="5616575"/>
          <p14:tracePt t="197326" x="7646988" y="5710238"/>
          <p14:tracePt t="197529" x="7646988" y="5827713"/>
          <p14:tracePt t="197573" x="7623175" y="5935663"/>
          <p14:tracePt t="197703" x="7583488" y="6053138"/>
          <p14:tracePt t="197807" x="7473950" y="6037263"/>
          <p14:tracePt t="198361" x="7497763" y="6037263"/>
          <p14:tracePt t="198378" x="7615238" y="6053138"/>
          <p14:tracePt t="198436" x="7732713" y="6053138"/>
          <p14:tracePt t="198467" x="7856538" y="6053138"/>
          <p14:tracePt t="198488" x="7943850" y="6045200"/>
          <p14:tracePt t="198501" x="7989888" y="6045200"/>
          <p14:tracePt t="198556" x="7997825" y="6037263"/>
          <p14:tracePt t="198585" x="8029575" y="6029325"/>
          <p14:tracePt t="198738" x="8013700" y="5999163"/>
          <p14:tracePt t="198767" x="8013700" y="5991225"/>
          <p14:tracePt t="198784" x="7958138" y="5967413"/>
          <p14:tracePt t="198800" x="7950200" y="5967413"/>
          <p14:tracePt t="198872" x="7850188" y="5905500"/>
          <p14:tracePt t="198919" x="7754938" y="5827713"/>
          <p14:tracePt t="198963" x="7677150" y="5740400"/>
          <p14:tracePt t="199712" x="7654925" y="5740400"/>
          <p14:tracePt t="199731" x="7505700" y="5732463"/>
          <p14:tracePt t="199748" x="7481888" y="5726113"/>
          <p14:tracePt t="199768" x="7358063" y="5710238"/>
          <p14:tracePt t="199803" x="7334250" y="5702300"/>
          <p14:tracePt t="199821" x="7302500" y="5702300"/>
          <p14:tracePt t="199838" x="7162800" y="5694363"/>
          <p14:tracePt t="199954" x="7264400" y="5616575"/>
          <p14:tracePt t="200104" x="7318375" y="5624513"/>
          <p14:tracePt t="200122" x="7435850" y="5624513"/>
          <p14:tracePt t="200209" x="7466013" y="5624513"/>
          <p14:tracePt t="200226" x="7583488" y="5646738"/>
          <p14:tracePt t="200300" x="7607300" y="5662613"/>
          <p14:tracePt t="200317" x="7631113" y="5670550"/>
          <p14:tracePt t="200330" x="7654925" y="5686425"/>
          <p14:tracePt t="200361" x="7677150" y="5702300"/>
          <p14:tracePt t="200371" x="7802563" y="5780088"/>
          <p14:tracePt t="200509" x="7872413" y="5881688"/>
          <p14:tracePt t="200720" x="7850188" y="5999163"/>
          <p14:tracePt t="200871" x="7802563" y="6022975"/>
          <p14:tracePt t="200898" x="7685088" y="6061075"/>
          <p14:tracePt t="200973" x="7575550" y="6037263"/>
          <p14:tracePt t="201002" x="7481888" y="5975350"/>
          <p14:tracePt t="201033" x="7459663" y="5959475"/>
          <p14:tracePt t="201050" x="7388225" y="5865813"/>
          <p14:tracePt t="201080" x="7302500" y="5788025"/>
          <p14:tracePt t="201110" x="7240588" y="5686425"/>
          <p14:tracePt t="201229" x="7302500" y="5545138"/>
          <p14:tracePt t="201305" x="7388225" y="5467350"/>
          <p14:tracePt t="201364" x="7505700" y="5437188"/>
          <p14:tracePt t="201408" x="7615238" y="5429250"/>
          <p14:tracePt t="201440" x="7732713" y="5467350"/>
          <p14:tracePt t="201560" x="7716838" y="5592763"/>
          <p14:tracePt t="201589" x="7708900" y="5616575"/>
          <p14:tracePt t="201605" x="7700963" y="5638800"/>
          <p14:tracePt t="201619" x="7623175" y="5764213"/>
          <p14:tracePt t="201693" x="7473950" y="5857875"/>
          <p14:tracePt t="201727" x="7451725" y="5865813"/>
          <p14:tracePt t="201738" x="7427913" y="5865813"/>
          <p14:tracePt t="201749" x="7294563" y="5834063"/>
          <p14:tracePt t="201764" x="7069138" y="5764213"/>
          <p14:tracePt t="201874" x="6997700" y="5662613"/>
          <p14:tracePt t="201904" x="7029450" y="5553075"/>
          <p14:tracePt t="201996" x="7045325" y="5537200"/>
          <p14:tracePt t="202027" x="7162800" y="5507038"/>
          <p14:tracePt t="202059" x="7192963" y="5507038"/>
          <p14:tracePt t="202079" x="7302500" y="5537200"/>
          <p14:tracePt t="202126" x="7412038" y="5561013"/>
          <p14:tracePt t="202223" x="7419975" y="5584825"/>
          <p14:tracePt t="202252" x="7443788" y="5702300"/>
          <p14:tracePt t="202325" x="7575550" y="5772150"/>
          <p14:tracePt t="202414" x="7639050" y="5873750"/>
          <p14:tracePt t="202535" x="7654925" y="5897563"/>
          <p14:tracePt t="202673" x="7700963" y="5999163"/>
          <p14:tracePt t="202850" x="7802563" y="6069013"/>
          <p14:tracePt t="202882" x="7904163" y="6130925"/>
          <p14:tracePt t="202956" x="8067675" y="6194425"/>
          <p14:tracePt t="203030" x="8091488" y="6202363"/>
          <p14:tracePt t="203166" x="8123238" y="6202363"/>
          <p14:tracePt t="203226" x="8145463" y="6186488"/>
          <p14:tracePt t="203242" x="8185150" y="6146800"/>
          <p14:tracePt t="203265" x="8247063" y="6022975"/>
          <p14:tracePt t="203302" x="8302625" y="5873750"/>
          <p14:tracePt t="203347" x="8318500" y="5764213"/>
          <p14:tracePt t="203377" x="8318500" y="5638800"/>
          <p14:tracePt t="203392" x="8318500" y="5522913"/>
          <p14:tracePt t="203450" x="8302625" y="5405438"/>
          <p14:tracePt t="203586" x="8286750" y="5280025"/>
          <p14:tracePt t="203857" x="8240713" y="5170488"/>
          <p14:tracePt t="203932" x="8216900" y="5132388"/>
          <p14:tracePt t="203962" x="8193088" y="5006975"/>
          <p14:tracePt t="203978" x="8201025" y="4881563"/>
          <p14:tracePt t="204020" x="8247063" y="4779963"/>
          <p14:tracePt t="204200" x="8348663" y="4733925"/>
          <p14:tracePt t="204248" x="8466138" y="4718050"/>
          <p14:tracePt t="204335" x="8591550" y="4710113"/>
          <p14:tracePt t="204383" x="8701088" y="4702175"/>
          <p14:tracePt t="204412" x="8818563" y="4710113"/>
          <p14:tracePt t="204473" x="8942388" y="4718050"/>
          <p14:tracePt t="204503" x="9059863" y="4718050"/>
          <p14:tracePt t="204562" x="9177338" y="4733925"/>
          <p14:tracePt t="204607" x="9294813" y="4749800"/>
          <p14:tracePt t="204714" x="9388475" y="4819650"/>
          <p14:tracePt t="204925" x="9317038" y="4897438"/>
          <p14:tracePt t="205132" x="9426575" y="4889500"/>
          <p14:tracePt t="205161" x="9551988" y="4889500"/>
          <p14:tracePt t="205208" x="9575800" y="4897438"/>
          <p14:tracePt t="205237" x="9693275" y="4913313"/>
          <p14:tracePt t="205268" x="9802813" y="4945063"/>
          <p14:tracePt t="205328" x="9918700" y="4959350"/>
          <p14:tracePt t="205368" x="9942513" y="4959350"/>
          <p14:tracePt t="205376" x="10052050" y="4959350"/>
          <p14:tracePt t="205402" x="10169525" y="4929188"/>
          <p14:tracePt t="205434" x="10271125" y="4865688"/>
          <p14:tracePt t="205569" x="10348913" y="4787900"/>
          <p14:tracePt t="205614" x="10364788" y="4764088"/>
          <p14:tracePt t="205631" x="10387013" y="4648200"/>
          <p14:tracePt t="205909" x="10402888" y="4764088"/>
          <p14:tracePt t="205954" x="10402888" y="4857750"/>
          <p14:tracePt t="206076" x="10301288" y="4921250"/>
          <p14:tracePt t="206121" x="10185400" y="4937125"/>
          <p14:tracePt t="206151" x="10059988" y="4889500"/>
          <p14:tracePt t="206197" x="9982200" y="4819650"/>
          <p14:tracePt t="206377" x="10075863" y="4756150"/>
          <p14:tracePt t="206421" x="10191750" y="4764088"/>
          <p14:tracePt t="206482" x="10215563" y="4772025"/>
          <p14:tracePt t="206515" x="10239375" y="4787900"/>
          <p14:tracePt t="206557" x="10309225" y="4889500"/>
          <p14:tracePt t="206601" x="10293350" y="5006975"/>
          <p14:tracePt t="206632" x="10239375" y="5108575"/>
          <p14:tracePt t="206753" x="10091738" y="5068888"/>
          <p14:tracePt t="206782" x="9731375" y="4999038"/>
          <p14:tracePt t="206842" x="9498013" y="5038725"/>
          <p14:tracePt t="206858" x="9380538" y="5038725"/>
          <p14:tracePt t="206875" x="9223375" y="5014913"/>
          <p14:tracePt t="206891" x="9193213" y="5006975"/>
          <p14:tracePt t="206904" x="9075738" y="4983163"/>
          <p14:tracePt t="207116" x="9099550" y="4975225"/>
          <p14:tracePt t="207132" x="9201150" y="4921250"/>
          <p14:tracePt t="207146" x="9310688" y="4881563"/>
          <p14:tracePt t="207175" x="9364663" y="4857750"/>
          <p14:tracePt t="207192" x="9505950" y="4819650"/>
          <p14:tracePt t="207232" x="9621838" y="4787900"/>
          <p14:tracePt t="207277" x="9747250" y="4779963"/>
          <p14:tracePt t="207292" x="9864725" y="4795838"/>
          <p14:tracePt t="207325" x="9974263" y="4803775"/>
          <p14:tracePt t="207353" x="10145713" y="4819650"/>
          <p14:tracePt t="207382" x="10263188" y="4857750"/>
          <p14:tracePt t="207443" x="10279063" y="4881563"/>
          <p14:tracePt t="207501" x="10293350" y="4999038"/>
          <p14:tracePt t="207594" x="10185400" y="5030788"/>
          <p14:tracePt t="207667" x="10083800" y="4959350"/>
          <p14:tracePt t="207715" x="10059988" y="4857750"/>
          <p14:tracePt t="207758" x="10083800" y="4741863"/>
          <p14:tracePt t="207789" x="10113963" y="4632325"/>
          <p14:tracePt t="207818" x="10215563" y="4546600"/>
          <p14:tracePt t="207878" x="10317163" y="4498975"/>
          <p14:tracePt t="207938" x="10418763" y="4554538"/>
          <p14:tracePt t="207984" x="10504488" y="4632325"/>
          <p14:tracePt t="208029" x="10520363" y="4756150"/>
          <p14:tracePt t="208060" x="10512425" y="4779963"/>
          <p14:tracePt t="208076" x="10482263" y="4897438"/>
          <p14:tracePt t="208098" x="10466388" y="4921250"/>
          <p14:tracePt t="208115" x="10410825" y="5030788"/>
          <p14:tracePt t="208135" x="10317163" y="5100638"/>
          <p14:tracePt t="208193" x="10207625" y="5068888"/>
          <p14:tracePt t="208268" x="10169525" y="4959350"/>
          <p14:tracePt t="208315" x="10177463" y="4843463"/>
          <p14:tracePt t="208359" x="10185400" y="4819650"/>
          <p14:tracePt t="208376" x="10239375" y="4725988"/>
          <p14:tracePt t="208465" x="10340975" y="4702175"/>
          <p14:tracePt t="208509" x="10442575" y="4756150"/>
          <p14:tracePt t="208524" x="10512425" y="4819650"/>
          <p14:tracePt t="208553" x="10560050" y="4905375"/>
          <p14:tracePt t="208570" x="10590213" y="4959350"/>
          <p14:tracePt t="208616" x="10560050" y="5084763"/>
          <p14:tracePt t="208644" x="10504488" y="5186363"/>
          <p14:tracePt t="208677" x="10482263" y="5202238"/>
          <p14:tracePt t="208704" x="10356850" y="5264150"/>
          <p14:tracePt t="208718" x="10309225" y="5272088"/>
          <p14:tracePt t="208737" x="10161588" y="5280025"/>
          <p14:tracePt t="208780" x="10075863" y="5202238"/>
          <p14:tracePt t="208824" x="10020300" y="5100638"/>
          <p14:tracePt t="208840" x="10020300" y="5068888"/>
          <p14:tracePt t="208857" x="10004425" y="4951413"/>
          <p14:tracePt t="208873" x="10012363" y="4843463"/>
          <p14:tracePt t="208934" x="10059988" y="4733925"/>
          <p14:tracePt t="208959" x="10121900" y="4640263"/>
          <p14:tracePt t="208991" x="10145713" y="4632325"/>
          <p14:tracePt t="209020" x="10263188" y="4600575"/>
          <p14:tracePt t="209050" x="10372725" y="4624388"/>
          <p14:tracePt t="209094" x="10387013" y="4640263"/>
          <p14:tracePt t="209112" x="10450513" y="4741863"/>
          <p14:tracePt t="209155" x="10450513" y="4849813"/>
          <p14:tracePt t="209170" x="10380663" y="5014913"/>
          <p14:tracePt t="209215" x="10309225" y="5100638"/>
          <p14:tracePt t="209335" x="10255250" y="4999038"/>
          <p14:tracePt t="209368" x="10247313" y="4881563"/>
          <p14:tracePt t="209442" x="10255250" y="4857750"/>
          <p14:tracePt t="209458" x="10309225" y="4764088"/>
          <p14:tracePt t="209533" x="10442575" y="4756150"/>
          <p14:tracePt t="209548" x="10544175" y="4803775"/>
          <p14:tracePt t="209566" x="10552113" y="4835525"/>
          <p14:tracePt t="209606" x="10380663" y="4999038"/>
          <p14:tracePt t="209633" x="10356850" y="5014913"/>
          <p14:tracePt t="209638" x="10020300" y="5248275"/>
          <p14:tracePt t="209652" x="9864725" y="5303838"/>
          <p14:tracePt t="209678" x="9832975" y="5311775"/>
          <p14:tracePt t="209690" x="9372600" y="5397500"/>
          <p14:tracePt t="209699" x="9145588" y="5421313"/>
          <p14:tracePt t="209713" x="8786813" y="5429250"/>
          <p14:tracePt t="209728" x="8567738" y="5421313"/>
          <p14:tracePt t="209743" x="8286750" y="5413375"/>
          <p14:tracePt t="209759" x="8045450" y="5397500"/>
          <p14:tracePt t="209773" x="7935913" y="5389563"/>
          <p14:tracePt t="209806" x="7786688" y="5405438"/>
          <p14:tracePt t="209830" x="7669213" y="5413375"/>
          <p14:tracePt t="209952" x="7639050" y="5522913"/>
          <p14:tracePt t="209980" x="7607300" y="5654675"/>
          <p14:tracePt t="210116" x="7583488" y="5780088"/>
          <p14:tracePt t="210252" x="7716838" y="5748338"/>
          <p14:tracePt t="210267" x="7950200" y="5646738"/>
          <p14:tracePt t="210286" x="8067675" y="5561013"/>
          <p14:tracePt t="210299" x="8216900" y="5451475"/>
          <p14:tracePt t="210314" x="8334375" y="5341938"/>
          <p14:tracePt t="210328" x="8412163" y="5264150"/>
          <p14:tracePt t="210345" x="8607425" y="5100638"/>
          <p14:tracePt t="210360" x="8631238" y="5084763"/>
          <p14:tracePt t="210383" x="8832850" y="4959350"/>
          <p14:tracePt t="210435" x="8958263" y="4945063"/>
          <p14:tracePt t="210452" x="9075738" y="4945063"/>
          <p14:tracePt t="210473" x="9193213" y="4945063"/>
          <p14:tracePt t="210480" x="9317038" y="4945063"/>
          <p14:tracePt t="210495" x="9426575" y="4945063"/>
          <p14:tracePt t="210522" x="9669463" y="4951413"/>
          <p14:tracePt t="210550" x="9786938" y="4945063"/>
          <p14:tracePt t="210567" x="9902825" y="4913313"/>
          <p14:tracePt t="210599" x="9990138" y="4827588"/>
          <p14:tracePt t="210626" x="9958388" y="4702175"/>
          <p14:tracePt t="210643" x="9786938" y="4530725"/>
          <p14:tracePt t="210686" x="9669463" y="4498975"/>
          <p14:tracePt t="210717" x="9559925" y="4467225"/>
          <p14:tracePt t="210732" x="9426575" y="4429125"/>
          <p14:tracePt t="210749" x="9193213" y="4365625"/>
          <p14:tracePt t="210777" x="9091613" y="4319588"/>
          <p14:tracePt t="210898" x="8974138" y="4373563"/>
          <p14:tracePt t="210931" x="8872538" y="4437063"/>
          <p14:tracePt t="210946" x="8763000" y="4483100"/>
          <p14:tracePt t="210988" x="8653463" y="4538663"/>
          <p14:tracePt t="211008" x="8637588" y="4546600"/>
          <p14:tracePt t="211019" x="8529638" y="4600575"/>
          <p14:tracePt t="211028" x="8310563" y="4662488"/>
          <p14:tracePt t="211115" x="8201025" y="4694238"/>
          <p14:tracePt t="211128" x="8099425" y="4764088"/>
          <p14:tracePt t="213263" x="6794500" y="5146675"/>
          <p14:tracePt t="213277" x="7177088" y="5218113"/>
          <p14:tracePt t="213293" x="7419975" y="5233988"/>
          <p14:tracePt t="213306" x="7615238" y="5233988"/>
          <p14:tracePt t="213330" x="7754938" y="5218113"/>
          <p14:tracePt t="213347" x="7864475" y="5218113"/>
          <p14:tracePt t="213358" x="7896225" y="5233988"/>
          <p14:tracePt t="213373" x="7950200" y="5256213"/>
          <p14:tracePt t="213428" x="7896225" y="5303838"/>
          <p14:tracePt t="213456" x="7856538" y="5365750"/>
          <p14:tracePt t="213472" x="7880350" y="5389563"/>
          <p14:tracePt t="213487" x="7912100" y="5397500"/>
          <p14:tracePt t="213501" x="7989888" y="5381625"/>
          <p14:tracePt t="213517" x="8051800" y="5349875"/>
          <p14:tracePt t="213532" x="8131175" y="5335588"/>
          <p14:tracePt t="213548" x="8185150" y="5319713"/>
          <p14:tracePt t="213569" x="8247063" y="5303838"/>
          <p14:tracePt t="213585" x="8270875" y="5287963"/>
          <p14:tracePt t="213598" x="8286750" y="5241925"/>
          <p14:tracePt t="213611" x="8302625" y="5178425"/>
          <p14:tracePt t="213623" x="8302625" y="5108575"/>
          <p14:tracePt t="213638" x="8270875" y="5045075"/>
          <p14:tracePt t="213651" x="8232775" y="4983163"/>
          <p14:tracePt t="213676" x="8185150" y="4937125"/>
          <p14:tracePt t="213693" x="8059738" y="4795838"/>
          <p14:tracePt t="213718" x="8021638" y="4764088"/>
          <p14:tracePt t="213737" x="7754938" y="4640263"/>
          <p14:tracePt t="213753" x="7732713" y="4632325"/>
          <p14:tracePt t="213791" x="7700963" y="4624388"/>
          <p14:tracePt t="213800" x="7669213" y="4616450"/>
          <p14:tracePt t="213812" x="7639050" y="4576763"/>
          <p14:tracePt t="213826" x="7591425" y="4530725"/>
          <p14:tracePt t="213842" x="7553325" y="4514850"/>
          <p14:tracePt t="213871" x="7466013" y="4506913"/>
          <p14:tracePt t="213911" x="7443788" y="4514850"/>
          <p14:tracePt t="213921" x="7396163" y="4546600"/>
          <p14:tracePt t="213944" x="7278688" y="4608513"/>
          <p14:tracePt t="213977" x="7240588" y="4616450"/>
          <p14:tracePt t="214004" x="7208838" y="4632325"/>
          <p14:tracePt t="214108" x="7169150" y="4632325"/>
          <p14:tracePt t="214125" x="7146925" y="4632325"/>
          <p14:tracePt t="214134" x="7131050" y="4640263"/>
          <p14:tracePt t="214230" x="7154863" y="4624388"/>
          <p14:tracePt t="214247" x="7177088" y="4616450"/>
          <p14:tracePt t="214306" x="7208838" y="4608513"/>
          <p14:tracePt t="214323" x="7240588" y="4608513"/>
          <p14:tracePt t="214339" x="7302500" y="4600575"/>
          <p14:tracePt t="214376" x="7342188" y="4584700"/>
          <p14:tracePt t="214392" x="7372350" y="4568825"/>
          <p14:tracePt t="214407" x="7427913" y="4530725"/>
          <p14:tracePt t="214413" x="7443788" y="4514850"/>
          <p14:tracePt t="214590" x="7459663" y="4491038"/>
          <p14:tracePt t="214610" x="7466013" y="4467225"/>
          <p14:tracePt t="214652" x="7481888" y="4437063"/>
          <p14:tracePt t="214786" x="7466013" y="4421188"/>
          <p14:tracePt t="214815" x="7443788" y="4413250"/>
          <p14:tracePt t="214841" x="7419975" y="4405313"/>
          <p14:tracePt t="214849" x="7396163" y="4405313"/>
          <p14:tracePt t="214877" x="7372350" y="4397375"/>
          <p14:tracePt t="214898" x="7350125" y="4389438"/>
          <p14:tracePt t="214907" x="7326313" y="4381500"/>
          <p14:tracePt t="214953" x="7302500" y="4373563"/>
          <p14:tracePt t="214981" x="7248525" y="4365625"/>
          <p14:tracePt t="215012" x="7224713" y="4365625"/>
          <p14:tracePt t="215043" x="7192963" y="4365625"/>
          <p14:tracePt t="215067" x="7162800" y="4359275"/>
          <p14:tracePt t="215076" x="7131050" y="4343400"/>
          <p14:tracePt t="215096" x="7115175" y="4335463"/>
          <p14:tracePt t="215104" x="7075488" y="4295775"/>
          <p14:tracePt t="215127" x="7013575" y="4233863"/>
          <p14:tracePt t="215141" x="6989763" y="4210050"/>
          <p14:tracePt t="215205" x="6951663" y="4116388"/>
          <p14:tracePt t="215237" x="6919913" y="4006850"/>
          <p14:tracePt t="215310" x="6896100" y="3881438"/>
          <p14:tracePt t="215551" x="6997700" y="3819525"/>
          <p14:tracePt t="215627" x="7115175" y="3803650"/>
          <p14:tracePt t="215655" x="7240588" y="3795713"/>
          <p14:tracePt t="215674" x="7334250" y="3803650"/>
          <p14:tracePt t="215695" x="7419975" y="3827463"/>
          <p14:tracePt t="215720" x="7443788" y="3851275"/>
          <p14:tracePt t="215761" x="7419975" y="3921125"/>
          <p14:tracePt t="215792" x="7380288" y="3983038"/>
          <p14:tracePt t="215810" x="7342188" y="4030663"/>
          <p14:tracePt t="215825" x="7318375" y="4054475"/>
          <p14:tracePt t="215848" x="7256463" y="4084638"/>
          <p14:tracePt t="215855" x="7232650" y="4092575"/>
          <p14:tracePt t="215960" x="7115175" y="4100513"/>
          <p14:tracePt t="216004" x="6997700" y="4068763"/>
          <p14:tracePt t="216075" x="6943725" y="3960813"/>
          <p14:tracePt t="216122" x="6967538" y="3859213"/>
          <p14:tracePt t="216182" x="7037388" y="3771900"/>
          <p14:tracePt t="216243" x="7154863" y="3765550"/>
          <p14:tracePt t="216289" x="7334250" y="3881438"/>
          <p14:tracePt t="216308" x="7380288" y="3921125"/>
          <p14:tracePt t="216320" x="7443788" y="3998913"/>
          <p14:tracePt t="216335" x="7443788" y="4038600"/>
          <p14:tracePt t="216348" x="7443788" y="4068763"/>
          <p14:tracePt t="216364" x="7419975" y="4100513"/>
          <p14:tracePt t="216381" x="7404100" y="4124325"/>
          <p14:tracePt t="216394" x="7358063" y="4164013"/>
          <p14:tracePt t="216408" x="7334250" y="4178300"/>
          <p14:tracePt t="216435" x="7256463" y="4210050"/>
          <p14:tracePt t="216446" x="7216775" y="4217988"/>
          <p14:tracePt t="216454" x="7185025" y="4225925"/>
          <p14:tracePt t="216527" x="7075488" y="4186238"/>
          <p14:tracePt t="216558" x="6973888" y="4132263"/>
          <p14:tracePt t="216632" x="6919913" y="4022725"/>
          <p14:tracePt t="216708" x="6959600" y="3905250"/>
          <p14:tracePt t="216767" x="7061200" y="3843338"/>
          <p14:tracePt t="216799" x="7177088" y="3827463"/>
          <p14:tracePt t="216857" x="7286625" y="3873500"/>
          <p14:tracePt t="216873" x="7364413" y="3913188"/>
          <p14:tracePt t="216889" x="7412038" y="3944938"/>
          <p14:tracePt t="217052" x="7545388" y="3990975"/>
          <p14:tracePt t="217069" x="7583488" y="3998913"/>
          <p14:tracePt t="217084" x="7732713" y="4014788"/>
          <p14:tracePt t="217098" x="7786688" y="4022725"/>
          <p14:tracePt t="217136" x="7842250" y="4068763"/>
          <p14:tracePt t="217145" x="7864475" y="4092575"/>
          <p14:tracePt t="217160" x="7904163" y="4156075"/>
          <p14:tracePt t="217187" x="7920038" y="4186238"/>
          <p14:tracePt t="217203" x="7943850" y="4210050"/>
          <p14:tracePt t="217413" x="8059738" y="4225925"/>
          <p14:tracePt t="217432" x="8185150" y="4233863"/>
          <p14:tracePt t="217445" x="8294688" y="4249738"/>
          <p14:tracePt t="217460" x="8404225" y="4271963"/>
          <p14:tracePt t="217487" x="8521700" y="4303713"/>
          <p14:tracePt t="217520" x="8631238" y="4343400"/>
          <p14:tracePt t="217549" x="8731250" y="4397375"/>
          <p14:tracePt t="217595" x="8840788" y="4506913"/>
          <p14:tracePt t="217894" x="8942388" y="4437063"/>
          <p14:tracePt t="217925" x="9177338" y="4381500"/>
          <p14:tracePt t="217969" x="9286875" y="4381500"/>
          <p14:tracePt t="217985" x="9412288" y="4381500"/>
          <p14:tracePt t="218015" x="9528175" y="4397375"/>
          <p14:tracePt t="218044" x="9637713" y="4452938"/>
          <p14:tracePt t="218278" x="9559925" y="4530725"/>
          <p14:tracePt t="218306" x="9450388" y="4584700"/>
          <p14:tracePt t="218343" x="9348788" y="4632325"/>
          <p14:tracePt t="218377" x="9209088" y="4654550"/>
          <p14:tracePt t="218390" x="9099550" y="4662488"/>
          <p14:tracePt t="218421" x="8982075" y="4662488"/>
          <p14:tracePt t="218450" x="8864600" y="4662488"/>
          <p14:tracePt t="218467" x="8739188" y="4678363"/>
          <p14:tracePt t="218492" x="8631238" y="4686300"/>
          <p14:tracePt t="218644" x="8535988" y="4756150"/>
          <p14:tracePt t="218691" x="8428038" y="4811713"/>
          <p14:tracePt t="218809" x="8310563" y="4835525"/>
          <p14:tracePt t="218900" x="8232775" y="4756150"/>
          <p14:tracePt t="218917" x="8193088" y="4648200"/>
          <p14:tracePt t="218946" x="8193088" y="4530725"/>
          <p14:tracePt t="218975" x="8201025" y="4413250"/>
          <p14:tracePt t="218990" x="8216900" y="4287838"/>
          <p14:tracePt t="219067" x="8302625" y="4202113"/>
          <p14:tracePt t="219126" x="8388350" y="4132263"/>
          <p14:tracePt t="219156" x="8497888" y="4100513"/>
          <p14:tracePt t="219184" x="8607425" y="4084638"/>
          <p14:tracePt t="219235" x="8731250" y="4116388"/>
          <p14:tracePt t="219251" x="8856663" y="4132263"/>
          <p14:tracePt t="219268" x="8974138" y="4148138"/>
          <p14:tracePt t="219283" x="9091613" y="4164013"/>
          <p14:tracePt t="219297" x="9217025" y="4178300"/>
          <p14:tracePt t="219325" x="9324975" y="4194175"/>
          <p14:tracePt t="219378" x="9434513" y="4210050"/>
          <p14:tracePt t="219393" x="9559925" y="4225925"/>
          <p14:tracePt t="219440" x="9669463" y="4233863"/>
          <p14:tracePt t="219603" x="9599613" y="4006850"/>
          <p14:tracePt t="219636" x="9607550" y="3889375"/>
          <p14:tracePt t="219681" x="9551988" y="3779838"/>
          <p14:tracePt t="219709" x="9458325" y="3709988"/>
          <p14:tracePt t="219728" x="9340850" y="3678238"/>
          <p14:tracePt t="219756" x="9231313" y="3624263"/>
          <p14:tracePt t="219773" x="8990013" y="3600450"/>
          <p14:tracePt t="219795" x="8856663" y="3570288"/>
          <p14:tracePt t="219811" x="8623300" y="3514725"/>
          <p14:tracePt t="219831" x="8489950" y="3522663"/>
          <p14:tracePt t="219846" x="8372475" y="3546475"/>
          <p14:tracePt t="219936" x="8364538" y="3663950"/>
          <p14:tracePt t="219980" x="8435975" y="3757613"/>
          <p14:tracePt t="220013" x="8535988" y="3819525"/>
          <p14:tracePt t="220028" x="8645525" y="3819525"/>
          <p14:tracePt t="220044" x="8872538" y="3867150"/>
          <p14:tracePt t="220059" x="8990013" y="3873500"/>
          <p14:tracePt t="220072" x="9239250" y="3859213"/>
          <p14:tracePt t="220131" x="9466263" y="3771900"/>
          <p14:tracePt t="220162" x="9583738" y="3749675"/>
          <p14:tracePt t="220181" x="9701213" y="3733800"/>
          <p14:tracePt t="220236" x="9825038" y="3717925"/>
          <p14:tracePt t="220266" x="9942513" y="3709988"/>
          <p14:tracePt t="220295" x="10185400" y="3694113"/>
          <p14:tracePt t="220325" x="10301288" y="3709988"/>
          <p14:tracePt t="220384" x="10372725" y="3803650"/>
          <p14:tracePt t="220415" x="10340975" y="3929063"/>
          <p14:tracePt t="220436" x="10293350" y="4046538"/>
          <p14:tracePt t="220449" x="10231438" y="4164013"/>
          <p14:tracePt t="220463" x="9926638" y="4654550"/>
          <p14:tracePt t="220488" x="9747250" y="4849813"/>
          <p14:tracePt t="220501" x="9653588" y="4937125"/>
          <p14:tracePt t="220533" x="9575800" y="5022850"/>
          <p14:tracePt t="220539" x="9153525" y="5226050"/>
          <p14:tracePt t="220558" x="9036050" y="5264150"/>
          <p14:tracePt t="220577" x="8701088" y="5451475"/>
          <p14:tracePt t="220585" x="8599488" y="5522913"/>
          <p14:tracePt t="220606" x="8326438" y="5740400"/>
          <p14:tracePt t="221640" x="7302500" y="5218113"/>
          <p14:tracePt t="221657" x="7146925" y="5194300"/>
          <p14:tracePt t="221681" x="7005638" y="5162550"/>
          <p14:tracePt t="221703" x="6700838" y="5084763"/>
          <p14:tracePt t="221860" x="6810375" y="5068888"/>
          <p14:tracePt t="221875" x="6842125" y="5076825"/>
          <p14:tracePt t="221890" x="6865938" y="5154613"/>
          <p14:tracePt t="221898" x="6810375" y="5248275"/>
          <p14:tracePt t="221909" x="6756400" y="5295900"/>
          <p14:tracePt t="221940" x="6638925" y="5335588"/>
          <p14:tracePt t="221955" x="6537325" y="5381625"/>
          <p14:tracePt t="221999" x="6357938" y="5413375"/>
          <p14:tracePt t="222019" x="6256338" y="5397500"/>
          <p14:tracePt t="222036" x="6224588" y="5389563"/>
          <p14:tracePt t="222050" x="6122988" y="5349875"/>
          <p14:tracePt t="222068" x="6069013" y="5341938"/>
          <p14:tracePt t="222093" x="5959475" y="5335588"/>
          <p14:tracePt t="222124" x="5849938" y="5397500"/>
          <p14:tracePt t="222153" x="5865813" y="5429250"/>
          <p14:tracePt t="222169" x="5991225" y="5467350"/>
          <p14:tracePt t="222183" x="6092825" y="5475288"/>
          <p14:tracePt t="222197" x="6240463" y="5459413"/>
          <p14:tracePt t="222212" x="6396038" y="5443538"/>
          <p14:tracePt t="222227" x="6553200" y="5437188"/>
          <p14:tracePt t="222241" x="6708775" y="5421313"/>
          <p14:tracePt t="222257" x="6858000" y="5413375"/>
          <p14:tracePt t="222273" x="6973888" y="5405438"/>
          <p14:tracePt t="222286" x="7069138" y="5405438"/>
          <p14:tracePt t="222300" x="7146925" y="5413375"/>
          <p14:tracePt t="222315" x="7248525" y="5429250"/>
          <p14:tracePt t="222330" x="7310438" y="5451475"/>
          <p14:tracePt t="222344" x="7443788" y="5537200"/>
          <p14:tracePt t="222359" x="7505700" y="5576888"/>
          <p14:tracePt t="222382" x="7553325" y="5662613"/>
          <p14:tracePt t="222396" x="7553325" y="5772150"/>
          <p14:tracePt t="222409" x="7505700" y="5827713"/>
          <p14:tracePt t="222424" x="7466013" y="5849938"/>
          <p14:tracePt t="222440" x="7278688" y="5857875"/>
          <p14:tracePt t="222454" x="7192963" y="5827713"/>
          <p14:tracePt t="222469" x="7083425" y="5772150"/>
          <p14:tracePt t="222485" x="7075488" y="5772150"/>
          <p14:tracePt t="222498" x="6973888" y="5678488"/>
          <p14:tracePt t="222512" x="6858000" y="5507038"/>
          <p14:tracePt t="222526" x="6826250" y="5421313"/>
          <p14:tracePt t="222559" x="6818313" y="5295900"/>
          <p14:tracePt t="222588" x="6896100" y="5178425"/>
          <p14:tracePt t="222618" x="7013575" y="5140325"/>
          <p14:tracePt t="222632" x="7131050" y="5124450"/>
          <p14:tracePt t="222663" x="7264400" y="5202238"/>
          <p14:tracePt t="222677" x="7364413" y="5303838"/>
          <p14:tracePt t="222692" x="7419975" y="5405438"/>
          <p14:tracePt t="222709" x="7459663" y="5514975"/>
          <p14:tracePt t="222723" x="7466013" y="5576888"/>
          <p14:tracePt t="222738" x="7427913" y="5718175"/>
          <p14:tracePt t="222752" x="7380288" y="5732463"/>
          <p14:tracePt t="222768" x="7270750" y="5740400"/>
          <p14:tracePt t="222797" x="7248525" y="5732463"/>
          <p14:tracePt t="222855" x="7240588" y="5568950"/>
          <p14:tracePt t="222872" x="7310438" y="5507038"/>
          <p14:tracePt t="222888" x="7372350" y="5483225"/>
          <p14:tracePt t="222902" x="7481888" y="5475288"/>
          <p14:tracePt t="222914" x="7607300" y="5537200"/>
          <p14:tracePt t="222931" x="7661275" y="5608638"/>
          <p14:tracePt t="222946" x="7700963" y="5678488"/>
          <p14:tracePt t="222960" x="7716838" y="5726113"/>
          <p14:tracePt t="222975" x="7716838" y="5873750"/>
          <p14:tracePt t="222990" x="7669213" y="5921375"/>
          <p14:tracePt t="223007" x="7599363" y="5967413"/>
          <p14:tracePt t="223038" x="7521575" y="5991225"/>
          <p14:tracePt t="223052" x="7466013" y="5999163"/>
          <p14:tracePt t="223067" x="7388225" y="5999163"/>
          <p14:tracePt t="223081" x="7326313" y="5975350"/>
          <p14:tracePt t="223095" x="7270750" y="5927725"/>
          <p14:tracePt t="223111" x="7264400" y="5921375"/>
          <p14:tracePt t="223140" x="7192963" y="5827713"/>
          <p14:tracePt t="223178" x="7185025" y="5772150"/>
          <p14:tracePt t="223195" x="7169150" y="5646738"/>
          <p14:tracePt t="223234" x="7232650" y="5545138"/>
          <p14:tracePt t="223262" x="7318375" y="5467350"/>
          <p14:tracePt t="223276" x="7497763" y="5429250"/>
          <p14:tracePt t="223290" x="7639050" y="5443538"/>
          <p14:tracePt t="223306" x="7700963" y="5507038"/>
          <p14:tracePt t="223322" x="7724775" y="5568950"/>
          <p14:tracePt t="223386" x="7623175" y="5608638"/>
          <p14:tracePt t="223403" x="7505700" y="5632450"/>
          <p14:tracePt t="223420" x="7396163" y="5632450"/>
          <p14:tracePt t="223488" x="7419975" y="5616575"/>
          <p14:tracePt t="223504" x="7443788" y="5600700"/>
          <p14:tracePt t="223518" x="7567613" y="5576888"/>
          <p14:tracePt t="223593" x="7388225" y="5646738"/>
          <p14:tracePt t="223655" x="7380288" y="5522913"/>
          <p14:tracePt t="223670" x="7412038" y="5405438"/>
          <p14:tracePt t="223685" x="7553325" y="5202238"/>
          <p14:tracePt t="223699" x="7685088" y="5092700"/>
          <p14:tracePt t="223714" x="7708900" y="5076825"/>
          <p14:tracePt t="223729" x="8091488" y="4795838"/>
          <p14:tracePt t="223760" x="8185150" y="4718050"/>
          <p14:tracePt t="223771" x="8262938" y="4616450"/>
          <p14:tracePt t="223788" x="8270875" y="4506913"/>
          <p14:tracePt t="223819" x="8224838" y="4405313"/>
          <p14:tracePt t="223831" x="8123238" y="4194175"/>
          <p14:tracePt t="223862" x="8059738" y="4092575"/>
          <p14:tracePt t="223875" x="7997825" y="3983038"/>
          <p14:tracePt t="223906" x="7989888" y="3859213"/>
          <p14:tracePt t="223929" x="7989888" y="3733800"/>
          <p14:tracePt t="223960" x="8045450" y="3624263"/>
          <p14:tracePt t="224016" x="8145463" y="3546475"/>
          <p14:tracePt t="224030" x="8255000" y="3490913"/>
          <p14:tracePt t="224046" x="8364538" y="3452813"/>
          <p14:tracePt t="224062" x="8482013" y="3429000"/>
          <p14:tracePt t="224091" x="8599488" y="3429000"/>
          <p14:tracePt t="224121" x="8840788" y="3468688"/>
          <p14:tracePt t="224134" x="8950325" y="3490913"/>
          <p14:tracePt t="224221" x="8920163" y="3608388"/>
          <p14:tracePt t="224238" x="8810625" y="3811588"/>
          <p14:tracePt t="224253" x="8701088" y="4092575"/>
          <p14:tracePt t="224266" x="8653463" y="4202113"/>
          <p14:tracePt t="224282" x="8591550" y="4327525"/>
          <p14:tracePt t="224296" x="8474075" y="4624388"/>
          <p14:tracePt t="224311" x="8388350" y="4779963"/>
          <p14:tracePt t="224342" x="8310563" y="4873625"/>
          <p14:tracePt t="224373" x="8177213" y="5068888"/>
          <p14:tracePt t="224389" x="8139113" y="5186363"/>
          <p14:tracePt t="224404" x="8131175" y="5210175"/>
          <p14:tracePt t="224419" x="8045450" y="5483225"/>
          <p14:tracePt t="224499" x="8037513" y="5537200"/>
          <p14:tracePt t="224515" x="8013700" y="5670550"/>
          <p14:tracePt t="224648" x="8037513" y="5545138"/>
          <p14:tracePt t="224690" x="8067675" y="5381625"/>
          <p14:tracePt t="224705" x="8075613" y="5256213"/>
          <p14:tracePt t="224720" x="8075613" y="5202238"/>
          <p14:tracePt t="224734" x="8075613" y="5060950"/>
          <p14:tracePt t="224749" x="8091488" y="4819650"/>
          <p14:tracePt t="224765" x="8107363" y="4702175"/>
          <p14:tracePt t="224780" x="8091488" y="4576763"/>
          <p14:tracePt t="224809" x="8051800" y="4467225"/>
          <p14:tracePt t="224825" x="8021638" y="4343400"/>
          <p14:tracePt t="224868" x="7966075" y="4233863"/>
          <p14:tracePt t="226760" x="8302625" y="5241925"/>
          <p14:tracePt t="226943" x="8240713" y="5341938"/>
          <p14:tracePt t="226987" x="8224838" y="5365750"/>
          <p14:tracePt t="227000" x="8193088" y="5467350"/>
          <p14:tracePt t="227018" x="8169275" y="5592763"/>
          <p14:tracePt t="227047" x="8177213" y="5624513"/>
          <p14:tracePt t="227154" x="8169275" y="5662613"/>
          <p14:tracePt t="227170" x="8153400" y="5726113"/>
          <p14:tracePt t="227184" x="8145463" y="5788025"/>
          <p14:tracePt t="227242" x="8153400" y="5756275"/>
          <p14:tracePt t="227256" x="8169275" y="5732463"/>
          <p14:tracePt t="227259" x="8177213" y="5702300"/>
          <p14:tracePt t="227273" x="8224838" y="5616575"/>
          <p14:tracePt t="227287" x="8247063" y="5568950"/>
          <p14:tracePt t="227303" x="8286750" y="5483225"/>
          <p14:tracePt t="227308" x="8302625" y="5437188"/>
          <p14:tracePt t="227317" x="8302625" y="5429250"/>
          <p14:tracePt t="227332" x="8326438" y="5264150"/>
          <p14:tracePt t="227348" x="8348663" y="5116513"/>
          <p14:tracePt t="227363" x="8380413" y="4991100"/>
          <p14:tracePt t="227376" x="8404225" y="4889500"/>
          <p14:tracePt t="227393" x="8428038" y="4779963"/>
          <p14:tracePt t="227407" x="8435975" y="4741863"/>
          <p14:tracePt t="227422" x="8442325" y="4710113"/>
          <p14:tracePt t="227439" x="8450263" y="4654550"/>
          <p14:tracePt t="227443" x="8466138" y="4632325"/>
          <p14:tracePt t="227452" x="8466138" y="4624388"/>
          <p14:tracePt t="227470" x="8513763" y="4514850"/>
          <p14:tracePt t="227484" x="8543925" y="4467225"/>
          <p14:tracePt t="227497" x="8567738" y="4429125"/>
          <p14:tracePt t="227604" x="8645525" y="4343400"/>
          <p14:tracePt t="227620" x="8716963" y="4241800"/>
          <p14:tracePt t="227648" x="8802688" y="4164013"/>
          <p14:tracePt t="227680" x="8896350" y="4092575"/>
          <p14:tracePt t="227694" x="8990013" y="4014788"/>
          <p14:tracePt t="227724" x="9209088" y="3905250"/>
          <p14:tracePt t="227740" x="9310688" y="3881438"/>
          <p14:tracePt t="227754" x="9426575" y="3843338"/>
          <p14:tracePt t="227770" x="9544050" y="3811588"/>
          <p14:tracePt t="227812" x="9661525" y="3779838"/>
          <p14:tracePt t="227827" x="9779000" y="3757613"/>
          <p14:tracePt t="227997" x="9520238" y="3757613"/>
          <p14:tracePt t="228025" x="9396413" y="3757613"/>
          <p14:tracePt t="228052" x="9286875" y="3765550"/>
          <p14:tracePt t="228067" x="9169400" y="3779838"/>
          <p14:tracePt t="228082" x="9043988" y="3787775"/>
          <p14:tracePt t="228096" x="8818563" y="3787775"/>
          <p14:tracePt t="228112" x="8693150" y="3795713"/>
          <p14:tracePt t="228142" x="8583613" y="3835400"/>
          <p14:tracePt t="228156" x="8474075" y="3881438"/>
          <p14:tracePt t="228185" x="8356600" y="3937000"/>
          <p14:tracePt t="228244" x="8302625" y="4038600"/>
          <p14:tracePt t="228276" x="8278813" y="4156075"/>
          <p14:tracePt t="228311" x="8286750" y="4271963"/>
          <p14:tracePt t="228323" x="8302625" y="4397375"/>
          <p14:tracePt t="228340" x="8326438" y="4530725"/>
          <p14:tracePt t="228355" x="8326438" y="4554538"/>
          <p14:tracePt t="228373" x="8302625" y="4819650"/>
          <p14:tracePt t="228383" x="8302625" y="4843463"/>
          <p14:tracePt t="228397" x="8270875" y="4991100"/>
          <p14:tracePt t="228440" x="8216900" y="5132388"/>
          <p14:tracePt t="228569" x="8240713" y="5146675"/>
          <p14:tracePt t="228586" x="8466138" y="5233988"/>
          <p14:tracePt t="228618" x="8591550" y="5256213"/>
          <p14:tracePt t="228636" x="8731250" y="5210175"/>
          <p14:tracePt t="228659" x="8848725" y="5186363"/>
          <p14:tracePt t="228691" x="8880475" y="5186363"/>
          <p14:tracePt t="228715" x="9051925" y="5170488"/>
          <p14:tracePt t="228810" x="8958263" y="5248275"/>
          <p14:tracePt t="228839" x="8856663" y="5311775"/>
          <p14:tracePt t="228858" x="8832850" y="5327650"/>
          <p14:tracePt t="228881" x="8685213" y="5421313"/>
          <p14:tracePt t="228898" x="8653463" y="5429250"/>
          <p14:tracePt t="228988" x="8739188" y="5303838"/>
          <p14:tracePt t="229019" x="8826500" y="5210175"/>
          <p14:tracePt t="229045" x="8926513" y="5100638"/>
          <p14:tracePt t="229052" x="9021763" y="4975225"/>
          <p14:tracePt t="229079" x="9059863" y="4849813"/>
          <p14:tracePt t="229112" x="9099550" y="4741863"/>
          <p14:tracePt t="229153" x="9153525" y="4640263"/>
          <p14:tracePt t="229304" x="9028113" y="4678363"/>
          <p14:tracePt t="229321" x="8926513" y="4733925"/>
          <p14:tracePt t="229334" x="8826500" y="4803775"/>
          <p14:tracePt t="229350" x="8778875" y="4843463"/>
          <p14:tracePt t="229367" x="8677275" y="4913313"/>
          <p14:tracePt t="229394" x="8661400" y="4937125"/>
          <p14:tracePt t="229409" x="8482013" y="5092700"/>
          <p14:tracePt t="229425" x="8380413" y="5170488"/>
          <p14:tracePt t="229465" x="8286750" y="5226050"/>
          <p14:tracePt t="229496" x="8177213" y="5272088"/>
          <p14:tracePt t="229529" x="8037513" y="5303838"/>
          <p14:tracePt t="229589" x="7927975" y="5280025"/>
          <p14:tracePt t="229633" x="7912100" y="5264150"/>
          <p14:tracePt t="229651" x="7834313" y="5170488"/>
          <p14:tracePt t="229681" x="7794625" y="5060950"/>
          <p14:tracePt t="229708" x="7794625" y="4945063"/>
          <p14:tracePt t="229739" x="7826375" y="4811713"/>
          <p14:tracePt t="229755" x="7842250" y="4702175"/>
          <p14:tracePt t="229799" x="7888288" y="4584700"/>
          <p14:tracePt t="229830" x="7997825" y="4538663"/>
          <p14:tracePt t="229846" x="8115300" y="4554538"/>
          <p14:tracePt t="229877" x="8224838" y="4592638"/>
          <p14:tracePt t="229918" x="8340725" y="4624388"/>
          <p14:tracePt t="229932" x="8450263" y="4662488"/>
          <p14:tracePt t="229942" x="8482013" y="4678363"/>
          <p14:tracePt t="229964" x="8607425" y="4741863"/>
          <p14:tracePt t="229994" x="8724900" y="4779963"/>
          <p14:tracePt t="230025" x="8840788" y="4795838"/>
          <p14:tracePt t="230043" x="8990013" y="4827588"/>
          <p14:tracePt t="230067" x="9013825" y="4827588"/>
          <p14:tracePt t="230084" x="9223375" y="4827588"/>
          <p14:tracePt t="230204" x="9121775" y="4779963"/>
          <p14:tracePt t="230234" x="8997950" y="4741863"/>
          <p14:tracePt t="230296" x="8880475" y="4741863"/>
          <p14:tracePt t="230326" x="8755063" y="4741863"/>
          <p14:tracePt t="230341" x="8623300" y="4733925"/>
          <p14:tracePt t="230357" x="8388350" y="4702175"/>
          <p14:tracePt t="230373" x="8270875" y="4686300"/>
          <p14:tracePt t="230391" x="8153400" y="4662488"/>
          <p14:tracePt t="230400" x="8037513" y="4640263"/>
          <p14:tracePt t="230444" x="7943850" y="4584700"/>
          <p14:tracePt t="230537" x="7958138" y="4467225"/>
          <p14:tracePt t="230562" x="8037513" y="4351338"/>
          <p14:tracePt t="230582" x="8115300" y="4264025"/>
          <p14:tracePt t="230699" x="7989888" y="4287838"/>
          <p14:tracePt t="230714" x="7880350" y="4319588"/>
          <p14:tracePt t="230745" x="7754938" y="4343400"/>
          <p14:tracePt t="230759" x="7639050" y="4389438"/>
          <p14:tracePt t="230775" x="7615238" y="4405313"/>
          <p14:tracePt t="230792" x="7481888" y="4491038"/>
          <p14:tracePt t="230807" x="7364413" y="4538663"/>
          <p14:tracePt t="230821" x="7256463" y="4568825"/>
          <p14:tracePt t="230852" x="7013575" y="4592638"/>
          <p14:tracePt t="230881" x="6896100" y="4600575"/>
          <p14:tracePt t="230897" x="6778625" y="4600575"/>
          <p14:tracePt t="231107" x="6740525" y="4483100"/>
          <p14:tracePt t="231120" x="6700838" y="4365625"/>
          <p14:tracePt t="231137" x="6678613" y="4241800"/>
          <p14:tracePt t="231168" x="6678613" y="3998913"/>
          <p14:tracePt t="231193" x="6678613" y="3873500"/>
          <p14:tracePt t="231240" x="6692900" y="3741738"/>
          <p14:tracePt t="231347" x="6802438" y="3779838"/>
          <p14:tracePt t="231361" x="6911975" y="3827463"/>
          <p14:tracePt t="231376" x="7021513" y="3881438"/>
          <p14:tracePt t="231396" x="7131050" y="3929063"/>
          <p14:tracePt t="231421" x="7240588" y="3967163"/>
          <p14:tracePt t="231445" x="7350125" y="4022725"/>
          <p14:tracePt t="231451" x="7466013" y="4068763"/>
          <p14:tracePt t="231492" x="7591425" y="4084638"/>
          <p14:tracePt t="231505" x="7834313" y="4148138"/>
          <p14:tracePt t="231510" x="7943850" y="4202113"/>
          <p14:tracePt t="231524" x="8067675" y="4241800"/>
          <p14:tracePt t="231542" x="8208963" y="4271963"/>
          <p14:tracePt t="231571" x="8326438" y="4303713"/>
          <p14:tracePt t="231592" x="8435975" y="4335463"/>
          <p14:tracePt t="231601" x="8567738" y="4365625"/>
          <p14:tracePt t="231621" x="8802688" y="4413250"/>
          <p14:tracePt t="231649" x="8920163" y="4429125"/>
          <p14:tracePt t="231678" x="9161463" y="4397375"/>
          <p14:tracePt t="231696" x="9271000" y="4373563"/>
          <p14:tracePt t="231716" x="9388475" y="4343400"/>
          <p14:tracePt t="231738" x="9490075" y="4271963"/>
          <p14:tracePt t="231755" x="9599613" y="4210050"/>
          <p14:tracePt t="231772" x="9715500" y="4164013"/>
          <p14:tracePt t="231790" x="9832975" y="4116388"/>
          <p14:tracePt t="231805" x="9942513" y="4084638"/>
          <p14:tracePt t="231839" x="10044113" y="4014788"/>
          <p14:tracePt t="231851" x="10137775" y="3944938"/>
          <p14:tracePt t="231873" x="10247313" y="3897313"/>
          <p14:tracePt t="231945" x="10348913" y="3960813"/>
          <p14:tracePt t="231992" x="10387013" y="4068763"/>
          <p14:tracePt t="232008" x="10325100" y="4210050"/>
          <p14:tracePt t="232039" x="10309225" y="4233863"/>
          <p14:tracePt t="232056" x="10044113" y="4491038"/>
          <p14:tracePt t="232080" x="9896475" y="4546600"/>
          <p14:tracePt t="232097" x="9458325" y="4640263"/>
          <p14:tracePt t="232144" x="9340850" y="4678363"/>
          <p14:tracePt t="232165" x="9209088" y="4694238"/>
          <p14:tracePt t="232186" x="8786813" y="4640263"/>
          <p14:tracePt t="232199" x="8567738" y="4506913"/>
          <p14:tracePt t="236445" x="8442325" y="2640013"/>
          <p14:tracePt t="236473" x="8318500" y="2749550"/>
          <p14:tracePt t="236488" x="8208963" y="2733675"/>
          <p14:tracePt t="236502" x="8059738" y="2679700"/>
          <p14:tracePt t="236518" x="7966075" y="2632075"/>
          <p14:tracePt t="236533" x="7850188" y="2530475"/>
          <p14:tracePt t="236548" x="7693025" y="2382838"/>
          <p14:tracePt t="236564" x="7623175" y="2311400"/>
          <p14:tracePt t="236578" x="7545388" y="2179638"/>
          <p14:tracePt t="236593" x="7497763" y="2000250"/>
          <p14:tracePt t="236608" x="7505700" y="1858963"/>
          <p14:tracePt t="236622" x="7505700" y="1812925"/>
          <p14:tracePt t="236637" x="7623175" y="1601788"/>
          <p14:tracePt t="236653" x="7740650" y="1476375"/>
          <p14:tracePt t="236667" x="7778750" y="1436688"/>
          <p14:tracePt t="236684" x="7872413" y="1382713"/>
          <p14:tracePt t="236729" x="8177213" y="1358900"/>
          <p14:tracePt t="236732" x="8270875" y="1390650"/>
          <p14:tracePt t="236742" x="8340725" y="1444625"/>
          <p14:tracePt t="236758" x="8388350" y="1522413"/>
          <p14:tracePt t="236773" x="8404225" y="1609725"/>
          <p14:tracePt t="236797" x="8388350" y="1711325"/>
          <p14:tracePt t="236811" x="8348663" y="1773238"/>
          <p14:tracePt t="236822" x="8294688" y="1858963"/>
          <p14:tracePt t="236834" x="8153400" y="2008188"/>
          <p14:tracePt t="236857" x="8051800" y="2054225"/>
          <p14:tracePt t="236873" x="8013700" y="2070100"/>
          <p14:tracePt t="236888" x="7810500" y="2078038"/>
          <p14:tracePt t="236904" x="7661275" y="2054225"/>
          <p14:tracePt t="236920" x="7537450" y="2014538"/>
          <p14:tracePt t="236962" x="7435850" y="1890713"/>
          <p14:tracePt t="237020" x="7497763" y="1789113"/>
          <p14:tracePt t="237053" x="7599363" y="1725613"/>
          <p14:tracePt t="237067" x="7700963" y="1695450"/>
          <p14:tracePt t="237083" x="7872413" y="1687513"/>
          <p14:tracePt t="237098" x="7974013" y="1711325"/>
          <p14:tracePt t="237113" x="8029575" y="1765300"/>
          <p14:tracePt t="237129" x="8037513" y="1812925"/>
          <p14:tracePt t="237143" x="8029575" y="1906588"/>
          <p14:tracePt t="237156" x="7981950" y="2022475"/>
          <p14:tracePt t="237187" x="7842250" y="2281238"/>
          <p14:tracePt t="237205" x="7724775" y="2374900"/>
          <p14:tracePt t="237227" x="7677150" y="2398713"/>
          <p14:tracePt t="237234" x="7553325" y="2452688"/>
          <p14:tracePt t="237256" x="7443788" y="2492375"/>
          <p14:tracePt t="237265" x="7208838" y="2554288"/>
          <p14:tracePt t="237294" x="7091363" y="2586038"/>
          <p14:tracePt t="237396" x="7099300" y="2468563"/>
          <p14:tracePt t="237415" x="7131050" y="2351088"/>
          <p14:tracePt t="237437" x="7192963" y="2249488"/>
          <p14:tracePt t="237452" x="7278688" y="2147888"/>
          <p14:tracePt t="237468" x="7350125" y="2070100"/>
          <p14:tracePt t="237484" x="7443788" y="1976438"/>
          <p14:tracePt t="237489" x="7545388" y="1912938"/>
          <p14:tracePt t="237525" x="7661275" y="1912938"/>
          <p14:tracePt t="237544" x="7778750" y="1928813"/>
          <p14:tracePt t="237557" x="7896225" y="1960563"/>
          <p14:tracePt t="237586" x="7989888" y="2008188"/>
          <p14:tracePt t="237608" x="8083550" y="2085975"/>
          <p14:tracePt t="237636" x="8161338" y="2179638"/>
          <p14:tracePt t="237713" x="8059738" y="2249488"/>
          <p14:tracePt t="237760" x="7950200" y="2273300"/>
          <p14:tracePt t="237892" x="7950200" y="2171700"/>
          <p14:tracePt t="237923" x="8005763" y="2078038"/>
          <p14:tracePt t="237954" x="8091488" y="2000250"/>
          <p14:tracePt t="237981" x="8310563" y="1944688"/>
          <p14:tracePt t="238011" x="8428038" y="1952625"/>
          <p14:tracePt t="238042" x="8551863" y="1968500"/>
          <p14:tracePt t="238163" x="8543925" y="2093913"/>
          <p14:tracePt t="238181" x="8482013" y="2203450"/>
          <p14:tracePt t="238196" x="8404225" y="2303463"/>
          <p14:tracePt t="238226" x="8224838" y="2476500"/>
          <p14:tracePt t="238249" x="7997825" y="2578100"/>
          <p14:tracePt t="238259" x="7778750" y="2663825"/>
          <p14:tracePt t="238278" x="7661275" y="2701925"/>
          <p14:tracePt t="238309" x="7435850" y="2765425"/>
          <p14:tracePt t="238322" x="7310438" y="2811463"/>
          <p14:tracePt t="238329" x="7192963" y="2851150"/>
          <p14:tracePt t="238346" x="7083425" y="2890838"/>
          <p14:tracePt t="238360" x="6951663" y="2921000"/>
          <p14:tracePt t="238376" x="6842125" y="2944813"/>
          <p14:tracePt t="238419" x="6724650" y="2960688"/>
          <p14:tracePt t="238450" x="6615113" y="2960688"/>
          <p14:tracePt t="238493" x="6529388" y="2882900"/>
          <p14:tracePt t="238510" x="6467475" y="2789238"/>
          <p14:tracePt t="238526" x="6435725" y="2671763"/>
          <p14:tracePt t="238550" x="6411913" y="2562225"/>
          <p14:tracePt t="238560" x="6381750" y="2436813"/>
          <p14:tracePt t="238577" x="6365875" y="2327275"/>
          <p14:tracePt t="238585" x="6365875" y="2203450"/>
          <p14:tracePt t="238599" x="6350000" y="1944688"/>
          <p14:tracePt t="238636" x="6365875" y="1819275"/>
          <p14:tracePt t="238658" x="6475413" y="1570038"/>
          <p14:tracePt t="239074" x="9223375" y="3116263"/>
          <p14:tracePt t="239090" x="9005888" y="3092450"/>
          <p14:tracePt t="239102" x="8677275" y="3062288"/>
          <p14:tracePt t="239115" x="8420100" y="3014663"/>
          <p14:tracePt t="239132" x="8334375" y="2998788"/>
          <p14:tracePt t="239146" x="7981950" y="2913063"/>
          <p14:tracePt t="239160" x="7762875" y="2874963"/>
          <p14:tracePt t="239186" x="7575550" y="2851150"/>
          <p14:tracePt t="239199" x="7481888" y="2819400"/>
          <p14:tracePt t="239215" x="7489825" y="2781300"/>
          <p14:tracePt t="239232" x="7513638" y="2717800"/>
          <p14:tracePt t="239248" x="7537450" y="2640013"/>
          <p14:tracePt t="239270" x="7559675" y="2530475"/>
          <p14:tracePt t="239277" x="7623175" y="2428875"/>
          <p14:tracePt t="239300" x="7693025" y="2335213"/>
          <p14:tracePt t="239306" x="7740650" y="2289175"/>
          <p14:tracePt t="239322" x="7842250" y="2203450"/>
          <p14:tracePt t="239336" x="7935913" y="2147888"/>
          <p14:tracePt t="239350" x="8045450" y="2116138"/>
          <p14:tracePt t="239365" x="8161338" y="2108200"/>
          <p14:tracePt t="239380" x="8310563" y="2108200"/>
          <p14:tracePt t="239397" x="8466138" y="2124075"/>
          <p14:tracePt t="239410" x="8661400" y="2163763"/>
          <p14:tracePt t="239424" x="8731250" y="2179638"/>
          <p14:tracePt t="239452" x="8966200" y="2241550"/>
          <p14:tracePt t="239458" x="9005888" y="2249488"/>
          <p14:tracePt t="239471" x="9099550" y="2265363"/>
          <p14:tracePt t="239485" x="9193213" y="2281238"/>
          <p14:tracePt t="239499" x="9263063" y="2327275"/>
          <p14:tracePt t="239515" x="9310688" y="2382838"/>
          <p14:tracePt t="239530" x="9324975" y="2436813"/>
          <p14:tracePt t="239544" x="9302750" y="2476500"/>
          <p14:tracePt t="239558" x="9193213" y="2538413"/>
          <p14:tracePt t="239576" x="9115425" y="2570163"/>
          <p14:tracePt t="239604" x="9051925" y="2600325"/>
          <p14:tracePt t="239633" x="8864600" y="2687638"/>
          <p14:tracePt t="239646" x="8724900" y="2725738"/>
          <p14:tracePt t="239652" x="8677275" y="2725738"/>
          <p14:tracePt t="239665" x="8599488" y="2701925"/>
          <p14:tracePt t="239681" x="8489950" y="2655888"/>
          <p14:tracePt t="239691" x="8356600" y="2593975"/>
          <p14:tracePt t="239710" x="8302625" y="2554288"/>
          <p14:tracePt t="239722" x="8255000" y="2476500"/>
          <p14:tracePt t="239739" x="8247063" y="2436813"/>
          <p14:tracePt t="239752" x="8240713" y="2405063"/>
          <p14:tracePt t="239757" x="8232775" y="2366963"/>
          <p14:tracePt t="239785" x="8224838" y="2203450"/>
          <p14:tracePt t="239801" x="8216900" y="2171700"/>
          <p14:tracePt t="239814" x="8232775" y="2070100"/>
          <p14:tracePt t="239827" x="8255000" y="2008188"/>
          <p14:tracePt t="239844" x="8270875" y="1976438"/>
          <p14:tracePt t="239859" x="8302625" y="1882775"/>
          <p14:tracePt t="239873" x="8334375" y="1819275"/>
          <p14:tracePt t="239891" x="8356600" y="1781175"/>
          <p14:tracePt t="239932" x="8435975" y="1687513"/>
          <p14:tracePt t="239962" x="8521700" y="1609725"/>
          <p14:tracePt t="239991" x="8747125" y="1516063"/>
          <p14:tracePt t="240008" x="8864600" y="1484313"/>
          <p14:tracePt t="240039" x="9005888" y="1492250"/>
          <p14:tracePt t="240055" x="9107488" y="1500188"/>
          <p14:tracePt t="240070" x="9302750" y="1570038"/>
          <p14:tracePt t="240095" x="9372600" y="1601788"/>
          <p14:tracePt t="240103" x="9412288" y="1616075"/>
          <p14:tracePt t="240120" x="9482138" y="1663700"/>
          <p14:tracePt t="240131" x="9536113" y="1695450"/>
          <p14:tracePt t="240148" x="9669463" y="1773238"/>
          <p14:tracePt t="240171" x="9715500" y="1843088"/>
          <p14:tracePt t="240188" x="9747250" y="1912938"/>
          <p14:tracePt t="240204" x="9763125" y="1976438"/>
          <p14:tracePt t="240214" x="9771063" y="2008188"/>
          <p14:tracePt t="240220" x="9779000" y="2038350"/>
          <p14:tracePt t="240235" x="9779000" y="2070100"/>
          <p14:tracePt t="240257" x="9771063" y="2093913"/>
          <p14:tracePt t="240276" x="9755188" y="2124075"/>
          <p14:tracePt t="240291" x="9669463" y="2217738"/>
          <p14:tracePt t="240305" x="9607550" y="2257425"/>
          <p14:tracePt t="240321" x="9575800" y="2281238"/>
          <p14:tracePt t="240338" x="9474200" y="2327275"/>
          <p14:tracePt t="240355" x="9418638" y="2343150"/>
          <p14:tracePt t="240366" x="9302750" y="2374900"/>
          <p14:tracePt t="240379" x="9263063" y="2382838"/>
          <p14:tracePt t="240388" x="9217025" y="2390775"/>
          <p14:tracePt t="240402" x="9013825" y="2428875"/>
          <p14:tracePt t="240415" x="8880475" y="2444750"/>
          <p14:tracePt t="240431" x="8755063" y="2468563"/>
          <p14:tracePt t="240445" x="8637588" y="2476500"/>
          <p14:tracePt t="240460" x="8599488" y="2476500"/>
          <p14:tracePt t="240474" x="8428038" y="2460625"/>
          <p14:tracePt t="240505" x="8270875" y="2444750"/>
          <p14:tracePt t="240520" x="8099425" y="2405063"/>
          <p14:tracePt t="240533" x="7981950" y="2374900"/>
          <p14:tracePt t="240564" x="7880350" y="2319338"/>
          <p14:tracePt t="240582" x="7778750" y="2249488"/>
          <p14:tracePt t="240611" x="7685088" y="2179638"/>
          <p14:tracePt t="240638" x="7607300" y="2101850"/>
          <p14:tracePt t="240643" x="7537450" y="2014538"/>
          <p14:tracePt t="240729" x="7473950" y="1912938"/>
          <p14:tracePt t="240759" x="7396163" y="1827213"/>
          <p14:tracePt t="240785" x="7318375" y="1741488"/>
          <p14:tracePt t="240835" x="7256463" y="1639888"/>
          <p14:tracePt t="240882" x="7232650" y="1522413"/>
          <p14:tracePt t="240899" x="7232650" y="1414463"/>
          <p14:tracePt t="240926" x="7302500" y="1312863"/>
          <p14:tracePt t="240957" x="7396163" y="1233488"/>
          <p14:tracePt t="240986" x="7489825" y="1163638"/>
          <p14:tracePt t="241015" x="7599363" y="1117600"/>
          <p14:tracePt t="241032" x="7716838" y="1069975"/>
          <p14:tracePt t="241056" x="7834313" y="1038225"/>
          <p14:tracePt t="241071" x="7958138" y="1030288"/>
          <p14:tracePt t="241087" x="8075613" y="1016000"/>
          <p14:tracePt t="241095" x="8193088" y="1008063"/>
          <p14:tracePt t="241134" x="8310563" y="1023938"/>
          <p14:tracePt t="241181" x="8435975" y="1046163"/>
          <p14:tracePt t="241199" x="8551863" y="1077913"/>
          <p14:tracePt t="241229" x="8653463" y="1125538"/>
          <p14:tracePt t="241271" x="8786813" y="1163638"/>
          <p14:tracePt t="241301" x="8904288" y="1203325"/>
          <p14:tracePt t="241346" x="9013825" y="1225550"/>
          <p14:tracePt t="241380" x="9129713" y="1257300"/>
          <p14:tracePt t="241404" x="9271000" y="1281113"/>
          <p14:tracePt t="241420" x="9372600" y="1312863"/>
          <p14:tracePt t="241434" x="9474200" y="1350963"/>
          <p14:tracePt t="241480" x="9567863" y="1414463"/>
          <p14:tracePt t="241526" x="9661525" y="1500188"/>
          <p14:tracePt t="241556" x="9731375" y="1593850"/>
          <p14:tracePt t="241586" x="9763125" y="1711325"/>
          <p14:tracePt t="241616" x="9809163" y="1827213"/>
          <p14:tracePt t="241645" x="9825038" y="1944688"/>
          <p14:tracePt t="241691" x="9832975" y="2062163"/>
          <p14:tracePt t="241751" x="9825038" y="2179638"/>
          <p14:tracePt t="241768" x="9779000" y="2297113"/>
          <p14:tracePt t="241785" x="9707563" y="2398713"/>
          <p14:tracePt t="241811" x="9637713" y="2498725"/>
          <p14:tracePt t="241855" x="9559925" y="2586038"/>
          <p14:tracePt t="241875" x="9450388" y="2640013"/>
          <p14:tracePt t="241900" x="9340850" y="2655888"/>
          <p14:tracePt t="241932" x="9231313" y="2679700"/>
          <p14:tracePt t="241962" x="9121775" y="2701925"/>
          <p14:tracePt t="241990" x="8997950" y="2709863"/>
          <p14:tracePt t="242007" x="8880475" y="2709863"/>
          <p14:tracePt t="242020" x="8763000" y="2701925"/>
          <p14:tracePt t="242053" x="8653463" y="2679700"/>
          <p14:tracePt t="242073" x="8543925" y="2655888"/>
          <p14:tracePt t="242084" x="8442325" y="2616200"/>
          <p14:tracePt t="242123" x="8334375" y="2554288"/>
          <p14:tracePt t="242131" x="8240713" y="2498725"/>
          <p14:tracePt t="242143" x="8139113" y="2436813"/>
          <p14:tracePt t="242158" x="8045450" y="2374900"/>
          <p14:tracePt t="242196" x="7981950" y="2273300"/>
          <p14:tracePt t="242217" x="7912100" y="2171700"/>
          <p14:tracePt t="242245" x="7732713" y="1866900"/>
          <p14:tracePt t="244603" x="7224713" y="1296988"/>
          <p14:tracePt t="244618" x="7326313" y="1225550"/>
          <p14:tracePt t="244632" x="7443788" y="1187450"/>
          <p14:tracePt t="244638" x="7567613" y="1155700"/>
          <p14:tracePt t="244660" x="7685088" y="1093788"/>
          <p14:tracePt t="244678" x="7872413" y="1069975"/>
          <p14:tracePt t="244687" x="7997825" y="1062038"/>
          <p14:tracePt t="244703" x="8091488" y="1069975"/>
          <p14:tracePt t="244706" x="8139113" y="1077913"/>
          <p14:tracePt t="244718" x="8262938" y="1069975"/>
          <p14:tracePt t="244731" x="8364538" y="1046163"/>
          <p14:tracePt t="244745" x="8404225" y="1030288"/>
          <p14:tracePt t="244760" x="8450263" y="1023938"/>
          <p14:tracePt t="244775" x="8482013" y="1023938"/>
          <p14:tracePt t="244789" x="8505825" y="1030288"/>
          <p14:tracePt t="244868" x="8607425" y="1109663"/>
          <p14:tracePt t="244882" x="8747125" y="1281113"/>
          <p14:tracePt t="244899" x="8848725" y="1452563"/>
          <p14:tracePt t="244912" x="8880475" y="1570038"/>
          <p14:tracePt t="244927" x="8896350" y="1631950"/>
          <p14:tracePt t="244939" x="8904288" y="1687513"/>
          <p14:tracePt t="244964" x="8896350" y="1741488"/>
          <p14:tracePt t="244979" x="8880475" y="1858963"/>
          <p14:tracePt t="244992" x="8856663" y="1968500"/>
          <p14:tracePt t="245004" x="8832850" y="2054225"/>
          <p14:tracePt t="245017" x="8794750" y="2116138"/>
          <p14:tracePt t="245032" x="8778875" y="2139950"/>
          <p14:tracePt t="245046" x="8739188" y="2179638"/>
          <p14:tracePt t="245060" x="8693150" y="2217738"/>
          <p14:tracePt t="245090" x="8645525" y="2273300"/>
          <p14:tracePt t="245105" x="8623300" y="2289175"/>
          <p14:tracePt t="245130" x="8599488" y="2311400"/>
          <p14:tracePt t="245159" x="8535988" y="2343150"/>
          <p14:tracePt t="245177" x="8497888" y="2366963"/>
          <p14:tracePt t="245213" x="8474075" y="2374900"/>
          <p14:tracePt t="245220" x="8388350" y="2413000"/>
          <p14:tracePt t="245244" x="8356600" y="2420938"/>
          <p14:tracePt t="245252" x="8286750" y="2436813"/>
          <p14:tracePt t="245268" x="8247063" y="2436813"/>
          <p14:tracePt t="245291" x="8185150" y="2436813"/>
          <p14:tracePt t="245308" x="8161338" y="2436813"/>
          <p14:tracePt t="245313" x="8115300" y="2420938"/>
          <p14:tracePt t="245340" x="8075613" y="2390775"/>
          <p14:tracePt t="245351" x="8067675" y="2359025"/>
          <p14:tracePt t="245383" x="8051800" y="2303463"/>
          <p14:tracePt t="245396" x="8051800" y="2249488"/>
          <p14:tracePt t="245402" x="8045450" y="2187575"/>
          <p14:tracePt t="245417" x="8045450" y="2147888"/>
          <p14:tracePt t="245439" x="8037513" y="2116138"/>
          <p14:tracePt t="245455" x="8021638" y="2046288"/>
          <p14:tracePt t="245459" x="8013700" y="2014538"/>
          <p14:tracePt t="245533" x="7997825" y="1898650"/>
          <p14:tracePt t="245581" x="7997825" y="1781175"/>
          <p14:tracePt t="245608" x="8013700" y="1663700"/>
          <p14:tracePt t="245686" x="8067675" y="1554163"/>
          <p14:tracePt t="245713" x="8139113" y="1460500"/>
          <p14:tracePt t="245731" x="8240713" y="1398588"/>
          <p14:tracePt t="245746" x="8340725" y="1335088"/>
          <p14:tracePt t="245775" x="8435975" y="1265238"/>
          <p14:tracePt t="245789" x="8543925" y="1211263"/>
          <p14:tracePt t="245821" x="8653463" y="1195388"/>
          <p14:tracePt t="245852" x="8778875" y="1203325"/>
          <p14:tracePt t="245880" x="8888413" y="1249363"/>
          <p14:tracePt t="245907" x="8997950" y="1312863"/>
          <p14:tracePt t="245942" x="9075738" y="1390650"/>
          <p14:tracePt t="245971" x="9145588" y="1492250"/>
          <p14:tracePt t="245999" x="9278938" y="1679575"/>
          <p14:tracePt t="246017" x="9310688" y="1749425"/>
          <p14:tracePt t="246031" x="9332913" y="1968500"/>
          <p14:tracePt t="246057" x="9324975" y="2022475"/>
          <p14:tracePt t="246065" x="9271000" y="2171700"/>
          <p14:tracePt t="246089" x="9209088" y="2303463"/>
          <p14:tracePt t="246105" x="9137650" y="2420938"/>
          <p14:tracePt t="246119" x="9075738" y="2506663"/>
          <p14:tracePt t="246134" x="8990013" y="2578100"/>
          <p14:tracePt t="246161" x="8926513" y="2624138"/>
          <p14:tracePt t="246178" x="8848725" y="2663825"/>
          <p14:tracePt t="246184" x="8778875" y="2701925"/>
          <p14:tracePt t="246202" x="8701088" y="2717800"/>
          <p14:tracePt t="246211" x="8607425" y="2725738"/>
          <p14:tracePt t="246226" x="8535988" y="2717800"/>
          <p14:tracePt t="246240" x="8428038" y="2693988"/>
          <p14:tracePt t="246257" x="8294688" y="2640013"/>
          <p14:tracePt t="246270" x="8255000" y="2624138"/>
          <p14:tracePt t="246328" x="8161338" y="2546350"/>
          <p14:tracePt t="246338" x="8059738" y="2492375"/>
          <p14:tracePt t="246362" x="7958138" y="2436813"/>
          <p14:tracePt t="246404" x="7872413" y="2366963"/>
          <p14:tracePt t="246428" x="7794625" y="2281238"/>
          <p14:tracePt t="246453" x="7724775" y="2195513"/>
          <p14:tracePt t="246481" x="7677150" y="1968500"/>
          <p14:tracePt t="246526" x="7685088" y="1851025"/>
          <p14:tracePt t="246570" x="7716838" y="1741488"/>
          <p14:tracePt t="246617" x="7762875" y="1631950"/>
          <p14:tracePt t="246644" x="7856538" y="1546225"/>
          <p14:tracePt t="246663" x="7958138" y="1484313"/>
          <p14:tracePt t="246689" x="8059738" y="1436688"/>
          <p14:tracePt t="246721" x="8169275" y="1390650"/>
          <p14:tracePt t="246750" x="8286750" y="1343025"/>
          <p14:tracePt t="246782" x="8396288" y="1327150"/>
          <p14:tracePt t="246798" x="8513763" y="1312863"/>
          <p14:tracePt t="246824" x="8623300" y="1320800"/>
          <p14:tracePt t="246842" x="8747125" y="1335088"/>
          <p14:tracePt t="246866" x="8856663" y="1358900"/>
          <p14:tracePt t="246887" x="8966200" y="1398588"/>
          <p14:tracePt t="246899" x="9059863" y="1460500"/>
          <p14:tracePt t="246940" x="9145588" y="1538288"/>
          <p14:tracePt t="246983" x="9169400" y="1655763"/>
          <p14:tracePt t="246997" x="9161463" y="1781175"/>
          <p14:tracePt t="247013" x="9145588" y="1890713"/>
          <p14:tracePt t="247027" x="9107488" y="2014538"/>
          <p14:tracePt t="247043" x="9028113" y="2171700"/>
          <p14:tracePt t="247059" x="8997950" y="2225675"/>
          <p14:tracePt t="247077" x="8942388" y="2281238"/>
          <p14:tracePt t="247091" x="8848725" y="2374900"/>
          <p14:tracePt t="247106" x="8794750" y="2444750"/>
          <p14:tracePt t="247120" x="8770938" y="2468563"/>
          <p14:tracePt t="247136" x="8661400" y="2538413"/>
          <p14:tracePt t="247150" x="8631238" y="2554288"/>
          <p14:tracePt t="247180" x="8513763" y="2570163"/>
          <p14:tracePt t="247211" x="8396288" y="2578100"/>
          <p14:tracePt t="247244" x="8286750" y="2554288"/>
          <p14:tracePt t="247271" x="8177213" y="2506663"/>
          <p14:tracePt t="247288" x="8067675" y="2468563"/>
          <p14:tracePt t="247316" x="7958138" y="2420938"/>
          <p14:tracePt t="247361" x="7872413" y="2343150"/>
          <p14:tracePt t="247375" x="7810500" y="2249488"/>
          <p14:tracePt t="247406" x="7754938" y="2139950"/>
          <p14:tracePt t="247420" x="7716838" y="2038350"/>
          <p14:tracePt t="247451" x="7708900" y="1920875"/>
          <p14:tracePt t="247510" x="7732713" y="1804988"/>
          <p14:tracePt t="247525" x="7748588" y="1679575"/>
          <p14:tracePt t="247541" x="7762875" y="1554163"/>
          <p14:tracePt t="247586" x="7810500" y="1460500"/>
          <p14:tracePt t="247601" x="7888288" y="1366838"/>
          <p14:tracePt t="247616" x="7974013" y="1281113"/>
          <p14:tracePt t="247645" x="8083550" y="1219200"/>
          <p14:tracePt t="247660" x="8177213" y="1155700"/>
          <p14:tracePt t="247705" x="8286750" y="1085850"/>
          <p14:tracePt t="247722" x="8396288" y="1046163"/>
          <p14:tracePt t="247751" x="8513763" y="1030288"/>
          <p14:tracePt t="247811" x="8631238" y="1046163"/>
          <p14:tracePt t="247843" x="8731250" y="1077913"/>
          <p14:tracePt t="247872" x="8832850" y="1139825"/>
          <p14:tracePt t="247901" x="8934450" y="1203325"/>
          <p14:tracePt t="247961" x="9028113" y="1273175"/>
          <p14:tracePt t="247975" x="9107488" y="1366838"/>
          <p14:tracePt t="247993" x="9193213" y="1468438"/>
          <p14:tracePt t="248006" x="9263063" y="1546225"/>
          <p14:tracePt t="248039" x="9324975" y="1639888"/>
          <p14:tracePt t="248096" x="9356725" y="1906588"/>
          <p14:tracePt t="248112" x="9356725" y="1952625"/>
          <p14:tracePt t="248156" x="9271000" y="2030413"/>
          <p14:tracePt t="248171" x="9107488" y="2147888"/>
          <p14:tracePt t="248187" x="8990013" y="2203450"/>
          <p14:tracePt t="248201" x="8950325" y="2217738"/>
          <p14:tracePt t="248231" x="8832850" y="2233613"/>
          <p14:tracePt t="248276" x="8716963" y="2273300"/>
          <p14:tracePt t="248305" x="8623300" y="2335213"/>
          <p14:tracePt t="248341" x="8535988" y="2420938"/>
          <p14:tracePt t="248536" x="8420100" y="2460625"/>
          <p14:tracePt t="248552" x="8302625" y="2498725"/>
          <p14:tracePt t="248568" x="8193088" y="2522538"/>
          <p14:tracePt t="248578" x="8067675" y="2554288"/>
          <p14:tracePt t="248589" x="7958138" y="2578100"/>
          <p14:tracePt t="248613" x="7834313" y="2586038"/>
          <p14:tracePt t="248631" x="7583488" y="2593975"/>
          <p14:tracePt t="248672" x="7466013" y="2578100"/>
          <p14:tracePt t="248690" x="7350125" y="2530475"/>
          <p14:tracePt t="248713" x="7248525" y="2484438"/>
          <p14:tracePt t="248732" x="7138988" y="2428875"/>
          <p14:tracePt t="248758" x="7075488" y="2327275"/>
          <p14:tracePt t="248794" x="7053263" y="2209800"/>
          <p14:tracePt t="250452" x="7958138" y="2297113"/>
          <p14:tracePt t="250465" x="7842250" y="2281238"/>
          <p14:tracePt t="250481" x="7631113" y="2273300"/>
          <p14:tracePt t="250494" x="7537450" y="2265363"/>
          <p14:tracePt t="250510" x="7473950" y="2209800"/>
          <p14:tracePt t="250524" x="7404100" y="2101850"/>
          <p14:tracePt t="250540" x="7334250" y="1952625"/>
          <p14:tracePt t="250556" x="7256463" y="1781175"/>
          <p14:tracePt t="250572" x="7192963" y="1624013"/>
          <p14:tracePt t="250586" x="7185025" y="1508125"/>
          <p14:tracePt t="250601" x="7216775" y="1452563"/>
          <p14:tracePt t="250616" x="7372350" y="1398588"/>
          <p14:tracePt t="250631" x="7466013" y="1366838"/>
          <p14:tracePt t="250645" x="7615238" y="1273175"/>
          <p14:tracePt t="250660" x="7716838" y="1179513"/>
          <p14:tracePt t="250675" x="7888288" y="1077913"/>
          <p14:tracePt t="250691" x="7997825" y="1038225"/>
          <p14:tracePt t="250706" x="8169275" y="1016000"/>
          <p14:tracePt t="250722" x="8348663" y="1023938"/>
          <p14:tracePt t="250736" x="8442325" y="1062038"/>
          <p14:tracePt t="250752" x="8543925" y="1125538"/>
          <p14:tracePt t="250767" x="8685213" y="1233488"/>
          <p14:tracePt t="250783" x="8724900" y="1273175"/>
          <p14:tracePt t="250795" x="8802688" y="1452563"/>
          <p14:tracePt t="250811" x="8826500" y="1585913"/>
          <p14:tracePt t="250826" x="8832850" y="1703388"/>
          <p14:tracePt t="250853" x="8848725" y="1812925"/>
          <p14:tracePt t="250875" x="8856663" y="1835150"/>
          <p14:tracePt t="250877" x="8848725" y="1906588"/>
          <p14:tracePt t="250887" x="8826500" y="1960563"/>
          <p14:tracePt t="250903" x="8770938" y="2022475"/>
          <p14:tracePt t="250916" x="8731250" y="2062163"/>
          <p14:tracePt t="250931" x="8645525" y="2163763"/>
          <p14:tracePt t="250946" x="8567738" y="2249488"/>
          <p14:tracePt t="250961" x="8521700" y="2297113"/>
          <p14:tracePt t="250975" x="8372475" y="2398713"/>
          <p14:tracePt t="250991" x="8294688" y="2436813"/>
          <p14:tracePt t="251006" x="8139113" y="2538413"/>
          <p14:tracePt t="251022" x="8083550" y="2570163"/>
          <p14:tracePt t="251047" x="8037513" y="2600325"/>
          <p14:tracePt t="251075" x="7950200" y="2578100"/>
          <p14:tracePt t="251098" x="7880350" y="2484438"/>
          <p14:tracePt t="251115" x="7826375" y="2366963"/>
          <p14:tracePt t="251126" x="7778750" y="2233613"/>
          <p14:tracePt t="251136" x="7748588" y="2147888"/>
          <p14:tracePt t="251151" x="7708900" y="2030413"/>
          <p14:tracePt t="251167" x="7693025" y="1960563"/>
          <p14:tracePt t="251209" x="7754938" y="1858963"/>
          <p14:tracePt t="251227" x="7834313" y="1773238"/>
          <p14:tracePt t="251246" x="7927975" y="1695450"/>
          <p14:tracePt t="251257" x="8037513" y="1616075"/>
          <p14:tracePt t="251273" x="8247063" y="1508125"/>
          <p14:tracePt t="251292" x="8396288" y="1484313"/>
          <p14:tracePt t="251311" x="8521700" y="1516063"/>
          <p14:tracePt t="251317" x="8661400" y="1577975"/>
          <p14:tracePt t="251331" x="8786813" y="1647825"/>
          <p14:tracePt t="251345" x="8840788" y="1687513"/>
          <p14:tracePt t="251359" x="8864600" y="1703388"/>
          <p14:tracePt t="251374" x="8864600" y="1725613"/>
          <p14:tracePt t="251401" x="8770938" y="1835150"/>
          <p14:tracePt t="251422" x="8716963" y="1874838"/>
          <p14:tracePt t="251449" x="8637588" y="1912938"/>
          <p14:tracePt t="251466" x="8435975" y="2014538"/>
          <p14:tracePt t="251482" x="8334375" y="2030413"/>
          <p14:tracePt t="251496" x="8278813" y="2030413"/>
          <p14:tracePt t="251507" x="8232775" y="2022475"/>
          <p14:tracePt t="251548" x="8123238" y="1984375"/>
          <p14:tracePt t="251572" x="8067675" y="1912938"/>
          <p14:tracePt t="251589" x="8059738" y="1843088"/>
          <p14:tracePt t="251603" x="8091488" y="1703388"/>
          <p14:tracePt t="251622" x="8131175" y="1609725"/>
          <p14:tracePt t="251642" x="8201025" y="1516063"/>
          <p14:tracePt t="251648" x="8302625" y="1460500"/>
          <p14:tracePt t="251662" x="8372475" y="1436688"/>
          <p14:tracePt t="251676" x="8466138" y="1414463"/>
          <p14:tracePt t="251691" x="8551863" y="1428750"/>
          <p14:tracePt t="251705" x="8623300" y="1444625"/>
          <p14:tracePt t="251722" x="8701088" y="1484313"/>
          <p14:tracePt t="251736" x="8763000" y="1538288"/>
          <p14:tracePt t="251765" x="8818563" y="1601788"/>
          <p14:tracePt t="251780" x="8896350" y="1695450"/>
          <p14:tracePt t="251797" x="8912225" y="1717675"/>
          <p14:tracePt t="251810" x="8926513" y="1781175"/>
          <p14:tracePt t="251825" x="8966200" y="1851025"/>
          <p14:tracePt t="251842" x="8982075" y="1882775"/>
          <p14:tracePt t="251856" x="9013825" y="1992313"/>
          <p14:tracePt t="251871" x="9028113" y="2062163"/>
          <p14:tracePt t="251885" x="9005888" y="2217738"/>
          <p14:tracePt t="251908" x="8974138" y="2289175"/>
          <p14:tracePt t="251915" x="8950325" y="2319338"/>
          <p14:tracePt t="251935" x="8896350" y="2366963"/>
          <p14:tracePt t="251948" x="8786813" y="2428875"/>
          <p14:tracePt t="251962" x="8677275" y="2476500"/>
          <p14:tracePt t="251973" x="8599488" y="2498725"/>
          <p14:tracePt t="251988" x="8442325" y="2530475"/>
          <p14:tracePt t="252006" x="8294688" y="2570163"/>
          <p14:tracePt t="252023" x="8247063" y="2578100"/>
          <p14:tracePt t="252049" x="8131175" y="2570163"/>
          <p14:tracePt t="252067" x="8029575" y="2506663"/>
          <p14:tracePt t="252093" x="7966075" y="2413000"/>
          <p14:tracePt t="252109" x="7935913" y="2297113"/>
          <p14:tracePt t="252138" x="7997825" y="2054225"/>
          <p14:tracePt t="252153" x="8083550" y="1827213"/>
          <p14:tracePt t="252173" x="8131175" y="1725613"/>
          <p14:tracePt t="252197" x="8177213" y="1616075"/>
          <p14:tracePt t="252214" x="8255000" y="1522413"/>
          <p14:tracePt t="252229" x="8340725" y="1436688"/>
          <p14:tracePt t="252241" x="8435975" y="1374775"/>
          <p14:tracePt t="252252" x="8535988" y="1304925"/>
          <p14:tracePt t="252274" x="8637588" y="1257300"/>
          <p14:tracePt t="252293" x="8763000" y="1273175"/>
          <p14:tracePt t="252314" x="8880475" y="1304925"/>
          <p14:tracePt t="252330" x="8958263" y="1390650"/>
          <p14:tracePt t="252345" x="9036050" y="1516063"/>
          <p14:tracePt t="252361" x="9051925" y="1609725"/>
          <p14:tracePt t="252378" x="9005888" y="1679575"/>
          <p14:tracePt t="252391" x="8958263" y="1741488"/>
          <p14:tracePt t="252408" x="8912225" y="1797050"/>
          <p14:tracePt t="252439" x="8818563" y="1920875"/>
          <p14:tracePt t="252451" x="8778875" y="1976438"/>
          <p14:tracePt t="252467" x="8755063" y="2000250"/>
          <p14:tracePt t="252482" x="8685213" y="2022475"/>
          <p14:tracePt t="252496" x="8607425" y="2030413"/>
          <p14:tracePt t="252527" x="8513763" y="1960563"/>
          <p14:tracePt t="252650" x="8551863" y="1851025"/>
          <p14:tracePt t="252696" x="8631238" y="1773238"/>
          <p14:tracePt t="252739" x="8747125" y="1781175"/>
          <p14:tracePt t="252758" x="8848725" y="1835150"/>
          <p14:tracePt t="252783" x="8997950" y="1952625"/>
          <p14:tracePt t="252801" x="9059863" y="2054225"/>
          <p14:tracePt t="252817" x="9107488" y="2163763"/>
          <p14:tracePt t="252830" x="9161463" y="2297113"/>
          <p14:tracePt t="252845" x="9193213" y="2492375"/>
          <p14:tracePt t="252859" x="9185275" y="2616200"/>
          <p14:tracePt t="252875" x="9161463" y="2687638"/>
          <p14:tracePt t="252893" x="9091613" y="2835275"/>
          <p14:tracePt t="252916" x="9021763" y="2921000"/>
          <p14:tracePt t="252931" x="8942388" y="2984500"/>
          <p14:tracePt t="252939" x="8896350" y="3038475"/>
          <p14:tracePt t="252951" x="8840788" y="3100388"/>
          <p14:tracePt t="252964" x="8747125" y="3186113"/>
          <p14:tracePt t="252983" x="8661400" y="3257550"/>
          <p14:tracePt t="253013" x="8559800" y="3303588"/>
          <p14:tracePt t="253027" x="8442325" y="3335338"/>
          <p14:tracePt t="253043" x="8334375" y="3375025"/>
          <p14:tracePt t="253082" x="8224838" y="3405188"/>
          <p14:tracePt t="253100" x="8107363" y="3405188"/>
          <p14:tracePt t="253264" x="8013700" y="3476625"/>
          <p14:tracePt t="253296" x="7943850" y="3584575"/>
          <p14:tracePt t="253311" x="7888288" y="3694113"/>
          <p14:tracePt t="253384" x="7943850" y="3803650"/>
          <p14:tracePt t="253445" x="7981950" y="3913188"/>
          <p14:tracePt t="253476" x="7958138" y="4030663"/>
          <p14:tracePt t="253490" x="7904163" y="4132263"/>
          <p14:tracePt t="253699" x="7842250" y="4225925"/>
          <p14:tracePt t="253731" x="7794625" y="4327525"/>
          <p14:tracePt t="253910" x="7826375" y="4445000"/>
          <p14:tracePt t="253924" x="7834313" y="4546600"/>
          <p14:tracePt t="253948" x="7818438" y="4662488"/>
          <p14:tracePt t="253974" x="7794625" y="4779963"/>
          <p14:tracePt t="254420" x="7716838" y="4686300"/>
          <p14:tracePt t="256428" x="8270875" y="4006850"/>
          <p14:tracePt t="256441" x="8270875" y="4038600"/>
          <p14:tracePt t="256456" x="8208963" y="4164013"/>
          <p14:tracePt t="256470" x="8123238" y="4241800"/>
          <p14:tracePt t="256487" x="8045450" y="4295775"/>
          <p14:tracePt t="256499" x="7888288" y="4413250"/>
          <p14:tracePt t="256518" x="7826375" y="4475163"/>
          <p14:tracePt t="256531" x="7677150" y="4576763"/>
          <p14:tracePt t="256545" x="7567613" y="4608513"/>
          <p14:tracePt t="256560" x="7489825" y="4592638"/>
          <p14:tracePt t="256575" x="7380288" y="4538663"/>
          <p14:tracePt t="256601" x="7318375" y="4491038"/>
          <p14:tracePt t="256617" x="7224713" y="4389438"/>
          <p14:tracePt t="256630" x="7200900" y="4303713"/>
          <p14:tracePt t="256639" x="7248525" y="4210050"/>
          <p14:tracePt t="256653" x="7342188" y="4100513"/>
          <p14:tracePt t="256667" x="7443788" y="3998913"/>
          <p14:tracePt t="256681" x="7553325" y="3851275"/>
          <p14:tracePt t="256696" x="7654925" y="3717925"/>
          <p14:tracePt t="256711" x="7716838" y="3656013"/>
          <p14:tracePt t="256726" x="7740650" y="3624263"/>
          <p14:tracePt t="256751" x="7850188" y="3592513"/>
          <p14:tracePt t="256773" x="7981950" y="3663950"/>
          <p14:tracePt t="256779" x="8029575" y="3717925"/>
          <p14:tracePt t="256787" x="8067675" y="3819525"/>
          <p14:tracePt t="256802" x="8091488" y="3929063"/>
          <p14:tracePt t="256818" x="8091488" y="3960813"/>
          <p14:tracePt t="256831" x="8091488" y="4062413"/>
          <p14:tracePt t="256846" x="8059738" y="4170363"/>
          <p14:tracePt t="256860" x="8037513" y="4279900"/>
          <p14:tracePt t="256876" x="8005763" y="4373563"/>
          <p14:tracePt t="256891" x="7966075" y="4429125"/>
          <p14:tracePt t="256905" x="7950200" y="4452938"/>
          <p14:tracePt t="256922" x="7920038" y="4467225"/>
          <p14:tracePt t="256936" x="7778750" y="4498975"/>
          <p14:tracePt t="256953" x="7685088" y="4498975"/>
          <p14:tracePt t="256967" x="7497763" y="4491038"/>
          <p14:tracePt t="256991" x="7443788" y="4483100"/>
          <p14:tracePt t="257014" x="7443788" y="4445000"/>
          <p14:tracePt t="257025" x="7459663" y="4373563"/>
          <p14:tracePt t="257053" x="7473950" y="4311650"/>
          <p14:tracePt t="257073" x="7513638" y="4164013"/>
          <p14:tracePt t="257090" x="7521575" y="4100513"/>
          <p14:tracePt t="257097" x="7545388" y="4006850"/>
          <p14:tracePt t="257111" x="7575550" y="3960813"/>
          <p14:tracePt t="257126" x="7646988" y="3921125"/>
          <p14:tracePt t="257143" x="7732713" y="3897313"/>
          <p14:tracePt t="257156" x="7850188" y="3889375"/>
          <p14:tracePt t="257171" x="7981950" y="3881438"/>
          <p14:tracePt t="257184" x="8029575" y="3881438"/>
          <p14:tracePt t="257206" x="8193088" y="3873500"/>
          <p14:tracePt t="257219" x="8302625" y="3881438"/>
          <p14:tracePt t="257243" x="8466138" y="3975100"/>
          <p14:tracePt t="257259" x="8535988" y="4062413"/>
          <p14:tracePt t="257282" x="8551863" y="4084638"/>
          <p14:tracePt t="257294" x="8567738" y="4225925"/>
          <p14:tracePt t="257315" x="8543925" y="4287838"/>
          <p14:tracePt t="257331" x="8482013" y="4365625"/>
          <p14:tracePt t="257339" x="8388350" y="4445000"/>
          <p14:tracePt t="257350" x="8372475" y="4459288"/>
          <p14:tracePt t="257365" x="8262938" y="4546600"/>
          <p14:tracePt t="257381" x="8247063" y="4560888"/>
          <p14:tracePt t="257397" x="8224838" y="4584700"/>
          <p14:tracePt t="257409" x="8193088" y="4584700"/>
          <p14:tracePt t="257425" x="8115300" y="4554538"/>
          <p14:tracePt t="257438" x="8059738" y="4483100"/>
          <p14:tracePt t="257468" x="8037513" y="4459288"/>
          <p14:tracePt t="257481" x="7997825" y="4397375"/>
          <p14:tracePt t="257500" x="7989888" y="4373563"/>
          <p14:tracePt t="257515" x="8013700" y="4351338"/>
          <p14:tracePt t="257528" x="8067675" y="4311650"/>
          <p14:tracePt t="257565" x="8123238" y="4271963"/>
          <p14:tracePt t="257586" x="8161338" y="4241800"/>
          <p14:tracePt t="257593" x="8224838" y="4233863"/>
          <p14:tracePt t="257618" x="8247063" y="4225925"/>
          <p14:tracePt t="257633" x="8334375" y="4249738"/>
          <p14:tracePt t="257651" x="8388350" y="4264025"/>
          <p14:tracePt t="257668" x="8420100" y="4279900"/>
          <p14:tracePt t="257689" x="8489950" y="4319588"/>
          <p14:tracePt t="257706" x="8551863" y="4343400"/>
          <p14:tracePt t="257712" x="8567738" y="4351338"/>
          <p14:tracePt t="257756" x="8529638" y="4343400"/>
          <p14:tracePt t="257780" x="8482013" y="4335463"/>
          <p14:tracePt t="257788" x="8420100" y="4327525"/>
          <p14:tracePt t="257802" x="8404225" y="4327525"/>
          <p14:tracePt t="257815" x="8372475" y="4327525"/>
          <p14:tracePt t="257829" x="8326438" y="4327525"/>
          <p14:tracePt t="257844" x="8294688" y="4303713"/>
          <p14:tracePt t="257864" x="8270875" y="4287838"/>
          <p14:tracePt t="257878" x="8185150" y="4202113"/>
          <p14:tracePt t="257898" x="8161338" y="4140200"/>
          <p14:tracePt t="257918" x="8145463" y="4116388"/>
          <p14:tracePt t="258117" x="8123238" y="4132263"/>
          <p14:tracePt t="258154" x="8091488" y="4140200"/>
          <p14:tracePt t="258190" x="8067675" y="4148138"/>
          <p14:tracePt t="258217" x="8037513" y="4140200"/>
          <p14:tracePt t="258371" x="8013700" y="4164013"/>
          <p14:tracePt t="258400" x="7927975" y="4202113"/>
          <p14:tracePt t="258417" x="7818438" y="4217988"/>
          <p14:tracePt t="258432" x="7794625" y="4210050"/>
          <p14:tracePt t="258490" x="7864475" y="4148138"/>
          <p14:tracePt t="258514" x="7950200" y="4084638"/>
          <p14:tracePt t="258528" x="7997825" y="4054475"/>
          <p14:tracePt t="258539" x="8075613" y="3998913"/>
          <p14:tracePt t="258565" x="8153400" y="3960813"/>
          <p14:tracePt t="258581" x="8169275" y="3944938"/>
          <p14:tracePt t="258628" x="8145463" y="3944938"/>
          <p14:tracePt t="258650" x="8123238" y="3944938"/>
          <p14:tracePt t="258658" x="8045450" y="3975100"/>
          <p14:tracePt t="258674" x="7927975" y="4022725"/>
          <p14:tracePt t="258689" x="7856538" y="4054475"/>
          <p14:tracePt t="258713" x="7770813" y="4084638"/>
          <p14:tracePt t="258728" x="7646988" y="4148138"/>
          <p14:tracePt t="258744" x="7623175" y="4164013"/>
          <p14:tracePt t="258772" x="7599363" y="4178300"/>
          <p14:tracePt t="258781" x="7575550" y="4202113"/>
          <p14:tracePt t="258805" x="7553325" y="4217988"/>
          <p14:tracePt t="258823" x="7521575" y="4233863"/>
          <p14:tracePt t="258847" x="7497763" y="4257675"/>
          <p14:tracePt t="258852" x="7443788" y="4279900"/>
          <p14:tracePt t="258868" x="7350125" y="4327525"/>
          <p14:tracePt t="258882" x="7264400" y="4359275"/>
          <p14:tracePt t="258895" x="7200900" y="4389438"/>
          <p14:tracePt t="258910" x="7146925" y="4429125"/>
          <p14:tracePt t="258928" x="7131050" y="4452938"/>
          <p14:tracePt t="258941" x="7083425" y="4506913"/>
          <p14:tracePt t="259003" x="7200900" y="4491038"/>
          <p14:tracePt t="259019" x="7358063" y="4437063"/>
          <p14:tracePt t="259035" x="7575550" y="4327525"/>
          <p14:tracePt t="259058" x="7693025" y="4257675"/>
          <p14:tracePt t="259064" x="7810500" y="4178300"/>
          <p14:tracePt t="259079" x="7935913" y="4132263"/>
          <p14:tracePt t="259099" x="8029575" y="4124325"/>
          <p14:tracePt t="259116" x="8139113" y="4132263"/>
          <p14:tracePt t="259125" x="8224838" y="4156075"/>
          <p14:tracePt t="259135" x="8255000" y="4194175"/>
          <p14:tracePt t="259149" x="8255000" y="4217988"/>
          <p14:tracePt t="259168" x="8255000" y="4241800"/>
          <p14:tracePt t="259177" x="8224838" y="4279900"/>
          <p14:tracePt t="259193" x="8201025" y="4303713"/>
          <p14:tracePt t="259207" x="8145463" y="4351338"/>
          <p14:tracePt t="259224" x="8107363" y="4381500"/>
          <p14:tracePt t="259238" x="8045450" y="4413250"/>
          <p14:tracePt t="259255" x="7966075" y="4429125"/>
          <p14:tracePt t="259271" x="7904163" y="4437063"/>
          <p14:tracePt t="259286" x="7818438" y="4429125"/>
          <p14:tracePt t="259295" x="7740650" y="4429125"/>
          <p14:tracePt t="259303" x="7700963" y="4421188"/>
          <p14:tracePt t="259311" x="7583488" y="4413250"/>
          <p14:tracePt t="259328" x="7505700" y="4405313"/>
          <p14:tracePt t="259343" x="7473950" y="4405313"/>
          <p14:tracePt t="259357" x="7388225" y="4381500"/>
          <p14:tracePt t="259373" x="7358063" y="4365625"/>
          <p14:tracePt t="259388" x="7318375" y="4335463"/>
          <p14:tracePt t="259405" x="7270750" y="4287838"/>
          <p14:tracePt t="259433" x="7286625" y="4210050"/>
          <p14:tracePt t="259450" x="7326313" y="4170363"/>
          <p14:tracePt t="259478" x="7559675" y="4068763"/>
          <p14:tracePt t="259493" x="7693025" y="4046538"/>
          <p14:tracePt t="259510" x="7724775" y="4038600"/>
          <p14:tracePt t="259523" x="7872413" y="4030663"/>
          <p14:tracePt t="259536" x="7943850" y="4030663"/>
          <p14:tracePt t="259553" x="7974013" y="4038600"/>
          <p14:tracePt t="259569" x="8083550" y="4054475"/>
          <p14:tracePt t="259584" x="8139113" y="4054475"/>
          <p14:tracePt t="259601" x="8201025" y="4062413"/>
          <p14:tracePt t="259611" x="8302625" y="4068763"/>
          <p14:tracePt t="259643" x="8340725" y="4132263"/>
          <p14:tracePt t="259656" x="8340725" y="4194175"/>
          <p14:tracePt t="259672" x="8340725" y="4233863"/>
          <p14:tracePt t="259687" x="8334375" y="4327525"/>
          <p14:tracePt t="259701" x="8318500" y="4389438"/>
          <p14:tracePt t="259734" x="8247063" y="4491038"/>
          <p14:tracePt t="259748" x="8224838" y="4514850"/>
          <p14:tracePt t="259764" x="8169275" y="4554538"/>
          <p14:tracePt t="259777" x="8145463" y="4568825"/>
          <p14:tracePt t="259792" x="8099425" y="4624388"/>
          <p14:tracePt t="259808" x="8045450" y="4678363"/>
          <p14:tracePt t="259822" x="7997825" y="4710113"/>
          <p14:tracePt t="259837" x="7935913" y="4749800"/>
          <p14:tracePt t="259854" x="7834313" y="4811713"/>
          <p14:tracePt t="259870" x="7748588" y="4873625"/>
          <p14:tracePt t="259898" x="7669213" y="4929188"/>
          <p14:tracePt t="259915" x="7615238" y="4951413"/>
          <p14:tracePt t="259928" x="7583488" y="4959350"/>
          <p14:tracePt t="259944" x="7545388" y="4967288"/>
          <p14:tracePt t="259960" x="7388225" y="4929188"/>
          <p14:tracePt t="259972" x="7248525" y="4857750"/>
          <p14:tracePt t="259986" x="7192963" y="4827588"/>
          <p14:tracePt t="260018" x="7069138" y="4756150"/>
          <p14:tracePt t="260048" x="6973888" y="4686300"/>
          <p14:tracePt t="260061" x="6904038" y="4584700"/>
          <p14:tracePt t="260078" x="6858000" y="4475163"/>
          <p14:tracePt t="260123" x="6834188" y="4359275"/>
          <p14:tracePt t="260148" x="6826250" y="4233863"/>
          <p14:tracePt t="260164" x="6858000" y="4132263"/>
          <p14:tracePt t="260196" x="6927850" y="4030663"/>
          <p14:tracePt t="260210" x="6997700" y="3944938"/>
          <p14:tracePt t="260242" x="7091363" y="3873500"/>
          <p14:tracePt t="260256" x="7200900" y="3819525"/>
          <p14:tracePt t="260286" x="7443788" y="3741738"/>
          <p14:tracePt t="260300" x="7559675" y="3725863"/>
          <p14:tracePt t="260317" x="7685088" y="3717925"/>
          <p14:tracePt t="260332" x="7810500" y="3702050"/>
          <p14:tracePt t="260377" x="7935913" y="3702050"/>
          <p14:tracePt t="260407" x="8051800" y="3709988"/>
          <p14:tracePt t="260422" x="8161338" y="3741738"/>
          <p14:tracePt t="260437" x="8326438" y="3819525"/>
          <p14:tracePt t="260450" x="8396288" y="3873500"/>
          <p14:tracePt t="260518" x="8420100" y="3944938"/>
          <p14:tracePt t="260533" x="8420100" y="4054475"/>
          <p14:tracePt t="260549" x="8412163" y="4164013"/>
          <p14:tracePt t="260559" x="8412163" y="4225925"/>
          <p14:tracePt t="260570" x="8412163" y="4271963"/>
          <p14:tracePt t="260584" x="8404225" y="4327525"/>
          <p14:tracePt t="260599" x="8404225" y="4351338"/>
          <p14:tracePt t="260615" x="8388350" y="4373563"/>
          <p14:tracePt t="260638" x="8302625" y="4445000"/>
          <p14:tracePt t="260653" x="8270875" y="4459288"/>
          <p14:tracePt t="260671" x="8247063" y="4483100"/>
          <p14:tracePt t="260687" x="8224838" y="4522788"/>
          <p14:tracePt t="260700" x="8208963" y="4554538"/>
          <p14:tracePt t="260716" x="8169275" y="4616450"/>
          <p14:tracePt t="260730" x="8145463" y="4662488"/>
          <p14:tracePt t="260768" x="8099425" y="4678363"/>
          <p14:tracePt t="260775" x="8045450" y="4678363"/>
          <p14:tracePt t="260789" x="7997825" y="4678363"/>
          <p14:tracePt t="260808" x="7958138" y="4678363"/>
          <p14:tracePt t="260863" x="7842250" y="4654550"/>
          <p14:tracePt t="260925" x="7740650" y="4600575"/>
          <p14:tracePt t="260944" x="7646988" y="4522788"/>
          <p14:tracePt t="260957" x="7553325" y="4445000"/>
          <p14:tracePt t="260981" x="7451725" y="4381500"/>
          <p14:tracePt t="260986" x="7350125" y="4319588"/>
          <p14:tracePt t="261000" x="7131050" y="4233863"/>
          <p14:tracePt t="261037" x="7005638" y="4257675"/>
          <p14:tracePt t="261196" x="6911975" y="4327525"/>
          <p14:tracePt t="261240" x="6818313" y="4397375"/>
          <p14:tracePt t="261257" x="6716713" y="4452938"/>
          <p14:tracePt t="261357" x="7107238" y="4421188"/>
          <p14:tracePt t="261377" x="7224713" y="4405313"/>
          <p14:tracePt t="261400" x="7459663" y="4373563"/>
          <p14:tracePt t="261406" x="7583488" y="4351338"/>
          <p14:tracePt t="261433" x="7700963" y="4327525"/>
          <p14:tracePt t="261446" x="7810500" y="4303713"/>
          <p14:tracePt t="261462" x="8045450" y="4233863"/>
          <p14:tracePt t="261569" x="7856538" y="4397375"/>
          <p14:tracePt t="261615" x="7802563" y="4498975"/>
          <p14:tracePt t="261675" x="7888288" y="4584700"/>
          <p14:tracePt t="261733" x="7950200" y="4686300"/>
          <p14:tracePt t="261780" x="7856538" y="4843463"/>
          <p14:tracePt t="261795" x="7842250" y="4865688"/>
          <p14:tracePt t="261809" x="7646988" y="5014913"/>
          <p14:tracePt t="261827" x="7497763" y="5068888"/>
          <p14:tracePt t="261841" x="7473950" y="5068888"/>
          <p14:tracePt t="261857" x="7350125" y="5084763"/>
          <p14:tracePt t="261871" x="7224713" y="5108575"/>
          <p14:tracePt t="261885" x="7061200" y="5124450"/>
          <p14:tracePt t="261927" x="6935788" y="5116513"/>
          <p14:tracePt t="261960" x="6911975" y="5108575"/>
          <p14:tracePt t="261987" x="6794500" y="5068888"/>
          <p14:tracePt t="262002" x="6692900" y="5030788"/>
          <p14:tracePt t="262153" x="6724650" y="4913313"/>
          <p14:tracePt t="262229" x="6826250" y="4843463"/>
          <p14:tracePt t="262249" x="6927850" y="4795838"/>
          <p14:tracePt t="262270" x="7045325" y="4764088"/>
          <p14:tracePt t="262287" x="7169150" y="4741863"/>
          <p14:tracePt t="262306" x="7396163" y="4702175"/>
          <p14:tracePt t="262322" x="7521575" y="4678363"/>
          <p14:tracePt t="262337" x="7623175" y="4648200"/>
          <p14:tracePt t="262358" x="7732713" y="4592638"/>
          <p14:tracePt t="262376" x="7842250" y="4538663"/>
          <p14:tracePt t="262381" x="7966075" y="4506913"/>
          <p14:tracePt t="262416" x="8083550" y="4467225"/>
          <p14:tracePt t="262427" x="8201025" y="4437063"/>
          <p14:tracePt t="262456" x="8310563" y="4429125"/>
          <p14:tracePt t="262516" x="8428038" y="4467225"/>
          <p14:tracePt t="262543" x="8543925" y="4491038"/>
          <p14:tracePt t="262591" x="8653463" y="4506913"/>
          <p14:tracePt t="262633" x="8778875" y="4506913"/>
          <p14:tracePt t="262664" x="8904288" y="4491038"/>
          <p14:tracePt t="262694" x="8990013" y="4397375"/>
          <p14:tracePt t="262726" x="9051925" y="4303713"/>
          <p14:tracePt t="262743" x="9083675" y="4194175"/>
          <p14:tracePt t="262767" x="9083675" y="4076700"/>
          <p14:tracePt t="262781" x="9067800" y="3967163"/>
          <p14:tracePt t="262830" x="9028113" y="3859213"/>
          <p14:tracePt t="262847" x="8974138" y="3757613"/>
          <p14:tracePt t="262874" x="8896350" y="3671888"/>
          <p14:tracePt t="262901" x="8778875" y="3648075"/>
          <p14:tracePt t="262949" x="8535988" y="3632200"/>
          <p14:tracePt t="262966" x="8420100" y="3632200"/>
          <p14:tracePt t="262982" x="8310563" y="3632200"/>
          <p14:tracePt t="263005" x="8193088" y="3648075"/>
          <p14:tracePt t="263015" x="8067675" y="3671888"/>
          <p14:tracePt t="263037" x="7966075" y="3741738"/>
          <p14:tracePt t="263053" x="7880350" y="3819525"/>
          <p14:tracePt t="263083" x="7810500" y="3905250"/>
          <p14:tracePt t="263115" x="7762875" y="4014788"/>
          <p14:tracePt t="263145" x="7708900" y="4116388"/>
          <p14:tracePt t="263177" x="7669213" y="4217988"/>
          <p14:tracePt t="263198" x="7654925" y="4249738"/>
          <p14:tracePt t="263208" x="7567613" y="4491038"/>
          <p14:tracePt t="263231" x="7521575" y="4592638"/>
          <p14:tracePt t="263240" x="7481888" y="4741863"/>
          <p14:tracePt t="263268" x="7388225" y="4873625"/>
          <p14:tracePt t="263284" x="7302500" y="4959350"/>
          <p14:tracePt t="263318" x="7185025" y="4983163"/>
          <p14:tracePt t="263333" x="6951663" y="4983163"/>
          <p14:tracePt t="263373" x="6842125" y="4937125"/>
          <p14:tracePt t="263388" x="6748463" y="4865688"/>
          <p14:tracePt t="266538" x="6756400" y="3843338"/>
          <p14:tracePt t="266573" x="6646863" y="3811588"/>
          <p14:tracePt t="266611" x="6521450" y="3803650"/>
          <p14:tracePt t="266774" x="6654800" y="3795713"/>
          <p14:tracePt t="266790" x="6880225" y="3803650"/>
          <p14:tracePt t="266804" x="7091363" y="3765550"/>
          <p14:tracePt t="266817" x="7131050" y="3757613"/>
          <p14:tracePt t="266821" x="7200900" y="3741738"/>
          <p14:tracePt t="266831" x="7294563" y="3725863"/>
          <p14:tracePt t="266847" x="7342188" y="3725863"/>
          <p14:tracePt t="266891" x="7443788" y="3749675"/>
          <p14:tracePt t="266906" x="7505700" y="3765550"/>
          <p14:tracePt t="266919" x="7639050" y="3819525"/>
          <p14:tracePt t="266935" x="7732713" y="3905250"/>
          <p14:tracePt t="266951" x="7778750" y="3967163"/>
          <p14:tracePt t="266966" x="7794625" y="3990975"/>
          <p14:tracePt t="266968" x="7834313" y="4038600"/>
          <p14:tracePt t="266980" x="7872413" y="4116388"/>
          <p14:tracePt t="266995" x="7888288" y="4170363"/>
          <p14:tracePt t="267010" x="7927975" y="4217988"/>
          <p14:tracePt t="267025" x="7974013" y="4257675"/>
          <p14:tracePt t="267039" x="8021638" y="4279900"/>
          <p14:tracePt t="267064" x="8051800" y="4303713"/>
          <p14:tracePt t="267080" x="8107363" y="4359275"/>
          <p14:tracePt t="267092" x="8139113" y="4405313"/>
          <p14:tracePt t="267102" x="8145463" y="4429125"/>
          <p14:tracePt t="267116" x="8123238" y="4452938"/>
          <p14:tracePt t="267132" x="8045450" y="4491038"/>
          <p14:tracePt t="267145" x="7935913" y="4530725"/>
          <p14:tracePt t="267159" x="7850188" y="4546600"/>
          <p14:tracePt t="267175" x="7740650" y="4568825"/>
          <p14:tracePt t="267190" x="7639050" y="4568825"/>
          <p14:tracePt t="267205" x="7559675" y="4554538"/>
          <p14:tracePt t="267219" x="7481888" y="4514850"/>
          <p14:tracePt t="267247" x="7334250" y="4445000"/>
          <p14:tracePt t="267260" x="7208838" y="4405313"/>
          <p14:tracePt t="267272" x="7177088" y="4389438"/>
          <p14:tracePt t="267284" x="7162800" y="4373563"/>
          <p14:tracePt t="267297" x="7192963" y="4365625"/>
          <p14:tracePt t="267311" x="7318375" y="4327525"/>
          <p14:tracePt t="267325" x="7412038" y="4311650"/>
          <p14:tracePt t="267340" x="7591425" y="4311650"/>
          <p14:tracePt t="267355" x="7700963" y="4327525"/>
          <p14:tracePt t="267370" x="7794625" y="4359275"/>
          <p14:tracePt t="267386" x="7920038" y="4413250"/>
          <p14:tracePt t="267416" x="7997825" y="4475163"/>
          <p14:tracePt t="267426" x="8029575" y="4498975"/>
          <p14:tracePt t="267448" x="8059738" y="4560888"/>
          <p14:tracePt t="267465" x="8051800" y="4624388"/>
          <p14:tracePt t="267471" x="8013700" y="4718050"/>
          <p14:tracePt t="267485" x="7958138" y="4843463"/>
          <p14:tracePt t="267500" x="7912100" y="4921250"/>
          <p14:tracePt t="267517" x="7850188" y="4967288"/>
          <p14:tracePt t="267539" x="7754938" y="4983163"/>
          <p14:tracePt t="267547" x="7631113" y="4967288"/>
          <p14:tracePt t="267561" x="7521575" y="4937125"/>
          <p14:tracePt t="267570" x="7427913" y="4913313"/>
          <p14:tracePt t="267620" x="7489825" y="4873625"/>
          <p14:tracePt t="267636" x="7762875" y="4764088"/>
          <p14:tracePt t="267661" x="7864475" y="4733925"/>
          <p14:tracePt t="267674" x="8021638" y="4702175"/>
          <p14:tracePt t="267682" x="8123238" y="4702175"/>
          <p14:tracePt t="267707" x="8201025" y="4733925"/>
          <p14:tracePt t="267723" x="8224838" y="4772025"/>
          <p14:tracePt t="267741" x="8193088" y="4857750"/>
          <p14:tracePt t="267756" x="8075613" y="4937125"/>
          <p14:tracePt t="267771" x="7880350" y="4999038"/>
          <p14:tracePt t="267786" x="7794625" y="5014913"/>
          <p14:tracePt t="267811" x="7466013" y="4959350"/>
          <p14:tracePt t="267832" x="7443788" y="4913313"/>
          <p14:tracePt t="267856" x="7521575" y="4756150"/>
          <p14:tracePt t="267871" x="7677150" y="4670425"/>
          <p14:tracePt t="267876" x="7834313" y="4608513"/>
          <p14:tracePt t="267890" x="7997825" y="4568825"/>
          <p14:tracePt t="267903" x="8107363" y="4560888"/>
          <p14:tracePt t="267919" x="8185150" y="4584700"/>
          <p14:tracePt t="267933" x="8310563" y="4702175"/>
          <p14:tracePt t="267950" x="8310563" y="4857750"/>
          <p14:tracePt t="267966" x="8294688" y="4921250"/>
          <p14:tracePt t="267980" x="8099425" y="5068888"/>
          <p14:tracePt t="267995" x="7896225" y="5140325"/>
          <p14:tracePt t="268013" x="7754938" y="5154613"/>
          <p14:tracePt t="268041" x="7489825" y="5092700"/>
          <p14:tracePt t="268075" x="7459663" y="4967288"/>
          <p14:tracePt t="268086" x="7489825" y="4843463"/>
          <p14:tracePt t="268101" x="7591425" y="4624388"/>
          <p14:tracePt t="268174" x="7669213" y="4849813"/>
          <p14:tracePt t="268191" x="7669213" y="4873625"/>
          <p14:tracePt t="268206" x="7685088" y="5038725"/>
          <p14:tracePt t="268250" x="7732713" y="5146675"/>
          <p14:tracePt t="268386" x="7708900" y="5264150"/>
          <p14:tracePt t="268401" x="7639050" y="5365750"/>
          <p14:tracePt t="268505" x="7762875" y="5327650"/>
          <p14:tracePt t="268521" x="7966075" y="5272088"/>
          <p14:tracePt t="268537" x="8051800" y="5264150"/>
          <p14:tracePt t="268551" x="8270875" y="5264150"/>
          <p14:tracePt t="268567" x="8318500" y="5280025"/>
          <p14:tracePt t="268580" x="8356600" y="5327650"/>
          <p14:tracePt t="268596" x="8364538" y="5349875"/>
          <p14:tracePt t="268612" x="8356600" y="5397500"/>
          <p14:tracePt t="268629" x="8247063" y="5568950"/>
          <p14:tracePt t="268652" x="8208963" y="5616575"/>
          <p14:tracePt t="268671" x="8107363" y="5726113"/>
          <p14:tracePt t="268683" x="7943850" y="5865813"/>
          <p14:tracePt t="268726" x="7646988" y="5849938"/>
          <p14:tracePt t="268734" x="7412038" y="5795963"/>
          <p14:tracePt t="268774" x="7443788" y="5678488"/>
          <p14:tracePt t="268792" x="7481888" y="5576888"/>
          <p14:tracePt t="268807" x="7639050" y="5335588"/>
          <p14:tracePt t="268822" x="7740650" y="5210175"/>
          <p14:tracePt t="268836" x="7896225" y="5060950"/>
          <p14:tracePt t="268851" x="7958138" y="5022850"/>
          <p14:tracePt t="268895" x="7966075" y="5068888"/>
          <p14:tracePt t="268926" x="7888288" y="5162550"/>
          <p14:tracePt t="268999" x="7950200" y="5053013"/>
          <p14:tracePt t="269030" x="8005763" y="4945063"/>
          <p14:tracePt t="269165" x="7888288" y="4983163"/>
          <p14:tracePt t="269269" x="8013700" y="4975225"/>
          <p14:tracePt t="271793" x="7029450" y="4343400"/>
          <p14:tracePt t="271803" x="6818313" y="4233863"/>
          <p14:tracePt t="271814" x="6818313" y="4264025"/>
          <p14:tracePt t="271838" x="6973888" y="4725988"/>
          <p14:tracePt t="271851" x="7256463" y="5202238"/>
          <p14:tracePt t="271872" x="7545388" y="5772150"/>
          <p14:tracePt t="271877" x="7567613" y="5983288"/>
          <p14:tracePt t="271895" x="7567613" y="6138863"/>
          <p14:tracePt t="271903" x="7513638" y="6256338"/>
          <p14:tracePt t="271926" x="7053263" y="6569075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BD68D4-1E10-11BB-3E9C-702E3A95EC4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069" b="64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B03AE-CEC6-EA8D-AF7D-385A9E19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Proposed Timeline </a:t>
            </a:r>
            <a:endParaRPr lang="en-IE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A74DA3-62CD-531B-FFB2-DC64542A4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904966"/>
              </p:ext>
            </p:extLst>
          </p:nvPr>
        </p:nvGraphicFramePr>
        <p:xfrm>
          <a:off x="749708" y="1353676"/>
          <a:ext cx="10213259" cy="4097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1B31C7D-C954-21AE-E06A-E3F99FF23A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3070" y="5541836"/>
            <a:ext cx="4338439" cy="12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8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Grade Spectrum Guide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216103"/>
              </p:ext>
            </p:extLst>
          </p:nvPr>
        </p:nvGraphicFramePr>
        <p:xfrm>
          <a:off x="838199" y="1491916"/>
          <a:ext cx="10248901" cy="5192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102">
                  <a:extLst>
                    <a:ext uri="{9D8B030D-6E8A-4147-A177-3AD203B41FA5}">
                      <a16:colId xmlns:a16="http://schemas.microsoft.com/office/drawing/2014/main" val="3985792009"/>
                    </a:ext>
                  </a:extLst>
                </a:gridCol>
                <a:gridCol w="2058930">
                  <a:extLst>
                    <a:ext uri="{9D8B030D-6E8A-4147-A177-3AD203B41FA5}">
                      <a16:colId xmlns:a16="http://schemas.microsoft.com/office/drawing/2014/main" val="3128953043"/>
                    </a:ext>
                  </a:extLst>
                </a:gridCol>
                <a:gridCol w="2058930">
                  <a:extLst>
                    <a:ext uri="{9D8B030D-6E8A-4147-A177-3AD203B41FA5}">
                      <a16:colId xmlns:a16="http://schemas.microsoft.com/office/drawing/2014/main" val="537576949"/>
                    </a:ext>
                  </a:extLst>
                </a:gridCol>
                <a:gridCol w="3145870">
                  <a:extLst>
                    <a:ext uri="{9D8B030D-6E8A-4147-A177-3AD203B41FA5}">
                      <a16:colId xmlns:a16="http://schemas.microsoft.com/office/drawing/2014/main" val="531231766"/>
                    </a:ext>
                  </a:extLst>
                </a:gridCol>
                <a:gridCol w="2034069">
                  <a:extLst>
                    <a:ext uri="{9D8B030D-6E8A-4147-A177-3AD203B41FA5}">
                      <a16:colId xmlns:a16="http://schemas.microsoft.com/office/drawing/2014/main" val="2416057242"/>
                    </a:ext>
                  </a:extLst>
                </a:gridCol>
              </a:tblGrid>
              <a:tr h="785119"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IoT Solution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Networking/IoT Technologies Used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Combined knowledge 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Communication</a:t>
                      </a:r>
                    </a:p>
                  </a:txBody>
                  <a:tcPr marL="70743" marR="70743" marT="35371" marB="35371"/>
                </a:tc>
                <a:extLst>
                  <a:ext uri="{0D108BD9-81ED-4DB2-BD59-A6C34878D82A}">
                    <a16:rowId xmlns:a16="http://schemas.microsoft.com/office/drawing/2014/main" val="4259212316"/>
                  </a:ext>
                </a:extLst>
              </a:tr>
              <a:tr h="1091436">
                <a:tc>
                  <a:txBody>
                    <a:bodyPr/>
                    <a:lstStyle/>
                    <a:p>
                      <a:r>
                        <a:rPr lang="en-US" sz="1200" b="1" dirty="0"/>
                        <a:t>Release 1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Base (30-49)</a:t>
                      </a:r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input source to Device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Physical/Data link layer solution.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Basic one way connection between device/processes.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 </a:t>
                      </a:r>
                      <a:r>
                        <a:rPr lang="en-US" sz="1200" dirty="0" err="1"/>
                        <a:t>programme</a:t>
                      </a:r>
                      <a:r>
                        <a:rPr lang="en-US" sz="1200" dirty="0"/>
                        <a:t> strands present in output. Basic knowledge of each exhibited. (e.g. programming, database, computer systems)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Zip file and/or basic Repo: 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Minimal (1) communication resource used (e.g. simple readme.md) and video. </a:t>
                      </a:r>
                      <a:endParaRPr lang="en-US" sz="1400" dirty="0"/>
                    </a:p>
                  </a:txBody>
                  <a:tcPr marL="70743" marR="70743" marT="35371" marB="35371"/>
                </a:tc>
                <a:extLst>
                  <a:ext uri="{0D108BD9-81ED-4DB2-BD59-A6C34878D82A}">
                    <a16:rowId xmlns:a16="http://schemas.microsoft.com/office/drawing/2014/main" val="3124144788"/>
                  </a:ext>
                </a:extLst>
              </a:tr>
              <a:tr h="1091436">
                <a:tc>
                  <a:txBody>
                    <a:bodyPr/>
                    <a:lstStyle/>
                    <a:p>
                      <a:r>
                        <a:rPr lang="en-US" sz="1200" b="1" dirty="0"/>
                        <a:t>Release 2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Good (50-64)</a:t>
                      </a:r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At least one real or simulated input source</a:t>
                      </a:r>
                      <a:endParaRPr lang="en-US" sz="1200" dirty="0"/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Wireless/Wired protocols  including network and transport layer. Interconnected device(s) and or processes.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ibri"/>
                        </a:rPr>
                        <a:t>Apply and combine concepts from more than two modules/strands..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Good </a:t>
                      </a:r>
                      <a:r>
                        <a:rPr lang="en-US" sz="1200" dirty="0" err="1"/>
                        <a:t>Github</a:t>
                      </a:r>
                      <a:r>
                        <a:rPr lang="en-US" sz="1200" dirty="0"/>
                        <a:t> Rep: 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Repository includes clear structure, documentation.</a:t>
                      </a:r>
                    </a:p>
                  </a:txBody>
                  <a:tcPr marL="70743" marR="70743" marT="35371" marB="35371"/>
                </a:tc>
                <a:extLst>
                  <a:ext uri="{0D108BD9-81ED-4DB2-BD59-A6C34878D82A}">
                    <a16:rowId xmlns:a16="http://schemas.microsoft.com/office/drawing/2014/main" val="4042613281"/>
                  </a:ext>
                </a:extLst>
              </a:tr>
              <a:tr h="1239190">
                <a:tc>
                  <a:txBody>
                    <a:bodyPr/>
                    <a:lstStyle/>
                    <a:p>
                      <a:r>
                        <a:rPr lang="en-US" sz="1200" b="1" dirty="0"/>
                        <a:t>Release 3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Excellent (65-80)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Connected Application of good prototypical standard. Used to evaluate overall suitability for a full project.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Lightweight messaging. Network/API programming. Architecture/ IOT Framework that mediates between devices and components.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&gt;2 strands as above including more advanced knowledge and concepts.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Excellent </a:t>
                      </a:r>
                      <a:r>
                        <a:rPr lang="en-US" sz="1200" dirty="0" err="1"/>
                        <a:t>Github</a:t>
                      </a:r>
                      <a:r>
                        <a:rPr lang="en-US" sz="1200" dirty="0"/>
                        <a:t> Repo: 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Additional communication resources (e.g. instruction video, learning resources, Excellent ReadMe/installation guide)</a:t>
                      </a:r>
                    </a:p>
                  </a:txBody>
                  <a:tcPr marL="70743" marR="70743" marT="35371" marB="35371"/>
                </a:tc>
                <a:extLst>
                  <a:ext uri="{0D108BD9-81ED-4DB2-BD59-A6C34878D82A}">
                    <a16:rowId xmlns:a16="http://schemas.microsoft.com/office/drawing/2014/main" val="1683197328"/>
                  </a:ext>
                </a:extLst>
              </a:tr>
              <a:tr h="855517">
                <a:tc>
                  <a:txBody>
                    <a:bodyPr/>
                    <a:lstStyle/>
                    <a:p>
                      <a:r>
                        <a:rPr lang="en-US" sz="1200" b="1" dirty="0"/>
                        <a:t>Release 4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Outstanding (80-100)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Novel solution of clear applicability to specific domain. </a:t>
                      </a:r>
                      <a:r>
                        <a:rPr lang="en-US" sz="1200" b="1" dirty="0"/>
                        <a:t>Could result in employment/internship offer. 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 previous to excellent level.  Excellent Use of Cloud/IoT specific platforms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 above, including self-acquired knowledge over and above module content.</a:t>
                      </a:r>
                    </a:p>
                  </a:txBody>
                  <a:tcPr marL="70743" marR="70743" marT="35371" marB="35371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All the above to excellent level, accessible project platform (e.g. web site, Social Media)</a:t>
                      </a:r>
                    </a:p>
                  </a:txBody>
                  <a:tcPr marL="70743" marR="70743" marT="35371" marB="35371"/>
                </a:tc>
                <a:extLst>
                  <a:ext uri="{0D108BD9-81ED-4DB2-BD59-A6C34878D82A}">
                    <a16:rowId xmlns:a16="http://schemas.microsoft.com/office/drawing/2014/main" val="1972566474"/>
                  </a:ext>
                </a:extLst>
              </a:tr>
            </a:tbl>
          </a:graphicData>
        </a:graphic>
      </p:graphicFrame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58F919E7-A543-EA93-FDD3-BD83B5E9DA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33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1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451" x="2725738" y="3249613"/>
          <p14:tracePt t="4467" x="2867025" y="3273425"/>
          <p14:tracePt t="4480" x="2905125" y="3281363"/>
          <p14:tracePt t="4496" x="2990850" y="3257550"/>
          <p14:tracePt t="4510" x="3092450" y="3108325"/>
          <p14:tracePt t="4525" x="3092450" y="3030538"/>
          <p14:tracePt t="4542" x="3014663" y="2890838"/>
          <p14:tracePt t="4558" x="2795588" y="2701925"/>
          <p14:tracePt t="4572" x="2679700" y="2632075"/>
          <p14:tracePt t="4588" x="2584450" y="2554288"/>
          <p14:tracePt t="4617" x="2303463" y="2319338"/>
          <p14:tracePt t="4632" x="2217738" y="2233613"/>
          <p14:tracePt t="4647" x="2139950" y="2147888"/>
          <p14:tracePt t="4661" x="2054225" y="2054225"/>
          <p14:tracePt t="4676" x="1960563" y="1976438"/>
          <p14:tracePt t="4722" x="1789113" y="1827213"/>
          <p14:tracePt t="4931" x="1905000" y="1882775"/>
          <p14:tracePt t="4946" x="2022475" y="1920875"/>
          <p14:tracePt t="4961" x="2124075" y="1960563"/>
          <p14:tracePt t="5021" x="2335213" y="2078038"/>
          <p14:tracePt t="5157" x="2420938" y="2163763"/>
          <p14:tracePt t="5231" x="2436813" y="2398713"/>
          <p14:tracePt t="5261" x="2436813" y="2506663"/>
          <p14:tracePt t="5276" x="2436813" y="2624138"/>
          <p14:tracePt t="5306" x="2420938" y="2741613"/>
          <p14:tracePt t="5389" x="2490788" y="2843213"/>
          <p14:tracePt t="5453" x="2554288" y="2936875"/>
          <p14:tracePt t="5459" x="2632075" y="3014663"/>
          <p14:tracePt t="5501" x="2749550" y="3022600"/>
          <p14:tracePt t="5600" x="2843213" y="2936875"/>
          <p14:tracePt t="5655" x="2897188" y="2835275"/>
          <p14:tracePt t="5681" x="2913063" y="2709863"/>
          <p14:tracePt t="5688" x="2741613" y="2647950"/>
          <p14:tracePt t="5742" x="2608263" y="2671763"/>
          <p14:tracePt t="7678" x="4357688" y="2382838"/>
          <p14:tracePt t="7695" x="4241800" y="2390775"/>
          <p14:tracePt t="7731" x="4116388" y="2428875"/>
          <p14:tracePt t="7810" x="4006850" y="2436813"/>
          <p14:tracePt t="7940" x="3944938" y="2428875"/>
          <p14:tracePt t="7957" x="3913188" y="2444750"/>
          <p14:tracePt t="8055" x="3967163" y="2335213"/>
          <p14:tracePt t="8102" x="4084638" y="2195513"/>
          <p14:tracePt t="8119" x="4210050" y="2101850"/>
          <p14:tracePt t="8134" x="4279900" y="2070100"/>
          <p14:tracePt t="8149" x="4311650" y="2054225"/>
          <p14:tracePt t="8159" x="4373563" y="2008188"/>
          <p14:tracePt t="8175" x="4405313" y="1960563"/>
          <p14:tracePt t="8206" x="4397375" y="1906588"/>
          <p14:tracePt t="8221" x="4349750" y="1835150"/>
          <p14:tracePt t="8235" x="4279900" y="1789113"/>
          <p14:tracePt t="8250" x="4210050" y="1765300"/>
          <p14:tracePt t="8264" x="4132263" y="1749425"/>
          <p14:tracePt t="8279" x="4006850" y="1741488"/>
          <p14:tracePt t="8294" x="3873500" y="1741488"/>
          <p14:tracePt t="8318" x="3803650" y="1741488"/>
          <p14:tracePt t="8339" x="3670300" y="1741488"/>
          <p14:tracePt t="8345" x="3568700" y="1749425"/>
          <p14:tracePt t="8354" x="3490913" y="1757363"/>
          <p14:tracePt t="8384" x="3397250" y="1781175"/>
          <p14:tracePt t="8399" x="3225800" y="1851025"/>
          <p14:tracePt t="8414" x="3163888" y="1890713"/>
          <p14:tracePt t="8429" x="3062288" y="1936750"/>
          <p14:tracePt t="8444" x="2952750" y="1984375"/>
          <p14:tracePt t="8459" x="2867025" y="2030413"/>
          <p14:tracePt t="8476" x="2843213" y="2046288"/>
          <p14:tracePt t="8492" x="2819400" y="2070100"/>
          <p14:tracePt t="8506" x="2773363" y="2132013"/>
          <p14:tracePt t="8520" x="2749550" y="2163763"/>
          <p14:tracePt t="8534" x="2640013" y="2209800"/>
          <p14:tracePt t="8754" x="2749550" y="2163763"/>
          <p14:tracePt t="8836" x="2867025" y="2139950"/>
          <p14:tracePt t="8909" x="2960688" y="2195513"/>
          <p14:tracePt t="9015" x="3084513" y="2217738"/>
          <p14:tracePt t="9322" x="3022600" y="2319338"/>
          <p14:tracePt t="9339" x="2851150" y="2498725"/>
          <p14:tracePt t="9348" x="2749550" y="2562225"/>
          <p14:tracePt t="9385" x="2640013" y="2600325"/>
          <p14:tracePt t="9500" x="2765425" y="2624138"/>
          <p14:tracePt t="9515" x="2881313" y="2647950"/>
          <p14:tracePt t="9545" x="3155950" y="2693988"/>
          <p14:tracePt t="9559" x="3319463" y="2701925"/>
          <p14:tracePt t="9576" x="3421063" y="2687638"/>
          <p14:tracePt t="9587" x="3452813" y="2671763"/>
          <p14:tracePt t="9646" x="3397250" y="2717800"/>
          <p14:tracePt t="9661" x="3327400" y="2757488"/>
          <p14:tracePt t="9675" x="3295650" y="2773363"/>
          <p14:tracePt t="9782" x="3178175" y="2789238"/>
          <p14:tracePt t="9891" x="3076575" y="2859088"/>
          <p14:tracePt t="9922" x="2982913" y="2921000"/>
          <p14:tracePt t="10372" x="3054350" y="2819400"/>
          <p14:tracePt t="10401" x="3132138" y="2741613"/>
          <p14:tracePt t="10476" x="3148013" y="2624138"/>
          <p14:tracePt t="10507" x="3116263" y="2522538"/>
          <p14:tracePt t="10877" x="3209925" y="2476500"/>
          <p14:tracePt t="11019" x="3303588" y="2420938"/>
          <p14:tracePt t="11229" x="3421063" y="2390775"/>
          <p14:tracePt t="11606" x="3514725" y="2303463"/>
          <p14:tracePt t="11634" x="3592513" y="2225675"/>
          <p14:tracePt t="12071" x="3662363" y="2139950"/>
          <p14:tracePt t="12281" x="3787775" y="2108200"/>
          <p14:tracePt t="13003" x="3857625" y="2014538"/>
          <p14:tracePt t="13391" x="3937000" y="1936750"/>
          <p14:tracePt t="19070" x="4279900" y="2921000"/>
          <p14:tracePt t="19183" x="4154488" y="2960688"/>
          <p14:tracePt t="19210" x="4038600" y="2984500"/>
          <p14:tracePt t="19438" x="3929063" y="2984500"/>
          <p14:tracePt t="19480" x="3803650" y="2998788"/>
          <p14:tracePt t="19496" x="3678238" y="2998788"/>
          <p14:tracePt t="19563" x="3576638" y="2936875"/>
          <p14:tracePt t="19893" x="3546475" y="2976563"/>
          <p14:tracePt t="19904" x="3530600" y="3014663"/>
          <p14:tracePt t="19952" x="3506788" y="3038475"/>
          <p14:tracePt t="19967" x="3482975" y="3054350"/>
          <p14:tracePt t="20327" x="3405188" y="3092450"/>
          <p14:tracePt t="20344" x="3359150" y="3116263"/>
          <p14:tracePt t="20826" x="3327400" y="2998788"/>
          <p14:tracePt t="20870" x="3303588" y="2882900"/>
          <p14:tracePt t="21605" x="3421063" y="2843213"/>
          <p14:tracePt t="21680" x="3538538" y="2859088"/>
          <p14:tracePt t="21949" x="3662363" y="2843213"/>
          <p14:tracePt t="21967" x="3749675" y="2827338"/>
          <p14:tracePt t="22357" x="3865563" y="2795588"/>
          <p14:tracePt t="22581" x="3959225" y="2741613"/>
          <p14:tracePt t="23166" x="3851275" y="2717800"/>
          <p14:tracePt t="23181" x="3733800" y="2709863"/>
          <p14:tracePt t="23344" x="3851275" y="2655888"/>
          <p14:tracePt t="23496" x="3749675" y="2701925"/>
          <p14:tracePt t="23522" x="3632200" y="2741613"/>
          <p14:tracePt t="23541" x="3514725" y="2749550"/>
          <p14:tracePt t="23556" x="3397250" y="2749550"/>
          <p14:tracePt t="23570" x="3271838" y="2741613"/>
          <p14:tracePt t="23599" x="3163888" y="2749550"/>
          <p14:tracePt t="23618" x="3038475" y="2757488"/>
          <p14:tracePt t="23632" x="2795588" y="2835275"/>
          <p14:tracePt t="23647" x="2570163" y="2921000"/>
          <p14:tracePt t="23673" x="2460625" y="3006725"/>
          <p14:tracePt t="23693" x="2108200" y="3163888"/>
          <p14:tracePt t="23722" x="1905000" y="3281363"/>
          <p14:tracePt t="23750" x="1811338" y="3335338"/>
          <p14:tracePt t="23763" x="1703388" y="3389313"/>
          <p14:tracePt t="23782" x="1601788" y="3452813"/>
          <p14:tracePt t="25019" x="1639888" y="3241675"/>
          <p14:tracePt t="25025" x="1530350" y="3265488"/>
          <p14:tracePt t="25041" x="1406525" y="3303588"/>
          <p14:tracePt t="25047" x="1289050" y="3335338"/>
          <p14:tracePt t="25144" x="1179513" y="3327400"/>
          <p14:tracePt t="25175" x="1211263" y="3303588"/>
          <p14:tracePt t="25191" x="1241425" y="3287713"/>
          <p14:tracePt t="25202" x="1350963" y="3194050"/>
          <p14:tracePt t="25214" x="1374775" y="3179763"/>
          <p14:tracePt t="25297" x="1350963" y="3171825"/>
          <p14:tracePt t="25322" x="1350963" y="3155950"/>
          <p14:tracePt t="25351" x="1358900" y="3132138"/>
          <p14:tracePt t="25380" x="1382713" y="3116263"/>
          <p14:tracePt t="25394" x="1460500" y="3092450"/>
          <p14:tracePt t="25409" x="1500188" y="3092450"/>
          <p14:tracePt t="25425" x="1538288" y="3086100"/>
          <p14:tracePt t="25441" x="1577975" y="3078163"/>
          <p14:tracePt t="25503" x="1492250" y="3006725"/>
          <p14:tracePt t="25519" x="1468438" y="2998788"/>
          <p14:tracePt t="25538" x="1382713" y="2976563"/>
          <p14:tracePt t="25547" x="1249363" y="2984500"/>
          <p14:tracePt t="25562" x="1203325" y="2998788"/>
          <p14:tracePt t="25613" x="1139825" y="3062288"/>
          <p14:tracePt t="25626" x="1085850" y="3209925"/>
          <p14:tracePt t="25638" x="1085850" y="3249613"/>
          <p14:tracePt t="25651" x="1109663" y="3343275"/>
          <p14:tracePt t="25664" x="1131888" y="3413125"/>
          <p14:tracePt t="25680" x="1195388" y="3522663"/>
          <p14:tracePt t="25694" x="1225550" y="3584575"/>
          <p14:tracePt t="25710" x="1249363" y="3616325"/>
          <p14:tracePt t="25742" x="1273175" y="3640138"/>
          <p14:tracePt t="25854" x="1327150" y="3741738"/>
          <p14:tracePt t="25955" x="1225550" y="3811588"/>
          <p14:tracePt t="25983" x="1131888" y="3859213"/>
          <p14:tracePt t="26031" x="1016000" y="3897313"/>
          <p14:tracePt t="26135" x="1139825" y="3921125"/>
          <p14:tracePt t="26150" x="1249363" y="3944938"/>
          <p14:tracePt t="26162" x="1374775" y="3952875"/>
          <p14:tracePt t="26178" x="1570038" y="3960813"/>
          <p14:tracePt t="26197" x="1624013" y="3960813"/>
          <p14:tracePt t="26209" x="1725613" y="3975100"/>
          <p14:tracePt t="26266" x="1725613" y="4006850"/>
          <p14:tracePt t="26312" x="1616075" y="4068763"/>
          <p14:tracePt t="26325" x="1508125" y="4116388"/>
          <p14:tracePt t="26341" x="1390650" y="4156075"/>
          <p14:tracePt t="26357" x="1281113" y="4186238"/>
          <p14:tracePt t="26388" x="1179513" y="4225925"/>
          <p14:tracePt t="26435" x="1147763" y="4233863"/>
          <p14:tracePt t="26540" x="1241425" y="4405313"/>
          <p14:tracePt t="26570" x="1319213" y="4437063"/>
          <p14:tracePt t="26589" x="1468438" y="4475163"/>
          <p14:tracePt t="26602" x="1585913" y="4514850"/>
          <p14:tracePt t="26611" x="1639888" y="4530725"/>
          <p14:tracePt t="26625" x="1679575" y="4546600"/>
          <p14:tracePt t="26642" x="1741488" y="4560888"/>
          <p14:tracePt t="26688" x="1773238" y="4640263"/>
          <p14:tracePt t="26700" x="1765300" y="4670425"/>
          <p14:tracePt t="26716" x="1741488" y="4694238"/>
          <p14:tracePt t="26763" x="1624013" y="4710113"/>
          <p14:tracePt t="26777" x="1500188" y="4725988"/>
          <p14:tracePt t="26811" x="1452563" y="4741863"/>
          <p14:tracePt t="26896" x="1420813" y="4811713"/>
          <p14:tracePt t="26910" x="1444625" y="4889500"/>
          <p14:tracePt t="26925" x="1522413" y="4929188"/>
          <p14:tracePt t="26942" x="1554163" y="4945063"/>
          <p14:tracePt t="26959" x="1631950" y="4959350"/>
          <p14:tracePt t="26973" x="1703388" y="4975225"/>
          <p14:tracePt t="26987" x="1741488" y="4991100"/>
          <p14:tracePt t="27031" x="1733550" y="5030788"/>
          <p14:tracePt t="27062" x="1655763" y="5108575"/>
          <p14:tracePt t="27094" x="1554163" y="5178425"/>
          <p14:tracePt t="27109" x="1530350" y="5194300"/>
          <p14:tracePt t="27123" x="1436688" y="5256213"/>
          <p14:tracePt t="27152" x="1374775" y="5357813"/>
          <p14:tracePt t="27220" x="1428750" y="5459413"/>
          <p14:tracePt t="27236" x="1530350" y="5553075"/>
          <p14:tracePt t="27247" x="1624013" y="5584825"/>
          <p14:tracePt t="27259" x="1679575" y="5608638"/>
          <p14:tracePt t="27273" x="1709738" y="5608638"/>
          <p14:tracePt t="27291" x="1749425" y="5616575"/>
          <p14:tracePt t="27308" x="1819275" y="5632450"/>
          <p14:tracePt t="27346" x="1789113" y="5584825"/>
          <p14:tracePt t="27362" x="1687513" y="5522913"/>
          <p14:tracePt t="27377" x="1679575" y="5522913"/>
          <p14:tracePt t="27392" x="1514475" y="5467350"/>
          <p14:tracePt t="27409" x="1414463" y="5429250"/>
          <p14:tracePt t="27423" x="1195388" y="5303838"/>
          <p14:tracePt t="27437" x="1117600" y="5218113"/>
          <p14:tracePt t="27467" x="1054100" y="5100638"/>
          <p14:tracePt t="27481" x="1046163" y="4975225"/>
          <p14:tracePt t="27497" x="1131888" y="4749800"/>
          <p14:tracePt t="27511" x="1225550" y="4600575"/>
          <p14:tracePt t="27526" x="1414463" y="4413250"/>
          <p14:tracePt t="27542" x="1546225" y="4295775"/>
          <p14:tracePt t="27558" x="1733550" y="4148138"/>
          <p14:tracePt t="27573" x="1928813" y="4030663"/>
          <p14:tracePt t="27588" x="2093913" y="3921125"/>
          <p14:tracePt t="27604" x="2132013" y="3889375"/>
          <p14:tracePt t="27617" x="2233613" y="3733800"/>
          <p14:tracePt t="27632" x="2249488" y="3694113"/>
          <p14:tracePt t="27662" x="2163763" y="3592513"/>
          <p14:tracePt t="27676" x="1944688" y="3452813"/>
          <p14:tracePt t="27692" x="1827213" y="3413125"/>
          <p14:tracePt t="27709" x="1703388" y="3381375"/>
          <p14:tracePt t="27722" x="1585913" y="3343275"/>
          <p14:tracePt t="27737" x="1484313" y="3311525"/>
          <p14:tracePt t="27803" x="1687513" y="3179763"/>
          <p14:tracePt t="27817" x="1912938" y="3070225"/>
          <p14:tracePt t="27832" x="2022475" y="3038475"/>
          <p14:tracePt t="27852" x="2303463" y="2998788"/>
          <p14:tracePt t="27861" x="2428875" y="2984500"/>
          <p14:tracePt t="27873" x="2773363" y="2960688"/>
          <p14:tracePt t="27889" x="2921000" y="2960688"/>
          <p14:tracePt t="27903" x="3038475" y="2976563"/>
          <p14:tracePt t="27947" x="3022600" y="2998788"/>
          <p14:tracePt t="27992" x="2921000" y="2928938"/>
          <p14:tracePt t="28007" x="2843213" y="2827338"/>
          <p14:tracePt t="28024" x="2773363" y="2741613"/>
          <p14:tracePt t="28055" x="2765425" y="2616200"/>
          <p14:tracePt t="28098" x="2843213" y="2522538"/>
          <p14:tracePt t="28150" x="2936875" y="2586038"/>
          <p14:tracePt t="28174" x="3030538" y="2819400"/>
          <p14:tracePt t="28179" x="3046413" y="3086100"/>
          <p14:tracePt t="28189" x="3038475" y="3295650"/>
          <p14:tracePt t="28204" x="3038475" y="3381375"/>
          <p14:tracePt t="28217" x="2974975" y="3725863"/>
          <p14:tracePt t="28233" x="2889250" y="3921125"/>
          <p14:tracePt t="28247" x="2811463" y="4054475"/>
          <p14:tracePt t="28262" x="2624138" y="4381500"/>
          <p14:tracePt t="28277" x="2522538" y="4560888"/>
          <p14:tracePt t="28292" x="2484438" y="4640263"/>
          <p14:tracePt t="28339" x="2514600" y="4662488"/>
          <p14:tracePt t="28369" x="2671763" y="4295775"/>
          <p14:tracePt t="28382" x="2749550" y="4054475"/>
          <p14:tracePt t="28397" x="2867025" y="3803650"/>
          <p14:tracePt t="28412" x="3006725" y="3468688"/>
          <p14:tracePt t="28427" x="3124200" y="3249613"/>
          <p14:tracePt t="28442" x="3303588" y="2905125"/>
          <p14:tracePt t="28458" x="3373438" y="2803525"/>
          <p14:tracePt t="28474" x="3530600" y="2608263"/>
          <p14:tracePt t="28489" x="3733800" y="2484438"/>
          <p14:tracePt t="28504" x="3851275" y="2468563"/>
          <p14:tracePt t="28533" x="4060825" y="2608263"/>
          <p14:tracePt t="28547" x="4186238" y="2835275"/>
          <p14:tracePt t="28562" x="4264025" y="3163888"/>
          <p14:tracePt t="28577" x="4279900" y="3506788"/>
          <p14:tracePt t="28592" x="4264025" y="3843338"/>
          <p14:tracePt t="28608" x="4256088" y="3952875"/>
          <p14:tracePt t="28624" x="4140200" y="4459288"/>
          <p14:tracePt t="28638" x="4038600" y="4686300"/>
          <p14:tracePt t="28654" x="4022725" y="4718050"/>
          <p14:tracePt t="28668" x="3913188" y="4881563"/>
          <p14:tracePt t="28682" x="3827463" y="4975225"/>
          <p14:tracePt t="28697" x="3835400" y="4929188"/>
          <p14:tracePt t="28713" x="3881438" y="4795838"/>
          <p14:tracePt t="28728" x="3959225" y="4568825"/>
          <p14:tracePt t="28742" x="4092575" y="4194175"/>
          <p14:tracePt t="28759" x="4256088" y="3843338"/>
          <p14:tracePt t="28783" x="4389438" y="3584575"/>
          <p14:tracePt t="28791" x="4429125" y="3490913"/>
          <p14:tracePt t="28817" x="4341813" y="3562350"/>
          <p14:tracePt t="28832" x="4233863" y="3663950"/>
          <p14:tracePt t="28848" x="4116388" y="3843338"/>
          <p14:tracePt t="28863" x="3929063" y="4132263"/>
          <p14:tracePt t="28877" x="3763963" y="4359275"/>
          <p14:tracePt t="28893" x="3576638" y="4498975"/>
          <p14:tracePt t="28908" x="3514725" y="4522788"/>
          <p14:tracePt t="28924" x="3287713" y="4467225"/>
          <p14:tracePt t="28939" x="3178175" y="4429125"/>
          <p14:tracePt t="28970" x="3092450" y="4303713"/>
          <p14:tracePt t="28998" x="3006725" y="3929063"/>
          <p14:tracePt t="29012" x="2998788" y="3686175"/>
          <p14:tracePt t="29028" x="2974975" y="3319463"/>
          <p14:tracePt t="29043" x="2905125" y="3217863"/>
          <p14:tracePt t="29058" x="2835275" y="3140075"/>
          <p14:tracePt t="29133" x="2578100" y="3038475"/>
          <p14:tracePt t="29163" x="2460625" y="3078163"/>
          <p14:tracePt t="29262" x="2397125" y="3311525"/>
          <p14:tracePt t="29277" x="2382838" y="3429000"/>
          <p14:tracePt t="29298" x="2366963" y="3554413"/>
          <p14:tracePt t="29313" x="2319338" y="3795713"/>
          <p14:tracePt t="29327" x="2273300" y="3897313"/>
          <p14:tracePt t="29343" x="2209800" y="4014788"/>
          <p14:tracePt t="29358" x="2163763" y="4132263"/>
          <p14:tracePt t="29374" x="2054225" y="4351338"/>
          <p14:tracePt t="29464" x="2085975" y="4233863"/>
          <p14:tracePt t="29509" x="2093913" y="3990975"/>
          <p14:tracePt t="29525" x="2124075" y="3873500"/>
          <p14:tracePt t="29540" x="2289175" y="3640138"/>
          <p14:tracePt t="29555" x="2366963" y="3546475"/>
          <p14:tracePt t="29584" x="2514600" y="3375025"/>
          <p14:tracePt t="29614" x="2741613" y="3078163"/>
          <p14:tracePt t="29628" x="2990850" y="2803525"/>
          <p14:tracePt t="29644" x="3062288" y="2709863"/>
          <p14:tracePt t="29659" x="3225800" y="2530475"/>
          <p14:tracePt t="29862" x="3303588" y="2444750"/>
          <p14:tracePt t="29879" x="3389313" y="2366963"/>
          <p14:tracePt t="29908" x="3482975" y="2297113"/>
          <p14:tracePt t="29958" x="3498850" y="2187575"/>
          <p14:tracePt t="30005" x="3429000" y="2101850"/>
          <p14:tracePt t="30021" x="3327400" y="2046288"/>
          <p14:tracePt t="30034" x="3217863" y="2000250"/>
          <p14:tracePt t="30064" x="3100388" y="1984375"/>
          <p14:tracePt t="30112" x="2974975" y="2022475"/>
          <p14:tracePt t="30142" x="2725738" y="2093913"/>
          <p14:tracePt t="30185" x="2608263" y="2163763"/>
          <p14:tracePt t="30263" x="2522538" y="2217738"/>
          <p14:tracePt t="30339" x="2397125" y="2257425"/>
          <p14:tracePt t="30369" x="2281238" y="2249488"/>
          <p14:tracePt t="30474" x="2217738" y="2147888"/>
          <p14:tracePt t="30521" x="2281238" y="2046288"/>
          <p14:tracePt t="30540" x="2359025" y="1952625"/>
          <p14:tracePt t="30576" x="2476500" y="1866900"/>
          <p14:tracePt t="30590" x="2592388" y="1812925"/>
          <p14:tracePt t="30607" x="2717800" y="1765300"/>
          <p14:tracePt t="30635" x="2843213" y="1757363"/>
          <p14:tracePt t="30650" x="3076575" y="1765300"/>
          <p14:tracePt t="30664" x="3194050" y="1781175"/>
          <p14:tracePt t="30731" x="3287713" y="1843088"/>
          <p14:tracePt t="30750" x="3397250" y="1912938"/>
          <p14:tracePt t="30800" x="3506788" y="1968500"/>
          <p14:tracePt t="30845" x="3624263" y="2008188"/>
          <p14:tracePt t="30876" x="3741738" y="2030413"/>
          <p14:tracePt t="30908" x="3857625" y="2038350"/>
          <p14:tracePt t="30950" x="3967163" y="2070100"/>
          <p14:tracePt t="31108" x="3959225" y="2187575"/>
          <p14:tracePt t="31136" x="3873500" y="2265363"/>
          <p14:tracePt t="31146" x="3763963" y="2335213"/>
          <p14:tracePt t="31176" x="3662363" y="2390775"/>
          <p14:tracePt t="31222" x="3554413" y="2444750"/>
          <p14:tracePt t="31234" x="3436938" y="2484438"/>
          <p14:tracePt t="31251" x="3327400" y="2514600"/>
          <p14:tracePt t="31266" x="3217863" y="2546350"/>
          <p14:tracePt t="31281" x="3100388" y="2578100"/>
          <p14:tracePt t="31310" x="2974975" y="2608263"/>
          <p14:tracePt t="31325" x="2859088" y="2624138"/>
          <p14:tracePt t="31343" x="2749550" y="2632075"/>
          <p14:tracePt t="31400" x="2624138" y="2586038"/>
          <p14:tracePt t="31415" x="2522538" y="2522538"/>
          <p14:tracePt t="31460" x="2444750" y="2436813"/>
          <p14:tracePt t="31507" x="2397125" y="2335213"/>
          <p14:tracePt t="31552" x="2468563" y="2233613"/>
          <p14:tracePt t="31597" x="2562225" y="2171700"/>
          <p14:tracePt t="31628" x="2663825" y="2116138"/>
          <p14:tracePt t="31658" x="2787650" y="2085975"/>
          <p14:tracePt t="31685" x="2897188" y="2062163"/>
          <p14:tracePt t="31717" x="3022600" y="2078038"/>
          <p14:tracePt t="31731" x="3140075" y="2116138"/>
          <p14:tracePt t="31760" x="3233738" y="2187575"/>
          <p14:tracePt t="31792" x="3327400" y="2257425"/>
          <p14:tracePt t="32022" x="3225800" y="2319338"/>
          <p14:tracePt t="32041" x="3132138" y="2374900"/>
          <p14:tracePt t="32077" x="3006725" y="2390775"/>
          <p14:tracePt t="32153" x="2889250" y="2398713"/>
          <p14:tracePt t="32579" x="2773363" y="2382838"/>
          <p14:tracePt t="32608" x="2546350" y="2335213"/>
          <p14:tracePt t="32656" x="2420938" y="2351088"/>
          <p14:tracePt t="32683" x="2265363" y="2374900"/>
          <p14:tracePt t="32688" x="2000250" y="2374900"/>
          <p14:tracePt t="33879" x="3359150" y="1639888"/>
          <p14:tracePt t="34059" x="3327400" y="1757363"/>
          <p14:tracePt t="34074" x="3265488" y="1851025"/>
          <p14:tracePt t="34163" x="3351213" y="1952625"/>
          <p14:tracePt t="34176" x="3452813" y="2008188"/>
          <p14:tracePt t="34215" x="3576638" y="2014538"/>
          <p14:tracePt t="34523" x="3568700" y="2132013"/>
          <p14:tracePt t="34560" x="3530600" y="2249488"/>
          <p14:tracePt t="34582" x="3467100" y="2359025"/>
          <p14:tracePt t="34617" x="3397250" y="2452688"/>
          <p14:tracePt t="34635" x="3287713" y="2522538"/>
          <p14:tracePt t="34655" x="3178175" y="2562225"/>
          <p14:tracePt t="34668" x="3070225" y="2600325"/>
          <p14:tracePt t="35023" x="2982913" y="2498725"/>
          <p14:tracePt t="35141" x="3070225" y="2398713"/>
          <p14:tracePt t="35173" x="3163888" y="2327275"/>
          <p14:tracePt t="35741" x="3271838" y="2366963"/>
          <p14:tracePt t="35765" x="3373438" y="2359025"/>
          <p14:tracePt t="35817" x="3498850" y="2359025"/>
          <p14:tracePt t="35849" x="3608388" y="2351088"/>
          <p14:tracePt t="35879" x="3725863" y="2343150"/>
          <p14:tracePt t="35979" x="3843338" y="2343150"/>
          <p14:tracePt t="36301" x="3897313" y="2343150"/>
          <p14:tracePt t="36321" x="3929063" y="2343150"/>
          <p14:tracePt t="36735" x="4014788" y="2265363"/>
          <p14:tracePt t="36748" x="4108450" y="2203450"/>
          <p14:tracePt t="36780" x="4210050" y="2124075"/>
          <p14:tracePt t="36808" x="4295775" y="2054225"/>
          <p14:tracePt t="36836" x="4373563" y="1960563"/>
          <p14:tracePt t="36849" x="4459288" y="1898650"/>
          <p14:tracePt t="36865" x="4568825" y="1858963"/>
          <p14:tracePt t="36911" x="4686300" y="1866900"/>
          <p14:tracePt t="36944" x="4803775" y="1866900"/>
          <p14:tracePt t="36973" x="4921250" y="1866900"/>
          <p14:tracePt t="37015" x="5029200" y="1898650"/>
          <p14:tracePt t="37078" x="5138738" y="1944688"/>
          <p14:tracePt t="37137" x="5240338" y="1976438"/>
          <p14:tracePt t="37200" x="5341938" y="2022475"/>
          <p14:tracePt t="37422" x="5326063" y="2147888"/>
          <p14:tracePt t="37624" x="5287963" y="2265363"/>
          <p14:tracePt t="37877" x="5194300" y="2319338"/>
          <p14:tracePt t="37895" x="4943475" y="2335213"/>
          <p14:tracePt t="37904" x="4841875" y="2343150"/>
          <p14:tracePt t="37915" x="4718050" y="2351088"/>
          <p14:tracePt t="37931" x="4592638" y="2366963"/>
          <p14:tracePt t="37946" x="4475163" y="2382838"/>
          <p14:tracePt t="38074" x="4421188" y="2484438"/>
          <p14:tracePt t="38357" x="4530725" y="2428875"/>
          <p14:tracePt t="38403" x="4638675" y="2374900"/>
          <p14:tracePt t="38419" x="4756150" y="2335213"/>
          <p14:tracePt t="38456" x="4873625" y="2297113"/>
          <p14:tracePt t="38509" x="4991100" y="2281238"/>
          <p14:tracePt t="38532" x="5108575" y="2281238"/>
          <p14:tracePt t="38563" x="5218113" y="2297113"/>
          <p14:tracePt t="38749" x="5326063" y="2319338"/>
          <p14:tracePt t="39080" x="5451475" y="2319338"/>
          <p14:tracePt t="39106" x="5561013" y="2303463"/>
          <p14:tracePt t="39650" x="5678488" y="2273300"/>
          <p14:tracePt t="39933" x="5568950" y="2303463"/>
          <p14:tracePt t="40005" x="5451475" y="2335213"/>
          <p14:tracePt t="40086" x="5334000" y="2366963"/>
          <p14:tracePt t="40611" x="5443538" y="2420938"/>
          <p14:tracePt t="40715" x="5561013" y="2444750"/>
          <p14:tracePt t="40776" x="5724525" y="2476500"/>
          <p14:tracePt t="40809" x="5788025" y="2498725"/>
          <p14:tracePt t="40824" x="5842000" y="2530475"/>
          <p14:tracePt t="40840" x="5881688" y="2538413"/>
          <p14:tracePt t="40864" x="5967413" y="2492375"/>
          <p14:tracePt t="40910" x="5943600" y="2468563"/>
          <p14:tracePt t="41014" x="5967413" y="2436813"/>
          <p14:tracePt t="41044" x="5983288" y="2413000"/>
          <p14:tracePt t="41210" x="5951538" y="2297113"/>
          <p14:tracePt t="41317" x="5865813" y="2225675"/>
          <p14:tracePt t="41377" x="5756275" y="2203450"/>
          <p14:tracePt t="41451" x="5630863" y="2217738"/>
          <p14:tracePt t="41512" x="5521325" y="2249488"/>
          <p14:tracePt t="41544" x="5413375" y="2281238"/>
          <p14:tracePt t="41604" x="5295900" y="2319338"/>
          <p14:tracePt t="41630" x="5178425" y="2351088"/>
          <p14:tracePt t="41649" x="5060950" y="2374900"/>
          <p14:tracePt t="41701" x="4819650" y="2382838"/>
          <p14:tracePt t="41796" x="4725988" y="2335213"/>
          <p14:tracePt t="41857" x="4662488" y="2233613"/>
          <p14:tracePt t="41917" x="4662488" y="2124075"/>
          <p14:tracePt t="41963" x="4718050" y="2030413"/>
          <p14:tracePt t="41992" x="4803775" y="1944688"/>
          <p14:tracePt t="42050" x="4905375" y="1874838"/>
          <p14:tracePt t="42098" x="5022850" y="1851025"/>
          <p14:tracePt t="42124" x="5256213" y="1874838"/>
          <p14:tracePt t="42161" x="5373688" y="1906588"/>
          <p14:tracePt t="42172" x="5499100" y="1944688"/>
          <p14:tracePt t="42185" x="5608638" y="1984375"/>
          <p14:tracePt t="42249" x="5694363" y="2062163"/>
          <p14:tracePt t="42310" x="5756275" y="2163763"/>
          <p14:tracePt t="42350" x="5803900" y="2351088"/>
          <p14:tracePt t="42427" x="5740400" y="2452688"/>
          <p14:tracePt t="42488" x="5630863" y="2514600"/>
          <p14:tracePt t="42518" x="5521325" y="2554288"/>
          <p14:tracePt t="42567" x="5405438" y="2586038"/>
          <p14:tracePt t="42609" x="5287963" y="2554288"/>
          <p14:tracePt t="42683" x="5210175" y="2476500"/>
          <p14:tracePt t="42716" x="5162550" y="2366963"/>
          <p14:tracePt t="42759" x="5178425" y="2241550"/>
          <p14:tracePt t="42805" x="5232400" y="2139950"/>
          <p14:tracePt t="42863" x="5311775" y="2062163"/>
          <p14:tracePt t="42910" x="5427663" y="2022475"/>
          <p14:tracePt t="42984" x="5553075" y="2038350"/>
          <p14:tracePt t="43010" x="5662613" y="2078038"/>
          <p14:tracePt t="43046" x="5919788" y="2249488"/>
          <p14:tracePt t="43063" x="5959475" y="2297113"/>
          <p14:tracePt t="43076" x="5983288" y="2351088"/>
          <p14:tracePt t="43102" x="5975350" y="2484438"/>
          <p14:tracePt t="43147" x="5943600" y="2546350"/>
          <p14:tracePt t="43163" x="5919788" y="2570163"/>
          <p14:tracePt t="43176" x="5857875" y="2608263"/>
          <p14:tracePt t="43206" x="5834063" y="2632075"/>
          <p14:tracePt t="43221" x="5780088" y="2663825"/>
          <p14:tracePt t="43252" x="5622925" y="2655888"/>
          <p14:tracePt t="43270" x="5592763" y="2647950"/>
          <p14:tracePt t="43359" x="5499100" y="2578100"/>
          <p14:tracePt t="43396" x="5405438" y="2506663"/>
          <p14:tracePt t="43436" x="5318125" y="2436813"/>
          <p14:tracePt t="43457" x="5232400" y="2351088"/>
          <p14:tracePt t="43538" x="5280025" y="2241550"/>
          <p14:tracePt t="43570" x="5326063" y="2139950"/>
          <p14:tracePt t="43612" x="5413375" y="2062163"/>
          <p14:tracePt t="43642" x="5521325" y="2014538"/>
          <p14:tracePt t="43687" x="5630863" y="2014538"/>
          <p14:tracePt t="43713" x="5756275" y="2022475"/>
          <p14:tracePt t="43759" x="5951538" y="2171700"/>
          <p14:tracePt t="43775" x="5999163" y="2233613"/>
          <p14:tracePt t="43821" x="5983288" y="2265363"/>
          <p14:tracePt t="43834" x="5951538" y="2281238"/>
          <p14:tracePt t="43851" x="5919788" y="2303463"/>
          <p14:tracePt t="43914" x="5834063" y="2351088"/>
          <p14:tracePt t="43941" x="5716588" y="2398713"/>
          <p14:tracePt t="44136" x="5708650" y="2428875"/>
          <p14:tracePt t="44165" x="5702300" y="2452688"/>
          <p14:tracePt t="44214" x="5662613" y="2460625"/>
          <p14:tracePt t="44319" x="5670550" y="2498725"/>
          <p14:tracePt t="44350" x="5694363" y="2522538"/>
          <p14:tracePt t="44367" x="5740400" y="2554288"/>
          <p14:tracePt t="44388" x="5764213" y="2554288"/>
          <p14:tracePt t="44402" x="5795963" y="2554288"/>
          <p14:tracePt t="44448" x="5810250" y="2530475"/>
          <p14:tracePt t="44477" x="5834063" y="2514600"/>
          <p14:tracePt t="44560" x="5865813" y="2498725"/>
          <p14:tracePt t="44583" x="5889625" y="2476500"/>
          <p14:tracePt t="45145" x="5919788" y="2468563"/>
          <p14:tracePt t="45176" x="5983288" y="2452688"/>
          <p14:tracePt t="45193" x="6045200" y="2420938"/>
          <p14:tracePt t="45206" x="6099175" y="2405063"/>
          <p14:tracePt t="45224" x="6138863" y="2390775"/>
          <p14:tracePt t="45253" x="6342063" y="2351088"/>
          <p14:tracePt t="45276" x="6365875" y="2351088"/>
          <p14:tracePt t="45283" x="6403975" y="2343150"/>
          <p14:tracePt t="45306" x="6459538" y="2343150"/>
          <p14:tracePt t="45313" x="6489700" y="2343150"/>
          <p14:tracePt t="45339" x="6623050" y="2311400"/>
          <p14:tracePt t="45385" x="6724650" y="2297113"/>
          <p14:tracePt t="45412" x="6850063" y="2273300"/>
          <p14:tracePt t="45442" x="6981825" y="2187575"/>
          <p14:tracePt t="45463" x="7005638" y="2155825"/>
          <p14:tracePt t="45506" x="7115175" y="2093913"/>
          <p14:tracePt t="45536" x="7342188" y="2000250"/>
          <p14:tracePt t="45551" x="7459663" y="1960563"/>
          <p14:tracePt t="45564" x="7567613" y="1912938"/>
          <p14:tracePt t="45591" x="7786688" y="1819275"/>
          <p14:tracePt t="45627" x="8045450" y="1757363"/>
          <p14:tracePt t="45653" x="8278813" y="1711325"/>
          <p14:tracePt t="45683" x="8521700" y="1663700"/>
          <p14:tracePt t="45730" x="8631238" y="1647825"/>
          <p14:tracePt t="45820" x="8551863" y="1733550"/>
          <p14:tracePt t="45852" x="8450263" y="1797050"/>
          <p14:tracePt t="45895" x="8340725" y="1851025"/>
          <p14:tracePt t="45999" x="8294688" y="1920875"/>
          <p14:tracePt t="46034" x="8216900" y="2070100"/>
          <p14:tracePt t="46073" x="8208963" y="2132013"/>
          <p14:tracePt t="46136" x="8115300" y="2116138"/>
          <p14:tracePt t="46163" x="7896225" y="2132013"/>
          <p14:tracePt t="46196" x="7786688" y="2171700"/>
          <p14:tracePt t="46228" x="7646988" y="2289175"/>
          <p14:tracePt t="46243" x="7623175" y="2343150"/>
          <p14:tracePt t="46270" x="7583488" y="2428875"/>
          <p14:tracePt t="46345" x="7553325" y="2413000"/>
          <p14:tracePt t="46381" x="7497763" y="2382838"/>
          <p14:tracePt t="46397" x="7459663" y="2343150"/>
          <p14:tracePt t="46415" x="7435850" y="2319338"/>
          <p14:tracePt t="46424" x="7396163" y="2281238"/>
          <p14:tracePt t="46437" x="7350125" y="2257425"/>
          <p14:tracePt t="46451" x="7318375" y="2249488"/>
          <p14:tracePt t="46469" x="7294563" y="2233613"/>
          <p14:tracePt t="46485" x="7270750" y="2217738"/>
          <p14:tracePt t="46499" x="7248525" y="2203450"/>
          <p14:tracePt t="46540" x="7240588" y="2171700"/>
          <p14:tracePt t="46559" x="7224713" y="2116138"/>
          <p14:tracePt t="46569" x="7224713" y="2078038"/>
          <p14:tracePt t="46575" x="7224713" y="2046288"/>
          <p14:tracePt t="46588" x="7232650" y="1992313"/>
          <p14:tracePt t="46602" x="7256463" y="1960563"/>
          <p14:tracePt t="46628" x="7310438" y="1882775"/>
          <p14:tracePt t="46658" x="7326313" y="1851025"/>
          <p14:tracePt t="46692" x="7372350" y="1773238"/>
          <p14:tracePt t="46706" x="7435850" y="1733550"/>
          <p14:tracePt t="46735" x="7553325" y="1711325"/>
          <p14:tracePt t="46752" x="7631113" y="1711325"/>
          <p14:tracePt t="46769" x="7700963" y="1711325"/>
          <p14:tracePt t="46780" x="7762875" y="1695450"/>
          <p14:tracePt t="46811" x="7818438" y="1687513"/>
          <p14:tracePt t="46827" x="7850188" y="1679575"/>
          <p14:tracePt t="46841" x="7872413" y="1687513"/>
          <p14:tracePt t="46858" x="7943850" y="1711325"/>
          <p14:tracePt t="46872" x="8013700" y="1733550"/>
          <p14:tracePt t="46888" x="8045450" y="1741488"/>
          <p14:tracePt t="46903" x="8123238" y="1797050"/>
          <p14:tracePt t="46919" x="8161338" y="1843088"/>
          <p14:tracePt t="46932" x="8208963" y="1890713"/>
          <p14:tracePt t="46961" x="8286750" y="1952625"/>
          <p14:tracePt t="46982" x="8310563" y="1968500"/>
          <p14:tracePt t="47054" x="8286750" y="2022475"/>
          <p14:tracePt t="47081" x="8262938" y="2116138"/>
          <p14:tracePt t="47109" x="8240713" y="2171700"/>
          <p14:tracePt t="47140" x="8161338" y="2225675"/>
          <p14:tracePt t="47173" x="8107363" y="2249488"/>
          <p14:tracePt t="47190" x="8083550" y="2265363"/>
          <p14:tracePt t="47218" x="8029575" y="2289175"/>
          <p14:tracePt t="47235" x="7966075" y="2303463"/>
          <p14:tracePt t="47247" x="7935913" y="2303463"/>
          <p14:tracePt t="47274" x="7834313" y="2303463"/>
          <p14:tracePt t="47294" x="7802563" y="2311400"/>
          <p14:tracePt t="47308" x="7778750" y="2327275"/>
          <p14:tracePt t="47355" x="7732713" y="2351088"/>
          <p14:tracePt t="47380" x="7599363" y="2366963"/>
          <p14:tracePt t="47411" x="7537450" y="2382838"/>
          <p14:tracePt t="47441" x="7513638" y="2382838"/>
          <p14:tracePt t="47470" x="7396163" y="2366963"/>
          <p14:tracePt t="47497" x="7264400" y="2289175"/>
          <p14:tracePt t="47514" x="7240588" y="2281238"/>
          <p14:tracePt t="47530" x="7208838" y="2265363"/>
          <p14:tracePt t="47557" x="7185025" y="2249488"/>
          <p14:tracePt t="47572" x="7154863" y="2217738"/>
          <p14:tracePt t="47589" x="7138988" y="2195513"/>
          <p14:tracePt t="47605" x="7123113" y="2171700"/>
          <p14:tracePt t="47675" x="7131050" y="2124075"/>
          <p14:tracePt t="47689" x="7131050" y="2085975"/>
          <p14:tracePt t="47743" x="7154863" y="2038350"/>
          <p14:tracePt t="47781" x="7185025" y="1992313"/>
          <p14:tracePt t="47795" x="7208838" y="1968500"/>
          <p14:tracePt t="47825" x="7270750" y="1944688"/>
          <p14:tracePt t="47840" x="7372350" y="1928813"/>
          <p14:tracePt t="47871" x="7466013" y="1912938"/>
          <p14:tracePt t="47885" x="7489825" y="1906588"/>
          <p14:tracePt t="47901" x="7559675" y="1906588"/>
          <p14:tracePt t="47915" x="7639050" y="1912938"/>
          <p14:tracePt t="47929" x="7716838" y="1928813"/>
          <p14:tracePt t="47944" x="7810500" y="1944688"/>
          <p14:tracePt t="47960" x="7872413" y="1960563"/>
          <p14:tracePt t="47975" x="7904163" y="1968500"/>
          <p14:tracePt t="47989" x="7935913" y="1984375"/>
          <p14:tracePt t="48005" x="7958138" y="2000250"/>
          <p14:tracePt t="48036" x="8013700" y="2030413"/>
          <p14:tracePt t="48051" x="8067675" y="2062163"/>
          <p14:tracePt t="48066" x="8107363" y="2078038"/>
          <p14:tracePt t="48080" x="8131175" y="2093913"/>
          <p14:tracePt t="48125" x="8161338" y="2132013"/>
          <p14:tracePt t="48139" x="8177213" y="2155825"/>
          <p14:tracePt t="48154" x="8193088" y="2179638"/>
          <p14:tracePt t="48187" x="8177213" y="2209800"/>
          <p14:tracePt t="48202" x="8145463" y="2233613"/>
          <p14:tracePt t="48215" x="8123238" y="2249488"/>
          <p14:tracePt t="48230" x="8091488" y="2265363"/>
          <p14:tracePt t="48244" x="8067675" y="2273300"/>
          <p14:tracePt t="48260" x="7997825" y="2281238"/>
          <p14:tracePt t="48274" x="7927975" y="2289175"/>
          <p14:tracePt t="48290" x="7850188" y="2297113"/>
          <p14:tracePt t="48305" x="7748588" y="2297113"/>
          <p14:tracePt t="48322" x="7646988" y="2297113"/>
          <p14:tracePt t="48336" x="7615238" y="2303463"/>
          <p14:tracePt t="48350" x="7583488" y="2303463"/>
          <p14:tracePt t="48367" x="7553325" y="2297113"/>
          <p14:tracePt t="48395" x="7451725" y="2303463"/>
          <p14:tracePt t="48410" x="7380288" y="2303463"/>
          <p14:tracePt t="48425" x="7270750" y="2281238"/>
          <p14:tracePt t="48440" x="7208838" y="2265363"/>
          <p14:tracePt t="48456" x="7169150" y="2257425"/>
          <p14:tracePt t="48472" x="7146925" y="2249488"/>
          <p14:tracePt t="48486" x="7099300" y="2217738"/>
          <p14:tracePt t="48501" x="7075488" y="2195513"/>
          <p14:tracePt t="48516" x="7045325" y="2171700"/>
          <p14:tracePt t="48530" x="7029450" y="2139950"/>
          <p14:tracePt t="48673" x="7075488" y="2038350"/>
          <p14:tracePt t="48710" x="7169150" y="1952625"/>
          <p14:tracePt t="48741" x="7286625" y="1906588"/>
          <p14:tracePt t="48754" x="7388225" y="1882775"/>
          <p14:tracePt t="48771" x="7521575" y="1858963"/>
          <p14:tracePt t="48786" x="7607300" y="1851025"/>
          <p14:tracePt t="48789" x="7646988" y="1851025"/>
          <p14:tracePt t="48804" x="7732713" y="1866900"/>
          <p14:tracePt t="48816" x="7826375" y="1866900"/>
          <p14:tracePt t="48830" x="7904163" y="1866900"/>
          <p14:tracePt t="48845" x="7974013" y="1866900"/>
          <p14:tracePt t="48861" x="8037513" y="1882775"/>
          <p14:tracePt t="48876" x="8067675" y="1890713"/>
          <p14:tracePt t="48893" x="8099425" y="1906588"/>
          <p14:tracePt t="48910" x="8123238" y="1920875"/>
          <p14:tracePt t="48927" x="8161338" y="1960563"/>
          <p14:tracePt t="48953" x="8185150" y="1984375"/>
          <p14:tracePt t="48967" x="8216900" y="2038350"/>
          <p14:tracePt t="48996" x="8224838" y="2062163"/>
          <p14:tracePt t="49011" x="8224838" y="2085975"/>
          <p14:tracePt t="49026" x="8208963" y="2147888"/>
          <p14:tracePt t="49041" x="8193088" y="2179638"/>
          <p14:tracePt t="49056" x="8185150" y="2217738"/>
          <p14:tracePt t="49087" x="8161338" y="2241550"/>
          <p14:tracePt t="49101" x="8131175" y="2265363"/>
          <p14:tracePt t="49117" x="8083550" y="2289175"/>
          <p14:tracePt t="49132" x="8029575" y="2303463"/>
          <p14:tracePt t="49146" x="7966075" y="2311400"/>
          <p14:tracePt t="49161" x="7904163" y="2311400"/>
          <p14:tracePt t="49202" x="7778750" y="2297113"/>
          <p14:tracePt t="49226" x="7661275" y="2281238"/>
          <p14:tracePt t="49239" x="7599363" y="2273300"/>
          <p14:tracePt t="49252" x="7575550" y="2265363"/>
          <p14:tracePt t="49265" x="7505700" y="2249488"/>
          <p14:tracePt t="49281" x="7473950" y="2241550"/>
          <p14:tracePt t="49326" x="7623175" y="2217738"/>
          <p14:tracePt t="49340" x="7654925" y="2217738"/>
          <p14:tracePt t="49355" x="7716838" y="2203450"/>
          <p14:tracePt t="49455" x="7661275" y="2249488"/>
          <p14:tracePt t="49480" x="7591425" y="2303463"/>
          <p14:tracePt t="49511" x="7623175" y="2319338"/>
          <p14:tracePt t="49526" x="7693025" y="2335213"/>
          <p14:tracePt t="49539" x="7754938" y="2351088"/>
          <p14:tracePt t="49551" x="7818438" y="2359025"/>
          <p14:tracePt t="49567" x="7850188" y="2359025"/>
          <p14:tracePt t="49581" x="7912100" y="2351088"/>
          <p14:tracePt t="49595" x="7943850" y="2343150"/>
          <p14:tracePt t="49626" x="7966075" y="2359025"/>
          <p14:tracePt t="49642" x="7966075" y="2374900"/>
          <p14:tracePt t="49673" x="7943850" y="2390775"/>
          <p14:tracePt t="49686" x="7912100" y="2398713"/>
          <p14:tracePt t="49703" x="7880350" y="2398713"/>
          <p14:tracePt t="49779" x="7997825" y="2351088"/>
          <p14:tracePt t="49798" x="8021638" y="2335213"/>
          <p14:tracePt t="49825" x="8045450" y="2319338"/>
          <p14:tracePt t="49868" x="8013700" y="2319338"/>
          <p14:tracePt t="49964" x="8067675" y="2281238"/>
          <p14:tracePt t="49990" x="8091488" y="2265363"/>
          <p14:tracePt t="50049" x="8021638" y="2289175"/>
          <p14:tracePt t="50064" x="7950200" y="2319338"/>
          <p14:tracePt t="50109" x="7981950" y="2311400"/>
          <p14:tracePt t="50125" x="8013700" y="2303463"/>
          <p14:tracePt t="50139" x="8067675" y="2289175"/>
          <p14:tracePt t="50156" x="8099425" y="2273300"/>
          <p14:tracePt t="50168" x="8123238" y="2249488"/>
          <p14:tracePt t="50227" x="8059738" y="2265363"/>
          <p14:tracePt t="50241" x="8029575" y="2281238"/>
          <p14:tracePt t="50326" x="8059738" y="2273300"/>
          <p14:tracePt t="50350" x="8123238" y="2257425"/>
          <p14:tracePt t="50364" x="8145463" y="2249488"/>
          <p14:tracePt t="50416" x="8099425" y="2303463"/>
          <p14:tracePt t="50432" x="8045450" y="2351088"/>
          <p14:tracePt t="50467" x="8075613" y="2351088"/>
          <p14:tracePt t="50482" x="8131175" y="2343150"/>
          <p14:tracePt t="50497" x="8240713" y="2311400"/>
          <p14:tracePt t="50512" x="8286750" y="2289175"/>
          <p14:tracePt t="50527" x="8340725" y="2273300"/>
          <p14:tracePt t="50542" x="8396288" y="2273300"/>
          <p14:tracePt t="50558" x="8623300" y="2303463"/>
          <p14:tracePt t="50574" x="8755063" y="2303463"/>
          <p14:tracePt t="50590" x="8832850" y="2303463"/>
          <p14:tracePt t="50603" x="8896350" y="2297113"/>
          <p14:tracePt t="50606" x="8912225" y="2297113"/>
          <p14:tracePt t="50619" x="9036050" y="2281238"/>
          <p14:tracePt t="50633" x="9255125" y="2281238"/>
          <p14:tracePt t="50647" x="9364663" y="2273300"/>
          <p14:tracePt t="50661" x="9396413" y="2265363"/>
          <p14:tracePt t="50676" x="9645650" y="2195513"/>
          <p14:tracePt t="50692" x="9677400" y="2139950"/>
          <p14:tracePt t="50709" x="9693275" y="2078038"/>
          <p14:tracePt t="50727" x="9693275" y="2008188"/>
          <p14:tracePt t="50742" x="9645650" y="1944688"/>
          <p14:tracePt t="50761" x="9536113" y="1874838"/>
          <p14:tracePt t="50777" x="9498013" y="1858963"/>
          <p14:tracePt t="50782" x="9348788" y="1843088"/>
          <p14:tracePt t="50851" x="9271000" y="1882775"/>
          <p14:tracePt t="50879" x="9193213" y="1936750"/>
          <p14:tracePt t="50917" x="9255125" y="1936750"/>
          <p14:tracePt t="50932" x="9286875" y="1928813"/>
          <p14:tracePt t="50947" x="9317038" y="1920875"/>
          <p14:tracePt t="50961" x="9348788" y="1906588"/>
          <p14:tracePt t="51002" x="9364663" y="1882775"/>
          <p14:tracePt t="51028" x="9388475" y="1858963"/>
          <p14:tracePt t="51045" x="9450388" y="1827213"/>
          <p14:tracePt t="51060" x="9474200" y="1819275"/>
          <p14:tracePt t="51073" x="9498013" y="1804988"/>
          <p14:tracePt t="51086" x="9512300" y="1781175"/>
          <p14:tracePt t="51099" x="9536113" y="1757363"/>
          <p14:tracePt t="51113" x="9567863" y="1741488"/>
          <p14:tracePt t="51127" x="9669463" y="1717675"/>
          <p14:tracePt t="51143" x="9701213" y="1717675"/>
          <p14:tracePt t="51161" x="9747250" y="1733550"/>
          <p14:tracePt t="51176" x="9794875" y="1804988"/>
          <p14:tracePt t="51193" x="9832975" y="1882775"/>
          <p14:tracePt t="51209" x="9888538" y="1944688"/>
          <p14:tracePt t="51227" x="9958388" y="1960563"/>
          <p14:tracePt t="51233" x="9990138" y="1968500"/>
          <p14:tracePt t="51248" x="10020300" y="1968500"/>
          <p14:tracePt t="51263" x="10059988" y="1960563"/>
          <p14:tracePt t="51277" x="10091738" y="1960563"/>
          <p14:tracePt t="51308" x="10137775" y="1968500"/>
          <p14:tracePt t="51325" x="10199688" y="1976438"/>
          <p14:tracePt t="51355" x="10293350" y="2000250"/>
          <p14:tracePt t="51383" x="10348913" y="2008188"/>
          <p14:tracePt t="51467" x="10317163" y="2022475"/>
          <p14:tracePt t="51490" x="10223500" y="2070100"/>
          <p14:tracePt t="51504" x="10169525" y="2093913"/>
          <p14:tracePt t="51521" x="10067925" y="2155825"/>
          <p14:tracePt t="51538" x="10004425" y="2187575"/>
          <p14:tracePt t="51623" x="9896475" y="2233613"/>
          <p14:tracePt t="51706" x="9786938" y="2281238"/>
          <p14:tracePt t="51729" x="9661525" y="2303463"/>
          <p14:tracePt t="51856" x="9607550" y="2203450"/>
          <p14:tracePt t="51908" x="9621838" y="2085975"/>
          <p14:tracePt t="51941" x="9669463" y="1976438"/>
          <p14:tracePt t="51998" x="9747250" y="1866900"/>
          <p14:tracePt t="52043" x="9840913" y="1804988"/>
          <p14:tracePt t="52075" x="9958388" y="1773238"/>
          <p14:tracePt t="52090" x="10075863" y="1765300"/>
          <p14:tracePt t="52122" x="10199688" y="1773238"/>
          <p14:tracePt t="52164" x="10380663" y="1898650"/>
          <p14:tracePt t="52178" x="10458450" y="1952625"/>
          <p14:tracePt t="52193" x="10496550" y="2008188"/>
          <p14:tracePt t="52224" x="10528300" y="2070100"/>
          <p14:tracePt t="52239" x="10544175" y="2108200"/>
          <p14:tracePt t="52271" x="10528300" y="2147888"/>
          <p14:tracePt t="52299" x="10402888" y="2241550"/>
          <p14:tracePt t="52313" x="10364788" y="2257425"/>
          <p14:tracePt t="52359" x="10239375" y="2273300"/>
          <p14:tracePt t="52373" x="10113963" y="2289175"/>
          <p14:tracePt t="52405" x="9896475" y="2297113"/>
          <p14:tracePt t="52466" x="9779000" y="2257425"/>
          <p14:tracePt t="52484" x="9661525" y="2203450"/>
          <p14:tracePt t="52539" x="9637713" y="2093913"/>
          <p14:tracePt t="52584" x="9621838" y="1976438"/>
          <p14:tracePt t="52614" x="9661525" y="1858963"/>
          <p14:tracePt t="52728" x="9771063" y="1804988"/>
          <p14:tracePt t="52758" x="9888538" y="1797050"/>
          <p14:tracePt t="52794" x="10004425" y="1797050"/>
          <p14:tracePt t="53014" x="10004425" y="1912938"/>
          <p14:tracePt t="53034" x="10004425" y="2022475"/>
          <p14:tracePt t="53315" x="9880600" y="2022475"/>
          <p14:tracePt t="53347" x="9747250" y="2014538"/>
          <p14:tracePt t="53418" x="9653588" y="1936750"/>
          <p14:tracePt t="53530" x="9731375" y="1843088"/>
          <p14:tracePt t="53576" x="9840913" y="1781175"/>
          <p14:tracePt t="53607" x="9958388" y="1765300"/>
          <p14:tracePt t="53667" x="10083800" y="1749425"/>
          <p14:tracePt t="53713" x="10185400" y="1812925"/>
          <p14:tracePt t="53741" x="10293350" y="1858963"/>
          <p14:tracePt t="53757" x="10402888" y="1906588"/>
          <p14:tracePt t="53815" x="10482263" y="1984375"/>
          <p14:tracePt t="53894" x="10458450" y="2101850"/>
          <p14:tracePt t="53950" x="10348913" y="2171700"/>
          <p14:tracePt t="54010" x="10231438" y="2203450"/>
          <p14:tracePt t="54154" x="10185400" y="2101850"/>
          <p14:tracePt t="54174" x="10161588" y="1976438"/>
          <p14:tracePt t="54213" x="10169525" y="1866900"/>
          <p14:tracePt t="54265" x="10231438" y="1781175"/>
          <p14:tracePt t="54311" x="10340975" y="1749425"/>
          <p14:tracePt t="54372" x="10466388" y="1773238"/>
          <p14:tracePt t="54386" x="10575925" y="1804988"/>
          <p14:tracePt t="54431" x="10691813" y="1866900"/>
          <p14:tracePt t="54477" x="10747375" y="1968500"/>
          <p14:tracePt t="54492" x="10763250" y="2093913"/>
          <p14:tracePt t="54522" x="10731500" y="2209800"/>
          <p14:tracePt t="54582" x="10653713" y="2311400"/>
          <p14:tracePt t="54596" x="10560050" y="2382838"/>
          <p14:tracePt t="54650" x="10450513" y="2436813"/>
          <p14:tracePt t="54675" x="10340975" y="2460625"/>
          <p14:tracePt t="54690" x="10223500" y="2468563"/>
          <p14:tracePt t="54703" x="10106025" y="2460625"/>
          <p14:tracePt t="54717" x="9990138" y="2428875"/>
          <p14:tracePt t="54762" x="9880600" y="2398713"/>
          <p14:tracePt t="54800" x="9779000" y="2359025"/>
          <p14:tracePt t="54852" x="9669463" y="2289175"/>
          <p14:tracePt t="54881" x="9629775" y="2171700"/>
          <p14:tracePt t="54926" x="9669463" y="2062163"/>
          <p14:tracePt t="54942" x="9685338" y="1944688"/>
          <p14:tracePt t="54974" x="9731375" y="1835150"/>
          <p14:tracePt t="54987" x="9794875" y="1749425"/>
          <p14:tracePt t="55054" x="9910763" y="1695450"/>
          <p14:tracePt t="55079" x="10004425" y="1647825"/>
          <p14:tracePt t="55108" x="10121900" y="1639888"/>
          <p14:tracePt t="55140" x="10247313" y="1647825"/>
          <p14:tracePt t="55167" x="10356850" y="1663700"/>
          <p14:tracePt t="55197" x="10466388" y="1695450"/>
          <p14:tracePt t="55226" x="10567988" y="1765300"/>
          <p14:tracePt t="55281" x="10669588" y="1835150"/>
          <p14:tracePt t="55380" x="10723563" y="1936750"/>
          <p14:tracePt t="55477" x="10691813" y="2062163"/>
          <p14:tracePt t="55549" x="10653713" y="2163763"/>
          <p14:tracePt t="55632" x="10575925" y="2249488"/>
          <p14:tracePt t="55662" x="10474325" y="2303463"/>
          <p14:tracePt t="55692" x="10380663" y="2382838"/>
          <p14:tracePt t="55776" x="10279063" y="2436813"/>
          <p14:tracePt t="55798" x="10153650" y="2436813"/>
          <p14:tracePt t="55826" x="10044113" y="2398713"/>
          <p14:tracePt t="55872" x="9942513" y="2351088"/>
          <p14:tracePt t="56001" x="9990138" y="2241550"/>
          <p14:tracePt t="56054" x="10067925" y="2147888"/>
          <p14:tracePt t="56148" x="10169525" y="2093913"/>
          <p14:tracePt t="56219" x="10287000" y="2054225"/>
          <p14:tracePt t="56296" x="10394950" y="2054225"/>
          <p14:tracePt t="56357" x="10512425" y="2070100"/>
          <p14:tracePt t="56542" x="10528300" y="2179638"/>
          <p14:tracePt t="56781" x="10418763" y="2233613"/>
          <p14:tracePt t="57021" x="10309225" y="2249488"/>
          <p14:tracePt t="57046" x="10067925" y="2289175"/>
          <p14:tracePt t="57075" x="9825038" y="2281238"/>
          <p14:tracePt t="57104" x="9701213" y="2273300"/>
          <p14:tracePt t="57119" x="9583738" y="2273300"/>
          <p14:tracePt t="57212" x="9701213" y="2273300"/>
          <p14:tracePt t="57242" x="9817100" y="2273300"/>
          <p14:tracePt t="57273" x="9942513" y="2289175"/>
          <p14:tracePt t="57443" x="10052050" y="2297113"/>
          <p14:tracePt t="57466" x="10185400" y="2303463"/>
          <p14:tracePt t="57479" x="10309225" y="2303463"/>
          <p14:tracePt t="57635" x="10418763" y="2265363"/>
          <p14:tracePt t="57660" x="10528300" y="2209800"/>
          <p14:tracePt t="57677" x="10637838" y="2171700"/>
          <p14:tracePt t="58116" x="10528300" y="2209800"/>
          <p14:tracePt t="58358" x="10402888" y="2209800"/>
          <p14:tracePt t="58381" x="10293350" y="2217738"/>
          <p14:tracePt t="59317" x="10185400" y="2257425"/>
          <p14:tracePt t="59360" x="9942513" y="2297113"/>
          <p14:tracePt t="59387" x="9840913" y="2319338"/>
          <p14:tracePt t="60024" x="9723438" y="2319338"/>
          <p14:tracePt t="60063" x="9490075" y="2335213"/>
          <p14:tracePt t="60066" x="9380538" y="2335213"/>
          <p14:tracePt t="60079" x="9255125" y="2335213"/>
          <p14:tracePt t="60092" x="9137650" y="2335213"/>
          <p14:tracePt t="60108" x="8888413" y="2319338"/>
          <p14:tracePt t="60121" x="8653463" y="2303463"/>
          <p14:tracePt t="60136" x="8412163" y="2303463"/>
          <p14:tracePt t="60149" x="8153400" y="2311400"/>
          <p14:tracePt t="60165" x="7912100" y="2303463"/>
          <p14:tracePt t="60180" x="7677150" y="2289175"/>
          <p14:tracePt t="60196" x="7435850" y="2281238"/>
          <p14:tracePt t="60210" x="7169150" y="2289175"/>
          <p14:tracePt t="60238" x="6772275" y="2281238"/>
          <p14:tracePt t="61563" x="1406525" y="2921000"/>
          <p14:tracePt t="61577" x="1390650" y="2984500"/>
          <p14:tracePt t="61622" x="1382713" y="2990850"/>
          <p14:tracePt t="61663" x="1366838" y="2968625"/>
          <p14:tracePt t="61720" x="1350963" y="2851150"/>
          <p14:tracePt t="61855" x="1241425" y="2897188"/>
          <p14:tracePt t="62020" x="1366838" y="2789238"/>
          <p14:tracePt t="62073" x="1374775" y="2819400"/>
          <p14:tracePt t="62088" x="1390650" y="2867025"/>
          <p14:tracePt t="62103" x="1414463" y="2952750"/>
          <p14:tracePt t="62121" x="1538288" y="3155950"/>
          <p14:tracePt t="62131" x="1585913" y="3233738"/>
          <p14:tracePt t="62149" x="1601788" y="3265488"/>
          <p14:tracePt t="62165" x="1624013" y="3295650"/>
          <p14:tracePt t="62177" x="1624013" y="3319463"/>
          <p14:tracePt t="62193" x="1616075" y="3351213"/>
          <p14:tracePt t="62212" x="1609725" y="3375025"/>
          <p14:tracePt t="62283" x="1647825" y="3482975"/>
          <p14:tracePt t="62299" x="1671638" y="3562350"/>
          <p14:tracePt t="62314" x="1733550" y="3663950"/>
          <p14:tracePt t="62329" x="1741488" y="3694113"/>
          <p14:tracePt t="62344" x="1749425" y="3725863"/>
          <p14:tracePt t="62360" x="1757363" y="3765550"/>
          <p14:tracePt t="62376" x="1765300" y="3803650"/>
          <p14:tracePt t="62394" x="1781175" y="3835400"/>
          <p14:tracePt t="62410" x="1797050" y="3859213"/>
          <p14:tracePt t="62432" x="1804988" y="3897313"/>
          <p14:tracePt t="62447" x="1781175" y="3998913"/>
          <p14:tracePt t="62464" x="1765300" y="4030663"/>
          <p14:tracePt t="62562" x="1741488" y="4148138"/>
          <p14:tracePt t="62598" x="1703388" y="4249738"/>
          <p14:tracePt t="62614" x="1647825" y="4359275"/>
          <p14:tracePt t="62630" x="1601788" y="4459288"/>
          <p14:tracePt t="62658" x="1538288" y="4554538"/>
          <p14:tracePt t="62718" x="1468438" y="4648200"/>
          <p14:tracePt t="62830" x="1428750" y="4787900"/>
          <p14:tracePt t="62869" x="1428750" y="4905375"/>
          <p14:tracePt t="62897" x="1428750" y="4937125"/>
          <p14:tracePt t="62912" x="1406525" y="5053013"/>
          <p14:tracePt t="63042" x="1390650" y="4945063"/>
          <p14:tracePt t="63068" x="1398588" y="4694238"/>
          <p14:tracePt t="63083" x="1414463" y="4576763"/>
          <p14:tracePt t="63097" x="1476375" y="4343400"/>
          <p14:tracePt t="63113" x="1508125" y="4225925"/>
          <p14:tracePt t="63127" x="1585913" y="4006850"/>
          <p14:tracePt t="63142" x="1616075" y="3881438"/>
          <p14:tracePt t="63159" x="1639888" y="3779838"/>
          <p14:tracePt t="63175" x="1671638" y="3663950"/>
          <p14:tracePt t="63192" x="1687513" y="3538538"/>
          <p14:tracePt t="63198" x="1703388" y="3311525"/>
          <p14:tracePt t="63215" x="1709738" y="3179763"/>
          <p14:tracePt t="63229" x="1709738" y="3078163"/>
          <p14:tracePt t="63243" x="1695450" y="2968625"/>
          <p14:tracePt t="63273" x="1703388" y="2851150"/>
          <p14:tracePt t="63289" x="1749425" y="2749550"/>
          <p14:tracePt t="63329" x="1765300" y="2640013"/>
          <p14:tracePt t="63521" x="1765300" y="2765425"/>
          <p14:tracePt t="63549" x="1749425" y="3014663"/>
          <p14:tracePt t="63563" x="1717675" y="3140075"/>
          <p14:tracePt t="63576" x="1695450" y="3249613"/>
          <p14:tracePt t="63604" x="1687513" y="3367088"/>
          <p14:tracePt t="63634" x="1663700" y="3476625"/>
          <p14:tracePt t="63650" x="1631950" y="3600450"/>
          <p14:tracePt t="63666" x="1562100" y="3851275"/>
          <p14:tracePt t="63682" x="1530350" y="3960813"/>
          <p14:tracePt t="63694" x="1492250" y="4076700"/>
          <p14:tracePt t="63724" x="1468438" y="4186238"/>
          <p14:tracePt t="63754" x="1452563" y="4303713"/>
          <p14:tracePt t="63784" x="1398588" y="4546600"/>
          <p14:tracePt t="63881" x="1390650" y="4662488"/>
          <p14:tracePt t="63905" x="1374775" y="4819650"/>
          <p14:tracePt t="63934" x="1382713" y="4959350"/>
          <p14:tracePt t="63974" x="1382713" y="4991100"/>
          <p14:tracePt t="63999" x="1366838" y="5116513"/>
          <p14:tracePt t="64024" x="1366838" y="5233988"/>
          <p14:tracePt t="64054" x="1366838" y="5256213"/>
          <p14:tracePt t="64069" x="1358900" y="5373688"/>
          <p14:tracePt t="64168" x="1366838" y="5483225"/>
          <p14:tracePt t="64234" x="1390650" y="5592763"/>
          <p14:tracePt t="64363" x="1414463" y="5576888"/>
          <p14:tracePt t="64389" x="1508125" y="5514975"/>
          <p14:tracePt t="64403" x="1522413" y="5491163"/>
          <p14:tracePt t="64417" x="1631950" y="5264150"/>
          <p14:tracePt t="64431" x="1655763" y="5154613"/>
          <p14:tracePt t="64445" x="1679575" y="5030788"/>
          <p14:tracePt t="64458" x="1695450" y="4905375"/>
          <p14:tracePt t="64477" x="1709738" y="4787900"/>
          <p14:tracePt t="64492" x="1709738" y="4670425"/>
          <p14:tracePt t="64534" x="1709738" y="4421188"/>
          <p14:tracePt t="64550" x="1725613" y="4279900"/>
          <p14:tracePt t="64566" x="1733550" y="4170363"/>
          <p14:tracePt t="64582" x="1725613" y="4054475"/>
          <p14:tracePt t="64597" x="1717675" y="3944938"/>
          <p14:tracePt t="64648" x="1703388" y="3835400"/>
          <p14:tracePt t="64674" x="1781175" y="3608388"/>
          <p14:tracePt t="64700" x="1797050" y="3506788"/>
          <p14:tracePt t="64753" x="1827213" y="3397250"/>
          <p14:tracePt t="64779" x="1811338" y="3273425"/>
          <p14:tracePt t="64835" x="1781175" y="3163888"/>
          <p14:tracePt t="64879" x="1757363" y="3046413"/>
          <p14:tracePt t="64908" x="1717675" y="2928938"/>
          <p14:tracePt t="64955" x="1631950" y="2843213"/>
          <p14:tracePt t="66159" x="1905000" y="3273425"/>
          <p14:tracePt t="66616" x="1671638" y="3295650"/>
          <p14:tracePt t="66651" x="1609725" y="3319463"/>
          <p14:tracePt t="66655" x="1492250" y="3327400"/>
          <p14:tracePt t="66665" x="1398588" y="3303588"/>
          <p14:tracePt t="66684" x="1335088" y="3287713"/>
          <p14:tracePt t="66698" x="1273175" y="3249613"/>
          <p14:tracePt t="66713" x="1211263" y="3194050"/>
          <p14:tracePt t="66726" x="1131888" y="3100388"/>
          <p14:tracePt t="66761" x="1131888" y="3030538"/>
          <p14:tracePt t="66777" x="1147763" y="2984500"/>
          <p14:tracePt t="66802" x="1171575" y="2960688"/>
          <p14:tracePt t="66819" x="1203325" y="2952750"/>
          <p14:tracePt t="66832" x="1233488" y="2944813"/>
          <p14:tracePt t="66849" x="1281113" y="2952750"/>
          <p14:tracePt t="66865" x="1374775" y="2968625"/>
          <p14:tracePt t="66880" x="1398588" y="2968625"/>
          <p14:tracePt t="66952" x="1374775" y="2952750"/>
          <p14:tracePt t="66967" x="1350963" y="2944813"/>
          <p14:tracePt t="67031" x="1335088" y="2944813"/>
          <p14:tracePt t="67088" x="1335088" y="2968625"/>
          <p14:tracePt t="67101" x="1350963" y="2990850"/>
          <p14:tracePt t="67132" x="1366838" y="3014663"/>
          <p14:tracePt t="67231" x="1350963" y="3030538"/>
          <p14:tracePt t="67366" x="1327150" y="3038475"/>
          <p14:tracePt t="67392" x="1304925" y="3054350"/>
          <p14:tracePt t="67517" x="1327150" y="3038475"/>
          <p14:tracePt t="67612" x="1335088" y="3014663"/>
          <p14:tracePt t="67815" x="1343025" y="2998788"/>
          <p14:tracePt t="67838" x="1358900" y="2960688"/>
          <p14:tracePt t="67853" x="1382713" y="2921000"/>
          <p14:tracePt t="67868" x="1390650" y="2905125"/>
          <p14:tracePt t="67928" x="1428750" y="2905125"/>
          <p14:tracePt t="67946" x="1460500" y="2905125"/>
          <p14:tracePt t="67962" x="1492250" y="2905125"/>
          <p14:tracePt t="68103" x="1460500" y="2913063"/>
          <p14:tracePt t="68117" x="1428750" y="2921000"/>
          <p14:tracePt t="68131" x="1374775" y="2921000"/>
          <p14:tracePt t="68138" x="1350963" y="2928938"/>
          <p14:tracePt t="68175" x="1296988" y="2936875"/>
          <p14:tracePt t="68258" x="1343025" y="2905125"/>
          <p14:tracePt t="68288" x="1406525" y="2890838"/>
          <p14:tracePt t="68302" x="1444625" y="2890838"/>
          <p14:tracePt t="68317" x="1476375" y="2882900"/>
          <p14:tracePt t="68335" x="1514475" y="2874963"/>
          <p14:tracePt t="68351" x="1546225" y="2867025"/>
          <p14:tracePt t="68378" x="1585913" y="2867025"/>
          <p14:tracePt t="68408" x="1616075" y="2867025"/>
          <p14:tracePt t="68438" x="1639888" y="2874963"/>
          <p14:tracePt t="68521" x="1570038" y="2905125"/>
          <p14:tracePt t="68550" x="1420813" y="2944813"/>
          <p14:tracePt t="68568" x="1382713" y="2944813"/>
          <p14:tracePt t="68581" x="1358900" y="2944813"/>
          <p14:tracePt t="68596" x="1335088" y="2936875"/>
          <p14:tracePt t="68620" x="1312863" y="2952750"/>
          <p14:tracePt t="68681" x="1343025" y="2960688"/>
          <p14:tracePt t="68705" x="1406525" y="2960688"/>
          <p14:tracePt t="68712" x="1476375" y="2944813"/>
          <p14:tracePt t="68814" x="1460500" y="2968625"/>
          <p14:tracePt t="68926" x="1428750" y="2976563"/>
          <p14:tracePt t="69032" x="1460500" y="2984500"/>
          <p14:tracePt t="69064" x="1530350" y="2976563"/>
          <p14:tracePt t="69165" x="1460500" y="2984500"/>
          <p14:tracePt t="69196" x="1428750" y="2984500"/>
          <p14:tracePt t="69221" x="1398588" y="2984500"/>
          <p14:tracePt t="69527" x="1382713" y="2960688"/>
          <p14:tracePt t="69603" x="1350963" y="2968625"/>
          <p14:tracePt t="69700" x="1327150" y="2960688"/>
          <p14:tracePt t="69745" x="1304925" y="2960688"/>
          <p14:tracePt t="69873" x="1281113" y="2976563"/>
          <p14:tracePt t="70157" x="1304925" y="2976563"/>
          <p14:tracePt t="70185" x="1374775" y="2976563"/>
          <p14:tracePt t="70225" x="1398588" y="2968625"/>
          <p14:tracePt t="70258" x="1420813" y="2984500"/>
          <p14:tracePt t="70269" x="1452563" y="2990850"/>
          <p14:tracePt t="70287" x="1484313" y="2998788"/>
          <p14:tracePt t="70330" x="1508125" y="3006725"/>
          <p14:tracePt t="70375" x="1538288" y="3014663"/>
          <p14:tracePt t="70405" x="1570038" y="3014663"/>
          <p14:tracePt t="70466" x="1609725" y="3014663"/>
          <p14:tracePt t="70488" x="1631950" y="3014663"/>
          <p14:tracePt t="70557" x="1663700" y="2998788"/>
          <p14:tracePt t="70680" x="1671638" y="2976563"/>
          <p14:tracePt t="70708" x="1687513" y="2960688"/>
          <p14:tracePt t="70815" x="1639888" y="2990850"/>
          <p14:tracePt t="70841" x="1616075" y="2998788"/>
          <p14:tracePt t="70909" x="1593850" y="3014663"/>
          <p14:tracePt t="70960" x="1570038" y="3022600"/>
          <p14:tracePt t="71041" x="1631950" y="3038475"/>
          <p14:tracePt t="71058" x="1663700" y="3038475"/>
          <p14:tracePt t="71073" x="1749425" y="3022600"/>
          <p14:tracePt t="71088" x="1858963" y="3014663"/>
          <p14:tracePt t="71105" x="1905000" y="3014663"/>
          <p14:tracePt t="71110" x="1936750" y="3014663"/>
          <p14:tracePt t="71225" x="2006600" y="3006725"/>
          <p14:tracePt t="71449" x="2124075" y="3006725"/>
          <p14:tracePt t="71501" x="2249488" y="3006725"/>
          <p14:tracePt t="71517" x="2366963" y="3006725"/>
          <p14:tracePt t="71546" x="2476500" y="2998788"/>
          <p14:tracePt t="71629" x="2592388" y="3006725"/>
          <p14:tracePt t="71664" x="2717800" y="3022600"/>
          <p14:tracePt t="71710" x="2835275" y="3022600"/>
          <p14:tracePt t="72110" x="2795588" y="2905125"/>
          <p14:tracePt t="72177" x="2867025" y="2803525"/>
          <p14:tracePt t="72222" x="2944813" y="2733675"/>
          <p14:tracePt t="72254" x="3054350" y="2687638"/>
          <p14:tracePt t="72298" x="3163888" y="2679700"/>
          <p14:tracePt t="72356" x="3257550" y="2741613"/>
          <p14:tracePt t="72419" x="3271838" y="2859088"/>
          <p14:tracePt t="72434" x="3249613" y="2976563"/>
          <p14:tracePt t="72462" x="3186113" y="3086100"/>
          <p14:tracePt t="72476" x="3124200" y="3171825"/>
          <p14:tracePt t="72507" x="3014663" y="3241675"/>
          <p14:tracePt t="72521" x="2913063" y="3295650"/>
          <p14:tracePt t="72553" x="2795588" y="3311525"/>
          <p14:tracePt t="72612" x="2679700" y="3281363"/>
          <p14:tracePt t="72627" x="2562225" y="3241675"/>
          <p14:tracePt t="72657" x="2484438" y="3163888"/>
          <p14:tracePt t="72711" x="2484438" y="3046413"/>
          <p14:tracePt t="72738" x="2570163" y="2819400"/>
          <p14:tracePt t="72777" x="2616200" y="2709863"/>
          <p14:tracePt t="72808" x="2803525" y="2546350"/>
          <p14:tracePt t="72838" x="2905125" y="2492375"/>
          <p14:tracePt t="72867" x="3030538" y="2492375"/>
          <p14:tracePt t="72930" x="3140075" y="2554288"/>
          <p14:tracePt t="72959" x="3303588" y="2725738"/>
          <p14:tracePt t="72990" x="3351213" y="2827338"/>
          <p14:tracePt t="73018" x="3351213" y="2944813"/>
          <p14:tracePt t="73047" x="3311525" y="3062288"/>
          <p14:tracePt t="73077" x="3241675" y="3163888"/>
          <p14:tracePt t="73147" x="3132138" y="3194050"/>
          <p14:tracePt t="73177" x="3014663" y="3194050"/>
          <p14:tracePt t="73228" x="2928938" y="3116263"/>
          <p14:tracePt t="73273" x="2827338" y="2905125"/>
          <p14:tracePt t="73305" x="2803525" y="2795588"/>
          <p14:tracePt t="73332" x="2843213" y="2679700"/>
          <p14:tracePt t="73362" x="2921000" y="2452688"/>
          <p14:tracePt t="73408" x="3006725" y="2382838"/>
          <p14:tracePt t="73424" x="3100388" y="2319338"/>
          <p14:tracePt t="73455" x="3194050" y="2249488"/>
          <p14:tracePt t="73513" x="3311525" y="2209800"/>
          <p14:tracePt t="73529" x="3436938" y="2209800"/>
          <p14:tracePt t="73642" x="3498850" y="2303463"/>
          <p14:tracePt t="73677" x="3467100" y="2428875"/>
          <p14:tracePt t="73723" x="3397250" y="2522538"/>
          <p14:tracePt t="73755" x="3303588" y="2586038"/>
          <p14:tracePt t="73769" x="3194050" y="2624138"/>
          <p14:tracePt t="73785" x="3084513" y="2655888"/>
          <p14:tracePt t="73813" x="2968625" y="2663825"/>
          <p14:tracePt t="73858" x="2843213" y="2663825"/>
          <p14:tracePt t="73934" x="2741613" y="2586038"/>
          <p14:tracePt t="73953" x="2546350" y="2492375"/>
          <p14:tracePt t="74039" x="2584450" y="2374900"/>
          <p14:tracePt t="74090" x="2632075" y="2273300"/>
          <p14:tracePt t="74114" x="2679700" y="2179638"/>
          <p14:tracePt t="74143" x="2765425" y="2108200"/>
          <p14:tracePt t="74189" x="2874963" y="2070100"/>
          <p14:tracePt t="74242" x="2982913" y="2038350"/>
          <p14:tracePt t="74307" x="3108325" y="2022475"/>
          <p14:tracePt t="74341" x="3217863" y="2030413"/>
          <p14:tracePt t="74371" x="3327400" y="2070100"/>
          <p14:tracePt t="74414" x="3381375" y="2179638"/>
          <p14:tracePt t="74477" x="3381375" y="2297113"/>
          <p14:tracePt t="74504" x="3335338" y="2413000"/>
          <p14:tracePt t="74549" x="3265488" y="2514600"/>
          <p14:tracePt t="74580" x="3186113" y="2586038"/>
          <p14:tracePt t="74639" x="3084513" y="2632075"/>
          <p14:tracePt t="74655" x="2968625" y="2655888"/>
          <p14:tracePt t="74684" x="2843213" y="2663825"/>
          <p14:tracePt t="74700" x="2725738" y="2663825"/>
          <p14:tracePt t="74729" x="2616200" y="2663825"/>
          <p14:tracePt t="74790" x="2522538" y="2593975"/>
          <p14:tracePt t="74807" x="2428875" y="2522538"/>
          <p14:tracePt t="74879" x="2436813" y="2413000"/>
          <p14:tracePt t="74948" x="2484438" y="2297113"/>
          <p14:tracePt t="74985" x="2562225" y="2203450"/>
          <p14:tracePt t="75060" x="2671763" y="2132013"/>
          <p14:tracePt t="75135" x="2765425" y="2062163"/>
          <p14:tracePt t="75164" x="2874963" y="2038350"/>
          <p14:tracePt t="75210" x="2990850" y="2030413"/>
          <p14:tracePt t="75254" x="3100388" y="2078038"/>
          <p14:tracePt t="75285" x="3194050" y="2163763"/>
          <p14:tracePt t="75330" x="3257550" y="2241550"/>
          <p14:tracePt t="75375" x="3303588" y="2351088"/>
          <p14:tracePt t="75419" x="3287713" y="2468563"/>
          <p14:tracePt t="75488" x="3225800" y="2578100"/>
          <p14:tracePt t="75527" x="3155950" y="2663825"/>
          <p14:tracePt t="75544" x="3046413" y="2701925"/>
          <p14:tracePt t="75571" x="2928938" y="2733675"/>
          <p14:tracePt t="75600" x="2701925" y="2789238"/>
          <p14:tracePt t="75756" x="2584450" y="2741613"/>
          <p14:tracePt t="75827" x="2600325" y="2624138"/>
          <p14:tracePt t="75870" x="2640013" y="2522538"/>
          <p14:tracePt t="75997" x="2733675" y="2428875"/>
          <p14:tracePt t="76027" x="2835275" y="2374900"/>
          <p14:tracePt t="76044" x="2944813" y="2343150"/>
          <p14:tracePt t="76080" x="3054350" y="2327275"/>
          <p14:tracePt t="76283" x="3092450" y="2444750"/>
          <p14:tracePt t="76366" x="3070225" y="2554288"/>
          <p14:tracePt t="76380" x="3030538" y="2663825"/>
          <p14:tracePt t="76481" x="2952750" y="2757488"/>
          <p14:tracePt t="76531" x="2867025" y="2811463"/>
          <p14:tracePt t="76545" x="2765425" y="2859088"/>
          <p14:tracePt t="76575" x="2624138" y="2882900"/>
          <p14:tracePt t="76654" x="2554288" y="2789238"/>
          <p14:tracePt t="76681" x="2592388" y="2530475"/>
          <p14:tracePt t="78378" x="3686175" y="3108325"/>
          <p14:tracePt t="78422" x="3592513" y="3163888"/>
          <p14:tracePt t="78455" x="3429000" y="3311525"/>
          <p14:tracePt t="78469" x="3295650" y="3413125"/>
          <p14:tracePt t="78483" x="3201988" y="3421063"/>
          <p14:tracePt t="78505" x="3178175" y="3405188"/>
          <p14:tracePt t="78542" x="3076575" y="3359150"/>
          <p14:tracePt t="78603" x="3038475" y="3257550"/>
          <p14:tracePt t="78648" x="3022600" y="3140075"/>
          <p14:tracePt t="78678" x="3092450" y="3030538"/>
          <p14:tracePt t="78693" x="3186113" y="2984500"/>
          <p14:tracePt t="78710" x="3225800" y="2984500"/>
          <p14:tracePt t="78728" x="3265488" y="2976563"/>
          <p14:tracePt t="78881" x="3217863" y="3014663"/>
          <p14:tracePt t="78905" x="3108325" y="3014663"/>
          <p14:tracePt t="78923" x="3054350" y="3006725"/>
          <p14:tracePt t="78939" x="2990850" y="2990850"/>
          <p14:tracePt t="78956" x="2960688" y="2990850"/>
          <p14:tracePt t="78992" x="2928938" y="2984500"/>
          <p14:tracePt t="79183" x="2897188" y="2976563"/>
          <p14:tracePt t="79209" x="2811463" y="2944813"/>
          <p14:tracePt t="79226" x="2773363" y="2944813"/>
          <p14:tracePt t="79232" x="2741613" y="2928938"/>
          <p14:tracePt t="79249" x="2717800" y="2921000"/>
          <p14:tracePt t="79392" x="2717800" y="2882900"/>
          <p14:tracePt t="79423" x="2647950" y="2851150"/>
          <p14:tracePt t="79428" x="2616200" y="2859088"/>
          <p14:tracePt t="79551" x="2562225" y="2827338"/>
          <p14:tracePt t="79578" x="2538413" y="2795588"/>
          <p14:tracePt t="79608" x="2522538" y="2765425"/>
          <p14:tracePt t="79625" x="2498725" y="2741613"/>
          <p14:tracePt t="79777" x="2460625" y="2749550"/>
          <p14:tracePt t="80651" x="2584450" y="2749550"/>
          <p14:tracePt t="80765" x="2709863" y="2741613"/>
          <p14:tracePt t="80825" x="2835275" y="2749550"/>
          <p14:tracePt t="80858" x="2960688" y="2757488"/>
          <p14:tracePt t="80876" x="3092450" y="2773363"/>
          <p14:tracePt t="80895" x="3132138" y="2773363"/>
          <p14:tracePt t="81103" x="3178175" y="2781300"/>
          <p14:tracePt t="81142" x="3217863" y="2781300"/>
          <p14:tracePt t="81184" x="3279775" y="2803525"/>
          <p14:tracePt t="81279" x="3335338" y="2803525"/>
          <p14:tracePt t="81582" x="3452813" y="2789238"/>
          <p14:tracePt t="81774" x="3554413" y="2803525"/>
          <p14:tracePt t="81925" x="3436938" y="2795588"/>
          <p14:tracePt t="81959" x="3319463" y="2789238"/>
          <p14:tracePt t="81965" x="3217863" y="2819400"/>
          <p14:tracePt t="82011" x="3100388" y="2827338"/>
          <p14:tracePt t="82094" x="2974975" y="2843213"/>
          <p14:tracePt t="82146" x="2859088" y="2835275"/>
          <p14:tracePt t="82334" x="2741613" y="2843213"/>
          <p14:tracePt t="82659" x="2859088" y="2819400"/>
          <p14:tracePt t="82785" x="2974975" y="2811463"/>
          <p14:tracePt t="83174" x="2859088" y="2843213"/>
          <p14:tracePt t="83212" x="2624138" y="2867025"/>
          <p14:tracePt t="83287" x="2514600" y="2867025"/>
          <p14:tracePt t="83415" x="2397125" y="2882900"/>
          <p14:tracePt t="84448" x="2506663" y="2851150"/>
          <p14:tracePt t="84518" x="2616200" y="2795588"/>
          <p14:tracePt t="84617" x="2741613" y="2781300"/>
          <p14:tracePt t="84722" x="2859088" y="2749550"/>
          <p14:tracePt t="84912" x="2974975" y="2749550"/>
          <p14:tracePt t="85142" x="3092450" y="2765425"/>
          <p14:tracePt t="85953" x="2982913" y="2811463"/>
          <p14:tracePt t="86388" x="2874963" y="2859088"/>
          <p14:tracePt t="86416" x="2749550" y="2890838"/>
          <p14:tracePt t="87256" x="2874963" y="2859088"/>
          <p14:tracePt t="87694" x="2773363" y="2913063"/>
          <p14:tracePt t="87836" x="2693988" y="2960688"/>
          <p14:tracePt t="87850" x="2592388" y="3006725"/>
          <p14:tracePt t="87867" x="2522538" y="3038475"/>
          <p14:tracePt t="87896" x="2476500" y="3078163"/>
          <p14:tracePt t="87910" x="2436813" y="3092450"/>
          <p14:tracePt t="87956" x="2428875" y="3062288"/>
          <p14:tracePt t="87971" x="2436813" y="2998788"/>
          <p14:tracePt t="87989" x="2476500" y="2921000"/>
          <p14:tracePt t="88006" x="2522538" y="2867025"/>
          <p14:tracePt t="88022" x="2562225" y="2811463"/>
          <p14:tracePt t="88041" x="2592388" y="2789238"/>
          <p14:tracePt t="88046" x="2647950" y="2749550"/>
          <p14:tracePt t="88062" x="2709863" y="2717800"/>
          <p14:tracePt t="88091" x="2733675" y="2693988"/>
          <p14:tracePt t="88236" x="2749550" y="2671763"/>
          <p14:tracePt t="88316" x="2717800" y="2733675"/>
          <p14:tracePt t="88357" x="2701925" y="2757488"/>
          <p14:tracePt t="88391" x="2686050" y="2781300"/>
          <p14:tracePt t="88445" x="2686050" y="2819400"/>
          <p14:tracePt t="88546" x="2663825" y="2835275"/>
          <p14:tracePt t="88580" x="2640013" y="2859088"/>
          <p14:tracePt t="89220" x="2647950" y="2827338"/>
          <p14:tracePt t="89491" x="2647950" y="2867025"/>
          <p14:tracePt t="89630" x="2663825" y="2897188"/>
          <p14:tracePt t="89824" x="2686050" y="2897188"/>
          <p14:tracePt t="89866" x="2741613" y="2874963"/>
          <p14:tracePt t="89891" x="2779713" y="2811463"/>
          <p14:tracePt t="89893" x="2787650" y="2781300"/>
          <p14:tracePt t="89923" x="2795588" y="2749550"/>
          <p14:tracePt t="89983" x="2859088" y="2717800"/>
          <p14:tracePt t="89997" x="2897188" y="2701925"/>
          <p14:tracePt t="90277" x="3006725" y="2733675"/>
          <p14:tracePt t="90314" x="3124200" y="2781300"/>
          <p14:tracePt t="90411" x="3225800" y="2827338"/>
          <p14:tracePt t="90440" x="3295650" y="2859088"/>
          <p14:tracePt t="90456" x="3373438" y="2882900"/>
          <p14:tracePt t="90635" x="3498850" y="2803525"/>
          <p14:tracePt t="90662" x="3538538" y="2789238"/>
          <p14:tracePt t="91047" x="3616325" y="2765425"/>
          <p14:tracePt t="91075" x="3717925" y="2733675"/>
          <p14:tracePt t="91080" x="3741738" y="2733675"/>
          <p14:tracePt t="91205" x="3733800" y="2757488"/>
          <p14:tracePt t="91253" x="3749675" y="2733675"/>
          <p14:tracePt t="91613" x="3717925" y="2789238"/>
          <p14:tracePt t="91667" x="3648075" y="2859088"/>
          <p14:tracePt t="91685" x="3592513" y="2890838"/>
          <p14:tracePt t="91702" x="3560763" y="2905125"/>
          <p14:tracePt t="91718" x="3522663" y="2905125"/>
          <p14:tracePt t="91762" x="3405188" y="2921000"/>
          <p14:tracePt t="91794" x="3287713" y="2936875"/>
          <p14:tracePt t="91829" x="3178175" y="2944813"/>
          <p14:tracePt t="91875" x="3062288" y="2952750"/>
          <p14:tracePt t="91906" x="2944813" y="2968625"/>
          <p14:tracePt t="91987" x="2827338" y="2984500"/>
          <p14:tracePt t="92026" x="2701925" y="2998788"/>
          <p14:tracePt t="92132" x="2592388" y="3022600"/>
          <p14:tracePt t="92765" x="2640013" y="3030538"/>
          <p14:tracePt t="92821" x="2701925" y="3054350"/>
          <p14:tracePt t="92840" x="2733675" y="3070225"/>
          <p14:tracePt t="92976" x="2843213" y="3022600"/>
          <p14:tracePt t="93046" x="2960688" y="3006725"/>
          <p14:tracePt t="93091" x="3163888" y="2998788"/>
          <p14:tracePt t="93104" x="3225800" y="2998788"/>
          <p14:tracePt t="93190" x="3365500" y="3086100"/>
          <p14:tracePt t="93229" x="3381375" y="3108325"/>
          <p14:tracePt t="93270" x="3351213" y="3100388"/>
          <p14:tracePt t="93284" x="3311525" y="3092450"/>
          <p14:tracePt t="93366" x="3209925" y="3140075"/>
          <p14:tracePt t="93393" x="3100388" y="3179763"/>
          <p14:tracePt t="93413" x="2982913" y="3209925"/>
          <p14:tracePt t="93519" x="2859088" y="3201988"/>
          <p14:tracePt t="94014" x="2968625" y="3171825"/>
          <p14:tracePt t="94047" x="3092450" y="3148013"/>
          <p14:tracePt t="94083" x="3194050" y="3132138"/>
          <p14:tracePt t="94240" x="3311525" y="3100388"/>
          <p14:tracePt t="95410" x="3335338" y="3179763"/>
          <p14:tracePt t="95446" x="3351213" y="3233738"/>
          <p14:tracePt t="95449" x="3335338" y="3281363"/>
          <p14:tracePt t="95529" x="3217863" y="3311525"/>
          <p14:tracePt t="95582" x="3132138" y="3335338"/>
          <p14:tracePt t="95628" x="3022600" y="3303588"/>
          <p14:tracePt t="95801" x="2905125" y="3295650"/>
          <p14:tracePt t="95868" x="2787650" y="3295650"/>
          <p14:tracePt t="95958" x="2679700" y="3319463"/>
          <p14:tracePt t="96281" x="2795588" y="3295650"/>
          <p14:tracePt t="96461" x="2905125" y="3273425"/>
          <p14:tracePt t="96611" x="3030538" y="3273425"/>
          <p14:tracePt t="96649" x="3201988" y="3287713"/>
          <p14:tracePt t="96666" x="3249613" y="3281363"/>
          <p14:tracePt t="97198" x="3359150" y="3233738"/>
          <p14:tracePt t="97303" x="3444875" y="3233738"/>
          <p14:tracePt t="97340" x="3490913" y="3225800"/>
          <p14:tracePt t="97648" x="3413125" y="3132138"/>
          <p14:tracePt t="97685" x="3327400" y="3062288"/>
          <p14:tracePt t="97701" x="3217863" y="2990850"/>
          <p14:tracePt t="97719" x="3116263" y="2928938"/>
          <p14:tracePt t="97735" x="2990850" y="2905125"/>
          <p14:tracePt t="97759" x="2881313" y="2913063"/>
          <p14:tracePt t="97819" x="2757488" y="2921000"/>
          <p14:tracePt t="97914" x="2624138" y="2952750"/>
          <p14:tracePt t="97944" x="2514600" y="2984500"/>
          <p14:tracePt t="97985" x="2397125" y="3038475"/>
          <p14:tracePt t="98000" x="2311400" y="3132138"/>
          <p14:tracePt t="98018" x="2225675" y="3209925"/>
          <p14:tracePt t="98504" x="2351088" y="3171825"/>
          <p14:tracePt t="98558" x="2468563" y="3116263"/>
          <p14:tracePt t="98588" x="2578100" y="3070225"/>
          <p14:tracePt t="98603" x="2693988" y="3022600"/>
          <p14:tracePt t="98626" x="2803525" y="2976563"/>
          <p14:tracePt t="98631" x="2889250" y="2890838"/>
          <p14:tracePt t="98660" x="2982913" y="2819400"/>
          <p14:tracePt t="98674" x="3084513" y="2749550"/>
          <p14:tracePt t="98693" x="3186113" y="2687638"/>
          <p14:tracePt t="98744" x="3279775" y="2632075"/>
          <p14:tracePt t="98772" x="3482975" y="2514600"/>
          <p14:tracePt t="99029" x="3413125" y="2593975"/>
          <p14:tracePt t="99063" x="3327400" y="2671763"/>
          <p14:tracePt t="99066" x="3225800" y="2741613"/>
          <p14:tracePt t="99111" x="3116263" y="2789238"/>
          <p14:tracePt t="99126" x="2990850" y="2781300"/>
          <p14:tracePt t="99283" x="3070225" y="2679700"/>
          <p14:tracePt t="99313" x="3186113" y="2640013"/>
          <p14:tracePt t="99353" x="3295650" y="2679700"/>
          <p14:tracePt t="99371" x="3389313" y="2765425"/>
          <p14:tracePt t="99411" x="3482975" y="2843213"/>
          <p14:tracePt t="99425" x="3530600" y="2960688"/>
          <p14:tracePt t="99471" x="3506788" y="3078163"/>
          <p14:tracePt t="99486" x="3467100" y="3186113"/>
          <p14:tracePt t="99505" x="3405188" y="3295650"/>
          <p14:tracePt t="99531" x="3311525" y="3375025"/>
          <p14:tracePt t="99548" x="3217863" y="3436938"/>
          <p14:tracePt t="99592" x="3108325" y="3482975"/>
          <p14:tracePt t="99607" x="2982913" y="3468688"/>
          <p14:tracePt t="99626" x="2843213" y="3429000"/>
          <p14:tracePt t="99656" x="2757488" y="3359150"/>
          <p14:tracePt t="99681" x="2701925" y="3249613"/>
          <p14:tracePt t="99697" x="2686050" y="3132138"/>
          <p14:tracePt t="99714" x="2693988" y="3014663"/>
          <p14:tracePt t="99759" x="2693988" y="2897188"/>
          <p14:tracePt t="99775" x="2779713" y="2803525"/>
          <p14:tracePt t="99817" x="2881313" y="2749550"/>
          <p14:tracePt t="99862" x="2990850" y="2717800"/>
          <p14:tracePt t="99891" x="3116263" y="2725738"/>
          <p14:tracePt t="99908" x="3201988" y="2781300"/>
          <p14:tracePt t="99938" x="3271838" y="2867025"/>
          <p14:tracePt t="99967" x="3303588" y="2976563"/>
          <p14:tracePt t="99997" x="3311525" y="3100388"/>
          <p14:tracePt t="100012" x="3295650" y="3217863"/>
          <p14:tracePt t="100031" x="3271838" y="3327400"/>
          <p14:tracePt t="100074" x="3194050" y="3413125"/>
          <p14:tracePt t="100102" x="2982913" y="3506788"/>
          <p14:tracePt t="100147" x="2874963" y="3546475"/>
          <p14:tracePt t="100162" x="2765425" y="3522663"/>
          <p14:tracePt t="100191" x="2679700" y="3444875"/>
          <p14:tracePt t="100253" x="2686050" y="3335338"/>
          <p14:tracePt t="100283" x="2671763" y="3209925"/>
          <p14:tracePt t="100311" x="2733675" y="3092450"/>
          <p14:tracePt t="100357" x="2779713" y="2976563"/>
          <p14:tracePt t="100389" x="2874963" y="2897188"/>
          <p14:tracePt t="100432" x="2990850" y="2867025"/>
          <p14:tracePt t="100447" x="3116263" y="2859088"/>
          <p14:tracePt t="100492" x="3217863" y="2921000"/>
          <p14:tracePt t="100547" x="3287713" y="3006725"/>
          <p14:tracePt t="100597" x="3311525" y="3124200"/>
          <p14:tracePt t="100642" x="3225800" y="3201988"/>
          <p14:tracePt t="100675" x="3132138" y="3265488"/>
          <p14:tracePt t="100691" x="3022600" y="3287713"/>
          <p14:tracePt t="100709" x="2897188" y="3295650"/>
          <p14:tracePt t="100747" x="2655888" y="3209925"/>
          <p14:tracePt t="100846" x="2663825" y="3100388"/>
          <p14:tracePt t="100878" x="2709863" y="2990850"/>
          <p14:tracePt t="100883" x="2773363" y="2890838"/>
          <p14:tracePt t="100927" x="2881313" y="2819400"/>
          <p14:tracePt t="100943" x="2974975" y="2765425"/>
          <p14:tracePt t="100975" x="3092450" y="2725738"/>
          <p14:tracePt t="101004" x="3201988" y="2765425"/>
          <p14:tracePt t="101036" x="3295650" y="2835275"/>
          <p14:tracePt t="101085" x="3351213" y="2936875"/>
          <p14:tracePt t="101118" x="3351213" y="3062288"/>
          <p14:tracePt t="101123" x="3287713" y="3163888"/>
          <p14:tracePt t="101155" x="3194050" y="3249613"/>
          <p14:tracePt t="101171" x="2990850" y="3343275"/>
          <p14:tracePt t="101197" x="2889250" y="3367088"/>
          <p14:tracePt t="101214" x="2779713" y="3367088"/>
          <p14:tracePt t="101258" x="2733675" y="3249613"/>
          <p14:tracePt t="101275" x="2709863" y="3148013"/>
          <p14:tracePt t="101293" x="2749550" y="3030538"/>
          <p14:tracePt t="101313" x="2773363" y="2913063"/>
          <p14:tracePt t="101372" x="2811463" y="2819400"/>
          <p14:tracePt t="101409" x="2905125" y="2749550"/>
          <p14:tracePt t="101426" x="3014663" y="2725738"/>
          <p14:tracePt t="101445" x="3132138" y="2733675"/>
          <p14:tracePt t="101468" x="3241675" y="2781300"/>
          <p14:tracePt t="101471" x="3343275" y="2843213"/>
          <p14:tracePt t="101552" x="3359150" y="2952750"/>
          <p14:tracePt t="101584" x="3311525" y="3062288"/>
          <p14:tracePt t="101606" x="3108325" y="3194050"/>
          <p14:tracePt t="101693" x="3070225" y="3046413"/>
          <p14:tracePt t="103315" x="6053138" y="2428875"/>
          <p14:tracePt t="103344" x="6216650" y="2303463"/>
          <p14:tracePt t="103360" x="6256338" y="2265363"/>
          <p14:tracePt t="103419" x="6200775" y="2297113"/>
          <p14:tracePt t="103435" x="6130925" y="2319338"/>
          <p14:tracePt t="103454" x="6045200" y="2319338"/>
          <p14:tracePt t="103474" x="6029325" y="2303463"/>
          <p14:tracePt t="103479" x="6005513" y="2289175"/>
          <p14:tracePt t="103562" x="6069013" y="2187575"/>
          <p14:tracePt t="103594" x="6186488" y="2070100"/>
          <p14:tracePt t="103600" x="6200775" y="2093913"/>
          <p14:tracePt t="103617" x="6186488" y="2163763"/>
          <p14:tracePt t="103637" x="6154738" y="2225675"/>
          <p14:tracePt t="103654" x="6122988" y="2249488"/>
          <p14:tracePt t="103661" x="6076950" y="2289175"/>
          <p14:tracePt t="103677" x="6061075" y="2297113"/>
          <p14:tracePt t="103697" x="6029325" y="2311400"/>
          <p14:tracePt t="103714" x="6005513" y="2327275"/>
          <p14:tracePt t="103723" x="5983288" y="2335213"/>
          <p14:tracePt t="103741" x="5959475" y="2351088"/>
          <p14:tracePt t="103780" x="5927725" y="2374900"/>
          <p14:tracePt t="103797" x="5873750" y="2405063"/>
          <p14:tracePt t="103817" x="5818188" y="2436813"/>
          <p14:tracePt t="103836" x="5772150" y="2452688"/>
          <p14:tracePt t="103843" x="5740400" y="2444750"/>
          <p14:tracePt t="103860" x="5686425" y="2428875"/>
          <p14:tracePt t="103900" x="5630863" y="2405063"/>
          <p14:tracePt t="103916" x="5600700" y="2398713"/>
          <p14:tracePt t="103976" x="5584825" y="2366963"/>
          <p14:tracePt t="104021" x="5553075" y="2351088"/>
          <p14:tracePt t="104081" x="5584825" y="2297113"/>
          <p14:tracePt t="104096" x="5614988" y="2273300"/>
          <p14:tracePt t="104117" x="5630863" y="2257425"/>
          <p14:tracePt t="104140" x="5678488" y="2195513"/>
          <p14:tracePt t="104143" x="5694363" y="2171700"/>
          <p14:tracePt t="104159" x="5708650" y="2139950"/>
          <p14:tracePt t="104200" x="5732463" y="2124075"/>
          <p14:tracePt t="104216" x="5756275" y="2116138"/>
          <p14:tracePt t="104233" x="5780088" y="2108200"/>
          <p14:tracePt t="104260" x="5803900" y="2116138"/>
          <p14:tracePt t="104278" x="5818188" y="2132013"/>
          <p14:tracePt t="104335" x="5818188" y="2163763"/>
          <p14:tracePt t="104352" x="5772150" y="2257425"/>
          <p14:tracePt t="104372" x="5716588" y="2319338"/>
          <p14:tracePt t="104391" x="5670550" y="2366963"/>
          <p14:tracePt t="104397" x="5630863" y="2413000"/>
          <p14:tracePt t="104413" x="5600700" y="2476500"/>
          <p14:tracePt t="104432" x="5553075" y="2530475"/>
          <p14:tracePt t="104458" x="5529263" y="2562225"/>
          <p14:tracePt t="104658" x="5561013" y="2546350"/>
          <p14:tracePt t="104691" x="5600700" y="2538413"/>
          <p14:tracePt t="104696" x="5630863" y="2530475"/>
          <p14:tracePt t="104778" x="5614988" y="2562225"/>
          <p14:tracePt t="104809" x="5521325" y="2679700"/>
          <p14:tracePt t="104814" x="5499100" y="2701925"/>
          <p14:tracePt t="104847" x="5483225" y="2733675"/>
          <p14:tracePt t="104961" x="5513388" y="2717800"/>
          <p14:tracePt t="104993" x="5654675" y="2687638"/>
          <p14:tracePt t="104997" x="5694363" y="2671763"/>
          <p14:tracePt t="105015" x="5748338" y="2655888"/>
          <p14:tracePt t="105033" x="5764213" y="2647950"/>
          <p14:tracePt t="105122" x="5740400" y="2655888"/>
          <p14:tracePt t="105148" x="5614988" y="2693988"/>
          <p14:tracePt t="105164" x="5545138" y="2717800"/>
          <p14:tracePt t="105184" x="5521325" y="2733675"/>
          <p14:tracePt t="105225" x="5499100" y="2765425"/>
          <p14:tracePt t="105333" x="5499100" y="2795588"/>
          <p14:tracePt t="105373" x="5443538" y="2843213"/>
          <p14:tracePt t="105392" x="5389563" y="2859088"/>
          <p14:tracePt t="105411" x="5365750" y="2843213"/>
          <p14:tracePt t="105416" x="5311775" y="2811463"/>
          <p14:tracePt t="105434" x="5280025" y="2795588"/>
          <p14:tracePt t="105454" x="5256213" y="2789238"/>
          <p14:tracePt t="105506" x="5232400" y="2757488"/>
          <p14:tracePt t="105552" x="5202238" y="2741613"/>
          <p14:tracePt t="105726" x="5146675" y="2749550"/>
          <p14:tracePt t="105756" x="5092700" y="2765425"/>
          <p14:tracePt t="105760" x="5060950" y="2773363"/>
          <p14:tracePt t="105793" x="5029200" y="2781300"/>
          <p14:tracePt t="105811" x="4999038" y="2795588"/>
          <p14:tracePt t="105942" x="4951413" y="2827338"/>
          <p14:tracePt t="105964" x="4927600" y="2843213"/>
          <p14:tracePt t="106219" x="4983163" y="2843213"/>
          <p14:tracePt t="106257" x="5022850" y="2835275"/>
          <p14:tracePt t="106325" x="5100638" y="2827338"/>
          <p14:tracePt t="106363" x="5130800" y="2827338"/>
          <p14:tracePt t="106446" x="5154613" y="2819400"/>
          <p14:tracePt t="106483" x="5186363" y="2827338"/>
          <p14:tracePt t="106627" x="5218113" y="2827338"/>
          <p14:tracePt t="106753" x="5194300" y="2811463"/>
          <p14:tracePt t="107162" x="5076825" y="2843213"/>
          <p14:tracePt t="107233" x="4959350" y="2867025"/>
          <p14:tracePt t="107885" x="5076825" y="2867025"/>
          <p14:tracePt t="107924" x="5194300" y="2890838"/>
          <p14:tracePt t="107941" x="5280025" y="2905125"/>
          <p14:tracePt t="108037" x="5349875" y="2936875"/>
          <p14:tracePt t="108073" x="5537200" y="2960688"/>
          <p14:tracePt t="108094" x="5576888" y="2944813"/>
          <p14:tracePt t="108679" x="5686425" y="2897188"/>
          <p14:tracePt t="108708" x="5897563" y="2819400"/>
          <p14:tracePt t="108729" x="5935663" y="2811463"/>
          <p14:tracePt t="108734" x="5967413" y="2803525"/>
          <p14:tracePt t="108765" x="5999163" y="2781300"/>
          <p14:tracePt t="108783" x="6021388" y="2765425"/>
          <p14:tracePt t="108831" x="6045200" y="2757488"/>
          <p14:tracePt t="108863" x="6061075" y="2789238"/>
          <p14:tracePt t="108899" x="6084888" y="2803525"/>
          <p14:tracePt t="108929" x="6099175" y="2827338"/>
          <p14:tracePt t="109024" x="6076950" y="2859088"/>
          <p14:tracePt t="109070" x="6061075" y="2882900"/>
          <p14:tracePt t="109154" x="6084888" y="2905125"/>
          <p14:tracePt t="109171" x="6107113" y="2905125"/>
          <p14:tracePt t="109192" x="6138863" y="2905125"/>
          <p14:tracePt t="109214" x="6208713" y="2882900"/>
          <p14:tracePt t="109235" x="6240463" y="2890838"/>
          <p14:tracePt t="109275" x="6272213" y="2897188"/>
          <p14:tracePt t="109373" x="6240463" y="2890838"/>
          <p14:tracePt t="109411" x="6061075" y="2897188"/>
          <p14:tracePt t="109432" x="5999163" y="2913063"/>
          <p14:tracePt t="109453" x="5967413" y="2913063"/>
          <p14:tracePt t="109456" x="5943600" y="2921000"/>
          <p14:tracePt t="109499" x="5818188" y="2913063"/>
          <p14:tracePt t="109515" x="5702300" y="2921000"/>
          <p14:tracePt t="109536" x="5592763" y="2936875"/>
          <p14:tracePt t="109598" x="5483225" y="2968625"/>
          <p14:tracePt t="109748" x="5365750" y="2968625"/>
          <p14:tracePt t="110074" x="5435600" y="3006725"/>
          <p14:tracePt t="110107" x="5622925" y="3092450"/>
          <p14:tracePt t="110131" x="5716588" y="3155950"/>
          <p14:tracePt t="110149" x="5772150" y="3171825"/>
          <p14:tracePt t="110168" x="5803900" y="3163888"/>
          <p14:tracePt t="110191" x="5834063" y="3148013"/>
          <p14:tracePt t="110212" x="5849938" y="3124200"/>
          <p14:tracePt t="110236" x="5849938" y="3086100"/>
          <p14:tracePt t="110348" x="5889625" y="3140075"/>
          <p14:tracePt t="110376" x="5959475" y="3140075"/>
          <p14:tracePt t="110396" x="5991225" y="3116263"/>
          <p14:tracePt t="110400" x="6013450" y="3092450"/>
          <p14:tracePt t="110499" x="5991225" y="3148013"/>
          <p14:tracePt t="110537" x="5935663" y="3241675"/>
          <p14:tracePt t="110566" x="5927725" y="3265488"/>
          <p14:tracePt t="110643" x="5935663" y="3233738"/>
          <p14:tracePt t="110673" x="5927725" y="3163888"/>
          <p14:tracePt t="110692" x="5919788" y="3140075"/>
          <p14:tracePt t="110716" x="5911850" y="3108325"/>
          <p14:tracePt t="110792" x="5951538" y="3100388"/>
          <p14:tracePt t="110810" x="5983288" y="3100388"/>
          <p14:tracePt t="110830" x="6053138" y="3108325"/>
          <p14:tracePt t="110851" x="6076950" y="3108325"/>
          <p14:tracePt t="110898" x="6076950" y="3140075"/>
          <p14:tracePt t="110915" x="5999163" y="3209925"/>
          <p14:tracePt t="110934" x="5897563" y="3249613"/>
          <p14:tracePt t="110955" x="5795963" y="3281363"/>
          <p14:tracePt t="110957" x="5724525" y="3287713"/>
          <p14:tracePt t="110974" x="5670550" y="3295650"/>
          <p14:tracePt t="111055" x="5740400" y="3303588"/>
          <p14:tracePt t="111091" x="5873750" y="3295650"/>
          <p14:tracePt t="111174" x="5849938" y="3311525"/>
          <p14:tracePt t="111211" x="5818188" y="3319463"/>
          <p14:tracePt t="111384" x="5842000" y="3311525"/>
          <p14:tracePt t="111436" x="5865813" y="3287713"/>
          <p14:tracePt t="111467" x="5873750" y="3257550"/>
          <p14:tracePt t="111511" x="5865813" y="3217863"/>
          <p14:tracePt t="111528" x="5857875" y="3186113"/>
          <p14:tracePt t="111547" x="5849938" y="3155950"/>
          <p14:tracePt t="111617" x="5795963" y="3209925"/>
          <p14:tracePt t="111642" x="5780088" y="3233738"/>
          <p14:tracePt t="111693" x="5748338" y="3171825"/>
          <p14:tracePt t="111752" x="5788025" y="3038475"/>
          <p14:tracePt t="111768" x="5849938" y="2976563"/>
          <p14:tracePt t="111788" x="5919788" y="2952750"/>
          <p14:tracePt t="111808" x="5951538" y="2944813"/>
          <p14:tracePt t="111815" x="5983288" y="2944813"/>
          <p14:tracePt t="111939" x="5865813" y="2952750"/>
          <p14:tracePt t="111980" x="5748338" y="2952750"/>
          <p14:tracePt t="112083" x="5834063" y="2897188"/>
          <p14:tracePt t="112101" x="5857875" y="2882900"/>
          <p14:tracePt t="112226" x="5834063" y="2905125"/>
          <p14:tracePt t="112293" x="5842000" y="2936875"/>
          <p14:tracePt t="112311" x="5857875" y="2952750"/>
          <p14:tracePt t="112331" x="5881688" y="2968625"/>
          <p14:tracePt t="112337" x="5903913" y="2984500"/>
          <p14:tracePt t="112556" x="5919788" y="2960688"/>
          <p14:tracePt t="112623" x="5975350" y="2944813"/>
          <p14:tracePt t="112683" x="5991225" y="2960688"/>
          <p14:tracePt t="112713" x="6005513" y="2984500"/>
          <p14:tracePt t="112731" x="6005513" y="3014663"/>
          <p14:tracePt t="112788" x="5999163" y="3038475"/>
          <p14:tracePt t="112819" x="5975350" y="3062288"/>
          <p14:tracePt t="112916" x="6005513" y="3054350"/>
          <p14:tracePt t="112953" x="6061075" y="3022600"/>
          <p14:tracePt t="113142" x="6084888" y="3014663"/>
          <p14:tracePt t="113167" x="6162675" y="2968625"/>
          <p14:tracePt t="113187" x="6186488" y="2960688"/>
          <p14:tracePt t="113192" x="6248400" y="2944813"/>
          <p14:tracePt t="113211" x="6288088" y="2944813"/>
          <p14:tracePt t="113232" x="6357938" y="2921000"/>
          <p14:tracePt t="113237" x="6381750" y="2921000"/>
          <p14:tracePt t="113255" x="6475413" y="2882900"/>
          <p14:tracePt t="113274" x="6529388" y="2851150"/>
          <p14:tracePt t="113301" x="6630988" y="2795588"/>
          <p14:tracePt t="113319" x="6740525" y="2781300"/>
          <p14:tracePt t="113343" x="6794500" y="2773363"/>
          <p14:tracePt t="113348" x="6865938" y="2781300"/>
          <p14:tracePt t="113365" x="6935788" y="2789238"/>
          <p14:tracePt t="113383" x="6997700" y="2795588"/>
          <p14:tracePt t="113406" x="7029450" y="2795588"/>
          <p14:tracePt t="113426" x="7091363" y="2795588"/>
          <p14:tracePt t="113451" x="7115175" y="2795588"/>
          <p14:tracePt t="113804" x="7091363" y="2803525"/>
          <p14:tracePt t="113883" x="7091363" y="2835275"/>
          <p14:tracePt t="113930" x="7115175" y="2851150"/>
          <p14:tracePt t="113948" x="7146925" y="2835275"/>
          <p14:tracePt t="113967" x="7185025" y="2781300"/>
          <p14:tracePt t="113988" x="7200900" y="2749550"/>
          <p14:tracePt t="114250" x="7294563" y="2663825"/>
          <p14:tracePt t="114282" x="7404100" y="2608263"/>
          <p14:tracePt t="114302" x="7521575" y="2578100"/>
          <p14:tracePt t="114306" x="7639050" y="2570163"/>
          <p14:tracePt t="114336" x="7762875" y="2554288"/>
          <p14:tracePt t="114338" x="7888288" y="2538413"/>
          <p14:tracePt t="114365" x="7989888" y="2498725"/>
          <p14:tracePt t="114690" x="8013700" y="2608263"/>
          <p14:tracePt t="114755" x="7950200" y="2717800"/>
          <p14:tracePt t="114800" x="7872413" y="2803525"/>
          <p14:tracePt t="114817" x="7778750" y="2867025"/>
          <p14:tracePt t="114875" x="7669213" y="2921000"/>
          <p14:tracePt t="115319" x="7786688" y="2944813"/>
          <p14:tracePt t="115372" x="7904163" y="2952750"/>
          <p14:tracePt t="115432" x="8021638" y="2968625"/>
          <p14:tracePt t="115448" x="8099425" y="2984500"/>
          <p14:tracePt t="115468" x="8193088" y="2998788"/>
          <p14:tracePt t="115490" x="8224838" y="3006725"/>
          <p14:tracePt t="115509" x="8247063" y="3022600"/>
          <p14:tracePt t="115710" x="8145463" y="2990850"/>
          <p14:tracePt t="115776" x="8021638" y="2984500"/>
          <p14:tracePt t="115808" x="7904163" y="2968625"/>
          <p14:tracePt t="115886" x="7794625" y="2976563"/>
          <p14:tracePt t="115927" x="7669213" y="2976563"/>
          <p14:tracePt t="116069" x="7553325" y="2998788"/>
          <p14:tracePt t="116108" x="7443788" y="3022600"/>
          <p14:tracePt t="116653" x="7559675" y="3014663"/>
          <p14:tracePt t="116708" x="7669213" y="2990850"/>
          <p14:tracePt t="116835" x="7794625" y="2990850"/>
          <p14:tracePt t="117031" x="7912100" y="3014663"/>
          <p14:tracePt t="117067" x="8021638" y="3046413"/>
          <p14:tracePt t="117127" x="8145463" y="3046413"/>
          <p14:tracePt t="117144" x="8240713" y="3038475"/>
          <p14:tracePt t="117211" x="8356600" y="3038475"/>
          <p14:tracePt t="117227" x="8388350" y="3038475"/>
          <p14:tracePt t="117692" x="8412163" y="2990850"/>
          <p14:tracePt t="118065" x="8302625" y="3022600"/>
          <p14:tracePt t="118134" x="8201025" y="3086100"/>
          <p14:tracePt t="118153" x="8131175" y="3140075"/>
          <p14:tracePt t="118173" x="8075613" y="3179763"/>
          <p14:tracePt t="118223" x="7974013" y="3241675"/>
          <p14:tracePt t="118353" x="7856538" y="3257550"/>
          <p14:tracePt t="118405" x="7740650" y="3265488"/>
          <p14:tracePt t="118423" x="7623175" y="3249613"/>
          <p14:tracePt t="118502" x="7513638" y="3233738"/>
          <p14:tracePt t="118537" x="7396163" y="3194050"/>
          <p14:tracePt t="118585" x="7286625" y="3163888"/>
          <p14:tracePt t="118884" x="7302500" y="3054350"/>
          <p14:tracePt t="119401" x="7232650" y="3148013"/>
          <p14:tracePt t="119506" x="7115175" y="3148013"/>
          <p14:tracePt t="119604" x="7021513" y="3078163"/>
          <p14:tracePt t="119733" x="7045325" y="2960688"/>
          <p14:tracePt t="119815" x="7099300" y="2859088"/>
          <p14:tracePt t="119859" x="7169150" y="2773363"/>
          <p14:tracePt t="119966" x="7278688" y="2757488"/>
          <p14:tracePt t="120024" x="7396163" y="2765425"/>
          <p14:tracePt t="120168" x="7459663" y="2859088"/>
          <p14:tracePt t="120297" x="7459663" y="2976563"/>
          <p14:tracePt t="120385" x="7412038" y="3086100"/>
          <p14:tracePt t="120468" x="7310438" y="3124200"/>
          <p14:tracePt t="120664" x="7216775" y="3062288"/>
          <p14:tracePt t="120714" x="7131050" y="2990850"/>
          <p14:tracePt t="120811" x="7107238" y="2874963"/>
          <p14:tracePt t="120866" x="7146925" y="2773363"/>
          <p14:tracePt t="120942" x="7248525" y="2717800"/>
          <p14:tracePt t="121017" x="7364413" y="2693988"/>
          <p14:tracePt t="121061" x="7481888" y="2687638"/>
          <p14:tracePt t="121174" x="7575550" y="2765425"/>
          <p14:tracePt t="121212" x="7615238" y="2874963"/>
          <p14:tracePt t="121240" x="7623175" y="2990850"/>
          <p14:tracePt t="121354" x="7583488" y="3100388"/>
          <p14:tracePt t="121436" x="7505700" y="3179763"/>
          <p14:tracePt t="121564" x="7380288" y="3155950"/>
          <p14:tracePt t="121654" x="7278688" y="3116263"/>
          <p14:tracePt t="121735" x="7240588" y="2998788"/>
          <p14:tracePt t="121797" x="7248525" y="2874963"/>
          <p14:tracePt t="122086" x="7358063" y="2827338"/>
          <p14:tracePt t="122166" x="7466013" y="2781300"/>
          <p14:tracePt t="122344" x="7489825" y="2897188"/>
          <p14:tracePt t="122381" x="7489825" y="3014663"/>
          <p14:tracePt t="122512" x="7481888" y="3140075"/>
          <p14:tracePt t="122553" x="7466013" y="3257550"/>
          <p14:tracePt t="122573" x="7443788" y="3375025"/>
          <p14:tracePt t="122813" x="7350125" y="3295650"/>
          <p14:tracePt t="122898" x="7286625" y="3194050"/>
          <p14:tracePt t="122936" x="7216775" y="3100388"/>
          <p14:tracePt t="123135" x="7177088" y="2990850"/>
          <p14:tracePt t="123177" x="7224713" y="2882900"/>
          <p14:tracePt t="123207" x="7318375" y="2795588"/>
          <p14:tracePt t="123225" x="7396163" y="2717800"/>
          <p14:tracePt t="123255" x="7451725" y="2616200"/>
          <p14:tracePt t="123298" x="7537450" y="2530475"/>
          <p14:tracePt t="123426" x="7646988" y="2514600"/>
          <p14:tracePt t="123465" x="7762875" y="2522538"/>
          <p14:tracePt t="123493" x="7888288" y="2554288"/>
          <p14:tracePt t="123524" x="7981950" y="2608263"/>
          <p14:tracePt t="123568" x="8051800" y="2693988"/>
          <p14:tracePt t="123628" x="8059738" y="2811463"/>
          <p14:tracePt t="123688" x="8045450" y="2928938"/>
          <p14:tracePt t="123800" x="7950200" y="3006725"/>
          <p14:tracePt t="123838" x="7842250" y="3006725"/>
          <p14:tracePt t="123966" x="7912100" y="2905125"/>
          <p14:tracePt t="124005" x="8075613" y="2749550"/>
          <p14:tracePt t="124039" x="8177213" y="2701925"/>
          <p14:tracePt t="124083" x="8302625" y="2693988"/>
          <p14:tracePt t="124110" x="8529638" y="2733675"/>
          <p14:tracePt t="124156" x="8653463" y="2725738"/>
          <p14:tracePt t="124175" x="8778875" y="2717800"/>
          <p14:tracePt t="124196" x="8896350" y="2701925"/>
          <p14:tracePt t="124199" x="9005888" y="2687638"/>
          <p14:tracePt t="124227" x="9129713" y="2671763"/>
          <p14:tracePt t="124279" x="9255125" y="2655888"/>
          <p14:tracePt t="124318" x="9372600" y="2663825"/>
          <p14:tracePt t="124446" x="9498013" y="2632075"/>
          <p14:tracePt t="124482" x="9621838" y="2608263"/>
          <p14:tracePt t="124504" x="9731375" y="2593975"/>
          <p14:tracePt t="124567" x="9856788" y="2586038"/>
          <p14:tracePt t="124807" x="9607550" y="2593975"/>
          <p14:tracePt t="124837" x="9474200" y="2593975"/>
          <p14:tracePt t="124859" x="9364663" y="2586038"/>
          <p14:tracePt t="124912" x="9239250" y="2554288"/>
          <p14:tracePt t="124949" x="9107488" y="2538413"/>
          <p14:tracePt t="124994" x="9013825" y="2476500"/>
          <p14:tracePt t="125102" x="8974138" y="2586038"/>
          <p14:tracePt t="125136" x="9036050" y="2687638"/>
          <p14:tracePt t="125189" x="9145588" y="2765425"/>
          <p14:tracePt t="125417" x="9271000" y="2781300"/>
          <p14:tracePt t="125707" x="9388475" y="2803525"/>
          <p14:tracePt t="125746" x="9512300" y="2789238"/>
          <p14:tracePt t="125874" x="9434513" y="2693988"/>
          <p14:tracePt t="125908" x="9332913" y="2624138"/>
          <p14:tracePt t="126035" x="9482138" y="2640013"/>
          <p14:tracePt t="126208" x="9388475" y="2709863"/>
          <p14:tracePt t="126349" x="9434513" y="2905125"/>
          <p14:tracePt t="126357" x="9490075" y="2990850"/>
          <p14:tracePt t="126371" x="9559925" y="3054350"/>
          <p14:tracePt t="126384" x="9621838" y="3078163"/>
          <p14:tracePt t="126409" x="9653588" y="3078163"/>
          <p14:tracePt t="126459" x="9613900" y="3070225"/>
          <p14:tracePt t="126541" x="9575800" y="3054350"/>
          <p14:tracePt t="126559" x="9544050" y="3030538"/>
          <p14:tracePt t="126581" x="9536113" y="3014663"/>
          <p14:tracePt t="126606" x="9551988" y="2998788"/>
          <p14:tracePt t="126629" x="9599613" y="2976563"/>
          <p14:tracePt t="126632" x="9621838" y="2960688"/>
          <p14:tracePt t="126653" x="9645650" y="2952750"/>
          <p14:tracePt t="126675" x="9731375" y="2905125"/>
          <p14:tracePt t="126766" x="9685338" y="2859088"/>
          <p14:tracePt t="126783" x="9621838" y="2835275"/>
          <p14:tracePt t="126879" x="9583738" y="2835275"/>
          <p14:tracePt t="126919" x="9544050" y="2827338"/>
          <p14:tracePt t="126945" x="9551988" y="2859088"/>
          <p14:tracePt t="127105" x="9520238" y="2890838"/>
          <p14:tracePt t="127123" x="9498013" y="2905125"/>
          <p14:tracePt t="127134" x="9466263" y="2928938"/>
          <p14:tracePt t="127216" x="9505950" y="2960688"/>
          <p14:tracePt t="127240" x="9559925" y="2990850"/>
          <p14:tracePt t="127246" x="9621838" y="3006725"/>
          <p14:tracePt t="127266" x="9701213" y="3022600"/>
          <p14:tracePt t="127291" x="9731375" y="3022600"/>
          <p14:tracePt t="127293" x="9763125" y="3014663"/>
          <p14:tracePt t="127352" x="9747250" y="2990850"/>
          <p14:tracePt t="127372" x="9707563" y="2952750"/>
          <p14:tracePt t="127442" x="9731375" y="2976563"/>
          <p14:tracePt t="127473" x="9763125" y="2976563"/>
          <p14:tracePt t="127493" x="9809163" y="2952750"/>
          <p14:tracePt t="127516" x="9840913" y="2944813"/>
          <p14:tracePt t="127539" x="9864725" y="2936875"/>
          <p14:tracePt t="127562" x="9888538" y="2921000"/>
          <p14:tracePt t="127583" x="9918700" y="2913063"/>
          <p14:tracePt t="127608" x="9950450" y="2905125"/>
          <p14:tracePt t="127719" x="9902825" y="2905125"/>
          <p14:tracePt t="127760" x="9786938" y="2928938"/>
          <p14:tracePt t="127960" x="9809163" y="2921000"/>
          <p14:tracePt t="127998" x="9942513" y="2968625"/>
          <p14:tracePt t="128022" x="9966325" y="2976563"/>
          <p14:tracePt t="128123" x="9934575" y="2968625"/>
          <p14:tracePt t="128157" x="9723438" y="2944813"/>
          <p14:tracePt t="128162" x="9693275" y="2944813"/>
          <p14:tracePt t="128240" x="9723438" y="2952750"/>
          <p14:tracePt t="128273" x="9794875" y="2921000"/>
          <p14:tracePt t="128297" x="9872663" y="2897188"/>
          <p14:tracePt t="128319" x="9950450" y="2890838"/>
          <p14:tracePt t="128343" x="10052050" y="2905125"/>
          <p14:tracePt t="128373" x="10083800" y="2905125"/>
          <p14:tracePt t="128394" x="10113963" y="2897188"/>
          <p14:tracePt t="128416" x="10191750" y="2867025"/>
          <p14:tracePt t="128438" x="10223500" y="2859088"/>
          <p14:tracePt t="128461" x="10317163" y="2835275"/>
          <p14:tracePt t="128484" x="10340975" y="2827338"/>
          <p14:tracePt t="128543" x="10309225" y="2827338"/>
          <p14:tracePt t="128577" x="10191750" y="2882900"/>
          <p14:tracePt t="128581" x="10169525" y="2897188"/>
          <p14:tracePt t="128601" x="10106025" y="2921000"/>
          <p14:tracePt t="128628" x="10083800" y="2928938"/>
          <p14:tracePt t="128687" x="10153650" y="2905125"/>
          <p14:tracePt t="128707" x="10207625" y="2890838"/>
          <p14:tracePt t="128732" x="10239375" y="2882900"/>
          <p14:tracePt t="128793" x="10215563" y="2874963"/>
          <p14:tracePt t="128812" x="10044113" y="2874963"/>
          <p14:tracePt t="128837" x="9942513" y="2882900"/>
          <p14:tracePt t="128898" x="10012363" y="2897188"/>
          <p14:tracePt t="128916" x="10083800" y="2882900"/>
          <p14:tracePt t="128939" x="10145713" y="2859088"/>
          <p14:tracePt t="128944" x="10169525" y="2835275"/>
          <p14:tracePt t="128965" x="10185400" y="2819400"/>
          <p14:tracePt t="129004" x="10153650" y="2811463"/>
          <p14:tracePt t="129024" x="9990138" y="2811463"/>
          <p14:tracePt t="129048" x="9794875" y="2827338"/>
          <p14:tracePt t="129114" x="9856788" y="2835275"/>
          <p14:tracePt t="129154" x="9910763" y="2803525"/>
          <p14:tracePt t="129176" x="9942513" y="2795588"/>
          <p14:tracePt t="129229" x="9872663" y="2811463"/>
          <p14:tracePt t="129248" x="9817100" y="2835275"/>
          <p14:tracePt t="129276" x="9794875" y="2843213"/>
          <p14:tracePt t="129462" x="9779000" y="2874963"/>
          <p14:tracePt t="129513" x="9809163" y="2874963"/>
          <p14:tracePt t="129532" x="9832975" y="2882900"/>
          <p14:tracePt t="129556" x="9896475" y="2882900"/>
          <p14:tracePt t="129580" x="9926638" y="2882900"/>
          <p14:tracePt t="129651" x="9856788" y="2897188"/>
          <p14:tracePt t="129681" x="9621838" y="2952750"/>
          <p14:tracePt t="129703" x="9559925" y="2976563"/>
          <p14:tracePt t="129753" x="9591675" y="2976563"/>
          <p14:tracePt t="129775" x="9669463" y="2952750"/>
          <p14:tracePt t="129798" x="9731375" y="2921000"/>
          <p14:tracePt t="129884" x="9621838" y="2921000"/>
          <p14:tracePt t="129921" x="9559925" y="2921000"/>
          <p14:tracePt t="129949" x="9637713" y="2913063"/>
          <p14:tracePt t="129969" x="9747250" y="2890838"/>
          <p14:tracePt t="129994" x="9864725" y="2835275"/>
          <p14:tracePt t="130018" x="9888538" y="2803525"/>
          <p14:tracePt t="130069" x="9864725" y="2795588"/>
          <p14:tracePt t="130090" x="9825038" y="2811463"/>
          <p14:tracePt t="130113" x="9779000" y="2843213"/>
          <p14:tracePt t="130256" x="9723438" y="2843213"/>
          <p14:tracePt t="130292" x="9599613" y="2843213"/>
          <p14:tracePt t="130362" x="9629775" y="2874963"/>
          <p14:tracePt t="130394" x="9832975" y="2890838"/>
          <p14:tracePt t="130398" x="9926638" y="2867025"/>
          <p14:tracePt t="130419" x="9958388" y="2859088"/>
          <p14:tracePt t="130440" x="9990138" y="2843213"/>
          <p14:tracePt t="130491" x="9958388" y="2835275"/>
          <p14:tracePt t="130509" x="9872663" y="2835275"/>
          <p14:tracePt t="130534" x="9779000" y="2851150"/>
          <p14:tracePt t="130558" x="9715500" y="2867025"/>
          <p14:tracePt t="130617" x="9747250" y="2859088"/>
          <p14:tracePt t="130663" x="9880600" y="2843213"/>
          <p14:tracePt t="130668" x="9910763" y="2843213"/>
          <p14:tracePt t="130730" x="9872663" y="2835275"/>
          <p14:tracePt t="130752" x="9755188" y="2835275"/>
          <p14:tracePt t="130759" x="9645650" y="2874963"/>
          <p14:tracePt t="130779" x="9621838" y="2897188"/>
          <p14:tracePt t="130806" x="9661525" y="2913063"/>
          <p14:tracePt t="130827" x="9731375" y="2921000"/>
          <p14:tracePt t="130850" x="9825038" y="2882900"/>
          <p14:tracePt t="130874" x="9848850" y="2874963"/>
          <p14:tracePt t="130946" x="9786938" y="2905125"/>
          <p14:tracePt t="130979" x="9559925" y="2936875"/>
          <p14:tracePt t="130984" x="9458325" y="2960688"/>
          <p14:tracePt t="131157" x="9364663" y="2960688"/>
          <p14:tracePt t="131194" x="9239250" y="3006725"/>
          <p14:tracePt t="131294" x="9201150" y="3014663"/>
          <p14:tracePt t="131331" x="9115425" y="3078163"/>
          <p14:tracePt t="131390" x="9121775" y="3108325"/>
          <p14:tracePt t="131409" x="9145588" y="3132138"/>
          <p14:tracePt t="131431" x="9239250" y="3171825"/>
          <p14:tracePt t="131436" x="9348788" y="3186113"/>
          <p14:tracePt t="131456" x="9418638" y="3179763"/>
          <p14:tracePt t="131479" x="9512300" y="3155950"/>
          <p14:tracePt t="131500" x="9544050" y="3155950"/>
          <p14:tracePt t="131528" x="9575800" y="3155950"/>
          <p14:tracePt t="131550" x="9653588" y="3163888"/>
          <p14:tracePt t="131573" x="9763125" y="3155950"/>
          <p14:tracePt t="131595" x="9794875" y="3155950"/>
          <p14:tracePt t="131599" x="9817100" y="3155950"/>
          <p14:tracePt t="131659" x="9848850" y="3163888"/>
          <p14:tracePt t="131679" x="9910763" y="3140075"/>
          <p14:tracePt t="131704" x="9942513" y="3124200"/>
          <p14:tracePt t="131706" x="9974263" y="3124200"/>
          <p14:tracePt t="131740" x="10004425" y="3132138"/>
          <p14:tracePt t="131765" x="10059988" y="3155950"/>
          <p14:tracePt t="131800" x="10091738" y="3163888"/>
          <p14:tracePt t="131825" x="10113963" y="3148013"/>
          <p14:tracePt t="131847" x="10161588" y="3100388"/>
          <p14:tracePt t="131871" x="10199688" y="3062288"/>
          <p14:tracePt t="131908" x="10263188" y="3046413"/>
          <p14:tracePt t="131936" x="10372725" y="3038475"/>
          <p14:tracePt t="131959" x="10434638" y="3038475"/>
          <p14:tracePt t="131981" x="10466388" y="3038475"/>
          <p14:tracePt t="132027" x="10418763" y="3022600"/>
          <p14:tracePt t="132056" x="10293350" y="2984500"/>
          <p14:tracePt t="132100" x="10263188" y="2976563"/>
          <p14:tracePt t="132128" x="10052050" y="2851150"/>
          <p14:tracePt t="132153" x="9942513" y="2795588"/>
          <p14:tracePt t="132156" x="9872663" y="2789238"/>
          <p14:tracePt t="132238" x="9918700" y="2725738"/>
          <p14:tracePt t="132276" x="10004425" y="2679700"/>
          <p14:tracePt t="132279" x="10083800" y="2663825"/>
          <p14:tracePt t="132300" x="10153650" y="2671763"/>
          <p14:tracePt t="132307" x="10215563" y="2693988"/>
          <p14:tracePt t="132329" x="10279063" y="2725738"/>
          <p14:tracePt t="132351" x="10387013" y="2859088"/>
          <p14:tracePt t="132380" x="10394950" y="2897188"/>
          <p14:tracePt t="132382" x="10394950" y="2944813"/>
          <p14:tracePt t="132402" x="10394950" y="2998788"/>
          <p14:tracePt t="132426" x="10309225" y="3100388"/>
          <p14:tracePt t="132450" x="10239375" y="3108325"/>
          <p14:tracePt t="132474" x="9990138" y="3092450"/>
          <p14:tracePt t="132496" x="9872663" y="3092450"/>
          <p14:tracePt t="132501" x="9840913" y="3092450"/>
          <p14:tracePt t="132523" x="9817100" y="3078163"/>
          <p14:tracePt t="132562" x="9825038" y="3014663"/>
          <p14:tracePt t="132582" x="9848850" y="2976563"/>
          <p14:tracePt t="132606" x="9864725" y="2960688"/>
          <p14:tracePt t="132610" x="9896475" y="2944813"/>
          <p14:tracePt t="132629" x="9966325" y="2921000"/>
          <p14:tracePt t="132651" x="10028238" y="2897188"/>
          <p14:tracePt t="132696" x="9966325" y="2897188"/>
          <p14:tracePt t="132716" x="9934575" y="2905125"/>
          <p14:tracePt t="132840" x="9896475" y="2921000"/>
          <p14:tracePt t="132870" x="9731375" y="2990850"/>
          <p14:tracePt t="132893" x="9559925" y="3030538"/>
          <p14:tracePt t="132915" x="9388475" y="3022600"/>
          <p14:tracePt t="132920" x="9209088" y="3006725"/>
          <p14:tracePt t="132941" x="9021763" y="2990850"/>
          <p14:tracePt t="132967" x="8826500" y="3014663"/>
          <p14:tracePt t="132989" x="8559800" y="3132138"/>
          <p14:tracePt t="133013" x="8372475" y="3257550"/>
          <p14:tracePt t="133036" x="8270875" y="3295650"/>
          <p14:tracePt t="133041" x="8177213" y="3327400"/>
          <p14:tracePt t="133064" x="8029575" y="3351213"/>
          <p14:tracePt t="133088" x="7850188" y="3397250"/>
          <p14:tracePt t="133113" x="7724775" y="3436938"/>
          <p14:tracePt t="133117" x="7607300" y="3468688"/>
          <p14:tracePt t="133141" x="7380288" y="3530600"/>
          <p14:tracePt t="133148" x="7131050" y="3562350"/>
          <p14:tracePt t="133168" x="7013575" y="3570288"/>
          <p14:tracePt t="133192" x="6505575" y="3608388"/>
          <p14:tracePt t="133214" x="6248400" y="3632200"/>
          <p14:tracePt t="133237" x="5740400" y="3702050"/>
          <p14:tracePt t="133258" x="5614988" y="3702050"/>
          <p14:tracePt t="133281" x="5116513" y="3686175"/>
          <p14:tracePt t="133304" x="4865688" y="3686175"/>
          <p14:tracePt t="133326" x="4506913" y="3663950"/>
          <p14:tracePt t="133348" x="4264025" y="3656013"/>
          <p14:tracePt t="133371" x="3881438" y="3663950"/>
          <p14:tracePt t="133395" x="3624263" y="3671888"/>
          <p14:tracePt t="133417" x="3365500" y="3686175"/>
          <p14:tracePt t="134603" x="3062288" y="2781300"/>
          <p14:tracePt t="134626" x="3178175" y="2757488"/>
          <p14:tracePt t="134655" x="3295650" y="2741613"/>
          <p14:tracePt t="134692" x="3397250" y="2709863"/>
          <p14:tracePt t="134711" x="3514725" y="2709863"/>
          <p14:tracePt t="134737" x="3795713" y="2765425"/>
          <p14:tracePt t="134760" x="3921125" y="2795588"/>
          <p14:tracePt t="134784" x="3990975" y="2803525"/>
          <p14:tracePt t="134805" x="4076700" y="2827338"/>
          <p14:tracePt t="134832" x="4241800" y="2913063"/>
          <p14:tracePt t="134852" x="4319588" y="2928938"/>
          <p14:tracePt t="134859" x="4365625" y="2936875"/>
          <p14:tracePt t="134880" x="4429125" y="2936875"/>
          <p14:tracePt t="134902" x="4514850" y="2936875"/>
          <p14:tracePt t="134924" x="4624388" y="2944813"/>
          <p14:tracePt t="134947" x="4857750" y="2928938"/>
          <p14:tracePt t="134972" x="4927600" y="2921000"/>
          <p14:tracePt t="134997" x="5006975" y="2897188"/>
          <p14:tracePt t="135019" x="5068888" y="2874963"/>
          <p14:tracePt t="135043" x="5194300" y="2843213"/>
          <p14:tracePt t="135067" x="5427663" y="2795588"/>
          <p14:tracePt t="135088" x="5553075" y="2781300"/>
          <p14:tracePt t="135114" x="5670550" y="2765425"/>
          <p14:tracePt t="135117" x="5788025" y="2749550"/>
          <p14:tracePt t="135138" x="5911850" y="2749550"/>
          <p14:tracePt t="135166" x="6154738" y="2773363"/>
          <p14:tracePt t="135188" x="6388100" y="2795588"/>
          <p14:tracePt t="135211" x="6513513" y="2803525"/>
          <p14:tracePt t="135236" x="6748463" y="2811463"/>
          <p14:tracePt t="135256" x="6873875" y="2819400"/>
          <p14:tracePt t="135280" x="7200900" y="2859088"/>
          <p14:tracePt t="135303" x="7459663" y="2882900"/>
          <p14:tracePt t="135307" x="7654925" y="2913063"/>
          <p14:tracePt t="135327" x="7904163" y="2952750"/>
          <p14:tracePt t="135349" x="8107363" y="2976563"/>
          <p14:tracePt t="135353" x="8310563" y="2990850"/>
          <p14:tracePt t="135373" x="8489950" y="3006725"/>
          <p14:tracePt t="135398" x="8810625" y="2998788"/>
          <p14:tracePt t="135418" x="9075738" y="2976563"/>
          <p14:tracePt t="135441" x="9263063" y="2944813"/>
          <p14:tracePt t="135446" x="9434513" y="2928938"/>
          <p14:tracePt t="135466" x="9613900" y="2928938"/>
          <p14:tracePt t="135489" x="9910763" y="2952750"/>
          <p14:tracePt t="135513" x="10052050" y="2952750"/>
          <p14:tracePt t="135534" x="10279063" y="2944813"/>
          <p14:tracePt t="135555" x="10387013" y="2936875"/>
          <p14:tracePt t="135579" x="10426700" y="2936875"/>
          <p14:tracePt t="135609" x="10418763" y="2905125"/>
          <p14:tracePt t="135630" x="10263188" y="2867025"/>
          <p14:tracePt t="135654" x="9974263" y="2897188"/>
          <p14:tracePt t="135676" x="9653588" y="2960688"/>
          <p14:tracePt t="135698" x="9121775" y="3054350"/>
          <p14:tracePt t="135721" x="8848725" y="3108325"/>
          <p14:tracePt t="135745" x="8302625" y="3217863"/>
          <p14:tracePt t="135767" x="7654925" y="3303588"/>
          <p14:tracePt t="135788" x="6997700" y="3359150"/>
          <p14:tracePt t="135813" x="6591300" y="3389313"/>
          <p14:tracePt t="135834" x="5951538" y="3429000"/>
          <p14:tracePt t="135856" x="5576888" y="3389313"/>
          <p14:tracePt t="135880" x="5060950" y="3367088"/>
          <p14:tracePt t="135901" x="4803775" y="3359150"/>
          <p14:tracePt t="135923" x="4552950" y="3367088"/>
          <p14:tracePt t="135948" x="4429125" y="3359150"/>
          <p14:tracePt t="135968" x="4068763" y="3413125"/>
          <p14:tracePt t="135992" x="3951288" y="3444875"/>
          <p14:tracePt t="136000" x="3702050" y="3476625"/>
          <p14:tracePt t="136021" x="3576638" y="3482975"/>
          <p14:tracePt t="136046" x="3343275" y="3546475"/>
          <p14:tracePt t="136069" x="3217863" y="3570288"/>
          <p14:tracePt t="136076" x="2974975" y="3632200"/>
          <p14:tracePt t="136104" x="2859088" y="3648075"/>
          <p14:tracePt t="136126" x="2741613" y="3663950"/>
          <p14:tracePt t="136151" x="2389188" y="3709988"/>
          <p14:tracePt t="136179" x="2273300" y="3757613"/>
          <p14:tracePt t="136210" x="2187575" y="3819525"/>
          <p14:tracePt t="136471" x="2319338" y="3859213"/>
          <p14:tracePt t="136525" x="2452688" y="3859213"/>
          <p14:tracePt t="190711" x="8559800" y="3819525"/>
          <p14:tracePt t="190731" x="8543925" y="3779838"/>
          <p14:tracePt t="190756" x="8513763" y="3733800"/>
          <p14:tracePt t="190758" x="8420100" y="3686175"/>
          <p14:tracePt t="190778" x="8348663" y="3686175"/>
          <p14:tracePt t="190805" x="8232775" y="3717925"/>
          <p14:tracePt t="190833" x="8208963" y="3717925"/>
          <p14:tracePt t="190861" x="8161338" y="3694113"/>
          <p14:tracePt t="190863" x="8099425" y="3686175"/>
          <p14:tracePt t="190885" x="8045450" y="3686175"/>
          <p14:tracePt t="190890" x="8013700" y="3694113"/>
          <p14:tracePt t="190910" x="7989888" y="3686175"/>
          <p14:tracePt t="190936" x="7950200" y="3678238"/>
          <p14:tracePt t="190958" x="7943850" y="3640138"/>
          <p14:tracePt t="190985" x="7958138" y="3592513"/>
          <p14:tracePt t="191034" x="7958138" y="3576638"/>
          <p14:tracePt t="191072" x="7920038" y="3562350"/>
          <p14:tracePt t="191095" x="7896225" y="3570288"/>
          <p14:tracePt t="191102" x="7864475" y="3584575"/>
          <p14:tracePt t="191124" x="7826375" y="3592513"/>
          <p14:tracePt t="191149" x="7748588" y="3608388"/>
          <p14:tracePt t="191177" x="7708900" y="3632200"/>
          <p14:tracePt t="191201" x="7677150" y="3663950"/>
          <p14:tracePt t="191206" x="7669213" y="3678238"/>
          <p14:tracePt t="191227" x="7646988" y="3694113"/>
          <p14:tracePt t="191255" x="7615238" y="3717925"/>
          <p14:tracePt t="191284" x="7583488" y="3717925"/>
          <p14:tracePt t="191307" x="7559675" y="3725863"/>
          <p14:tracePt t="191368" x="7583488" y="3733800"/>
          <p14:tracePt t="191407" x="7669213" y="3725863"/>
          <p14:tracePt t="191446" x="7693025" y="3702050"/>
          <p14:tracePt t="191468" x="7716838" y="3678238"/>
          <p14:tracePt t="191491" x="7778750" y="3632200"/>
          <p14:tracePt t="191521" x="7802563" y="3616325"/>
          <p14:tracePt t="191552" x="7826375" y="3616325"/>
          <p14:tracePt t="191576" x="7850188" y="3624263"/>
          <p14:tracePt t="191581" x="7872413" y="3632200"/>
          <p14:tracePt t="191603" x="7904163" y="3632200"/>
          <p14:tracePt t="191627" x="8005763" y="3640138"/>
          <p14:tracePt t="191656" x="8045450" y="3640138"/>
          <p14:tracePt t="191703" x="8169275" y="3640138"/>
          <p14:tracePt t="191724" x="8232775" y="3640138"/>
          <p14:tracePt t="191750" x="8302625" y="3648075"/>
          <p14:tracePt t="191800" x="8302625" y="3678238"/>
          <p14:tracePt t="191838" x="8270875" y="3757613"/>
          <p14:tracePt t="191862" x="8247063" y="3787775"/>
          <p14:tracePt t="191870" x="8224838" y="3803650"/>
          <p14:tracePt t="191895" x="8193088" y="3819525"/>
          <p14:tracePt t="191898" x="8145463" y="3827463"/>
          <p14:tracePt t="191919" x="8131175" y="3827463"/>
          <p14:tracePt t="191942" x="8099425" y="3835400"/>
          <p14:tracePt t="191971" x="8075613" y="3835400"/>
          <p14:tracePt t="191973" x="8013700" y="3811588"/>
          <p14:tracePt t="191993" x="7989888" y="3787775"/>
          <p14:tracePt t="192020" x="7896225" y="3725863"/>
          <p14:tracePt t="192042" x="7856538" y="3709988"/>
          <p14:tracePt t="192049" x="7794625" y="3694113"/>
          <p14:tracePt t="192072" x="7732713" y="3678238"/>
          <p14:tracePt t="192079" x="7700963" y="3678238"/>
          <p14:tracePt t="192102" x="7669213" y="3678238"/>
          <p14:tracePt t="192109" x="7615238" y="3671888"/>
          <p14:tracePt t="192131" x="7591425" y="3671888"/>
          <p14:tracePt t="192159" x="7567613" y="3671888"/>
          <p14:tracePt t="192212" x="7599363" y="3663950"/>
          <p14:tracePt t="192258" x="7631113" y="3663950"/>
          <p14:tracePt t="192568" x="7631113" y="3779838"/>
          <p14:tracePt t="192603" x="7567613" y="3913188"/>
          <p14:tracePt t="192626" x="7473950" y="4014788"/>
          <p14:tracePt t="192632" x="7459663" y="4030663"/>
          <p14:tracePt t="192701" x="7443788" y="4054475"/>
          <p14:tracePt t="192791" x="7473950" y="4046538"/>
          <p14:tracePt t="192828" x="7521575" y="4014788"/>
          <p14:tracePt t="192851" x="7537450" y="3990975"/>
          <p14:tracePt t="192874" x="7559675" y="3975100"/>
          <p14:tracePt t="192904" x="7583488" y="3952875"/>
          <p14:tracePt t="193031" x="7607300" y="3944938"/>
          <p14:tracePt t="193068" x="7639050" y="3952875"/>
          <p14:tracePt t="193144" x="7669213" y="3960813"/>
          <p14:tracePt t="193173" x="7708900" y="3952875"/>
          <p14:tracePt t="193219" x="7794625" y="3929063"/>
          <p14:tracePt t="193240" x="7818438" y="3921125"/>
          <p14:tracePt t="193262" x="7850188" y="3929063"/>
          <p14:tracePt t="193290" x="7888288" y="3929063"/>
          <p14:tracePt t="193339" x="7904163" y="3905250"/>
          <p14:tracePt t="193368" x="7904163" y="3867150"/>
          <p14:tracePt t="193458" x="7864475" y="3881438"/>
          <p14:tracePt t="193489" x="7802563" y="3905250"/>
          <p14:tracePt t="193512" x="7770813" y="3913188"/>
          <p14:tracePt t="193639" x="7810500" y="3905250"/>
          <p14:tracePt t="193660" x="7856538" y="3905250"/>
          <p14:tracePt t="193685" x="7958138" y="3905250"/>
          <p14:tracePt t="194007" x="8075613" y="3897313"/>
          <p14:tracePt t="194043" x="8161338" y="3889375"/>
          <p14:tracePt t="194045" x="8247063" y="3881438"/>
          <p14:tracePt t="194150" x="8185150" y="3873500"/>
          <p14:tracePt t="194179" x="8107363" y="3873500"/>
          <p14:tracePt t="194181" x="8075613" y="3873500"/>
          <p14:tracePt t="194203" x="8045450" y="3881438"/>
          <p14:tracePt t="194208" x="7974013" y="3881438"/>
          <p14:tracePt t="194239" x="7904163" y="3881438"/>
          <p14:tracePt t="194269" x="7872413" y="3881438"/>
          <p14:tracePt t="194300" x="7818438" y="3897313"/>
          <p14:tracePt t="194323" x="7716838" y="3921125"/>
          <p14:tracePt t="194346" x="7591425" y="3921125"/>
          <p14:tracePt t="194374" x="7497763" y="3913188"/>
          <p14:tracePt t="194397" x="7473950" y="3913188"/>
          <p14:tracePt t="194424" x="7380288" y="3881438"/>
          <p14:tracePt t="194450" x="7358063" y="3873500"/>
          <p14:tracePt t="194454" x="7326313" y="3873500"/>
          <p14:tracePt t="194479" x="7264400" y="3881438"/>
          <p14:tracePt t="194505" x="7240588" y="3889375"/>
          <p14:tracePt t="194698" x="7264400" y="3881438"/>
          <p14:tracePt t="194742" x="7294563" y="3867150"/>
          <p14:tracePt t="194765" x="7334250" y="3867150"/>
          <p14:tracePt t="194817" x="7404100" y="3867150"/>
          <p14:tracePt t="194858" x="7591425" y="3835400"/>
          <p14:tracePt t="194885" x="7623175" y="3827463"/>
          <p14:tracePt t="194889" x="7654925" y="3835400"/>
          <p14:tracePt t="194975" x="7818438" y="3873500"/>
          <p14:tracePt t="194996" x="7935913" y="3905250"/>
          <p14:tracePt t="195035" x="7966075" y="3897313"/>
          <p14:tracePt t="195598" x="7850188" y="3905250"/>
          <p14:tracePt t="195659" x="7732713" y="3905250"/>
          <p14:tracePt t="195709" x="7623175" y="3889375"/>
          <p14:tracePt t="195810" x="7505700" y="3859213"/>
          <p14:tracePt t="196190" x="7607300" y="3795713"/>
          <p14:tracePt t="196424" x="7724775" y="3795713"/>
          <p14:tracePt t="196846" x="7545388" y="3889375"/>
          <p14:tracePt t="196901" x="7451725" y="3960813"/>
          <p14:tracePt t="196925" x="7435850" y="3975100"/>
          <p14:tracePt t="196973" x="7404100" y="3990975"/>
          <p14:tracePt t="196995" x="7380288" y="3990975"/>
          <p14:tracePt t="197002" x="7318375" y="4006850"/>
          <p14:tracePt t="197031" x="7270750" y="4054475"/>
          <p14:tracePt t="197054" x="7248525" y="4068763"/>
          <p14:tracePt t="197078" x="7232650" y="4100513"/>
          <p14:tracePt t="197158" x="7208838" y="4084638"/>
          <p14:tracePt t="197197" x="7075488" y="4046538"/>
          <p14:tracePt t="197224" x="7005638" y="4022725"/>
          <p14:tracePt t="197227" x="6927850" y="3998913"/>
          <p14:tracePt t="197251" x="6873875" y="3975100"/>
          <p14:tracePt t="197257" x="6850063" y="3960813"/>
          <p14:tracePt t="197302" x="6740525" y="3889375"/>
          <p14:tracePt t="197324" x="6646863" y="3835400"/>
          <p14:tracePt t="197352" x="6553200" y="3771900"/>
          <p14:tracePt t="197377" x="6334125" y="3671888"/>
          <p14:tracePt t="197406" x="6232525" y="3648075"/>
          <p14:tracePt t="197677" x="6350000" y="3671888"/>
          <p14:tracePt t="197698" x="6467475" y="3678238"/>
          <p14:tracePt t="197728" x="6577013" y="3663950"/>
          <p14:tracePt t="197753" x="6692900" y="3640138"/>
          <p14:tracePt t="197779" x="6802438" y="3608388"/>
          <p14:tracePt t="197783" x="6919913" y="3584575"/>
          <p14:tracePt t="197806" x="7029450" y="3570288"/>
          <p14:tracePt t="197812" x="7154863" y="3546475"/>
          <p14:tracePt t="197835" x="7278688" y="3554413"/>
          <p14:tracePt t="197843" x="7404100" y="3562350"/>
          <p14:tracePt t="198047" x="7497763" y="3624263"/>
          <p14:tracePt t="198204" x="7489825" y="3749675"/>
          <p14:tracePt t="198722" x="7388225" y="3803650"/>
          <p14:tracePt t="199157" x="7396163" y="3867150"/>
          <p14:tracePt t="199200" x="7427913" y="3897313"/>
          <p14:tracePt t="199226" x="7459663" y="3921125"/>
          <p14:tracePt t="199254" x="7505700" y="3921125"/>
          <p14:tracePt t="199279" x="7545388" y="3921125"/>
          <p14:tracePt t="199283" x="7591425" y="3913188"/>
          <p14:tracePt t="199311" x="7623175" y="3905250"/>
          <p14:tracePt t="200231" x="7575550" y="3765550"/>
          <p14:tracePt t="200304" x="7615238" y="3765550"/>
          <p14:tracePt t="200350" x="7646988" y="3765550"/>
          <p14:tracePt t="200379" x="7685088" y="3757613"/>
          <p14:tracePt t="200773" x="7802563" y="3779838"/>
          <p14:tracePt t="201058" x="7927975" y="3749675"/>
          <p14:tracePt t="201649" x="7997825" y="3851275"/>
          <p14:tracePt t="201690" x="8059738" y="3960813"/>
          <p14:tracePt t="201761" x="7958138" y="3975100"/>
          <p14:tracePt t="202040" x="7864475" y="3990975"/>
          <p14:tracePt t="202077" x="7716838" y="4022725"/>
          <p14:tracePt t="202102" x="7639050" y="4076700"/>
          <p14:tracePt t="202131" x="7575550" y="4116388"/>
          <p14:tracePt t="202158" x="7489825" y="4164013"/>
          <p14:tracePt t="202183" x="7443788" y="4202113"/>
          <p14:tracePt t="202210" x="7419975" y="4210050"/>
          <p14:tracePt t="202235" x="7334250" y="4202113"/>
          <p14:tracePt t="202261" x="7256463" y="4170363"/>
          <p14:tracePt t="202369" x="7286625" y="4156075"/>
          <p14:tracePt t="202407" x="7310438" y="4132263"/>
          <p14:tracePt t="202488" x="7342188" y="4116388"/>
          <p14:tracePt t="202522" x="7364413" y="4084638"/>
          <p14:tracePt t="202557" x="7388225" y="4062413"/>
          <p14:tracePt t="202581" x="7412038" y="4046538"/>
          <p14:tracePt t="202585" x="7427913" y="4022725"/>
          <p14:tracePt t="202615" x="7435850" y="4006850"/>
          <p14:tracePt t="202640" x="7443788" y="3983038"/>
          <p14:tracePt t="202667" x="7466013" y="3967163"/>
          <p14:tracePt t="202694" x="7521575" y="3937000"/>
          <p14:tracePt t="202721" x="7575550" y="3929063"/>
          <p14:tracePt t="202910" x="7615238" y="3929063"/>
          <p14:tracePt t="202948" x="7748588" y="3944938"/>
          <p14:tracePt t="202977" x="7770813" y="3937000"/>
          <p14:tracePt t="203025" x="7794625" y="3921125"/>
          <p14:tracePt t="203076" x="7826375" y="3929063"/>
          <p14:tracePt t="203119" x="7864475" y="3975100"/>
          <p14:tracePt t="203149" x="7856538" y="4030663"/>
          <p14:tracePt t="203174" x="7802563" y="4062413"/>
          <p14:tracePt t="203202" x="7724775" y="4084638"/>
          <p14:tracePt t="203309" x="7615238" y="4062413"/>
          <p14:tracePt t="203352" x="7513638" y="4006850"/>
          <p14:tracePt t="203428" x="7451725" y="3897313"/>
          <p14:tracePt t="203750" x="7553325" y="3960813"/>
          <p14:tracePt t="203787" x="7700963" y="4124325"/>
          <p14:tracePt t="203813" x="7700963" y="4164013"/>
          <p14:tracePt t="203909" x="7599363" y="4178300"/>
          <p14:tracePt t="203954" x="7473950" y="4156075"/>
          <p14:tracePt t="203983" x="7364413" y="4116388"/>
          <p14:tracePt t="204093" x="7364413" y="3990975"/>
          <p14:tracePt t="204148" x="7404100" y="3881438"/>
          <p14:tracePt t="204231" x="7505700" y="3811588"/>
          <p14:tracePt t="204298" x="7607300" y="3765550"/>
          <p14:tracePt t="204392" x="7708900" y="3771900"/>
          <p14:tracePt t="204434" x="7762875" y="3843338"/>
          <p14:tracePt t="204463" x="7826375" y="3921125"/>
          <p14:tracePt t="204492" x="7818438" y="3952875"/>
          <p14:tracePt t="204696" x="7708900" y="3998913"/>
          <p14:tracePt t="204733" x="7599363" y="4006850"/>
          <p14:tracePt t="204829" x="7521575" y="3929063"/>
          <p14:tracePt t="204929" x="7497763" y="3819525"/>
          <p14:tracePt t="204988" x="7553325" y="3725863"/>
          <p14:tracePt t="205064" x="7639050" y="3640138"/>
          <p14:tracePt t="205172" x="7754938" y="3640138"/>
          <p14:tracePt t="205282" x="7872413" y="3686175"/>
          <p14:tracePt t="205325" x="7950200" y="3765550"/>
          <p14:tracePt t="205393" x="7997825" y="3873500"/>
          <p14:tracePt t="205415" x="8013700" y="3990975"/>
          <p14:tracePt t="205476" x="7989888" y="4092575"/>
          <p14:tracePt t="205560" x="7904163" y="4170363"/>
          <p14:tracePt t="205613" x="7794625" y="4217988"/>
          <p14:tracePt t="205648" x="7685088" y="4264025"/>
          <p14:tracePt t="205732" x="7583488" y="4249738"/>
          <p14:tracePt t="205779" x="7350125" y="4170363"/>
          <p14:tracePt t="205829" x="7248525" y="4124325"/>
          <p14:tracePt t="205956" x="7256463" y="3998913"/>
          <p14:tracePt t="205996" x="7294563" y="3889375"/>
          <p14:tracePt t="206025" x="7358063" y="3803650"/>
          <p14:tracePt t="206054" x="7466013" y="3765550"/>
          <p14:tracePt t="206083" x="7575550" y="3725863"/>
          <p14:tracePt t="206145" x="7693025" y="3694113"/>
          <p14:tracePt t="206192" x="7802563" y="3671888"/>
          <p14:tracePt t="206273" x="7904163" y="3741738"/>
          <p14:tracePt t="206314" x="7981950" y="3819525"/>
          <p14:tracePt t="206355" x="8075613" y="3990975"/>
          <p14:tracePt t="206380" x="8123238" y="4068763"/>
          <p14:tracePt t="206408" x="8131175" y="4108450"/>
          <p14:tracePt t="206482" x="8075613" y="4217988"/>
          <p14:tracePt t="206537" x="8045450" y="4233863"/>
          <p14:tracePt t="206564" x="8013700" y="4249738"/>
          <p14:tracePt t="207172" x="7974013" y="4210050"/>
          <p14:tracePt t="207210" x="7935913" y="4202113"/>
          <p14:tracePt t="207241" x="7810500" y="4186238"/>
          <p14:tracePt t="207243" x="7693025" y="4178300"/>
          <p14:tracePt t="207271" x="7575550" y="4186238"/>
          <p14:tracePt t="207296" x="7451725" y="4202113"/>
          <p14:tracePt t="207346" x="7326313" y="4202113"/>
          <p14:tracePt t="207377" x="7216775" y="4194175"/>
          <p14:tracePt t="207474" x="7169150" y="4100513"/>
          <p14:tracePt t="207510" x="7169150" y="3975100"/>
          <p14:tracePt t="207541" x="7240588" y="3881438"/>
          <p14:tracePt t="207566" x="7310438" y="3803650"/>
          <p14:tracePt t="207624" x="7404100" y="3741738"/>
          <p14:tracePt t="207663" x="7513638" y="3702050"/>
          <p14:tracePt t="207692" x="7623175" y="3656013"/>
          <p14:tracePt t="207751" x="7732713" y="3671888"/>
          <p14:tracePt t="207819" x="7794625" y="3771900"/>
          <p14:tracePt t="207871" x="7880350" y="3967163"/>
          <p14:tracePt t="207897" x="7912100" y="4068763"/>
          <p14:tracePt t="207900" x="7920038" y="4140200"/>
          <p14:tracePt t="207924" x="7920038" y="4170363"/>
          <p14:tracePt t="207931" x="7912100" y="4202113"/>
          <p14:tracePt t="207954" x="7896225" y="4233863"/>
          <p14:tracePt t="207981" x="7864475" y="4249738"/>
          <p14:tracePt t="208006" x="7740650" y="4257675"/>
          <p14:tracePt t="208033" x="7623175" y="4271963"/>
          <p14:tracePt t="208058" x="7505700" y="4279900"/>
          <p14:tracePt t="208083" x="7388225" y="4279900"/>
          <p14:tracePt t="208112" x="7264400" y="4271963"/>
          <p14:tracePt t="208141" x="7146925" y="4249738"/>
          <p14:tracePt t="208166" x="7029450" y="4210050"/>
          <p14:tracePt t="208192" x="6904038" y="4186238"/>
          <p14:tracePt t="208218" x="6662738" y="4164013"/>
          <p14:tracePt t="208243" x="6553200" y="4156075"/>
          <p14:tracePt t="208250" x="6427788" y="4170363"/>
          <p14:tracePt t="208276" x="6200775" y="4194175"/>
          <p14:tracePt t="208324" x="6084888" y="4140200"/>
          <p14:tracePt t="210216" x="7473950" y="3843338"/>
          <p14:tracePt t="210242" x="7396163" y="3929063"/>
          <p14:tracePt t="210245" x="7380288" y="3960813"/>
          <p14:tracePt t="210291" x="7302500" y="3967163"/>
          <p14:tracePt t="210314" x="7224713" y="3975100"/>
          <p14:tracePt t="210350" x="7256463" y="3983038"/>
          <p14:tracePt t="210374" x="7294563" y="3990975"/>
          <p14:tracePt t="210380" x="7326313" y="3990975"/>
          <p14:tracePt t="210403" x="7404100" y="3990975"/>
          <p14:tracePt t="210409" x="7489825" y="3983038"/>
          <p14:tracePt t="210433" x="7567613" y="3960813"/>
          <p14:tracePt t="210438" x="7607300" y="3937000"/>
          <p14:tracePt t="210462" x="7631113" y="3921125"/>
          <p14:tracePt t="210563" x="7607300" y="3944938"/>
          <p14:tracePt t="210603" x="7559675" y="3990975"/>
          <p14:tracePt t="210633" x="7537450" y="4014788"/>
          <p14:tracePt t="210657" x="7505700" y="4006850"/>
          <p14:tracePt t="210664" x="7489825" y="3998913"/>
          <p14:tracePt t="210688" x="7473950" y="3975100"/>
          <p14:tracePt t="210695" x="7459663" y="3921125"/>
          <p14:tracePt t="210720" x="7443788" y="3859213"/>
          <p14:tracePt t="210726" x="7459663" y="3827463"/>
          <p14:tracePt t="210771" x="7481888" y="3819525"/>
          <p14:tracePt t="210795" x="7537450" y="3819525"/>
          <p14:tracePt t="210800" x="7599363" y="3843338"/>
          <p14:tracePt t="210827" x="7631113" y="3851275"/>
          <p14:tracePt t="210831" x="7708900" y="3873500"/>
          <p14:tracePt t="210855" x="7748588" y="3873500"/>
          <p14:tracePt t="210861" x="7802563" y="3889375"/>
          <p14:tracePt t="210889" x="7818438" y="3905250"/>
          <p14:tracePt t="210891" x="7864475" y="3937000"/>
          <p14:tracePt t="210915" x="7927975" y="3967163"/>
          <p14:tracePt t="210920" x="7989888" y="3990975"/>
          <p14:tracePt t="210943" x="8021638" y="4006850"/>
          <p14:tracePt t="210951" x="8051800" y="4030663"/>
          <p14:tracePt t="210974" x="8067675" y="4054475"/>
          <p14:tracePt t="210982" x="8075613" y="4140200"/>
          <p14:tracePt t="211008" x="8067675" y="4271963"/>
          <p14:tracePt t="211037" x="8059738" y="4303713"/>
          <p14:tracePt t="211069" x="7997825" y="4311650"/>
          <p14:tracePt t="211091" x="7966075" y="4303713"/>
          <p14:tracePt t="211121" x="7850188" y="4279900"/>
          <p14:tracePt t="211148" x="7732713" y="4271963"/>
          <p14:tracePt t="211174" x="7599363" y="4217988"/>
          <p14:tracePt t="211204" x="7537450" y="4164013"/>
          <p14:tracePt t="211205" x="7489825" y="4108450"/>
          <p14:tracePt t="211229" x="7473950" y="4092575"/>
          <p14:tracePt t="211235" x="7419975" y="4076700"/>
          <p14:tracePt t="211265" x="7388225" y="4068763"/>
          <p14:tracePt t="211289" x="7372350" y="4046538"/>
          <p14:tracePt t="211295" x="7380288" y="4014788"/>
          <p14:tracePt t="211321" x="7412038" y="3944938"/>
          <p14:tracePt t="211326" x="7443788" y="3881438"/>
          <p14:tracePt t="211349" x="7505700" y="3803650"/>
          <p14:tracePt t="211356" x="7521575" y="3779838"/>
          <p14:tracePt t="211378" x="7583488" y="3757613"/>
          <p14:tracePt t="211405" x="7646988" y="3749675"/>
          <p14:tracePt t="211432" x="7778750" y="3717925"/>
          <p14:tracePt t="211459" x="7826375" y="3717925"/>
          <p14:tracePt t="211485" x="7888288" y="3725863"/>
          <p14:tracePt t="211490" x="7920038" y="3725863"/>
          <p14:tracePt t="211514" x="7997825" y="3749675"/>
          <p14:tracePt t="211518" x="8029575" y="3771900"/>
          <p14:tracePt t="211542" x="8051800" y="3811588"/>
          <p14:tracePt t="211550" x="8075613" y="3843338"/>
          <p14:tracePt t="211573" x="8091488" y="3881438"/>
          <p14:tracePt t="211580" x="8123238" y="3960813"/>
          <p14:tracePt t="211604" x="8145463" y="4014788"/>
          <p14:tracePt t="211610" x="8145463" y="4038600"/>
          <p14:tracePt t="211633" x="8139113" y="4062413"/>
          <p14:tracePt t="211658" x="8091488" y="4100513"/>
          <p14:tracePt t="211685" x="8005763" y="4170363"/>
          <p14:tracePt t="211709" x="7974013" y="4194175"/>
          <p14:tracePt t="211717" x="7920038" y="4217988"/>
          <p14:tracePt t="211745" x="7842250" y="4241800"/>
          <p14:tracePt t="211769" x="7748588" y="4249738"/>
          <p14:tracePt t="211775" x="7654925" y="4249738"/>
          <p14:tracePt t="211799" x="7559675" y="4225925"/>
          <p14:tracePt t="211804" x="7473950" y="4202113"/>
          <p14:tracePt t="211827" x="7404100" y="4170363"/>
          <p14:tracePt t="211855" x="7342188" y="4156075"/>
          <p14:tracePt t="211882" x="7286625" y="4132263"/>
          <p14:tracePt t="212008" x="7318375" y="4014788"/>
          <p14:tracePt t="212055" x="7364413" y="3897313"/>
          <p14:tracePt t="212061" x="7412038" y="3803650"/>
          <p14:tracePt t="212085" x="7505700" y="3733800"/>
          <p14:tracePt t="212120" x="7599363" y="3656013"/>
          <p14:tracePt t="212165" x="7693025" y="3592513"/>
          <p14:tracePt t="212194" x="7802563" y="3554413"/>
          <p14:tracePt t="212197" x="7872413" y="3530600"/>
          <p14:tracePt t="212222" x="7997825" y="3498850"/>
          <p14:tracePt t="212228" x="8029575" y="3498850"/>
          <p14:tracePt t="212254" x="8131175" y="3522663"/>
          <p14:tracePt t="212278" x="8153400" y="3546475"/>
          <p14:tracePt t="212305" x="8208963" y="3592513"/>
          <p14:tracePt t="212332" x="8224838" y="3663950"/>
          <p14:tracePt t="212360" x="8193088" y="3717925"/>
          <p14:tracePt t="212386" x="8185150" y="3749675"/>
          <p14:tracePt t="212390" x="8177213" y="3819525"/>
          <p14:tracePt t="212414" x="8177213" y="3851275"/>
          <p14:tracePt t="212420" x="8177213" y="3881438"/>
          <p14:tracePt t="212443" x="8185150" y="3929063"/>
          <p14:tracePt t="212470" x="8185150" y="3960813"/>
          <p14:tracePt t="212527" x="8145463" y="3990975"/>
          <p14:tracePt t="212556" x="8029575" y="4046538"/>
          <p14:tracePt t="212583" x="7966075" y="4076700"/>
          <p14:tracePt t="212586" x="7896225" y="4092575"/>
          <p14:tracePt t="212609" x="7864475" y="4100513"/>
          <p14:tracePt t="212637" x="7732713" y="4092575"/>
          <p14:tracePt t="212662" x="7669213" y="4076700"/>
          <p14:tracePt t="212742" x="7567613" y="4038600"/>
          <p14:tracePt t="212819" x="7537450" y="3921125"/>
          <p14:tracePt t="212858" x="7537450" y="3811588"/>
          <p14:tracePt t="212916" x="7583488" y="3702050"/>
          <p14:tracePt t="212970" x="7677150" y="3632200"/>
          <p14:tracePt t="213017" x="7880350" y="3506788"/>
          <p14:tracePt t="213052" x="8075613" y="3546475"/>
          <p14:tracePt t="213075" x="8169275" y="3576638"/>
          <p14:tracePt t="213083" x="8201025" y="3592513"/>
          <p14:tracePt t="213110" x="8247063" y="3632200"/>
          <p14:tracePt t="213142" x="8286750" y="3678238"/>
          <p14:tracePt t="213170" x="8302625" y="3709988"/>
          <p14:tracePt t="213194" x="8302625" y="3741738"/>
          <p14:tracePt t="213224" x="8270875" y="3819525"/>
          <p14:tracePt t="213250" x="8224838" y="3921125"/>
          <p14:tracePt t="213275" x="8193088" y="3983038"/>
          <p14:tracePt t="213339" x="8139113" y="3998913"/>
          <p14:tracePt t="213376" x="8051800" y="4014788"/>
          <p14:tracePt t="213383" x="7981950" y="4022725"/>
          <p14:tracePt t="213407" x="7920038" y="4038600"/>
          <p14:tracePt t="213413" x="7888288" y="4054475"/>
          <p14:tracePt t="213470" x="7850188" y="4076700"/>
          <p14:tracePt t="213555" x="7732713" y="4062413"/>
          <p14:tracePt t="213625" x="7639050" y="3998913"/>
          <p14:tracePt t="213665" x="7599363" y="3881438"/>
          <p14:tracePt t="213778" x="7669213" y="3787775"/>
          <p14:tracePt t="214065" x="7770813" y="3741738"/>
          <p14:tracePt t="214117" x="7888288" y="3741738"/>
          <p14:tracePt t="214161" x="7981950" y="3741738"/>
          <p14:tracePt t="214275" x="8037513" y="3779838"/>
          <p14:tracePt t="214487" x="8037513" y="3851275"/>
          <p14:tracePt t="214526" x="8037513" y="3905250"/>
          <p14:tracePt t="214605" x="8013700" y="3952875"/>
          <p14:tracePt t="214648" x="7943850" y="4046538"/>
          <p14:tracePt t="214673" x="7920038" y="4108450"/>
          <p14:tracePt t="214704" x="7904163" y="4148138"/>
          <p14:tracePt t="214936" x="7786688" y="4132263"/>
          <p14:tracePt t="215033" x="7685088" y="4076700"/>
          <p14:tracePt t="215266" x="7685088" y="3960813"/>
          <p14:tracePt t="215378" x="7716838" y="3843338"/>
          <p14:tracePt t="215439" x="7786688" y="3741738"/>
          <p14:tracePt t="215469" x="7880350" y="3663950"/>
          <p14:tracePt t="215513" x="7966075" y="3584575"/>
          <p14:tracePt t="215731" x="8083550" y="3600450"/>
          <p14:tracePt t="215770" x="8177213" y="3640138"/>
          <p14:tracePt t="215801" x="8302625" y="3733800"/>
          <p14:tracePt t="215830" x="8334375" y="3765550"/>
          <p14:tracePt t="215832" x="8356600" y="3787775"/>
          <p14:tracePt t="215875" x="8388350" y="3827463"/>
          <p14:tracePt t="215899" x="8404225" y="3851275"/>
          <p14:tracePt t="215904" x="8420100" y="3873500"/>
          <p14:tracePt t="215988" x="8412163" y="3905250"/>
          <p14:tracePt t="216031" x="8340725" y="3990975"/>
          <p14:tracePt t="216037" x="8310563" y="4014788"/>
          <p14:tracePt t="216212" x="8208963" y="4068763"/>
          <p14:tracePt t="216376" x="8107363" y="4132263"/>
          <p14:tracePt t="216422" x="8005763" y="4186238"/>
          <p14:tracePt t="216618" x="7888288" y="4210050"/>
          <p14:tracePt t="216654" x="7778750" y="4249738"/>
          <p14:tracePt t="216730" x="7654925" y="4217988"/>
          <p14:tracePt t="216775" x="7545388" y="4202113"/>
          <p14:tracePt t="216803" x="7419975" y="4202113"/>
          <p14:tracePt t="216947" x="7380288" y="4068763"/>
          <p14:tracePt t="217046" x="7364413" y="3944938"/>
          <p14:tracePt t="217089" x="7372350" y="3843338"/>
          <p14:tracePt t="217151" x="7396163" y="3725863"/>
          <p14:tracePt t="217249" x="7473950" y="3632200"/>
          <p14:tracePt t="217329" x="7583488" y="3570288"/>
          <p14:tracePt t="217360" x="7677150" y="3514725"/>
          <p14:tracePt t="217412" x="7802563" y="3490913"/>
          <p14:tracePt t="217466" x="7920038" y="3530600"/>
          <p14:tracePt t="217578" x="8029575" y="3584575"/>
          <p14:tracePt t="217624" x="8131175" y="3648075"/>
          <p14:tracePt t="217653" x="8224838" y="3709988"/>
          <p14:tracePt t="217680" x="8326438" y="3787775"/>
          <p14:tracePt t="217709" x="8489950" y="3905250"/>
          <p14:tracePt t="217781" x="8482013" y="3960813"/>
          <p14:tracePt t="217806" x="8474075" y="4038600"/>
          <p14:tracePt t="217812" x="8458200" y="4100513"/>
          <p14:tracePt t="217840" x="8442325" y="4132263"/>
          <p14:tracePt t="217842" x="8435975" y="4156075"/>
          <p14:tracePt t="217886" x="8334375" y="4178300"/>
          <p14:tracePt t="217918" x="8302625" y="4170363"/>
          <p14:tracePt t="217945" x="8278813" y="4156075"/>
          <p14:tracePt t="218135" x="8161338" y="4132263"/>
          <p14:tracePt t="218240" x="8045450" y="4140200"/>
          <p14:tracePt t="218283" x="7935913" y="4148138"/>
          <p14:tracePt t="218310" x="7818438" y="4156075"/>
          <p14:tracePt t="218339" x="7693025" y="4170363"/>
          <p14:tracePt t="218381" x="7583488" y="4186238"/>
          <p14:tracePt t="218411" x="7459663" y="4178300"/>
          <p14:tracePt t="218439" x="7350125" y="4156075"/>
          <p14:tracePt t="218472" x="7256463" y="4084638"/>
          <p14:tracePt t="218530" x="7232650" y="3960813"/>
          <p14:tracePt t="218561" x="7240588" y="3851275"/>
          <p14:tracePt t="218659" x="7302500" y="3749675"/>
          <p14:tracePt t="218715" x="7404100" y="3686175"/>
          <p14:tracePt t="218741" x="7513638" y="3632200"/>
          <p14:tracePt t="218774" x="7716838" y="3514725"/>
          <p14:tracePt t="218803" x="7826375" y="3468688"/>
          <p14:tracePt t="218830" x="7935913" y="3444875"/>
          <p14:tracePt t="218928" x="8059738" y="3452813"/>
          <p14:tracePt t="218969" x="8169275" y="3476625"/>
          <p14:tracePt t="218997" x="8286750" y="3506788"/>
          <p14:tracePt t="219042" x="8404225" y="3522663"/>
          <p14:tracePt t="219171" x="8428038" y="3640138"/>
          <p14:tracePt t="219221" x="8442325" y="3741738"/>
          <p14:tracePt t="219244" x="8450263" y="3811588"/>
          <p14:tracePt t="219277" x="8442325" y="3867150"/>
          <p14:tracePt t="219303" x="8442325" y="3897313"/>
          <p14:tracePt t="219341" x="8364538" y="3990975"/>
          <p14:tracePt t="219371" x="8278813" y="4108450"/>
          <p14:tracePt t="219396" x="8240713" y="4170363"/>
          <p14:tracePt t="219546" x="8123238" y="4132263"/>
          <p14:tracePt t="219590" x="8005763" y="4116388"/>
          <p14:tracePt t="219679" x="7904163" y="4062413"/>
          <p14:tracePt t="219723" x="7794625" y="4022725"/>
          <p14:tracePt t="219752" x="7677150" y="3990975"/>
          <p14:tracePt t="219778" x="7567613" y="3975100"/>
          <p14:tracePt t="219806" x="7443788" y="3960813"/>
          <p14:tracePt t="220054" x="7435850" y="3843338"/>
          <p14:tracePt t="220093" x="7529513" y="3616325"/>
          <p14:tracePt t="220121" x="7599363" y="3522663"/>
          <p14:tracePt t="220167" x="7669213" y="3429000"/>
          <p14:tracePt t="220273" x="7786688" y="3405188"/>
          <p14:tracePt t="220302" x="7912100" y="3375025"/>
          <p14:tracePt t="220333" x="8029575" y="3359150"/>
          <p14:tracePt t="220361" x="8145463" y="3375025"/>
          <p14:tracePt t="220469" x="8201025" y="3616325"/>
          <p14:tracePt t="220505" x="8208963" y="3733800"/>
          <p14:tracePt t="220535" x="8208963" y="3851275"/>
          <p14:tracePt t="220565" x="8193088" y="3967163"/>
          <p14:tracePt t="220617" x="8123238" y="4054475"/>
          <p14:tracePt t="220648" x="8029575" y="4132263"/>
          <p14:tracePt t="220763" x="7920038" y="4108450"/>
          <p14:tracePt t="220813" x="7575550" y="4014788"/>
          <p14:tracePt t="220842" x="7451725" y="3998913"/>
          <p14:tracePt t="220942" x="7396163" y="3897313"/>
          <p14:tracePt t="220980" x="7318375" y="3811588"/>
          <p14:tracePt t="221256" x="7435850" y="3771900"/>
          <p14:tracePt t="221294" x="7559675" y="3765550"/>
          <p14:tracePt t="221662" x="7607300" y="3867150"/>
          <p14:tracePt t="221713" x="7615238" y="3983038"/>
          <p14:tracePt t="222367" x="7591425" y="3881438"/>
          <p14:tracePt t="222682" x="7639050" y="3771900"/>
          <p14:tracePt t="222725" x="7786688" y="3584575"/>
          <p14:tracePt t="222755" x="7872413" y="3498850"/>
          <p14:tracePt t="222795" x="7981950" y="3468688"/>
          <p14:tracePt t="222893" x="8099425" y="3522663"/>
          <p14:tracePt t="222945" x="8247063" y="3725863"/>
          <p14:tracePt t="223035" x="8145463" y="3803650"/>
          <p14:tracePt t="223065" x="8045450" y="3859213"/>
          <p14:tracePt t="223194" x="7935913" y="3905250"/>
          <p14:tracePt t="223245" x="7591425" y="3873500"/>
          <p14:tracePt t="223274" x="7473950" y="3843338"/>
          <p14:tracePt t="223435" x="7435850" y="3725863"/>
          <p14:tracePt t="223531" x="7545388" y="3678238"/>
          <p14:tracePt t="223591" x="7654925" y="3663950"/>
          <p14:tracePt t="223620" x="7770813" y="3663950"/>
          <p14:tracePt t="223665" x="7888288" y="3702050"/>
          <p14:tracePt t="223710" x="7950200" y="3811588"/>
          <p14:tracePt t="223771" x="7974013" y="3921125"/>
          <p14:tracePt t="223831" x="7958138" y="4038600"/>
          <p14:tracePt t="223905" x="7864475" y="4100513"/>
          <p14:tracePt t="223934" x="7748588" y="4116388"/>
          <p14:tracePt t="224138" x="7685088" y="4014788"/>
          <p14:tracePt t="224304" x="7623175" y="3913188"/>
          <p14:tracePt t="224401" x="7708900" y="3827463"/>
          <p14:tracePt t="224433" x="7818438" y="3771900"/>
          <p14:tracePt t="224461" x="7927975" y="3733800"/>
          <p14:tracePt t="224567" x="7974013" y="3616325"/>
          <p14:tracePt t="224592" x="7989888" y="3498850"/>
          <p14:tracePt t="233380" x="7943850" y="4124325"/>
          <p14:tracePt t="233408" x="7850188" y="4132263"/>
          <p14:tracePt t="233411" x="7754938" y="4124325"/>
          <p14:tracePt t="233439" x="7708900" y="4132263"/>
          <p14:tracePt t="233442" x="7685088" y="4140200"/>
          <p14:tracePt t="233468" x="7669213" y="4156075"/>
          <p14:tracePt t="233500" x="7732713" y="4156075"/>
          <p14:tracePt t="233526" x="7778750" y="4132263"/>
          <p14:tracePt t="233533" x="7826375" y="4108450"/>
          <p14:tracePt t="233560" x="7912100" y="4108450"/>
          <p14:tracePt t="233591" x="7958138" y="4124325"/>
          <p14:tracePt t="233650" x="7943850" y="4116388"/>
          <p14:tracePt t="233679" x="7834313" y="4068763"/>
          <p14:tracePt t="233681" x="7754938" y="4022725"/>
          <p14:tracePt t="233708" x="7708900" y="3983038"/>
          <p14:tracePt t="233738" x="7724775" y="3921125"/>
          <p14:tracePt t="233768" x="7842250" y="3819525"/>
          <p14:tracePt t="233799" x="7950200" y="3787775"/>
          <p14:tracePt t="233801" x="8021638" y="3779838"/>
          <p14:tracePt t="233832" x="8115300" y="3787775"/>
          <p14:tracePt t="233874" x="8045450" y="3787775"/>
          <p14:tracePt t="233902" x="7920038" y="3787775"/>
          <p14:tracePt t="233907" x="7880350" y="3787775"/>
          <p14:tracePt t="234005" x="7997825" y="3648075"/>
          <p14:tracePt t="234043" x="8318500" y="3694113"/>
          <p14:tracePt t="234071" x="8428038" y="3811588"/>
          <p14:tracePt t="234100" x="8482013" y="3937000"/>
          <p14:tracePt t="234211" x="8599488" y="3881438"/>
          <p14:tracePt t="234265" x="8810625" y="3787775"/>
          <p14:tracePt t="234268" x="8926513" y="3749675"/>
          <p14:tracePt t="234325" x="9036050" y="3749675"/>
          <p14:tracePt t="234372" x="9161463" y="3749675"/>
          <p14:tracePt t="234470" x="9286875" y="3733800"/>
          <p14:tracePt t="234550" x="9396413" y="3741738"/>
          <p14:tracePt t="234694" x="9520238" y="3757613"/>
          <p14:tracePt t="234736" x="9645650" y="3771900"/>
          <p14:tracePt t="234766" x="9755188" y="3771900"/>
          <p14:tracePt t="234978" x="9872663" y="3749675"/>
          <p14:tracePt t="235021" x="10083800" y="3741738"/>
          <p14:tracePt t="235091" x="9982200" y="3795713"/>
          <p14:tracePt t="235166" x="9864725" y="3803650"/>
          <p14:tracePt t="235192" x="9747250" y="3787775"/>
          <p14:tracePt t="235228" x="9621838" y="3771900"/>
          <p14:tracePt t="235255" x="9396413" y="3771900"/>
          <p14:tracePt t="235300" x="9286875" y="3795713"/>
          <p14:tracePt t="235445" x="9372600" y="3873500"/>
          <p14:tracePt t="235527" x="9137650" y="3929063"/>
          <p14:tracePt t="235573" x="9028113" y="3889375"/>
          <p14:tracePt t="235669" x="9059863" y="3787775"/>
          <p14:tracePt t="235722" x="9177338" y="3741738"/>
          <p14:tracePt t="235752" x="9294813" y="3725863"/>
          <p14:tracePt t="235776" x="9404350" y="3741738"/>
          <p14:tracePt t="235782" x="9528175" y="3771900"/>
          <p14:tracePt t="235811" x="9583738" y="3819525"/>
          <p14:tracePt t="235815" x="9599613" y="3843338"/>
          <p14:tracePt t="235841" x="9637713" y="3967163"/>
          <p14:tracePt t="235871" x="9629775" y="4062413"/>
          <p14:tracePt t="235903" x="9607550" y="4124325"/>
          <p14:tracePt t="235955" x="9498013" y="4156075"/>
          <p14:tracePt t="236006" x="9278938" y="4148138"/>
          <p14:tracePt t="236036" x="9177338" y="4084638"/>
          <p14:tracePt t="236081" x="9169400" y="3960813"/>
          <p14:tracePt t="236113" x="9223375" y="3859213"/>
          <p14:tracePt t="236141" x="9302750" y="3779838"/>
          <p14:tracePt t="236172" x="9404350" y="3733800"/>
          <p14:tracePt t="236201" x="9512300" y="3694113"/>
          <p14:tracePt t="236228" x="9637713" y="3694113"/>
          <p14:tracePt t="236263" x="9731375" y="3702050"/>
          <p14:tracePt t="236481" x="9755188" y="3733800"/>
          <p14:tracePt t="236521" x="9910763" y="3859213"/>
          <p14:tracePt t="236592" x="9786938" y="3905250"/>
          <p14:tracePt t="236617" x="9677400" y="3937000"/>
          <p14:tracePt t="236652" x="9559925" y="3960813"/>
          <p14:tracePt t="236683" x="9442450" y="3975100"/>
          <p14:tracePt t="236840" x="9536113" y="3897313"/>
          <p14:tracePt t="237207" x="9418638" y="3843338"/>
          <p14:tracePt t="237237" x="9324975" y="3811588"/>
          <p14:tracePt t="237486" x="9442450" y="3787775"/>
          <p14:tracePt t="237525" x="9559925" y="3765550"/>
          <p14:tracePt t="237553" x="9739313" y="3787775"/>
          <p14:tracePt t="237585" x="9809163" y="3803650"/>
          <p14:tracePt t="237614" x="9840913" y="3787775"/>
          <p14:tracePt t="237658" x="9864725" y="3795713"/>
          <p14:tracePt t="237686" x="9896475" y="3811588"/>
          <p14:tracePt t="237689" x="9926638" y="3819525"/>
          <p14:tracePt t="237714" x="9958388" y="3827463"/>
          <p14:tracePt t="237721" x="9990138" y="3819525"/>
          <p14:tracePt t="237750" x="10020300" y="3819525"/>
          <p14:tracePt t="237793" x="10052050" y="3811588"/>
          <p14:tracePt t="237861" x="10083800" y="3795713"/>
          <p14:tracePt t="237914" x="10106025" y="3779838"/>
          <p14:tracePt t="237944" x="10137775" y="3765550"/>
          <p14:tracePt t="237973" x="10161588" y="3749675"/>
          <p14:tracePt t="238002" x="10255250" y="3741738"/>
          <p14:tracePt t="238064" x="10287000" y="3725863"/>
          <p14:tracePt t="238222" x="10169525" y="3717925"/>
          <p14:tracePt t="238263" x="10044113" y="3717925"/>
          <p14:tracePt t="238293" x="9802813" y="3749675"/>
          <p14:tracePt t="238333" x="9693275" y="3803650"/>
          <p14:tracePt t="238378" x="9575800" y="3827463"/>
          <p14:tracePt t="238438" x="9458325" y="3859213"/>
          <p14:tracePt t="238561" x="9348788" y="3889375"/>
          <p14:tracePt t="238649" x="9161463" y="3929063"/>
          <p14:tracePt t="238677" x="9051925" y="3944938"/>
          <p14:tracePt t="238680" x="9021763" y="3944938"/>
          <p14:tracePt t="238746" x="8966200" y="3952875"/>
          <p14:tracePt t="238787" x="8926513" y="3960813"/>
          <p14:tracePt t="238949" x="8958263" y="3944938"/>
          <p14:tracePt t="239024" x="9013825" y="3960813"/>
          <p14:tracePt t="239070" x="9137650" y="3990975"/>
          <p14:tracePt t="239099" x="9263063" y="3990975"/>
          <p14:tracePt t="239144" x="9380538" y="3975100"/>
          <p14:tracePt t="239175" x="9559925" y="3975100"/>
          <p14:tracePt t="239204" x="9629775" y="3983038"/>
          <p14:tracePt t="239253" x="9653588" y="4006850"/>
          <p14:tracePt t="239284" x="9715500" y="4022725"/>
          <p14:tracePt t="239409" x="9645650" y="4014788"/>
          <p14:tracePt t="239490" x="9685338" y="4014788"/>
          <p14:tracePt t="239648" x="9794875" y="3990975"/>
          <p14:tracePt t="239693" x="9918700" y="3975100"/>
          <p14:tracePt t="239776" x="10028238" y="3998913"/>
          <p14:tracePt t="239813" x="10145713" y="4006850"/>
          <p14:tracePt t="239852" x="10263188" y="4014788"/>
          <p14:tracePt t="239895" x="10380663" y="4030663"/>
          <p14:tracePt t="239926" x="10466388" y="4038600"/>
          <p14:tracePt t="240038" x="10520363" y="4046538"/>
          <p14:tracePt t="240078" x="10590213" y="4038600"/>
          <p14:tracePt t="240247" x="10598150" y="4006850"/>
          <p14:tracePt t="240316" x="10567988" y="3929063"/>
          <p14:tracePt t="240923" x="10528300" y="3929063"/>
          <p14:tracePt t="240964" x="10434638" y="3929063"/>
          <p14:tracePt t="241479" x="10325100" y="3967163"/>
          <p14:tracePt t="241521" x="10215563" y="3983038"/>
          <p14:tracePt t="241550" x="10091738" y="4006850"/>
          <p14:tracePt t="241579" x="9864725" y="4014788"/>
          <p14:tracePt t="241611" x="9755188" y="3998913"/>
          <p14:tracePt t="241639" x="9645650" y="3983038"/>
          <p14:tracePt t="241870" x="9701213" y="3983038"/>
          <p14:tracePt t="241912" x="9926638" y="4022725"/>
          <p14:tracePt t="241943" x="10106025" y="4062413"/>
          <p14:tracePt t="241973" x="10239375" y="4132263"/>
          <p14:tracePt t="242003" x="10301288" y="4124325"/>
          <p14:tracePt t="242030" x="10333038" y="4076700"/>
          <p14:tracePt t="242060" x="10356850" y="4054475"/>
          <p14:tracePt t="242090" x="10387013" y="4038600"/>
          <p14:tracePt t="242119" x="10442575" y="3998913"/>
          <p14:tracePt t="242149" x="10488613" y="3983038"/>
          <p14:tracePt t="242291" x="10512425" y="3990975"/>
          <p14:tracePt t="242652" x="10488613" y="4014788"/>
          <p14:tracePt t="242689" x="10434638" y="4038600"/>
          <p14:tracePt t="242720" x="10410825" y="4038600"/>
          <p14:tracePt t="242751" x="10348913" y="4038600"/>
          <p14:tracePt t="242876" x="10231438" y="4054475"/>
          <p14:tracePt t="242921" x="10121900" y="4076700"/>
          <p14:tracePt t="242951" x="10004425" y="4132263"/>
          <p14:tracePt t="243111" x="9910763" y="4076700"/>
          <p14:tracePt t="243462" x="9794875" y="4084638"/>
          <p14:tracePt t="243574" x="9693275" y="4164013"/>
          <p14:tracePt t="243792" x="9591675" y="4225925"/>
          <p14:tracePt t="243957" x="9693275" y="4156075"/>
          <p14:tracePt t="244024" x="9677400" y="4038600"/>
          <p14:tracePt t="244054" x="9613900" y="3937000"/>
          <p14:tracePt t="244144" x="9701213" y="3843338"/>
          <p14:tracePt t="244483" x="9723438" y="3960813"/>
          <p14:tracePt t="244529" x="9739313" y="4084638"/>
          <p14:tracePt t="244536" x="9685338" y="4194175"/>
          <p14:tracePt t="244564" x="9613900" y="4287838"/>
          <p14:tracePt t="244597" x="9599613" y="4311650"/>
          <p14:tracePt t="244626" x="9551988" y="4413250"/>
          <p14:tracePt t="244657" x="9466263" y="4491038"/>
          <p14:tracePt t="244689" x="9247188" y="4592638"/>
          <p14:tracePt t="244729" x="9137650" y="4648200"/>
          <p14:tracePt t="244760" x="9036050" y="4718050"/>
          <p14:tracePt t="244762" x="8912225" y="4803775"/>
          <p14:tracePt t="244790" x="8677275" y="4881563"/>
          <p14:tracePt t="244821" x="8216900" y="4937125"/>
          <p14:tracePt t="244854" x="7794625" y="5006975"/>
          <p14:tracePt t="244886" x="7459663" y="5030788"/>
          <p14:tracePt t="244918" x="7200900" y="5060950"/>
          <p14:tracePt t="244923" x="7013575" y="5053013"/>
          <p14:tracePt t="244954" x="6748463" y="5084763"/>
          <p14:tracePt t="244985" x="6591300" y="5124450"/>
          <p14:tracePt t="245967" x="1163638" y="4725988"/>
          <p14:tracePt t="246006" x="1195388" y="4741863"/>
          <p14:tracePt t="246115" x="1273175" y="4733925"/>
          <p14:tracePt t="246178" x="1508125" y="4654550"/>
          <p14:tracePt t="246217" x="1522413" y="4632325"/>
          <p14:tracePt t="246245" x="1538288" y="4608513"/>
          <p14:tracePt t="246275" x="1554163" y="4584700"/>
          <p14:tracePt t="246373" x="1522413" y="4632325"/>
          <p14:tracePt t="246416" x="1514475" y="4662488"/>
          <p14:tracePt t="246501" x="1538288" y="4678363"/>
          <p14:tracePt t="246577" x="1476375" y="4702175"/>
          <p14:tracePt t="246607" x="1436688" y="4718050"/>
          <p14:tracePt t="246610" x="1406525" y="4741863"/>
          <p14:tracePt t="246639" x="1319213" y="4795838"/>
          <p14:tracePt t="246668" x="1304925" y="4819650"/>
          <p14:tracePt t="246756" x="1319213" y="4819650"/>
          <p14:tracePt t="246787" x="1343025" y="4811713"/>
          <p14:tracePt t="246846" x="1358900" y="4787900"/>
          <p14:tracePt t="246875" x="1382713" y="4772025"/>
          <p14:tracePt t="256810" x="1874838" y="4608513"/>
          <p14:tracePt t="256843" x="2014538" y="4702175"/>
          <p14:tracePt t="256893" x="2209800" y="4749800"/>
          <p14:tracePt t="256934" x="2522538" y="4881563"/>
          <p14:tracePt t="256973" x="2655888" y="4873625"/>
          <p14:tracePt t="256978" x="2701925" y="4843463"/>
          <p14:tracePt t="257028" x="2741613" y="4803775"/>
          <p14:tracePt t="257086" x="2811463" y="4741863"/>
          <p14:tracePt t="257129" x="2843213" y="4741863"/>
          <p14:tracePt t="257166" x="2867025" y="4749800"/>
          <p14:tracePt t="257169" x="2897188" y="4749800"/>
          <p14:tracePt t="257216" x="2921000" y="4733925"/>
          <p14:tracePt t="257247" x="2952750" y="4710113"/>
          <p14:tracePt t="257276" x="3054350" y="4670425"/>
          <p14:tracePt t="257305" x="3163888" y="4678363"/>
          <p14:tracePt t="257335" x="3257550" y="4718050"/>
          <p14:tracePt t="257365" x="3319463" y="4835525"/>
          <p14:tracePt t="257396" x="3327400" y="4865688"/>
          <p14:tracePt t="257426" x="3327400" y="4897438"/>
          <p14:tracePt t="257456" x="3335338" y="4929188"/>
          <p14:tracePt t="257523" x="3335338" y="4959350"/>
          <p14:tracePt t="257576" x="3303588" y="4951413"/>
          <p14:tracePt t="257607" x="3265488" y="4945063"/>
          <p14:tracePt t="257637" x="3233738" y="4945063"/>
          <p14:tracePt t="257665" x="3155950" y="4959350"/>
          <p14:tracePt t="257779" x="3155950" y="4913313"/>
          <p14:tracePt t="257822" x="3186113" y="4795838"/>
          <p14:tracePt t="257853" x="3225800" y="4733925"/>
          <p14:tracePt t="257883" x="3271838" y="4686300"/>
          <p14:tracePt t="257914" x="3335338" y="4640263"/>
          <p14:tracePt t="257944" x="3351213" y="4632325"/>
          <p14:tracePt t="257981" x="3351213" y="4654550"/>
          <p14:tracePt t="258013" x="3335338" y="4710113"/>
          <p14:tracePt t="258043" x="3319463" y="4772025"/>
          <p14:tracePt t="258077" x="3303588" y="4835525"/>
          <p14:tracePt t="258105" x="3287713" y="4865688"/>
          <p14:tracePt t="258138" x="3271838" y="4889500"/>
          <p14:tracePt t="258167" x="3209925" y="4959350"/>
          <p14:tracePt t="258197" x="3155950" y="5014913"/>
          <p14:tracePt t="258226" x="3084513" y="5068888"/>
          <p14:tracePt t="258261" x="2974975" y="5140325"/>
          <p14:tracePt t="258291" x="2827338" y="5186363"/>
          <p14:tracePt t="258321" x="2765425" y="5202238"/>
          <p14:tracePt t="258327" x="2733675" y="5194300"/>
          <p14:tracePt t="258359" x="2693988" y="5162550"/>
          <p14:tracePt t="258387" x="2655888" y="5132388"/>
          <p14:tracePt t="258417" x="2624138" y="5006975"/>
          <p14:tracePt t="258449" x="2647950" y="4921250"/>
          <p14:tracePt t="258478" x="2671763" y="4865688"/>
          <p14:tracePt t="258508" x="2717800" y="4819650"/>
          <p14:tracePt t="258538" x="2795588" y="4772025"/>
          <p14:tracePt t="258567" x="2897188" y="4749800"/>
          <p14:tracePt t="258598" x="2968625" y="4772025"/>
          <p14:tracePt t="258628" x="3084513" y="4811713"/>
          <p14:tracePt t="258659" x="3163888" y="4865688"/>
          <p14:tracePt t="258690" x="3194050" y="4929188"/>
          <p14:tracePt t="258720" x="3217863" y="5022850"/>
          <p14:tracePt t="258751" x="3209925" y="5092700"/>
          <p14:tracePt t="258780" x="3155950" y="5170488"/>
          <p14:tracePt t="258811" x="3054350" y="5202238"/>
          <p14:tracePt t="258846" x="2928938" y="5218113"/>
          <p14:tracePt t="258877" x="2827338" y="5194300"/>
          <p14:tracePt t="258913" x="2811463" y="5162550"/>
          <p14:tracePt t="258915" x="2773363" y="5108575"/>
          <p14:tracePt t="258946" x="2717800" y="4999038"/>
          <p14:tracePt t="258975" x="2717800" y="4967288"/>
          <p14:tracePt t="259005" x="2765425" y="4913313"/>
          <p14:tracePt t="259035" x="2827338" y="4835525"/>
          <p14:tracePt t="259064" x="2881313" y="4795838"/>
          <p14:tracePt t="259094" x="2974975" y="4749800"/>
          <p14:tracePt t="259124" x="3092450" y="4718050"/>
          <p14:tracePt t="259155" x="3194050" y="4725988"/>
          <p14:tracePt t="259185" x="3279775" y="4779963"/>
          <p14:tracePt t="259215" x="3373438" y="4835525"/>
          <p14:tracePt t="259244" x="3436938" y="4881563"/>
          <p14:tracePt t="259274" x="3436938" y="4945063"/>
          <p14:tracePt t="259305" x="3413125" y="4975225"/>
          <p14:tracePt t="259334" x="3343275" y="5030788"/>
          <p14:tracePt t="259365" x="3209925" y="5060950"/>
          <p14:tracePt t="259394" x="3100388" y="5045075"/>
          <p14:tracePt t="259425" x="3014663" y="5014913"/>
          <p14:tracePt t="259457" x="2944813" y="4967288"/>
          <p14:tracePt t="259486" x="2921000" y="4905375"/>
          <p14:tracePt t="259517" x="2913063" y="4843463"/>
          <p14:tracePt t="259548" x="2928938" y="4803775"/>
          <p14:tracePt t="259576" x="2968625" y="4718050"/>
          <p14:tracePt t="259606" x="2998788" y="4670425"/>
          <p14:tracePt t="259636" x="3038475" y="4592638"/>
          <p14:tracePt t="259666" x="3076575" y="4554538"/>
          <p14:tracePt t="259696" x="3163888" y="4514850"/>
          <p14:tracePt t="259725" x="3225800" y="4498975"/>
          <p14:tracePt t="259758" x="3295650" y="4491038"/>
          <p14:tracePt t="259788" x="3421063" y="4530725"/>
          <p14:tracePt t="259820" x="3546475" y="4576763"/>
          <p14:tracePt t="259851" x="3632200" y="4616450"/>
          <p14:tracePt t="259883" x="3756025" y="4710113"/>
          <p14:tracePt t="259888" x="3787775" y="4772025"/>
          <p14:tracePt t="259917" x="3811588" y="4843463"/>
          <p14:tracePt t="259951" x="3795713" y="4889500"/>
          <p14:tracePt t="259981" x="3725863" y="4929188"/>
          <p14:tracePt t="260010" x="3694113" y="4937125"/>
          <p14:tracePt t="260039" x="3584575" y="4937125"/>
          <p14:tracePt t="260071" x="3452813" y="4905375"/>
          <p14:tracePt t="260101" x="3311525" y="4857750"/>
          <p14:tracePt t="260131" x="3163888" y="4795838"/>
          <p14:tracePt t="260161" x="3084513" y="4764088"/>
          <p14:tracePt t="260317" x="3070225" y="4662488"/>
          <p14:tracePt t="260362" x="3163888" y="4467225"/>
          <p14:tracePt t="260398" x="3225800" y="4445000"/>
          <p14:tracePt t="260400" x="3265488" y="4445000"/>
          <p14:tracePt t="260429" x="3389313" y="4445000"/>
          <p14:tracePt t="260460" x="3514725" y="4475163"/>
          <p14:tracePt t="260492" x="3576638" y="4498975"/>
          <p14:tracePt t="260525" x="3640138" y="4530725"/>
          <p14:tracePt t="260558" x="3702050" y="4554538"/>
          <p14:tracePt t="260589" x="3795713" y="4624388"/>
          <p14:tracePt t="260594" x="3819525" y="4640263"/>
          <p14:tracePt t="260624" x="3881438" y="4678363"/>
          <p14:tracePt t="260653" x="3937000" y="4749800"/>
          <p14:tracePt t="260684" x="3944938" y="4795838"/>
          <p14:tracePt t="260717" x="3937000" y="4827588"/>
          <p14:tracePt t="260749" x="3929063" y="4849813"/>
          <p14:tracePt t="260780" x="3873500" y="4897438"/>
          <p14:tracePt t="260809" x="3803650" y="4921250"/>
          <p14:tracePt t="260842" x="3717925" y="4913313"/>
          <p14:tracePt t="260873" x="3592513" y="4889500"/>
          <p14:tracePt t="260878" x="3546475" y="4873625"/>
          <p14:tracePt t="260909" x="3482975" y="4849813"/>
          <p14:tracePt t="260913" x="3444875" y="4843463"/>
          <p14:tracePt t="260941" x="3373438" y="4835525"/>
          <p14:tracePt t="260972" x="3295650" y="4811713"/>
          <p14:tracePt t="261083" x="3287713" y="4779963"/>
          <p14:tracePt t="261134" x="3319463" y="4670425"/>
          <p14:tracePt t="261137" x="3335338" y="4648200"/>
          <p14:tracePt t="261170" x="3397250" y="4584700"/>
          <p14:tracePt t="261202" x="3490913" y="4498975"/>
          <p14:tracePt t="261233" x="3568700" y="4429125"/>
          <p14:tracePt t="261262" x="3608388" y="4381500"/>
          <p14:tracePt t="261269" x="3624263" y="4359275"/>
          <p14:tracePt t="261296" x="3662363" y="4319588"/>
          <p14:tracePt t="261302" x="3694113" y="4311650"/>
          <p14:tracePt t="261331" x="3756025" y="4311650"/>
          <p14:tracePt t="261360" x="3865563" y="4359275"/>
          <p14:tracePt t="261391" x="3921125" y="4381500"/>
          <p14:tracePt t="261420" x="3983038" y="4452938"/>
          <p14:tracePt t="261451" x="4022725" y="4546600"/>
          <p14:tracePt t="261483" x="4076700" y="4640263"/>
          <p14:tracePt t="261514" x="4132263" y="4718050"/>
          <p14:tracePt t="261545" x="4146550" y="4749800"/>
          <p14:tracePt t="261579" x="4140200" y="4819650"/>
          <p14:tracePt t="261587" x="4132263" y="4835525"/>
          <p14:tracePt t="261617" x="4100513" y="4873625"/>
          <p14:tracePt t="261648" x="4052888" y="4905375"/>
          <p14:tracePt t="261681" x="3983038" y="4937125"/>
          <p14:tracePt t="261711" x="3873500" y="4959350"/>
          <p14:tracePt t="261742" x="3741738" y="4975225"/>
          <p14:tracePt t="261773" x="3648075" y="4959350"/>
          <p14:tracePt t="261803" x="3624263" y="4951413"/>
          <p14:tracePt t="261809" x="3592513" y="4945063"/>
          <p14:tracePt t="261841" x="3560763" y="4945063"/>
          <p14:tracePt t="261871" x="3482975" y="4889500"/>
          <p14:tracePt t="261901" x="3467100" y="4865688"/>
          <p14:tracePt t="261944" x="3452813" y="4835525"/>
          <p14:tracePt t="262013" x="3452813" y="4803775"/>
          <p14:tracePt t="262065" x="3467100" y="4772025"/>
          <p14:tracePt t="262094" x="3475038" y="4749800"/>
          <p14:tracePt t="262209" x="3452813" y="4725988"/>
          <p14:tracePt t="262260" x="3343275" y="4702175"/>
          <p14:tracePt t="262262" x="3319463" y="4702175"/>
          <p14:tracePt t="262293" x="3265488" y="4702175"/>
          <p14:tracePt t="262325" x="3201988" y="4710113"/>
          <p14:tracePt t="262355" x="3140075" y="4718050"/>
          <p14:tracePt t="262387" x="3116263" y="4702175"/>
          <p14:tracePt t="262431" x="3108325" y="4662488"/>
          <p14:tracePt t="262467" x="3100388" y="4640263"/>
          <p14:tracePt t="262472" x="3116263" y="4608513"/>
          <p14:tracePt t="262502" x="3178175" y="4554538"/>
          <p14:tracePt t="262533" x="3241675" y="4522788"/>
          <p14:tracePt t="262563" x="3303588" y="4498975"/>
          <p14:tracePt t="262594" x="3359150" y="4475163"/>
          <p14:tracePt t="262625" x="3421063" y="4459288"/>
          <p14:tracePt t="262655" x="3514725" y="4452938"/>
          <p14:tracePt t="262685" x="3584575" y="4445000"/>
          <p14:tracePt t="262724" x="3678238" y="4459288"/>
          <p14:tracePt t="262755" x="3733800" y="4475163"/>
          <p14:tracePt t="262785" x="3803650" y="4514850"/>
          <p14:tracePt t="262819" x="3865563" y="4554538"/>
          <p14:tracePt t="262850" x="3937000" y="4600575"/>
          <p14:tracePt t="262881" x="3959225" y="4608513"/>
          <p14:tracePt t="262911" x="3975100" y="4624388"/>
          <p14:tracePt t="262945" x="3951288" y="4694238"/>
          <p14:tracePt t="262950" x="3937000" y="4718050"/>
          <p14:tracePt t="262982" x="3905250" y="4756150"/>
          <p14:tracePt t="263013" x="3851275" y="4803775"/>
          <p14:tracePt t="263045" x="3795713" y="4835525"/>
          <p14:tracePt t="263077" x="3733800" y="4849813"/>
          <p14:tracePt t="263107" x="3678238" y="4849813"/>
          <p14:tracePt t="263141" x="3608388" y="4849813"/>
          <p14:tracePt t="263147" x="3546475" y="4843463"/>
          <p14:tracePt t="263177" x="3452813" y="4819650"/>
          <p14:tracePt t="263206" x="3381375" y="4803775"/>
          <p14:tracePt t="263237" x="3319463" y="4795838"/>
          <p14:tracePt t="263268" x="3265488" y="4764088"/>
          <p14:tracePt t="263298" x="3241675" y="4749800"/>
          <p14:tracePt t="263329" x="3178175" y="4718050"/>
          <p14:tracePt t="263393" x="3148013" y="4670425"/>
          <p14:tracePt t="263450" x="3163888" y="4560888"/>
          <p14:tracePt t="263480" x="3186113" y="4530725"/>
          <p14:tracePt t="263513" x="3233738" y="4491038"/>
          <p14:tracePt t="263549" x="3257550" y="4467225"/>
          <p14:tracePt t="263555" x="3279775" y="4445000"/>
          <p14:tracePt t="263584" x="3373438" y="4421188"/>
          <p14:tracePt t="263617" x="3490913" y="4437063"/>
          <p14:tracePt t="263647" x="3632200" y="4452938"/>
          <p14:tracePt t="263677" x="3763963" y="4437063"/>
          <p14:tracePt t="263708" x="3913188" y="4421188"/>
          <p14:tracePt t="263740" x="4014788" y="4429125"/>
          <p14:tracePt t="263747" x="4046538" y="4429125"/>
          <p14:tracePt t="263776" x="4108450" y="4437063"/>
          <p14:tracePt t="263809" x="4210050" y="4538663"/>
          <p14:tracePt t="263840" x="4279900" y="4670425"/>
          <p14:tracePt t="263872" x="4311650" y="4772025"/>
          <p14:tracePt t="263905" x="4303713" y="4843463"/>
          <p14:tracePt t="263936" x="4225925" y="4937125"/>
          <p14:tracePt t="263942" x="4210050" y="4959350"/>
          <p14:tracePt t="263972" x="4124325" y="5060950"/>
          <p14:tracePt t="264004" x="4022725" y="5116513"/>
          <p14:tracePt t="264036" x="3905250" y="5132388"/>
          <p14:tracePt t="264065" x="3749675" y="5124450"/>
          <p14:tracePt t="264097" x="3632200" y="5092700"/>
          <p14:tracePt t="264131" x="3498850" y="5060950"/>
          <p14:tracePt t="264136" x="3436938" y="5038725"/>
          <p14:tracePt t="264167" x="3303588" y="4959350"/>
          <p14:tracePt t="264199" x="3279775" y="4865688"/>
          <p14:tracePt t="264229" x="3303588" y="4795838"/>
          <p14:tracePt t="264261" x="3365500" y="4725988"/>
          <p14:tracePt t="264291" x="3467100" y="4640263"/>
          <p14:tracePt t="264322" x="3600450" y="4538663"/>
          <p14:tracePt t="264352" x="3694113" y="4498975"/>
          <p14:tracePt t="264383" x="3787775" y="4514850"/>
          <p14:tracePt t="264413" x="3873500" y="4538663"/>
          <p14:tracePt t="264443" x="3975100" y="4560888"/>
          <p14:tracePt t="264477" x="4092575" y="4608513"/>
          <p14:tracePt t="264482" x="4140200" y="4640263"/>
          <p14:tracePt t="264512" x="4186238" y="4702175"/>
          <p14:tracePt t="264543" x="4210050" y="4811713"/>
          <p14:tracePt t="264576" x="4186238" y="4913313"/>
          <p14:tracePt t="264607" x="4100513" y="4983163"/>
          <p14:tracePt t="264638" x="3998913" y="5038725"/>
          <p14:tracePt t="264671" x="3873500" y="5038725"/>
          <p14:tracePt t="264702" x="3733800" y="4983163"/>
          <p14:tracePt t="264707" x="3702050" y="4967288"/>
          <p14:tracePt t="264738" x="3482975" y="4835525"/>
          <p14:tracePt t="264769" x="3452813" y="4803775"/>
          <p14:tracePt t="264802" x="3452813" y="4749800"/>
          <p14:tracePt t="264834" x="3498850" y="4694238"/>
          <p14:tracePt t="264864" x="3608388" y="4616450"/>
          <p14:tracePt t="264896" x="3725863" y="4538663"/>
          <p14:tracePt t="264928" x="3819525" y="4506913"/>
          <p14:tracePt t="264934" x="3873500" y="4498975"/>
          <p14:tracePt t="264963" x="3951288" y="4514850"/>
          <p14:tracePt t="264995" x="4038600" y="4554538"/>
          <p14:tracePt t="265027" x="4092575" y="4640263"/>
          <p14:tracePt t="265058" x="4068763" y="4756150"/>
          <p14:tracePt t="265089" x="4006850" y="4857750"/>
          <p14:tracePt t="265120" x="3881438" y="4991100"/>
          <p14:tracePt t="265154" x="3749675" y="5068888"/>
          <p14:tracePt t="265159" x="3662363" y="5092700"/>
          <p14:tracePt t="265189" x="3482975" y="5076825"/>
          <p14:tracePt t="265225" x="3319463" y="5014913"/>
          <p14:tracePt t="265257" x="3249613" y="4975225"/>
          <p14:tracePt t="265314" x="3186113" y="4811713"/>
          <p14:tracePt t="265369" x="3327400" y="4608513"/>
          <p14:tracePt t="265402" x="3460750" y="4522788"/>
          <p14:tracePt t="265434" x="3554413" y="4498975"/>
          <p14:tracePt t="265495" x="3576638" y="4522788"/>
          <p14:tracePt t="265530" x="3576638" y="4600575"/>
          <p14:tracePt t="265534" x="3560763" y="4640263"/>
          <p14:tracePt t="265564" x="3538538" y="4686300"/>
          <p14:tracePt t="265594" x="3530600" y="4718050"/>
          <p14:tracePt t="265888" x="3554413" y="4702175"/>
          <p14:tracePt t="265932" x="3749675" y="4662488"/>
          <p14:tracePt t="265938" x="3811588" y="4662488"/>
          <p14:tracePt t="265970" x="3998913" y="4678363"/>
          <p14:tracePt t="266005" x="4217988" y="4733925"/>
          <p14:tracePt t="266037" x="4413250" y="4779963"/>
          <p14:tracePt t="266069" x="4638675" y="4811713"/>
          <p14:tracePt t="266073" x="4748213" y="4811713"/>
          <p14:tracePt t="266104" x="4983163" y="4803775"/>
          <p14:tracePt t="266138" x="5122863" y="4772025"/>
          <p14:tracePt t="266170" x="5154613" y="4764088"/>
          <p14:tracePt t="266500" x="5264150" y="4725988"/>
          <p14:tracePt t="266544" x="5373688" y="4718050"/>
          <p14:tracePt t="266600" x="5491163" y="4702175"/>
          <p14:tracePt t="266659" x="5600700" y="4702175"/>
          <p14:tracePt t="266689" x="5716588" y="4702175"/>
          <p14:tracePt t="266723" x="5834063" y="4686300"/>
          <p14:tracePt t="266756" x="5935663" y="4654550"/>
          <p14:tracePt t="266808" x="6029325" y="4584700"/>
          <p14:tracePt t="267027" x="5943600" y="4654550"/>
          <p14:tracePt t="267110" x="5857875" y="4741863"/>
          <p14:tracePt t="267115" x="5834063" y="4756150"/>
          <p14:tracePt t="267147" x="5716588" y="4819650"/>
          <p14:tracePt t="267153" x="5694363" y="4827588"/>
          <p14:tracePt t="267186" x="5561013" y="4897438"/>
          <p14:tracePt t="267217" x="5334000" y="4983163"/>
          <p14:tracePt t="267275" x="5186363" y="5014913"/>
          <p14:tracePt t="267311" x="5060950" y="5030788"/>
          <p14:tracePt t="267371" x="4943475" y="4999038"/>
          <p14:tracePt t="267456" x="4935538" y="4975225"/>
          <p14:tracePt t="267486" x="4889500" y="4865688"/>
          <p14:tracePt t="267554" x="4927600" y="4741863"/>
          <p14:tracePt t="267594" x="4959350" y="4624388"/>
          <p14:tracePt t="267747" x="5037138" y="4530725"/>
          <p14:tracePt t="267792" x="5138738" y="4467225"/>
          <p14:tracePt t="267826" x="5248275" y="4429125"/>
          <p14:tracePt t="267875" x="5365750" y="4405313"/>
          <p14:tracePt t="267906" x="5483225" y="4397375"/>
          <p14:tracePt t="267980" x="5600700" y="4397375"/>
          <p14:tracePt t="268010" x="5716588" y="4397375"/>
          <p14:tracePt t="268058" x="5834063" y="4389438"/>
          <p14:tracePt t="268130" x="5943600" y="4429125"/>
          <p14:tracePt t="268176" x="6045200" y="4538663"/>
          <p14:tracePt t="268252" x="6053138" y="4654550"/>
          <p14:tracePt t="268295" x="6029325" y="4772025"/>
          <p14:tracePt t="268342" x="5975350" y="4873625"/>
          <p14:tracePt t="268401" x="5959475" y="4889500"/>
          <p14:tracePt t="268429" x="5881688" y="4975225"/>
          <p14:tracePt t="268476" x="5772150" y="5030788"/>
          <p14:tracePt t="268507" x="5716588" y="5038725"/>
          <p14:tracePt t="268540" x="5600700" y="5060950"/>
          <p14:tracePt t="268574" x="5334000" y="5060950"/>
          <p14:tracePt t="268640" x="5240338" y="4983163"/>
          <p14:tracePt t="268695" x="5170488" y="4881563"/>
          <p14:tracePt t="268801" x="5170488" y="4764088"/>
          <p14:tracePt t="268845" x="5202238" y="4648200"/>
          <p14:tracePt t="268914" x="5295900" y="4584700"/>
          <p14:tracePt t="268957" x="5413375" y="4554538"/>
          <p14:tracePt t="268989" x="5529263" y="4560888"/>
          <p14:tracePt t="269023" x="5646738" y="4584700"/>
          <p14:tracePt t="269060" x="5756275" y="4632325"/>
          <p14:tracePt t="269092" x="5849938" y="4710113"/>
          <p14:tracePt t="269159" x="5873750" y="4819650"/>
          <p14:tracePt t="269241" x="5818188" y="4929188"/>
          <p14:tracePt t="269288" x="5716588" y="4975225"/>
          <p14:tracePt t="269319" x="5600700" y="5014913"/>
          <p14:tracePt t="269353" x="5357813" y="5022850"/>
          <p14:tracePt t="269385" x="5240338" y="5014913"/>
          <p14:tracePt t="269458" x="5146675" y="4945063"/>
          <p14:tracePt t="269572" x="5232400" y="4857750"/>
          <p14:tracePt t="269616" x="5341938" y="4811713"/>
          <p14:tracePt t="269648" x="5459413" y="4772025"/>
          <p14:tracePt t="269684" x="5576888" y="4756150"/>
          <p14:tracePt t="269716" x="5818188" y="4741863"/>
          <p14:tracePt t="269814" x="5927725" y="4835525"/>
          <p14:tracePt t="269873" x="5881688" y="4921250"/>
          <p14:tracePt t="269954" x="5756275" y="4929188"/>
          <p14:tracePt t="269985" x="5724525" y="4929188"/>
          <p14:tracePt t="270021" x="5608638" y="4929188"/>
          <p14:tracePt t="270197" x="5732463" y="4843463"/>
          <p14:tracePt t="270233" x="5935663" y="4803775"/>
          <p14:tracePt t="270267" x="6045200" y="4811713"/>
          <p14:tracePt t="270302" x="6146800" y="4827588"/>
          <p14:tracePt t="270308" x="6186488" y="4835525"/>
          <p14:tracePt t="270368" x="6208713" y="4857750"/>
          <p14:tracePt t="270412" x="6208713" y="4897438"/>
          <p14:tracePt t="270444" x="6154738" y="4975225"/>
          <p14:tracePt t="270480" x="6045200" y="5038725"/>
          <p14:tracePt t="270516" x="5911850" y="5038725"/>
          <p14:tracePt t="270550" x="5772150" y="5030788"/>
          <p14:tracePt t="270583" x="5740400" y="5030788"/>
          <p14:tracePt t="270617" x="5630863" y="5014913"/>
          <p14:tracePt t="270649" x="5373688" y="4999038"/>
          <p14:tracePt t="270683" x="5240338" y="4991100"/>
          <p14:tracePt t="270753" x="5154613" y="4913313"/>
          <p14:tracePt t="270799" x="5122863" y="4803775"/>
          <p14:tracePt t="270836" x="5122863" y="4686300"/>
          <p14:tracePt t="270868" x="5178425" y="4568825"/>
          <p14:tracePt t="270902" x="5256213" y="4483100"/>
          <p14:tracePt t="270938" x="5357813" y="4429125"/>
          <p14:tracePt t="270971" x="5475288" y="4381500"/>
          <p14:tracePt t="271005" x="5622925" y="4381500"/>
          <p14:tracePt t="271036" x="5889625" y="4445000"/>
          <p14:tracePt t="271068" x="5983288" y="4560888"/>
          <p14:tracePt t="271073" x="6013450" y="4632325"/>
          <p14:tracePt t="271107" x="6037263" y="4702175"/>
          <p14:tracePt t="271141" x="6021388" y="4795838"/>
          <p14:tracePt t="271174" x="5983288" y="4889500"/>
          <p14:tracePt t="271179" x="5927725" y="4945063"/>
          <p14:tracePt t="271209" x="5834063" y="5014913"/>
          <p14:tracePt t="271244" x="5702300" y="5092700"/>
          <p14:tracePt t="271277" x="5568950" y="5124450"/>
          <p14:tracePt t="271282" x="5499100" y="5124450"/>
          <p14:tracePt t="271314" x="5459413" y="5124450"/>
          <p14:tracePt t="271359" x="5357813" y="5076825"/>
          <p14:tracePt t="271391" x="5248275" y="5014913"/>
          <p14:tracePt t="271424" x="5170488" y="4929188"/>
          <p14:tracePt t="271463" x="5122863" y="4835525"/>
          <p14:tracePt t="271530" x="5162550" y="4733925"/>
          <p14:tracePt t="271583" x="5272088" y="4678363"/>
          <p14:tracePt t="271615" x="5389563" y="4654550"/>
          <p14:tracePt t="271647" x="5622925" y="4662488"/>
          <p14:tracePt t="271682" x="5834063" y="4756150"/>
          <p14:tracePt t="271720" x="5834063" y="4945063"/>
          <p14:tracePt t="271722" x="5818188" y="4975225"/>
          <p14:tracePt t="271755" x="5756275" y="5092700"/>
          <p14:tracePt t="271791" x="5686425" y="5170488"/>
          <p14:tracePt t="271794" x="5638800" y="5218113"/>
          <p14:tracePt t="271825" x="5513388" y="5280025"/>
          <p14:tracePt t="271860" x="5413375" y="5272088"/>
          <p14:tracePt t="271894" x="5264150" y="5210175"/>
          <p14:tracePt t="271898" x="5202238" y="5178425"/>
          <p14:tracePt t="271931" x="5194300" y="5170488"/>
          <p14:tracePt t="271963" x="5170488" y="5140325"/>
          <p14:tracePt t="271997" x="5162550" y="5053013"/>
          <p14:tracePt t="272035" x="5272088" y="4772025"/>
          <p14:tracePt t="272068" x="5334000" y="4686300"/>
          <p14:tracePt t="272101" x="5427663" y="4530725"/>
          <p14:tracePt t="272135" x="5553075" y="4437063"/>
          <p14:tracePt t="272141" x="5622925" y="4421188"/>
          <p14:tracePt t="272178" x="5724525" y="4421188"/>
          <p14:tracePt t="272183" x="5780088" y="4437063"/>
          <p14:tracePt t="272217" x="5865813" y="4506913"/>
          <p14:tracePt t="272252" x="5951538" y="4632325"/>
          <p14:tracePt t="272285" x="5991225" y="4749800"/>
          <p14:tracePt t="272291" x="5991225" y="4779963"/>
          <p14:tracePt t="272325" x="5951538" y="4843463"/>
          <p14:tracePt t="272359" x="5849938" y="4905375"/>
          <p14:tracePt t="272367" x="5818188" y="4913313"/>
          <p14:tracePt t="272400" x="5662613" y="4905375"/>
          <p14:tracePt t="272433" x="5499100" y="4849813"/>
          <p14:tracePt t="272440" x="5467350" y="4827588"/>
          <p14:tracePt t="272473" x="5443538" y="4803775"/>
          <p14:tracePt t="272508" x="5419725" y="4749800"/>
          <p14:tracePt t="272513" x="5419725" y="4725988"/>
          <p14:tracePt t="272546" x="5475288" y="4616450"/>
          <p14:tracePt t="272581" x="5592763" y="4546600"/>
          <p14:tracePt t="272620" x="5662613" y="4538663"/>
          <p14:tracePt t="272655" x="5724525" y="4546600"/>
          <p14:tracePt t="272692" x="5810250" y="4592638"/>
          <p14:tracePt t="272696" x="5834063" y="4608513"/>
          <p14:tracePt t="272728" x="5857875" y="4662488"/>
          <p14:tracePt t="272762" x="5865813" y="4756150"/>
          <p14:tracePt t="272768" x="5873750" y="4787900"/>
          <p14:tracePt t="272800" x="5857875" y="4857750"/>
          <p14:tracePt t="272845" x="5724525" y="4929188"/>
          <p14:tracePt t="272879" x="5584825" y="4913313"/>
          <p14:tracePt t="272913" x="5507038" y="4865688"/>
          <p14:tracePt t="272920" x="5483225" y="4827588"/>
          <p14:tracePt t="272951" x="5443538" y="4756150"/>
          <p14:tracePt t="272987" x="5443538" y="4662488"/>
          <p14:tracePt t="273020" x="5507038" y="4608513"/>
          <p14:tracePt t="273026" x="5537200" y="4592638"/>
          <p14:tracePt t="273060" x="5630863" y="4568825"/>
          <p14:tracePt t="273093" x="5732463" y="4568825"/>
          <p14:tracePt t="273100" x="5772150" y="4576763"/>
          <p14:tracePt t="273136" x="5903913" y="4616450"/>
          <p14:tracePt t="273171" x="5951538" y="4654550"/>
          <p14:tracePt t="273177" x="5967413" y="4678363"/>
          <p14:tracePt t="273209" x="5927725" y="4772025"/>
          <p14:tracePt t="273244" x="5826125" y="4873625"/>
          <p14:tracePt t="273248" x="5780088" y="4921250"/>
          <p14:tracePt t="273281" x="5724525" y="4959350"/>
          <p14:tracePt t="273316" x="5662613" y="4975225"/>
          <p14:tracePt t="273355" x="5646738" y="4951413"/>
          <p14:tracePt t="273386" x="5670550" y="4857750"/>
          <p14:tracePt t="273420" x="5724525" y="4764088"/>
          <p14:tracePt t="273454" x="5810250" y="4670425"/>
          <p14:tracePt t="273461" x="5865813" y="4640263"/>
          <p14:tracePt t="273499" x="5943600" y="4584700"/>
          <p14:tracePt t="273535" x="6029325" y="4560888"/>
          <p14:tracePt t="273538" x="6061075" y="4560888"/>
          <p14:tracePt t="273569" x="6092825" y="4576763"/>
          <p14:tracePt t="273604" x="6107113" y="4600575"/>
          <p14:tracePt t="273610" x="6130925" y="4632325"/>
          <p14:tracePt t="273642" x="6162675" y="4678363"/>
          <p14:tracePt t="273676" x="6170613" y="4702175"/>
          <p14:tracePt t="273710" x="6170613" y="4733925"/>
          <p14:tracePt t="273715" x="6162675" y="4756150"/>
          <p14:tracePt t="273745" x="6138863" y="4843463"/>
          <p14:tracePt t="273843" x="6107113" y="4865688"/>
          <p14:tracePt t="273885" x="5983288" y="4897438"/>
          <p14:tracePt t="273918" x="5881688" y="4905375"/>
          <p14:tracePt t="273956" x="5772150" y="4921250"/>
          <p14:tracePt t="273990" x="5708650" y="4937125"/>
          <p14:tracePt t="274024" x="5646738" y="4951413"/>
          <p14:tracePt t="274060" x="5545138" y="4959350"/>
          <p14:tracePt t="274092" x="5483225" y="4975225"/>
          <p14:tracePt t="274126" x="5413375" y="4983163"/>
          <p14:tracePt t="274164" x="5280025" y="4975225"/>
          <p14:tracePt t="274166" x="5194300" y="4975225"/>
          <p14:tracePt t="274200" x="5186363" y="4975225"/>
          <p14:tracePt t="274233" x="5170488" y="4975225"/>
          <p14:tracePt t="274266" x="5108575" y="4975225"/>
          <p14:tracePt t="274323" x="5084763" y="4975225"/>
          <p14:tracePt t="274364" x="4967288" y="4975225"/>
          <p14:tracePt t="274474" x="4897438" y="4967288"/>
          <p14:tracePt t="274521" x="4857750" y="4959350"/>
          <p14:tracePt t="274527" x="4881563" y="4937125"/>
          <p14:tracePt t="274559" x="4943475" y="4913313"/>
          <p14:tracePt t="274594" x="5022850" y="4929188"/>
          <p14:tracePt t="274630" x="5116513" y="4951413"/>
          <p14:tracePt t="274664" x="5224463" y="4959350"/>
          <p14:tracePt t="274698" x="5334000" y="4967288"/>
          <p14:tracePt t="274731" x="5435600" y="4951413"/>
          <p14:tracePt t="274737" x="5483225" y="4945063"/>
          <p14:tracePt t="274769" x="5545138" y="4929188"/>
          <p14:tracePt t="274805" x="5608638" y="4937125"/>
          <p14:tracePt t="274842" x="5646738" y="4959350"/>
          <p14:tracePt t="274844" x="5662613" y="4983163"/>
          <p14:tracePt t="274875" x="5694363" y="5030788"/>
          <p14:tracePt t="274921" x="5724525" y="5045075"/>
          <p14:tracePt t="274955" x="5780088" y="5053013"/>
          <p14:tracePt t="274961" x="5810250" y="5053013"/>
          <p14:tracePt t="274993" x="5842000" y="5060950"/>
          <p14:tracePt t="275026" x="5873750" y="5060950"/>
          <p14:tracePt t="275062" x="5903913" y="5053013"/>
          <p14:tracePt t="275097" x="5935663" y="5045075"/>
          <p14:tracePt t="275165" x="5911850" y="5014913"/>
          <p14:tracePt t="275211" x="5724525" y="4929188"/>
          <p14:tracePt t="275246" x="5584825" y="4897438"/>
          <p14:tracePt t="275280" x="5507038" y="4889500"/>
          <p14:tracePt t="275314" x="5397500" y="4857750"/>
          <p14:tracePt t="275349" x="5295900" y="4843463"/>
          <p14:tracePt t="275384" x="5232400" y="4857750"/>
          <p14:tracePt t="275481" x="5264150" y="4849813"/>
          <p14:tracePt t="275528" x="5365750" y="4835525"/>
          <p14:tracePt t="275534" x="5389563" y="4819650"/>
          <p14:tracePt t="275661" x="5397500" y="4857750"/>
          <p14:tracePt t="275705" x="5443538" y="4905375"/>
          <p14:tracePt t="275742" x="5576888" y="4937125"/>
          <p14:tracePt t="275744" x="5608638" y="4945063"/>
          <p14:tracePt t="275776" x="5686425" y="4951413"/>
          <p14:tracePt t="275817" x="5708650" y="4951413"/>
          <p14:tracePt t="275931" x="5740400" y="4951413"/>
          <p14:tracePt t="275972" x="5857875" y="4913313"/>
          <p14:tracePt t="276007" x="5865813" y="4905375"/>
          <p14:tracePt t="276088" x="5834063" y="4897438"/>
          <p14:tracePt t="276120" x="5810250" y="4873625"/>
          <p14:tracePt t="276156" x="5803900" y="4843463"/>
          <p14:tracePt t="276189" x="5857875" y="4749800"/>
          <p14:tracePt t="276195" x="5873750" y="4733925"/>
          <p14:tracePt t="276227" x="5935663" y="4710113"/>
          <p14:tracePt t="276320" x="5903913" y="4718050"/>
          <p14:tracePt t="276369" x="5818188" y="4749800"/>
          <p14:tracePt t="276408" x="5756275" y="4772025"/>
          <p14:tracePt t="276442" x="5724525" y="4779963"/>
          <p14:tracePt t="276446" x="5694363" y="4787900"/>
          <p14:tracePt t="276517" x="5662613" y="4787900"/>
          <p14:tracePt t="276560" x="5561013" y="4772025"/>
          <p14:tracePt t="276599" x="5529263" y="4772025"/>
          <p14:tracePt t="276631" x="5475288" y="4779963"/>
          <p14:tracePt t="276666" x="5381625" y="4795838"/>
          <p14:tracePt t="276699" x="5248275" y="4803775"/>
          <p14:tracePt t="276704" x="5178425" y="4827588"/>
          <p14:tracePt t="276736" x="5116513" y="4857750"/>
          <p14:tracePt t="276771" x="5060950" y="4897438"/>
          <p14:tracePt t="276891" x="5092700" y="4881563"/>
          <p14:tracePt t="276938" x="5218113" y="4857750"/>
          <p14:tracePt t="276945" x="5264150" y="4849813"/>
          <p14:tracePt t="276978" x="5303838" y="4843463"/>
          <p14:tracePt t="277014" x="5341938" y="4835525"/>
          <p14:tracePt t="277020" x="5381625" y="4827588"/>
          <p14:tracePt t="277051" x="5443538" y="4843463"/>
          <p14:tracePt t="277085" x="5513388" y="4849813"/>
          <p14:tracePt t="277093" x="5537200" y="4849813"/>
          <p14:tracePt t="277127" x="5638800" y="4827588"/>
          <p14:tracePt t="277164" x="5708650" y="4827588"/>
          <p14:tracePt t="277201" x="5732463" y="4835525"/>
          <p14:tracePt t="277235" x="5756275" y="4843463"/>
          <p14:tracePt t="277268" x="5818188" y="4849813"/>
          <p14:tracePt t="277274" x="5881688" y="4849813"/>
          <p14:tracePt t="277308" x="5919788" y="4843463"/>
          <p14:tracePt t="277342" x="5943600" y="4843463"/>
          <p14:tracePt t="277348" x="5983288" y="4843463"/>
          <p14:tracePt t="277381" x="6037263" y="4835525"/>
          <p14:tracePt t="277417" x="6069013" y="4827588"/>
          <p14:tracePt t="277450" x="6122988" y="4819650"/>
          <p14:tracePt t="277455" x="6138863" y="4811713"/>
          <p14:tracePt t="277488" x="6216650" y="4811713"/>
          <p14:tracePt t="277522" x="6310313" y="4827588"/>
          <p14:tracePt t="277559" x="6381750" y="4819650"/>
          <p14:tracePt t="277593" x="6443663" y="4811713"/>
          <p14:tracePt t="277626" x="6513513" y="4811713"/>
          <p14:tracePt t="277663" x="6599238" y="4819650"/>
          <p14:tracePt t="277697" x="6623050" y="4819650"/>
          <p14:tracePt t="277755" x="6591300" y="4811713"/>
          <p14:tracePt t="277799" x="6443663" y="4811713"/>
          <p14:tracePt t="277835" x="6294438" y="4835525"/>
          <p14:tracePt t="277872" x="6053138" y="4843463"/>
          <p14:tracePt t="277875" x="5943600" y="4857750"/>
          <p14:tracePt t="277907" x="5818188" y="4913313"/>
          <p14:tracePt t="277943" x="5708650" y="4951413"/>
          <p14:tracePt t="277949" x="5638800" y="4951413"/>
          <p14:tracePt t="277982" x="5459413" y="4937125"/>
          <p14:tracePt t="278018" x="5419725" y="4929188"/>
          <p14:tracePt t="278023" x="5397500" y="4929188"/>
          <p14:tracePt t="278058" x="5365750" y="4929188"/>
          <p14:tracePt t="278093" x="5303838" y="4937125"/>
          <p14:tracePt t="278130" x="5280025" y="4937125"/>
          <p14:tracePt t="278165" x="5218113" y="4945063"/>
          <p14:tracePt t="278199" x="5186363" y="4951413"/>
          <p14:tracePt t="278204" x="5154613" y="4959350"/>
          <p14:tracePt t="278236" x="5130800" y="4967288"/>
          <p14:tracePt t="278360" x="5170488" y="5022850"/>
          <p14:tracePt t="278401" x="5318125" y="5060950"/>
          <p14:tracePt t="278435" x="5451475" y="5053013"/>
          <p14:tracePt t="278469" x="5576888" y="5014913"/>
          <p14:tracePt t="278474" x="5630863" y="4999038"/>
          <p14:tracePt t="278508" x="5708650" y="4983163"/>
          <p14:tracePt t="278545" x="5740400" y="4975225"/>
          <p14:tracePt t="278550" x="5772150" y="4975225"/>
          <p14:tracePt t="278585" x="5826125" y="4991100"/>
          <p14:tracePt t="278622" x="5897563" y="5006975"/>
          <p14:tracePt t="278627" x="5927725" y="5006975"/>
          <p14:tracePt t="278661" x="5983288" y="4991100"/>
          <p14:tracePt t="278697" x="6037263" y="4951413"/>
          <p14:tracePt t="278701" x="6084888" y="4913313"/>
          <p14:tracePt t="278736" x="6138863" y="4849813"/>
          <p14:tracePt t="278771" x="6186488" y="4803775"/>
          <p14:tracePt t="278778" x="6216650" y="4795838"/>
          <p14:tracePt t="278812" x="6256338" y="4772025"/>
          <p14:tracePt t="278850" x="6280150" y="4772025"/>
          <p14:tracePt t="278902" x="6302375" y="4779963"/>
          <p14:tracePt t="278977" x="6294438" y="4819650"/>
          <p14:tracePt t="279029" x="6186488" y="4913313"/>
          <p14:tracePt t="279064" x="6084888" y="4967288"/>
          <p14:tracePt t="279100" x="5911850" y="4991100"/>
          <p14:tracePt t="279105" x="5849938" y="4991100"/>
          <p14:tracePt t="279139" x="5756275" y="5014913"/>
          <p14:tracePt t="279177" x="5702300" y="5030788"/>
          <p14:tracePt t="279183" x="5670550" y="5045075"/>
          <p14:tracePt t="279217" x="5568950" y="5053013"/>
          <p14:tracePt t="279280" x="5561013" y="5053013"/>
          <p14:tracePt t="279338" x="5507038" y="5060950"/>
          <p14:tracePt t="279374" x="5443538" y="5076825"/>
          <p14:tracePt t="279378" x="5413375" y="5076825"/>
          <p14:tracePt t="279411" x="5341938" y="5108575"/>
          <p14:tracePt t="279446" x="5318125" y="5124450"/>
          <p14:tracePt t="279620" x="5349875" y="5116513"/>
          <p14:tracePt t="279664" x="5397500" y="5084763"/>
          <p14:tracePt t="279736" x="5365750" y="5108575"/>
          <p14:tracePt t="279770" x="5303838" y="5170488"/>
          <p14:tracePt t="279805" x="5248275" y="5194300"/>
          <p14:tracePt t="279812" x="5170488" y="5178425"/>
          <p14:tracePt t="279845" x="5122863" y="5140325"/>
          <p14:tracePt t="279879" x="5060950" y="5076825"/>
          <p14:tracePt t="279885" x="5045075" y="5038725"/>
          <p14:tracePt t="279917" x="5068888" y="4951413"/>
          <p14:tracePt t="279951" x="5130800" y="4819650"/>
          <p14:tracePt t="279986" x="5280025" y="4686300"/>
          <p14:tracePt t="279991" x="5349875" y="4632325"/>
          <p14:tracePt t="280025" x="5443538" y="4546600"/>
          <p14:tracePt t="280061" x="5513388" y="4491038"/>
          <p14:tracePt t="280066" x="5545138" y="4475163"/>
          <p14:tracePt t="280102" x="5646738" y="4475163"/>
          <p14:tracePt t="280142" x="5740400" y="4530725"/>
          <p14:tracePt t="280178" x="5857875" y="4608513"/>
          <p14:tracePt t="280215" x="5927725" y="4662488"/>
          <p14:tracePt t="280218" x="5943600" y="4686300"/>
          <p14:tracePt t="280252" x="5919788" y="4811713"/>
          <p14:tracePt t="280287" x="5849938" y="4945063"/>
          <p14:tracePt t="280294" x="5818188" y="4999038"/>
          <p14:tracePt t="280327" x="5732463" y="5140325"/>
          <p14:tracePt t="280362" x="5630863" y="5226050"/>
          <p14:tracePt t="280367" x="5568950" y="5241925"/>
          <p14:tracePt t="280402" x="5427663" y="5210175"/>
          <p14:tracePt t="280436" x="5248275" y="5154613"/>
          <p14:tracePt t="280442" x="5170488" y="5132388"/>
          <p14:tracePt t="280476" x="5053013" y="5100638"/>
          <p14:tracePt t="280512" x="5022850" y="5092700"/>
          <p14:tracePt t="280577" x="5006975" y="4967288"/>
          <p14:tracePt t="280609" x="5022850" y="4857750"/>
          <p14:tracePt t="280643" x="5100638" y="4640263"/>
          <p14:tracePt t="280681" x="5186363" y="4554538"/>
          <p14:tracePt t="280715" x="5381625" y="4459288"/>
          <p14:tracePt t="280752" x="5576888" y="4467225"/>
          <p14:tracePt t="280758" x="5646738" y="4475163"/>
          <p14:tracePt t="280790" x="5772150" y="4506913"/>
          <p14:tracePt t="280826" x="5927725" y="4554538"/>
          <p14:tracePt t="280831" x="5991225" y="4608513"/>
          <p14:tracePt t="280865" x="6084888" y="4718050"/>
          <p14:tracePt t="280900" x="6154738" y="4843463"/>
          <p14:tracePt t="280937" x="6130925" y="4967288"/>
          <p14:tracePt t="280970" x="6045200" y="5038725"/>
          <p14:tracePt t="281006" x="5959475" y="5108575"/>
          <p14:tracePt t="281012" x="5903913" y="5132388"/>
          <p14:tracePt t="281046" x="5772150" y="5146675"/>
          <p14:tracePt t="281081" x="5568950" y="5124450"/>
          <p14:tracePt t="281087" x="5507038" y="5116513"/>
          <p14:tracePt t="281119" x="5419725" y="5108575"/>
          <p14:tracePt t="281155" x="5311775" y="5045075"/>
          <p14:tracePt t="281163" x="5287963" y="5006975"/>
          <p14:tracePt t="281196" x="5248275" y="4889500"/>
          <p14:tracePt t="281232" x="5264150" y="4803775"/>
          <p14:tracePt t="281238" x="5280025" y="4741863"/>
          <p14:tracePt t="281270" x="5326063" y="4662488"/>
          <p14:tracePt t="281306" x="5365750" y="4616450"/>
          <p14:tracePt t="281313" x="5373688" y="4592638"/>
          <p14:tracePt t="281346" x="5443538" y="4522788"/>
          <p14:tracePt t="281382" x="5553075" y="4467225"/>
          <p14:tracePt t="281388" x="5584825" y="4459288"/>
          <p14:tracePt t="281438" x="5724525" y="4445000"/>
          <p14:tracePt t="281478" x="5849938" y="4459288"/>
          <p14:tracePt t="281514" x="5935663" y="4522788"/>
          <p14:tracePt t="281553" x="5975350" y="4600575"/>
          <p14:tracePt t="281587" x="5999163" y="4741863"/>
          <p14:tracePt t="281625" x="6005513" y="4803775"/>
          <p14:tracePt t="281630" x="6013450" y="4835525"/>
          <p14:tracePt t="281663" x="6021388" y="4857750"/>
          <p14:tracePt t="281703" x="6045200" y="4889500"/>
          <p14:tracePt t="281786" x="6037263" y="4921250"/>
          <p14:tracePt t="281831" x="5935663" y="5014913"/>
          <p14:tracePt t="281837" x="5865813" y="5038725"/>
          <p14:tracePt t="281869" x="5740400" y="5084763"/>
          <p14:tracePt t="281904" x="5654675" y="5146675"/>
          <p14:tracePt t="281943" x="5537200" y="5178425"/>
          <p14:tracePt t="281946" x="5459413" y="5170488"/>
          <p14:tracePt t="281978" x="5256213" y="5116513"/>
          <p14:tracePt t="282014" x="5146675" y="5076825"/>
          <p14:tracePt t="282019" x="5122863" y="5060950"/>
          <p14:tracePt t="282051" x="5092700" y="4999038"/>
          <p14:tracePt t="282087" x="5108575" y="4865688"/>
          <p14:tracePt t="282094" x="5138738" y="4803775"/>
          <p14:tracePt t="282127" x="5264150" y="4686300"/>
          <p14:tracePt t="282163" x="5373688" y="4576763"/>
          <p14:tracePt t="282169" x="5435600" y="4514850"/>
          <p14:tracePt t="282202" x="5561013" y="4445000"/>
          <p14:tracePt t="282236" x="5708650" y="4413250"/>
          <p14:tracePt t="282273" x="5943600" y="4459288"/>
          <p14:tracePt t="282307" x="6045200" y="4546600"/>
          <p14:tracePt t="282342" x="6099175" y="4640263"/>
          <p14:tracePt t="282350" x="6115050" y="4670425"/>
          <p14:tracePt t="282383" x="6122988" y="4787900"/>
          <p14:tracePt t="282418" x="6076950" y="4905375"/>
          <p14:tracePt t="282423" x="6061075" y="4937125"/>
          <p14:tracePt t="282455" x="5983288" y="5006975"/>
          <p14:tracePt t="282491" x="5873750" y="5053013"/>
          <p14:tracePt t="282531" x="5740400" y="5076825"/>
          <p14:tracePt t="282534" x="5600700" y="5068888"/>
          <p14:tracePt t="282568" x="5435600" y="5014913"/>
          <p14:tracePt t="282574" x="5389563" y="4991100"/>
          <p14:tracePt t="282607" x="5264150" y="4905375"/>
          <p14:tracePt t="282649" x="5202238" y="4819650"/>
          <p14:tracePt t="282650" x="5210175" y="4756150"/>
          <p14:tracePt t="282684" x="5326063" y="4648200"/>
          <p14:tracePt t="282723" x="5499100" y="4522788"/>
          <p14:tracePt t="282726" x="5600700" y="4467225"/>
          <p14:tracePt t="282758" x="5788025" y="4429125"/>
          <p14:tracePt t="282794" x="5967413" y="4483100"/>
          <p14:tracePt t="282801" x="6021388" y="4530725"/>
          <p14:tracePt t="282835" x="6076950" y="4616450"/>
          <p14:tracePt t="282873" x="6076950" y="4725988"/>
          <p14:tracePt t="282877" x="6029325" y="4827588"/>
          <p14:tracePt t="282911" x="5927725" y="4975225"/>
          <p14:tracePt t="282949" x="5810250" y="5100638"/>
          <p14:tracePt t="282951" x="5756275" y="5146675"/>
          <p14:tracePt t="282985" x="5584825" y="5218113"/>
          <p14:tracePt t="283025" x="5264150" y="5124450"/>
          <p14:tracePt t="283059" x="5202238" y="5100638"/>
          <p14:tracePt t="283094" x="5116513" y="5022850"/>
          <p14:tracePt t="283101" x="5100638" y="4983163"/>
          <p14:tracePt t="283134" x="5068888" y="4873625"/>
          <p14:tracePt t="283175" x="5084763" y="4795838"/>
          <p14:tracePt t="283209" x="5116513" y="4654550"/>
          <p14:tracePt t="283245" x="5210175" y="4560888"/>
          <p14:tracePt t="283250" x="5264150" y="4530725"/>
          <p14:tracePt t="283284" x="5365750" y="4491038"/>
          <p14:tracePt t="283320" x="5513388" y="4483100"/>
          <p14:tracePt t="283325" x="5614988" y="4491038"/>
          <p14:tracePt t="283358" x="5724525" y="4522788"/>
          <p14:tracePt t="283397" x="5865813" y="4568825"/>
          <p14:tracePt t="283400" x="5919788" y="4608513"/>
          <p14:tracePt t="283434" x="5983288" y="4678363"/>
          <p14:tracePt t="283468" x="6005513" y="4811713"/>
          <p14:tracePt t="283504" x="5975350" y="5014913"/>
          <p14:tracePt t="283539" x="5897563" y="5060950"/>
          <p14:tracePt t="283581" x="5772150" y="5092700"/>
          <p14:tracePt t="283583" x="5708650" y="5092700"/>
          <p14:tracePt t="283617" x="5600700" y="5068888"/>
          <p14:tracePt t="283654" x="5451475" y="5022850"/>
          <p14:tracePt t="283690" x="5357813" y="4897438"/>
          <p14:tracePt t="283730" x="5326063" y="4811713"/>
          <p14:tracePt t="283732" x="5326063" y="4772025"/>
          <p14:tracePt t="283765" x="5357813" y="4694238"/>
          <p14:tracePt t="283802" x="5405438" y="4624388"/>
          <p14:tracePt t="283805" x="5427663" y="4600575"/>
          <p14:tracePt t="283838" x="5537200" y="4538663"/>
          <p14:tracePt t="283874" x="5638800" y="4514850"/>
          <p14:tracePt t="283881" x="5708650" y="4498975"/>
          <p14:tracePt t="283914" x="5795963" y="4498975"/>
          <p14:tracePt t="283955" x="5881688" y="4530725"/>
          <p14:tracePt t="283957" x="5911850" y="4554538"/>
          <p14:tracePt t="283991" x="5983288" y="4648200"/>
          <p14:tracePt t="284032" x="6013450" y="4787900"/>
          <p14:tracePt t="284068" x="5999163" y="4881563"/>
          <p14:tracePt t="284105" x="5919788" y="4975225"/>
          <p14:tracePt t="284141" x="5903913" y="4991100"/>
          <p14:tracePt t="284176" x="5826125" y="5014913"/>
          <p14:tracePt t="284181" x="5772150" y="5022850"/>
          <p14:tracePt t="284214" x="5740400" y="5030788"/>
          <p14:tracePt t="284249" x="5708650" y="5030788"/>
          <p14:tracePt t="284286" x="5654675" y="5045075"/>
          <p14:tracePt t="284367" x="5600700" y="5014913"/>
          <p14:tracePt t="284416" x="5521325" y="4983163"/>
          <p14:tracePt t="284420" x="5475288" y="4967288"/>
          <p14:tracePt t="284454" x="5349875" y="4929188"/>
          <p14:tracePt t="284491" x="5232400" y="4873625"/>
          <p14:tracePt t="284496" x="5202238" y="4857750"/>
          <p14:tracePt t="284530" x="5178425" y="4835525"/>
          <p14:tracePt t="284565" x="5154613" y="4811713"/>
          <p14:tracePt t="284602" x="5210175" y="4710113"/>
          <p14:tracePt t="284637" x="5272088" y="4678363"/>
          <p14:tracePt t="284674" x="5349875" y="4624388"/>
          <p14:tracePt t="284676" x="5365750" y="4600575"/>
          <p14:tracePt t="284709" x="5381625" y="4576763"/>
          <p14:tracePt t="284849" x="5413375" y="4584700"/>
          <p14:tracePt t="284900" x="5513388" y="4568825"/>
          <p14:tracePt t="284902" x="5545138" y="4560888"/>
          <p14:tracePt t="284935" x="5638800" y="4560888"/>
          <p14:tracePt t="284970" x="5702300" y="4568825"/>
          <p14:tracePt t="284975" x="5756275" y="4568825"/>
          <p14:tracePt t="285010" x="5834063" y="4576763"/>
          <p14:tracePt t="285044" x="5881688" y="4576763"/>
          <p14:tracePt t="285050" x="5903913" y="4568825"/>
          <p14:tracePt t="285084" x="5943600" y="4554538"/>
          <p14:tracePt t="285118" x="6005513" y="4538663"/>
          <p14:tracePt t="285155" x="6076950" y="4530725"/>
          <p14:tracePt t="285190" x="6092825" y="4538663"/>
          <p14:tracePt t="285199" x="6146800" y="4546600"/>
          <p14:tracePt t="285253" x="6170613" y="4560888"/>
          <p14:tracePt t="285336" x="6130925" y="4584700"/>
          <p14:tracePt t="285375" x="6021388" y="4616450"/>
          <p14:tracePt t="285414" x="5881688" y="4632325"/>
          <p14:tracePt t="285449" x="5708650" y="4678363"/>
          <p14:tracePt t="285487" x="5568950" y="4795838"/>
          <p14:tracePt t="285526" x="5413375" y="4951413"/>
          <p14:tracePt t="285564" x="5248275" y="4951413"/>
          <p14:tracePt t="285600" x="5202238" y="4929188"/>
          <p14:tracePt t="285635" x="5194300" y="4827588"/>
          <p14:tracePt t="285671" x="5295900" y="4733925"/>
          <p14:tracePt t="285706" x="5389563" y="4662488"/>
          <p14:tracePt t="285712" x="5459413" y="4616450"/>
          <p14:tracePt t="285745" x="5584825" y="4546600"/>
          <p14:tracePt t="285780" x="5662613" y="4530725"/>
          <p14:tracePt t="285786" x="5702300" y="4522788"/>
          <p14:tracePt t="285819" x="5772150" y="4506913"/>
          <p14:tracePt t="285856" x="5818188" y="4538663"/>
          <p14:tracePt t="285862" x="5826125" y="4568825"/>
          <p14:tracePt t="285897" x="5834063" y="4662488"/>
          <p14:tracePt t="285936" x="5810250" y="4811713"/>
          <p14:tracePt t="285939" x="5788025" y="4905375"/>
          <p14:tracePt t="285972" x="5694363" y="5053013"/>
          <p14:tracePt t="286011" x="5576888" y="5140325"/>
          <p14:tracePt t="286014" x="5545138" y="5154613"/>
          <p14:tracePt t="286097" x="5568950" y="5108575"/>
          <p14:tracePt t="286142" x="5764213" y="4929188"/>
          <p14:tracePt t="286147" x="5818188" y="4905375"/>
          <p14:tracePt t="286183" x="5849938" y="4905375"/>
          <p14:tracePt t="286221" x="5865813" y="4913313"/>
          <p14:tracePt t="286289" x="5834063" y="4929188"/>
          <p14:tracePt t="286343" x="5670550" y="4937125"/>
          <p14:tracePt t="286457" x="5772150" y="4929188"/>
          <p14:tracePt t="286500" x="5818188" y="4937125"/>
          <p14:tracePt t="286575" x="5764213" y="4905375"/>
          <p14:tracePt t="286616" x="5678488" y="4889500"/>
          <p14:tracePt t="286650" x="5654675" y="4897438"/>
          <p14:tracePt t="286717" x="5694363" y="4897438"/>
          <p14:tracePt t="286751" x="5732463" y="4889500"/>
          <p14:tracePt t="286846" x="5702300" y="4897438"/>
          <p14:tracePt t="286890" x="5459413" y="4929188"/>
          <p14:tracePt t="286973" x="5507038" y="4929188"/>
          <p14:tracePt t="287009" x="5670550" y="4945063"/>
          <p14:tracePt t="287049" x="5772150" y="4921250"/>
          <p14:tracePt t="287084" x="5873750" y="4905375"/>
          <p14:tracePt t="287122" x="5903913" y="4913313"/>
          <p14:tracePt t="287166" x="5857875" y="4951413"/>
          <p14:tracePt t="287203" x="5740400" y="5014913"/>
          <p14:tracePt t="287238" x="5600700" y="5038725"/>
          <p14:tracePt t="287244" x="5521325" y="5053013"/>
          <p14:tracePt t="287278" x="5334000" y="5053013"/>
          <p14:tracePt t="287323" x="5202238" y="5038725"/>
          <p14:tracePt t="287362" x="5084763" y="5006975"/>
          <p14:tracePt t="287408" x="5122863" y="4999038"/>
          <p14:tracePt t="287441" x="5295900" y="4983163"/>
          <p14:tracePt t="287478" x="5427663" y="4983163"/>
          <p14:tracePt t="287483" x="5521325" y="4983163"/>
          <p14:tracePt t="287518" x="5622925" y="4999038"/>
          <p14:tracePt t="287580" x="5622925" y="5030788"/>
          <p14:tracePt t="287632" x="5334000" y="5146675"/>
          <p14:tracePt t="287636" x="5218113" y="5162550"/>
          <p14:tracePt t="287670" x="5146675" y="5170488"/>
          <p14:tracePt t="287708" x="5162550" y="5100638"/>
          <p14:tracePt t="287744" x="5326063" y="4951413"/>
          <p14:tracePt t="287784" x="5568950" y="4827588"/>
          <p14:tracePt t="287817" x="5780088" y="4835525"/>
          <p14:tracePt t="287857" x="5865813" y="4913313"/>
          <p14:tracePt t="287860" x="5873750" y="4975225"/>
          <p14:tracePt t="287893" x="5795963" y="5146675"/>
          <p14:tracePt t="287935" x="5576888" y="5327650"/>
          <p14:tracePt t="287971" x="5365750" y="5397500"/>
          <p14:tracePt t="288007" x="5162550" y="5303838"/>
          <p14:tracePt t="288043" x="5108575" y="5146675"/>
          <p14:tracePt t="288078" x="5154613" y="4983163"/>
          <p14:tracePt t="288084" x="5232400" y="4913313"/>
          <p14:tracePt t="288119" x="5365750" y="4803775"/>
          <p14:tracePt t="288167" x="5670550" y="4718050"/>
          <p14:tracePt t="288204" x="5881688" y="4718050"/>
          <p14:tracePt t="288240" x="5975350" y="4756150"/>
          <p14:tracePt t="288275" x="5999163" y="4857750"/>
          <p14:tracePt t="288281" x="5967413" y="4929188"/>
          <p14:tracePt t="288315" x="5810250" y="5116513"/>
          <p14:tracePt t="288353" x="5630863" y="5233988"/>
          <p14:tracePt t="288389" x="5507038" y="5170488"/>
          <p14:tracePt t="288426" x="5435600" y="5060950"/>
          <p14:tracePt t="288430" x="5419725" y="5014913"/>
          <p14:tracePt t="288465" x="5427663" y="4929188"/>
          <p14:tracePt t="288504" x="5537200" y="4779963"/>
          <p14:tracePt t="288540" x="5678488" y="4686300"/>
          <p14:tracePt t="288578" x="5826125" y="4632325"/>
          <p14:tracePt t="288615" x="5967413" y="4654550"/>
          <p14:tracePt t="288650" x="6013450" y="4694238"/>
          <p14:tracePt t="288656" x="6029325" y="4718050"/>
          <p14:tracePt t="288690" x="6013450" y="4787900"/>
          <p14:tracePt t="288728" x="5903913" y="4945063"/>
          <p14:tracePt t="288769" x="5788025" y="5006975"/>
          <p14:tracePt t="288805" x="5459413" y="5006975"/>
          <p14:tracePt t="288842" x="5349875" y="4991100"/>
          <p14:tracePt t="288880" x="5232400" y="4913313"/>
          <p14:tracePt t="288916" x="5186363" y="4811713"/>
          <p14:tracePt t="288955" x="5256213" y="4686300"/>
          <p14:tracePt t="288990" x="5357813" y="4600575"/>
          <p14:tracePt t="289030" x="5521325" y="4491038"/>
          <p14:tracePt t="289066" x="5630863" y="4459288"/>
          <p14:tracePt t="289105" x="5803900" y="4445000"/>
          <p14:tracePt t="289144" x="5943600" y="4467225"/>
          <p14:tracePt t="289151" x="5975350" y="4483100"/>
          <p14:tracePt t="289183" x="6061075" y="4576763"/>
          <p14:tracePt t="289224" x="6092825" y="4648200"/>
          <p14:tracePt t="289226" x="6084888" y="4710113"/>
          <p14:tracePt t="289260" x="6029325" y="4835525"/>
          <p14:tracePt t="289301" x="5903913" y="4999038"/>
          <p14:tracePt t="289304" x="5873750" y="5030788"/>
          <p14:tracePt t="289338" x="5756275" y="5116513"/>
          <p14:tracePt t="289344" x="5654675" y="5132388"/>
          <p14:tracePt t="289377" x="5459413" y="5076825"/>
          <p14:tracePt t="289417" x="5397500" y="5014913"/>
          <p14:tracePt t="289421" x="5397500" y="5006975"/>
          <p14:tracePt t="289456" x="5427663" y="4827588"/>
          <p14:tracePt t="289494" x="5638800" y="4670425"/>
          <p14:tracePt t="289533" x="5780088" y="4616450"/>
          <p14:tracePt t="289571" x="5943600" y="4576763"/>
          <p14:tracePt t="289615" x="6045200" y="4608513"/>
          <p14:tracePt t="289653" x="6061075" y="4662488"/>
          <p14:tracePt t="289690" x="6013450" y="4764088"/>
          <p14:tracePt t="289726" x="5999163" y="4779963"/>
          <p14:tracePt t="289872" x="5983288" y="4803775"/>
          <p14:tracePt t="289916" x="5842000" y="4929188"/>
          <p14:tracePt t="289953" x="5810250" y="4945063"/>
          <p14:tracePt t="289959" x="5694363" y="4959350"/>
          <p14:tracePt t="290043" x="5638800" y="4913313"/>
          <p14:tracePt t="290096" x="5826125" y="4654550"/>
          <p14:tracePt t="290132" x="5967413" y="4640263"/>
          <p14:tracePt t="290173" x="6076950" y="4686300"/>
          <p14:tracePt t="290209" x="6076950" y="4764088"/>
          <p14:tracePt t="290246" x="5903913" y="4945063"/>
          <p14:tracePt t="290283" x="5818188" y="4975225"/>
          <p14:tracePt t="290321" x="5702300" y="5006975"/>
          <p14:tracePt t="290323" x="5638800" y="4999038"/>
          <p14:tracePt t="290418" x="5600700" y="4881563"/>
          <p14:tracePt t="290471" x="5638800" y="4772025"/>
          <p14:tracePt t="290508" x="5780088" y="4608513"/>
          <p14:tracePt t="290545" x="5810250" y="4608513"/>
          <p14:tracePt t="290582" x="5834063" y="4640263"/>
          <p14:tracePt t="290690" x="5740400" y="4702175"/>
          <p14:tracePt t="290921" x="5795963" y="4741863"/>
          <p14:tracePt t="290956" x="5834063" y="4772025"/>
          <p14:tracePt t="290992" x="6029325" y="4779963"/>
          <p14:tracePt t="290999" x="6192838" y="4779963"/>
          <p14:tracePt t="291034" x="6381750" y="4772025"/>
          <p14:tracePt t="291040" x="6529388" y="4772025"/>
          <p14:tracePt t="291074" x="6764338" y="4819650"/>
          <p14:tracePt t="291111" x="6981825" y="4881563"/>
          <p14:tracePt t="291118" x="7069138" y="4881563"/>
          <p14:tracePt t="291160" x="7208838" y="4827588"/>
          <p14:tracePt t="291198" x="7419975" y="4749800"/>
          <p14:tracePt t="291237" x="7661275" y="4725988"/>
          <p14:tracePt t="291274" x="7778750" y="4710113"/>
          <p14:tracePt t="291311" x="8161338" y="4686300"/>
          <p14:tracePt t="291348" x="8278813" y="4678363"/>
          <p14:tracePt t="291382" x="8513763" y="4670425"/>
          <p14:tracePt t="291422" x="8747125" y="4640263"/>
          <p14:tracePt t="291475" x="8770938" y="4640263"/>
          <p14:tracePt t="291544" x="8888413" y="4624388"/>
          <p14:tracePt t="291649" x="8778875" y="4662488"/>
          <p14:tracePt t="291702" x="8420100" y="4718050"/>
          <p14:tracePt t="291739" x="8161338" y="4749800"/>
          <p14:tracePt t="291777" x="7943850" y="4795838"/>
          <p14:tracePt t="291814" x="7794625" y="4795838"/>
          <p14:tracePt t="291856" x="7567613" y="4803775"/>
          <p14:tracePt t="291897" x="7326313" y="4764088"/>
          <p14:tracePt t="292068" x="7396163" y="4670425"/>
          <p14:tracePt t="292108" x="7623175" y="4568825"/>
          <p14:tracePt t="292152" x="7732713" y="4568825"/>
          <p14:tracePt t="292154" x="7856538" y="4560888"/>
          <p14:tracePt t="292197" x="7966075" y="4584700"/>
          <p14:tracePt t="292240" x="8067675" y="4632325"/>
          <p14:tracePt t="292280" x="8177213" y="4678363"/>
          <p14:tracePt t="292341" x="8208963" y="4795838"/>
          <p14:tracePt t="292376" x="8208963" y="4819650"/>
          <p14:tracePt t="292415" x="8099425" y="5045075"/>
          <p14:tracePt t="292454" x="7981950" y="5140325"/>
          <p14:tracePt t="292496" x="7864475" y="5132388"/>
          <p14:tracePt t="292534" x="7732713" y="5116513"/>
          <p14:tracePt t="292573" x="7623175" y="5053013"/>
          <p14:tracePt t="292683" x="7615238" y="4937125"/>
          <p14:tracePt t="292724" x="7685088" y="4843463"/>
          <p14:tracePt t="292767" x="7786688" y="4779963"/>
          <p14:tracePt t="293075" x="7677150" y="4835525"/>
          <p14:tracePt t="293156" x="7567613" y="4857750"/>
          <p14:tracePt t="293192" x="7443788" y="4889500"/>
          <p14:tracePt t="293234" x="7326313" y="4913313"/>
          <p14:tracePt t="293559" x="7443788" y="4897438"/>
          <p14:tracePt t="293615" x="7583488" y="4881563"/>
          <p14:tracePt t="293675" x="7700963" y="4897438"/>
          <p14:tracePt t="293708" x="7724775" y="4897438"/>
          <p14:tracePt t="293715" x="7754938" y="4897438"/>
          <p14:tracePt t="293750" x="7872413" y="4905375"/>
          <p14:tracePt t="293789" x="7981950" y="4951413"/>
          <p14:tracePt t="293927" x="7989888" y="4975225"/>
          <p14:tracePt t="293977" x="8013700" y="5084763"/>
          <p14:tracePt t="294030" x="7997825" y="5100638"/>
          <p14:tracePt t="294073" x="7864475" y="5154613"/>
          <p14:tracePt t="294111" x="7732713" y="5092700"/>
          <p14:tracePt t="294173" x="7700963" y="4983163"/>
          <p14:tracePt t="294251" x="7748588" y="4873625"/>
          <p14:tracePt t="294348" x="7856538" y="4835525"/>
          <p14:tracePt t="294404" x="8131175" y="4913313"/>
          <p14:tracePt t="294448" x="8139113" y="4951413"/>
          <p14:tracePt t="294484" x="8107363" y="5022850"/>
          <p14:tracePt t="294523" x="8029575" y="5108575"/>
          <p14:tracePt t="294561" x="7966075" y="5132388"/>
          <p14:tracePt t="294599" x="7732713" y="5116513"/>
          <p14:tracePt t="294640" x="7615238" y="5100638"/>
          <p14:tracePt t="294677" x="7372350" y="5053013"/>
          <p14:tracePt t="294833" x="7412038" y="4937125"/>
          <p14:tracePt t="294880" x="7513638" y="4857750"/>
          <p14:tracePt t="294923" x="7716838" y="4819650"/>
          <p14:tracePt t="294959" x="8005763" y="4889500"/>
          <p14:tracePt t="294997" x="8037513" y="4913313"/>
          <p14:tracePt t="295035" x="8083550" y="5006975"/>
          <p14:tracePt t="295072" x="8083550" y="5100638"/>
          <p14:tracePt t="295108" x="7989888" y="5194300"/>
          <p14:tracePt t="295148" x="7896225" y="5241925"/>
          <p14:tracePt t="295186" x="7864475" y="5256213"/>
          <p14:tracePt t="295223" x="7685088" y="5248275"/>
          <p14:tracePt t="295259" x="7583488" y="5218113"/>
          <p14:tracePt t="295299" x="7427913" y="5140325"/>
          <p14:tracePt t="295373" x="7427913" y="5116513"/>
          <p14:tracePt t="295424" x="7505700" y="4897438"/>
          <p14:tracePt t="295461" x="7599363" y="4835525"/>
          <p14:tracePt t="295500" x="7974013" y="4756150"/>
          <p14:tracePt t="295539" x="8037513" y="4795838"/>
          <p14:tracePt t="295545" x="8037513" y="4843463"/>
          <p14:tracePt t="295580" x="8021638" y="4905375"/>
          <p14:tracePt t="295621" x="7920038" y="5022850"/>
          <p14:tracePt t="295624" x="7896225" y="5053013"/>
          <p14:tracePt t="295660" x="7842250" y="5108575"/>
          <p14:tracePt t="295665" x="7810500" y="5132388"/>
          <p14:tracePt t="295703" x="7639050" y="5170488"/>
          <p14:tracePt t="295740" x="7631113" y="5170488"/>
          <p14:tracePt t="295870" x="7639050" y="5053013"/>
          <p14:tracePt t="295951" x="7834313" y="4873625"/>
          <p14:tracePt t="295988" x="7920038" y="4865688"/>
          <p14:tracePt t="296027" x="7989888" y="4905375"/>
          <p14:tracePt t="296065" x="8013700" y="4929188"/>
          <p14:tracePt t="296109" x="8005763" y="4975225"/>
          <p14:tracePt t="296150" x="7896225" y="5068888"/>
          <p14:tracePt t="296192" x="7810500" y="5108575"/>
          <p14:tracePt t="296230" x="7754938" y="5124450"/>
          <p14:tracePt t="296305" x="7732713" y="5108575"/>
          <p14:tracePt t="296354" x="7631113" y="5076825"/>
          <p14:tracePt t="296357" x="7599363" y="5060950"/>
          <p14:tracePt t="296393" x="7529513" y="5014913"/>
          <p14:tracePt t="296431" x="7505700" y="5006975"/>
          <p14:tracePt t="296541" x="7481888" y="5006975"/>
          <p14:tracePt t="296588" x="7459663" y="5014913"/>
          <p14:tracePt t="296857" x="7489825" y="5014913"/>
          <p14:tracePt t="296910" x="7553325" y="5014913"/>
          <p14:tracePt t="297085" x="7575550" y="4999038"/>
          <p14:tracePt t="297142" x="7631113" y="4967288"/>
          <p14:tracePt t="297182" x="7693025" y="4959350"/>
          <p14:tracePt t="297227" x="7748588" y="4937125"/>
          <p14:tracePt t="297385" x="7740650" y="4905375"/>
          <p14:tracePt t="297551" x="7708900" y="4913313"/>
          <p14:tracePt t="297607" x="7654925" y="4913313"/>
          <p14:tracePt t="297775" x="7529513" y="4937125"/>
          <p14:tracePt t="297827" x="7358063" y="4951413"/>
          <p14:tracePt t="297864" x="7256463" y="4975225"/>
          <p14:tracePt t="297947" x="7224713" y="4975225"/>
          <p14:tracePt t="297987" x="7115175" y="4975225"/>
          <p14:tracePt t="298542" x="7107238" y="5060950"/>
          <p14:tracePt t="298604" x="7162800" y="5154613"/>
          <p14:tracePt t="298609" x="7192963" y="5154613"/>
          <p14:tracePt t="298646" x="7294563" y="5124450"/>
          <p14:tracePt t="298686" x="7435850" y="5030788"/>
          <p14:tracePt t="298727" x="7591425" y="4983163"/>
          <p14:tracePt t="298766" x="7646988" y="4999038"/>
          <p14:tracePt t="298805" x="7740650" y="5022850"/>
          <p14:tracePt t="298848" x="7762875" y="5014913"/>
          <p14:tracePt t="298886" x="7818438" y="4999038"/>
          <p14:tracePt t="298926" x="7920038" y="5014913"/>
          <p14:tracePt t="298967" x="7966075" y="5030788"/>
          <p14:tracePt t="299007" x="8029575" y="5045075"/>
          <p14:tracePt t="299044" x="8091488" y="5038725"/>
          <p14:tracePt t="299081" x="8123238" y="5030788"/>
          <p14:tracePt t="299119" x="8161338" y="5030788"/>
          <p14:tracePt t="299235" x="8099425" y="5014913"/>
          <p14:tracePt t="299250" x="8037513" y="4999038"/>
          <p14:tracePt t="299298" x="7856538" y="5006975"/>
          <p14:tracePt t="299336" x="7669213" y="5022850"/>
          <p14:tracePt t="299376" x="7537450" y="5030788"/>
          <p14:tracePt t="299417" x="7466013" y="5060950"/>
          <p14:tracePt t="299421" x="7427913" y="5076825"/>
          <p14:tracePt t="299457" x="7404100" y="5084763"/>
          <p14:tracePt t="299495" x="7364413" y="5084763"/>
          <p14:tracePt t="299537" x="7358063" y="5084763"/>
          <p14:tracePt t="299862" x="7270750" y="5100638"/>
          <p14:tracePt t="299953" x="7294563" y="5116513"/>
          <p14:tracePt t="300006" x="7396163" y="5170488"/>
          <p14:tracePt t="300045" x="7427913" y="5170488"/>
          <p14:tracePt t="300051" x="7459663" y="5170488"/>
          <p14:tracePt t="300089" x="7537450" y="5162550"/>
          <p14:tracePt t="300129" x="7599363" y="5170488"/>
          <p14:tracePt t="300170" x="7661275" y="5162550"/>
          <p14:tracePt t="300209" x="7693025" y="5154613"/>
          <p14:tracePt t="300249" x="7732713" y="5154613"/>
          <p14:tracePt t="300288" x="7778750" y="5170488"/>
          <p14:tracePt t="300292" x="7826375" y="5186363"/>
          <p14:tracePt t="300333" x="7920038" y="5226050"/>
          <p14:tracePt t="300336" x="7966075" y="5241925"/>
          <p14:tracePt t="300373" x="8037513" y="5256213"/>
          <p14:tracePt t="300507" x="8005763" y="5256213"/>
          <p14:tracePt t="300559" x="7880350" y="5264150"/>
          <p14:tracePt t="300563" x="7826375" y="5248275"/>
          <p14:tracePt t="300604" x="7770813" y="5233988"/>
          <p14:tracePt t="300642" x="7623175" y="5233988"/>
          <p14:tracePt t="300682" x="7443788" y="5226050"/>
          <p14:tracePt t="300721" x="7334250" y="5256213"/>
          <p14:tracePt t="300727" x="7278688" y="5264150"/>
          <p14:tracePt t="300764" x="7232650" y="5280025"/>
          <p14:tracePt t="301198" x="7302500" y="5186363"/>
          <p14:tracePt t="301255" x="7545388" y="5030788"/>
          <p14:tracePt t="301295" x="7623175" y="5022850"/>
          <p14:tracePt t="301334" x="7677150" y="4999038"/>
          <p14:tracePt t="301371" x="7802563" y="4951413"/>
          <p14:tracePt t="301410" x="7872413" y="4951413"/>
          <p14:tracePt t="301416" x="7904163" y="4945063"/>
          <p14:tracePt t="301453" x="7935913" y="4945063"/>
          <p14:tracePt t="301509" x="7943850" y="4937125"/>
          <p14:tracePt t="301546" x="7966075" y="4921250"/>
          <p14:tracePt t="301551" x="7974013" y="4889500"/>
          <p14:tracePt t="301588" x="7935913" y="4819650"/>
          <p14:tracePt t="301627" x="7888288" y="4787900"/>
          <p14:tracePt t="301672" x="7850188" y="4795838"/>
          <p14:tracePt t="301731" x="7802563" y="4756150"/>
          <p14:tracePt t="301767" x="7748588" y="4686300"/>
          <p14:tracePt t="301811" x="7724775" y="4678363"/>
          <p14:tracePt t="301850" x="7631113" y="4670425"/>
          <p14:tracePt t="301889" x="7559675" y="4670425"/>
          <p14:tracePt t="301928" x="7497763" y="4670425"/>
          <p14:tracePt t="301970" x="7435850" y="4662488"/>
          <p14:tracePt t="301973" x="7396163" y="4648200"/>
          <p14:tracePt t="302011" x="7318375" y="4608513"/>
          <p14:tracePt t="302016" x="7294563" y="4584700"/>
          <p14:tracePt t="302054" x="7286625" y="4554538"/>
          <p14:tracePt t="302095" x="7364413" y="4445000"/>
          <p14:tracePt t="302137" x="7466013" y="4365625"/>
          <p14:tracePt t="302140" x="7529513" y="4335463"/>
          <p14:tracePt t="302181" x="7732713" y="4287838"/>
          <p14:tracePt t="302184" x="7810500" y="4287838"/>
          <p14:tracePt t="302219" x="7989888" y="4287838"/>
          <p14:tracePt t="302260" x="8161338" y="4327525"/>
          <p14:tracePt t="302300" x="8262938" y="4413250"/>
          <p14:tracePt t="302303" x="8294688" y="4483100"/>
          <p14:tracePt t="302338" x="8302625" y="4654550"/>
          <p14:tracePt t="302377" x="8247063" y="4865688"/>
          <p14:tracePt t="302415" x="8169275" y="4967288"/>
          <p14:tracePt t="302454" x="7981950" y="5100638"/>
          <p14:tracePt t="302496" x="7818438" y="5140325"/>
          <p14:tracePt t="302533" x="7623175" y="5076825"/>
          <p14:tracePt t="302571" x="7388225" y="5022850"/>
          <p14:tracePt t="302610" x="7248525" y="4991100"/>
          <p14:tracePt t="302650" x="7208838" y="4921250"/>
          <p14:tracePt t="302687" x="7224713" y="4849813"/>
          <p14:tracePt t="302693" x="7256463" y="4787900"/>
          <p14:tracePt t="302731" x="7350125" y="4686300"/>
          <p14:tracePt t="302738" x="7388225" y="4654550"/>
          <p14:tracePt t="302776" x="7497763" y="4584700"/>
          <p14:tracePt t="302781" x="7537450" y="4560888"/>
          <p14:tracePt t="302819" x="7669213" y="4530725"/>
          <p14:tracePt t="302865" x="7864475" y="4568825"/>
          <p14:tracePt t="302904" x="8013700" y="4640263"/>
          <p14:tracePt t="302947" x="8083550" y="4694238"/>
          <p14:tracePt t="302984" x="8099425" y="4819650"/>
          <p14:tracePt t="303024" x="8051800" y="4983163"/>
          <p14:tracePt t="303063" x="7981950" y="5116513"/>
          <p14:tracePt t="303070" x="7935913" y="5202238"/>
          <p14:tracePt t="303108" x="7834313" y="5295900"/>
          <p14:tracePt t="303114" x="7802563" y="5319713"/>
          <p14:tracePt t="303153" x="7716838" y="5349875"/>
          <p14:tracePt t="303159" x="7685088" y="5357813"/>
          <p14:tracePt t="303196" x="7623175" y="5349875"/>
          <p14:tracePt t="303202" x="7559675" y="5311775"/>
          <p14:tracePt t="303237" x="7466013" y="5210175"/>
          <p14:tracePt t="303277" x="7443788" y="5084763"/>
          <p14:tracePt t="303316" x="7435850" y="4967288"/>
          <p14:tracePt t="303354" x="7489825" y="4803775"/>
          <p14:tracePt t="303395" x="7615238" y="4686300"/>
          <p14:tracePt t="303399" x="7654925" y="4654550"/>
          <p14:tracePt t="303436" x="7700963" y="4608513"/>
          <p14:tracePt t="303476" x="7826375" y="4554538"/>
          <p14:tracePt t="303517" x="8037513" y="4648200"/>
          <p14:tracePt t="303555" x="8139113" y="4764088"/>
          <p14:tracePt t="303562" x="8153400" y="4787900"/>
          <p14:tracePt t="303599" x="8232775" y="4921250"/>
          <p14:tracePt t="303608" x="8240713" y="4945063"/>
          <p14:tracePt t="303645" x="8232775" y="5014913"/>
          <p14:tracePt t="303685" x="8201025" y="5154613"/>
          <p14:tracePt t="303728" x="8131175" y="5272088"/>
          <p14:tracePt t="303731" x="8099425" y="5295900"/>
          <p14:tracePt t="303767" x="8005763" y="5341938"/>
          <p14:tracePt t="303772" x="7974013" y="5357813"/>
          <p14:tracePt t="303808" x="7920038" y="5357813"/>
          <p14:tracePt t="303848" x="7762875" y="5303838"/>
          <p14:tracePt t="303901" x="7521575" y="5280025"/>
          <p14:tracePt t="303972" x="7013575" y="5295900"/>
          <p14:tracePt t="304042" x="6967538" y="5295900"/>
          <p14:tracePt t="304101" x="6943725" y="5218113"/>
          <p14:tracePt t="304140" x="6997700" y="5076825"/>
          <p14:tracePt t="304190" x="7216775" y="5014913"/>
          <p14:tracePt t="304195" x="7310438" y="4999038"/>
          <p14:tracePt t="304238" x="7529513" y="4951413"/>
          <p14:tracePt t="304285" x="7732713" y="4951413"/>
          <p14:tracePt t="304329" x="7754938" y="4951413"/>
          <p14:tracePt t="304373" x="7693025" y="4959350"/>
          <p14:tracePt t="304409" x="7654925" y="4967288"/>
          <p14:tracePt t="304463" x="7661275" y="4937125"/>
          <p14:tracePt t="304503" x="7754938" y="4811713"/>
          <p14:tracePt t="304509" x="7802563" y="4764088"/>
          <p14:tracePt t="304547" x="7927975" y="4694238"/>
          <p14:tracePt t="304555" x="7997825" y="4678363"/>
          <p14:tracePt t="304592" x="8059738" y="4670425"/>
          <p14:tracePt t="304600" x="8083550" y="4662488"/>
          <p14:tracePt t="304639" x="8131175" y="4686300"/>
          <p14:tracePt t="304683" x="8131175" y="4787900"/>
          <p14:tracePt t="304724" x="8091488" y="4959350"/>
          <p14:tracePt t="304776" x="8059738" y="5092700"/>
          <p14:tracePt t="304853" x="8029575" y="5108575"/>
          <p14:tracePt t="304903" x="7943850" y="5132388"/>
          <p14:tracePt t="304944" x="7826375" y="5100638"/>
          <p14:tracePt t="304947" x="7732713" y="5068888"/>
          <p14:tracePt t="304984" x="7559675" y="5030788"/>
          <p14:tracePt t="304991" x="7553325" y="5022850"/>
          <p14:tracePt t="305028" x="7473950" y="4945063"/>
          <p14:tracePt t="305035" x="7412038" y="4857750"/>
          <p14:tracePt t="305073" x="7364413" y="4803775"/>
          <p14:tracePt t="305116" x="7342188" y="4749800"/>
          <p14:tracePt t="305155" x="7342188" y="4654550"/>
          <p14:tracePt t="305200" x="7380288" y="4608513"/>
          <p14:tracePt t="305247" x="7599363" y="4506913"/>
          <p14:tracePt t="305285" x="7700963" y="4538663"/>
          <p14:tracePt t="305291" x="7770813" y="4560888"/>
          <p14:tracePt t="305353" x="7989888" y="4546600"/>
          <p14:tracePt t="305418" x="8145463" y="4654550"/>
          <p14:tracePt t="305508" x="8193088" y="4897438"/>
          <p14:tracePt t="305600" x="8037513" y="5076825"/>
          <p14:tracePt t="305692" x="7834313" y="5233988"/>
          <p14:tracePt t="305696" x="7810500" y="5248275"/>
          <p14:tracePt t="305757" x="7724775" y="5241925"/>
          <p14:tracePt t="305826" x="7639050" y="5154613"/>
          <p14:tracePt t="305904" x="7513638" y="4897438"/>
          <p14:tracePt t="305991" x="7537450" y="4803775"/>
          <p14:tracePt t="305996" x="7575550" y="4749800"/>
          <p14:tracePt t="306060" x="7677150" y="4648200"/>
          <p14:tracePt t="306122" x="7818438" y="4568825"/>
          <p14:tracePt t="306165" x="7966075" y="4560888"/>
          <p14:tracePt t="306213" x="8029575" y="4568825"/>
          <p14:tracePt t="306300" x="8091488" y="4718050"/>
          <p14:tracePt t="306354" x="8067675" y="4843463"/>
          <p14:tracePt t="306402" x="8029575" y="4937125"/>
          <p14:tracePt t="306451" x="7920038" y="5014913"/>
          <p14:tracePt t="306496" x="7826375" y="5006975"/>
          <p14:tracePt t="306540" x="7794625" y="4983163"/>
          <p14:tracePt t="306580" x="7802563" y="4951413"/>
          <p14:tracePt t="306628" x="7834313" y="4827588"/>
          <p14:tracePt t="306669" x="7850188" y="4741863"/>
          <p14:tracePt t="306708" x="7740650" y="4678363"/>
          <p14:tracePt t="306750" x="7419975" y="4640263"/>
          <p14:tracePt t="306790" x="7264400" y="4576763"/>
          <p14:tracePt t="306830" x="7232650" y="4530725"/>
          <p14:tracePt t="306868" x="7318375" y="4319588"/>
          <p14:tracePt t="306910" x="7451725" y="4217988"/>
          <p14:tracePt t="306949" x="7505700" y="4194175"/>
          <p14:tracePt t="306990" x="7661275" y="4178300"/>
          <p14:tracePt t="307030" x="7856538" y="4194175"/>
          <p14:tracePt t="307037" x="7912100" y="4225925"/>
          <p14:tracePt t="307139" x="7920038" y="4359275"/>
          <p14:tracePt t="307149" x="7904163" y="4397375"/>
          <p14:tracePt t="307189" x="7880350" y="4498975"/>
          <p14:tracePt t="307195" x="7872413" y="4506913"/>
          <p14:tracePt t="307234" x="7818438" y="4560888"/>
          <p14:tracePt t="307279" x="7786688" y="4584700"/>
          <p14:tracePt t="307319" x="7748588" y="4616450"/>
          <p14:tracePt t="307323" x="7732713" y="4632325"/>
          <p14:tracePt t="307361" x="7646988" y="4694238"/>
          <p14:tracePt t="307400" x="7559675" y="4749800"/>
          <p14:tracePt t="307406" x="7521575" y="4772025"/>
          <p14:tracePt t="307444" x="7412038" y="4787900"/>
          <p14:tracePt t="307488" x="7380288" y="4741863"/>
          <p14:tracePt t="307529" x="7364413" y="4654550"/>
          <p14:tracePt t="307570" x="7427913" y="4568825"/>
          <p14:tracePt t="307615" x="7537450" y="4475163"/>
          <p14:tracePt t="307684" x="7575550" y="4475163"/>
          <p14:tracePt t="307736" x="7685088" y="4522788"/>
          <p14:tracePt t="307798" x="7700963" y="4546600"/>
          <p14:tracePt t="307835" x="7724775" y="4608513"/>
          <p14:tracePt t="307878" x="7716838" y="4670425"/>
          <p14:tracePt t="307923" x="7669213" y="4718050"/>
          <p14:tracePt t="307965" x="7623175" y="4764088"/>
          <p14:tracePt t="308007" x="7489825" y="4795838"/>
          <p14:tracePt t="308044" x="7364413" y="4787900"/>
          <p14:tracePt t="308084" x="7256463" y="4749800"/>
          <p14:tracePt t="308122" x="7240588" y="4718050"/>
          <p14:tracePt t="308128" x="7294563" y="4686300"/>
          <p14:tracePt t="308171" x="7521575" y="4624388"/>
          <p14:tracePt t="308212" x="7654925" y="4608513"/>
          <p14:tracePt t="308217" x="7693025" y="4608513"/>
          <p14:tracePt t="308255" x="7818438" y="4654550"/>
          <p14:tracePt t="308295" x="7920038" y="4756150"/>
          <p14:tracePt t="308338" x="7966075" y="4881563"/>
          <p14:tracePt t="308377" x="7943850" y="4983163"/>
          <p14:tracePt t="308382" x="7927975" y="5022850"/>
          <p14:tracePt t="308421" x="7896225" y="5084763"/>
          <p14:tracePt t="308463" x="7810500" y="5178425"/>
          <p14:tracePt t="308503" x="7591425" y="5146675"/>
          <p14:tracePt t="308554" x="7451725" y="5092700"/>
          <p14:tracePt t="308597" x="7427913" y="4945063"/>
          <p14:tracePt t="308637" x="7459663" y="4749800"/>
          <p14:tracePt t="308677" x="7497763" y="4678363"/>
          <p14:tracePt t="308682" x="7521575" y="4662488"/>
          <p14:tracePt t="308720" x="7623175" y="4600575"/>
          <p14:tracePt t="308765" x="7754938" y="4560888"/>
          <p14:tracePt t="308806" x="7842250" y="4584700"/>
          <p14:tracePt t="308848" x="7856538" y="4686300"/>
          <p14:tracePt t="308852" x="7834313" y="4741863"/>
          <p14:tracePt t="308888" x="7724775" y="4865688"/>
          <p14:tracePt t="308894" x="7669213" y="4905375"/>
          <p14:tracePt t="308931" x="7607300" y="4937125"/>
          <p14:tracePt t="309013" x="7607300" y="4897438"/>
          <p14:tracePt t="309050" x="7623175" y="4827588"/>
          <p14:tracePt t="309090" x="7639050" y="4795838"/>
          <p14:tracePt t="309171" x="7607300" y="4803775"/>
          <p14:tracePt t="309236" x="7521575" y="4849813"/>
          <p14:tracePt t="309314" x="7537450" y="4819650"/>
          <p14:tracePt t="309350" x="7553325" y="4795838"/>
          <p14:tracePt t="309417" x="7537450" y="4827588"/>
          <p14:tracePt t="309494" x="7521575" y="4843463"/>
          <p14:tracePt t="309538" x="7553325" y="4827588"/>
          <p14:tracePt t="309575" x="7599363" y="4795838"/>
          <p14:tracePt t="309617" x="7623175" y="4772025"/>
          <p14:tracePt t="309749" x="7575550" y="4779963"/>
          <p14:tracePt t="309797" x="7639050" y="4756150"/>
          <p14:tracePt t="309839" x="7740650" y="4764088"/>
          <p14:tracePt t="309898" x="7740650" y="4787900"/>
          <p14:tracePt t="309935" x="7708900" y="4873625"/>
          <p14:tracePt t="309974" x="7669213" y="4921250"/>
          <p14:tracePt t="310222" x="7639050" y="4889500"/>
          <p14:tracePt t="310305" x="7607300" y="4921250"/>
          <p14:tracePt t="310494" x="7473950" y="4999038"/>
          <p14:tracePt t="310544" x="7443788" y="5022850"/>
          <p14:tracePt t="310717" x="7459663" y="5060950"/>
          <p14:tracePt t="310769" x="7459663" y="5068888"/>
          <p14:tracePt t="311077" x="7350125" y="5108575"/>
          <p14:tracePt t="311273" x="7248525" y="5154613"/>
          <p14:tracePt t="311339" x="7107238" y="5202238"/>
          <p14:tracePt t="311664" x="7185025" y="5116513"/>
          <p14:tracePt t="311721" x="7364413" y="4959350"/>
          <p14:tracePt t="311760" x="7473950" y="4905375"/>
          <p14:tracePt t="311858" x="7583488" y="4865688"/>
          <p14:tracePt t="312085" x="7591425" y="4905375"/>
          <p14:tracePt t="312134" x="7677150" y="4889500"/>
          <p14:tracePt t="312182" x="7748588" y="4873625"/>
          <p14:tracePt t="312257" x="7748588" y="4889500"/>
          <p14:tracePt t="312296" x="7708900" y="5014913"/>
          <p14:tracePt t="312301" x="7693025" y="5045075"/>
          <p14:tracePt t="312340" x="7669213" y="5060950"/>
          <p14:tracePt t="312405" x="7553325" y="5060950"/>
          <p14:tracePt t="312441" x="7412038" y="5053013"/>
          <p14:tracePt t="312518" x="7286625" y="5038725"/>
          <p14:tracePt t="312589" x="7270750" y="5022850"/>
          <p14:tracePt t="312626" x="7177088" y="4951413"/>
          <p14:tracePt t="313299" x="7232650" y="5060950"/>
          <p14:tracePt t="313361" x="7286625" y="5154613"/>
          <p14:tracePt t="313368" x="7364413" y="5226050"/>
          <p14:tracePt t="313481" x="7310438" y="5241925"/>
          <p14:tracePt t="313551" x="7240588" y="5256213"/>
          <p14:tracePt t="313607" x="7302500" y="5162550"/>
          <p14:tracePt t="313645" x="7419975" y="5154613"/>
          <p14:tracePt t="313734" x="7427913" y="5186363"/>
          <p14:tracePt t="313792" x="7396163" y="5210175"/>
          <p14:tracePt t="313846" x="7412038" y="5178425"/>
          <p14:tracePt t="313885" x="7427913" y="5154613"/>
          <p14:tracePt t="313926" x="7459663" y="5140325"/>
          <p14:tracePt t="313967" x="7513638" y="5154613"/>
          <p14:tracePt t="314008" x="7575550" y="5186363"/>
          <p14:tracePt t="314013" x="7615238" y="5186363"/>
          <p14:tracePt t="314050" x="7685088" y="5170488"/>
          <p14:tracePt t="314091" x="7754938" y="5178425"/>
          <p14:tracePt t="314132" x="7778750" y="5194300"/>
          <p14:tracePt t="314173" x="7850188" y="5194300"/>
          <p14:tracePt t="314226" x="7856538" y="5194300"/>
          <p14:tracePt t="314303" x="7842250" y="5162550"/>
          <p14:tracePt t="314357" x="7778750" y="5140325"/>
          <p14:tracePt t="314395" x="7754938" y="5132388"/>
          <p14:tracePt t="314436" x="7700963" y="5132388"/>
          <p14:tracePt t="314477" x="7599363" y="5170488"/>
          <p14:tracePt t="314517" x="7537450" y="5210175"/>
          <p14:tracePt t="314522" x="7505700" y="5233988"/>
          <p14:tracePt t="314560" x="7497763" y="5233988"/>
          <p14:tracePt t="314599" x="7358063" y="5287963"/>
          <p14:tracePt t="314658" x="7350125" y="5280025"/>
          <p14:tracePt t="314697" x="7318375" y="5272088"/>
          <p14:tracePt t="314703" x="7318375" y="5241925"/>
          <p14:tracePt t="314742" x="7358063" y="5186363"/>
          <p14:tracePt t="314785" x="7412038" y="5140325"/>
          <p14:tracePt t="314824" x="7489825" y="5076825"/>
          <p14:tracePt t="315132" x="7521575" y="5030788"/>
          <p14:tracePt t="315183" x="7545388" y="5006975"/>
          <p14:tracePt t="315461" x="7654925" y="5030788"/>
          <p14:tracePt t="315513" x="7794625" y="5194300"/>
          <p14:tracePt t="315560" x="7786688" y="5202238"/>
          <p14:tracePt t="315598" x="7654925" y="5303838"/>
          <p14:tracePt t="315642" x="7537450" y="5303838"/>
          <p14:tracePt t="315699" x="7513638" y="5295900"/>
          <p14:tracePt t="315752" x="7412038" y="5226050"/>
          <p14:tracePt t="315755" x="7364413" y="5124450"/>
          <p14:tracePt t="315828" x="7419975" y="4983163"/>
          <p14:tracePt t="315889" x="7497763" y="4889500"/>
          <p14:tracePt t="315927" x="7599363" y="4827588"/>
          <p14:tracePt t="316044" x="7669213" y="4913313"/>
          <p14:tracePt t="316101" x="7700963" y="5030788"/>
          <p14:tracePt t="316165" x="7693025" y="5053013"/>
          <p14:tracePt t="316219" x="7583488" y="5146675"/>
          <p14:tracePt t="316262" x="7466013" y="5162550"/>
          <p14:tracePt t="316342" x="7443788" y="5053013"/>
          <p14:tracePt t="316423" x="7545388" y="4843463"/>
          <p14:tracePt t="316505" x="7740650" y="4733925"/>
          <p14:tracePt t="316557" x="8021638" y="4725988"/>
          <p14:tracePt t="316596" x="8123238" y="4803775"/>
          <p14:tracePt t="316635" x="8161338" y="4889500"/>
          <p14:tracePt t="316640" x="8161338" y="4921250"/>
          <p14:tracePt t="316679" x="8145463" y="4991100"/>
          <p14:tracePt t="316686" x="8131175" y="5038725"/>
          <p14:tracePt t="316725" x="8029575" y="5140325"/>
          <p14:tracePt t="316731" x="7950200" y="5202238"/>
          <p14:tracePt t="316770" x="7880350" y="5233988"/>
          <p14:tracePt t="316822" x="7740650" y="5202238"/>
          <p14:tracePt t="316859" x="7623175" y="5170488"/>
          <p14:tracePt t="316925" x="7537450" y="5092700"/>
          <p14:tracePt t="316962" x="7505700" y="4983163"/>
          <p14:tracePt t="317003" x="7521575" y="4865688"/>
          <p14:tracePt t="317044" x="7639050" y="4654550"/>
          <p14:tracePt t="317084" x="7708900" y="4560888"/>
          <p14:tracePt t="317089" x="7778750" y="4483100"/>
          <p14:tracePt t="317127" x="7856538" y="4429125"/>
          <p14:tracePt t="317172" x="8013700" y="4413250"/>
          <p14:tracePt t="317216" x="8045450" y="4568825"/>
          <p14:tracePt t="317258" x="7997825" y="4678363"/>
          <p14:tracePt t="317300" x="7912100" y="4803775"/>
          <p14:tracePt t="317345" x="7856538" y="4843463"/>
          <p14:tracePt t="317386" x="7762875" y="4865688"/>
          <p14:tracePt t="317450" x="7646988" y="4835525"/>
          <p14:tracePt t="317488" x="7404100" y="4772025"/>
          <p14:tracePt t="317585" x="7396163" y="4741863"/>
          <p14:tracePt t="317629" x="7372350" y="4624388"/>
          <p14:tracePt t="317675" x="7443788" y="4538663"/>
          <p14:tracePt t="317743" x="7559675" y="4522788"/>
          <p14:tracePt t="317810" x="7669213" y="4546600"/>
          <p14:tracePt t="317849" x="7810500" y="4632325"/>
          <p14:tracePt t="317856" x="7850188" y="4654550"/>
          <p14:tracePt t="317894" x="7904163" y="4787900"/>
          <p14:tracePt t="317940" x="7888288" y="4857750"/>
          <p14:tracePt t="317982" x="7850188" y="4921250"/>
          <p14:tracePt t="318051" x="7724775" y="4945063"/>
          <p14:tracePt t="318089" x="7700963" y="4951413"/>
          <p14:tracePt t="318094" x="7583488" y="4959350"/>
          <p14:tracePt t="318132" x="7466013" y="4945063"/>
          <p14:tracePt t="318176" x="7302500" y="4881563"/>
          <p14:tracePt t="318216" x="7224713" y="4803775"/>
          <p14:tracePt t="318297" x="7310438" y="4725988"/>
          <p14:tracePt t="318365" x="7412038" y="4678363"/>
          <p14:tracePt t="318411" x="7505700" y="4741863"/>
          <p14:tracePt t="318449" x="7615238" y="4975225"/>
          <p14:tracePt t="318493" x="7583488" y="5076825"/>
          <p14:tracePt t="318583" x="7473950" y="5116513"/>
          <p14:tracePt t="318643" x="7240588" y="5116513"/>
          <p14:tracePt t="318748" x="7200900" y="4999038"/>
          <p14:tracePt t="318803" x="7412038" y="4710113"/>
          <p14:tracePt t="318848" x="7505700" y="4640263"/>
          <p14:tracePt t="318890" x="7748588" y="4600575"/>
          <p14:tracePt t="318931" x="7864475" y="4632325"/>
          <p14:tracePt t="318976" x="8005763" y="4733925"/>
          <p14:tracePt t="319017" x="8021638" y="4889500"/>
          <p14:tracePt t="319058" x="8021638" y="4897438"/>
          <p14:tracePt t="319101" x="7935913" y="4983163"/>
          <p14:tracePt t="319147" x="7818438" y="5014913"/>
          <p14:tracePt t="319187" x="7700963" y="5014913"/>
          <p14:tracePt t="319234" x="7575550" y="4959350"/>
          <p14:tracePt t="319281" x="7489825" y="4865688"/>
          <p14:tracePt t="319342" x="7481888" y="4749800"/>
          <p14:tracePt t="319389" x="7521575" y="4640263"/>
          <p14:tracePt t="319483" x="7631113" y="4616450"/>
          <p14:tracePt t="319537" x="7740650" y="4640263"/>
          <p14:tracePt t="319578" x="7958138" y="4819650"/>
          <p14:tracePt t="319584" x="7981950" y="4857750"/>
          <p14:tracePt t="319626" x="7950200" y="4983163"/>
          <p14:tracePt t="319629" x="7912100" y="5124450"/>
          <p14:tracePt t="319667" x="7864475" y="5233988"/>
          <p14:tracePt t="319731" x="7748588" y="5248275"/>
          <p14:tracePt t="319769" x="7631113" y="5226050"/>
          <p14:tracePt t="319812" x="7443788" y="5162550"/>
          <p14:tracePt t="319856" x="7342188" y="5116513"/>
          <p14:tracePt t="319898" x="7270750" y="5014913"/>
          <p14:tracePt t="319941" x="7302500" y="4795838"/>
          <p14:tracePt t="319985" x="7443788" y="4608513"/>
          <p14:tracePt t="320033" x="7537450" y="4538663"/>
          <p14:tracePt t="320078" x="7654925" y="4560888"/>
          <p14:tracePt t="320234" x="7669213" y="4584700"/>
          <p14:tracePt t="320305" x="7732713" y="4678363"/>
          <p14:tracePt t="320477" x="7748588" y="4702175"/>
          <p14:tracePt t="320853" x="7856538" y="4772025"/>
          <p14:tracePt t="320918" x="7966075" y="4811713"/>
          <p14:tracePt t="320963" x="8075613" y="4803775"/>
          <p14:tracePt t="321008" x="8201025" y="4803775"/>
          <p14:tracePt t="321047" x="8302625" y="4843463"/>
          <p14:tracePt t="321089" x="8412163" y="4905375"/>
          <p14:tracePt t="321131" x="8521700" y="4951413"/>
          <p14:tracePt t="321173" x="8731250" y="5038725"/>
          <p14:tracePt t="321217" x="8840788" y="5060950"/>
          <p14:tracePt t="321258" x="8966200" y="5068888"/>
          <p14:tracePt t="321331" x="9043988" y="4983163"/>
          <p14:tracePt t="321451" x="9145588" y="4913313"/>
          <p14:tracePt t="321510" x="9505950" y="4772025"/>
          <p14:tracePt t="321553" x="9755188" y="4654550"/>
          <p14:tracePt t="321596" x="9864725" y="4592638"/>
          <p14:tracePt t="321731" x="9982200" y="4546600"/>
          <p14:tracePt t="321809" x="10091738" y="4506913"/>
          <p14:tracePt t="322099" x="10215563" y="4483100"/>
          <p14:tracePt t="322167" x="10325100" y="4467225"/>
          <p14:tracePt t="322260" x="10442575" y="4445000"/>
          <p14:tracePt t="322316" x="10560050" y="4429125"/>
          <p14:tracePt t="322359" x="10677525" y="4429125"/>
          <p14:tracePt t="322711" x="10567988" y="4459288"/>
          <p14:tracePt t="322979" x="10482263" y="4554538"/>
          <p14:tracePt t="323209" x="10402888" y="4640263"/>
          <p14:tracePt t="323260" x="10199688" y="4741863"/>
          <p14:tracePt t="323321" x="10091738" y="4787900"/>
          <p14:tracePt t="323365" x="9982200" y="4819650"/>
          <p14:tracePt t="323406" x="9872663" y="4843463"/>
          <p14:tracePt t="323455" x="9848850" y="4857750"/>
          <p14:tracePt t="323495" x="9693275" y="4897438"/>
          <p14:tracePt t="324111" x="9786938" y="4827588"/>
          <p14:tracePt t="324180" x="9888538" y="4772025"/>
          <p14:tracePt t="324410" x="9896475" y="4756150"/>
          <p14:tracePt t="324547" x="10004425" y="4733925"/>
          <p14:tracePt t="324613" x="10394950" y="4741863"/>
          <p14:tracePt t="324657" x="10466388" y="4749800"/>
          <p14:tracePt t="324703" x="10488613" y="4749800"/>
          <p14:tracePt t="324747" x="10536238" y="4795838"/>
          <p14:tracePt t="324794" x="10614025" y="4843463"/>
          <p14:tracePt t="324839" x="10723563" y="4827588"/>
          <p14:tracePt t="324881" x="10755313" y="4819650"/>
          <p14:tracePt t="324926" x="10691813" y="4835525"/>
          <p14:tracePt t="324928" x="10661650" y="4843463"/>
          <p14:tracePt t="324973" x="10598150" y="4873625"/>
          <p14:tracePt t="324977" x="10544175" y="4897438"/>
          <p14:tracePt t="325017" x="10333038" y="4873625"/>
          <p14:tracePt t="325062" x="10223500" y="4889500"/>
          <p14:tracePt t="325106" x="10020300" y="4937125"/>
          <p14:tracePt t="325111" x="9974263" y="4937125"/>
          <p14:tracePt t="325169" x="9888538" y="4945063"/>
          <p14:tracePt t="325220" x="9715500" y="4951413"/>
          <p14:tracePt t="325226" x="9677400" y="4959350"/>
          <p14:tracePt t="325384" x="9551988" y="4967288"/>
          <p14:tracePt t="325535" x="9442450" y="4951413"/>
          <p14:tracePt t="325596" x="9332913" y="4945063"/>
          <p14:tracePt t="325986" x="9450388" y="4967288"/>
          <p14:tracePt t="326067" x="9474200" y="4967288"/>
          <p14:tracePt t="326106" x="9607550" y="4951413"/>
          <p14:tracePt t="326111" x="9715500" y="4937125"/>
          <p14:tracePt t="326203" x="9832975" y="4951413"/>
          <p14:tracePt t="326293" x="9942513" y="5006975"/>
          <p14:tracePt t="326355" x="10036175" y="5053013"/>
          <p14:tracePt t="326737" x="9958388" y="4967288"/>
          <p14:tracePt t="326798" x="9910763" y="4857750"/>
          <p14:tracePt t="326848" x="9910763" y="4749800"/>
          <p14:tracePt t="326938" x="9934575" y="4624388"/>
          <p14:tracePt t="326975" x="10004425" y="4530725"/>
          <p14:tracePt t="327075" x="10121900" y="4522788"/>
          <p14:tracePt t="327123" x="10231438" y="4554538"/>
          <p14:tracePt t="327165" x="10325100" y="4624388"/>
          <p14:tracePt t="327254" x="10380663" y="4725988"/>
          <p14:tracePt t="327336" x="10402888" y="4843463"/>
          <p14:tracePt t="327391" x="10402888" y="4951413"/>
          <p14:tracePt t="327464" x="10309225" y="5014913"/>
          <p14:tracePt t="327539" x="10215563" y="5068888"/>
          <p14:tracePt t="327578" x="10098088" y="5092700"/>
          <p14:tracePt t="327629" x="9982200" y="5076825"/>
          <p14:tracePt t="327692" x="9888538" y="4999038"/>
          <p14:tracePt t="327770" x="9848850" y="4897438"/>
          <p14:tracePt t="327834" x="9848850" y="4779963"/>
          <p14:tracePt t="327878" x="9896475" y="4670425"/>
          <p14:tracePt t="327925" x="9990138" y="4576763"/>
          <p14:tracePt t="328004" x="10098088" y="4592638"/>
          <p14:tracePt t="328042" x="10301288" y="4654550"/>
          <p14:tracePt t="328048" x="10325100" y="4678363"/>
          <p14:tracePt t="328090" x="10356850" y="4741863"/>
          <p14:tracePt t="328095" x="10340975" y="4803775"/>
          <p14:tracePt t="328136" x="10271125" y="4975225"/>
          <p14:tracePt t="328142" x="10247313" y="5006975"/>
          <p14:tracePt t="328184" x="10169525" y="5084763"/>
          <p14:tracePt t="328231" x="10059988" y="5124450"/>
          <p14:tracePt t="328271" x="9958388" y="5162550"/>
          <p14:tracePt t="328276" x="9840913" y="5170488"/>
          <p14:tracePt t="328321" x="9715500" y="5140325"/>
          <p14:tracePt t="328363" x="9490075" y="5076825"/>
          <p14:tracePt t="328425" x="9434513" y="4967288"/>
          <p14:tracePt t="328467" x="9388475" y="4873625"/>
          <p14:tracePt t="328510" x="9396413" y="4756150"/>
          <p14:tracePt t="328562" x="9418638" y="4640263"/>
          <p14:tracePt t="328641" x="9512300" y="4554538"/>
          <p14:tracePt t="328701" x="9629775" y="4522788"/>
          <p14:tracePt t="328744" x="10004425" y="4702175"/>
          <p14:tracePt t="328789" x="9966325" y="4803775"/>
          <p14:tracePt t="328833" x="9942513" y="4849813"/>
          <p14:tracePt t="328876" x="9872663" y="4937125"/>
          <p14:tracePt t="328920" x="9809163" y="4991100"/>
          <p14:tracePt t="328922" x="9701213" y="5030788"/>
          <p14:tracePt t="328964" x="9575800" y="5053013"/>
          <p14:tracePt t="329006" x="9458325" y="5053013"/>
          <p14:tracePt t="329054" x="9372600" y="4983163"/>
          <p14:tracePt t="329092" x="9310688" y="4881563"/>
          <p14:tracePt t="329135" x="9263063" y="4779963"/>
          <p14:tracePt t="329177" x="9317038" y="4560888"/>
          <p14:tracePt t="329234" x="9372600" y="4467225"/>
          <p14:tracePt t="329275" x="9458325" y="4381500"/>
          <p14:tracePt t="329280" x="9559925" y="4327525"/>
          <p14:tracePt t="329320" x="9661525" y="4303713"/>
          <p14:tracePt t="329366" x="9786938" y="4311650"/>
          <p14:tracePt t="329410" x="9896475" y="4351338"/>
          <p14:tracePt t="329416" x="9998075" y="4413250"/>
          <p14:tracePt t="329476" x="10067925" y="4506913"/>
          <p14:tracePt t="329514" x="10113963" y="4662488"/>
          <p14:tracePt t="329565" x="10106025" y="4686300"/>
          <p14:tracePt t="329611" x="10044113" y="4779963"/>
          <p14:tracePt t="329655" x="9942513" y="4849813"/>
          <p14:tracePt t="329696" x="9825038" y="4857750"/>
          <p14:tracePt t="329745" x="9701213" y="4827588"/>
          <p14:tracePt t="329786" x="9613900" y="4772025"/>
          <p14:tracePt t="329890" x="9607550" y="4654550"/>
          <p14:tracePt t="329952" x="9669463" y="4546600"/>
          <p14:tracePt t="330002" x="9755188" y="4475163"/>
          <p14:tracePt t="330046" x="9966325" y="4381500"/>
          <p14:tracePt t="330049" x="10004425" y="4373563"/>
          <p14:tracePt t="330090" x="10106025" y="4389438"/>
          <p14:tracePt t="330135" x="10255250" y="4560888"/>
          <p14:tracePt t="330181" x="10263188" y="4670425"/>
          <p14:tracePt t="330184" x="10247313" y="4733925"/>
          <p14:tracePt t="330225" x="10239375" y="4756150"/>
          <p14:tracePt t="330266" x="10161588" y="4905375"/>
          <p14:tracePt t="330273" x="10121900" y="4967288"/>
          <p14:tracePt t="330313" x="10091738" y="5006975"/>
          <p14:tracePt t="330356" x="9990138" y="5030788"/>
          <p14:tracePt t="330401" x="9872663" y="5038725"/>
          <p14:tracePt t="330443" x="9591675" y="4975225"/>
          <p14:tracePt t="330503" x="9536113" y="4873625"/>
          <p14:tracePt t="330557" x="9520238" y="4764088"/>
          <p14:tracePt t="330596" x="9536113" y="4648200"/>
          <p14:tracePt t="330714" x="9637713" y="4584700"/>
          <p14:tracePt t="330773" x="9763125" y="4592638"/>
          <p14:tracePt t="330818" x="9880600" y="4608513"/>
          <p14:tracePt t="330886" x="9942513" y="4702175"/>
          <p14:tracePt t="330972" x="9910763" y="4819650"/>
          <p14:tracePt t="331038" x="9896475" y="4843463"/>
          <p14:tracePt t="331083" x="9755188" y="4945063"/>
          <p14:tracePt t="331128" x="9661525" y="4983163"/>
          <p14:tracePt t="331171" x="9536113" y="4983163"/>
          <p14:tracePt t="331212" x="9412288" y="4967288"/>
          <p14:tracePt t="331256" x="9332913" y="4897438"/>
          <p14:tracePt t="331405" x="9372600" y="4787900"/>
          <p14:tracePt t="331463" x="9505950" y="4584700"/>
          <p14:tracePt t="331506" x="9613900" y="4522788"/>
          <p14:tracePt t="331549" x="9731375" y="4538663"/>
          <p14:tracePt t="331592" x="9856788" y="4538663"/>
          <p14:tracePt t="331638" x="9974263" y="4584700"/>
          <p14:tracePt t="331737" x="10052050" y="4670425"/>
          <p14:tracePt t="331759" x="10098088" y="4779963"/>
          <p14:tracePt t="331803" x="10091738" y="4803775"/>
          <p14:tracePt t="331851" x="10075863" y="4913313"/>
          <p14:tracePt t="331938" x="9990138" y="4991100"/>
          <p14:tracePt t="331981" x="9880600" y="5022850"/>
          <p14:tracePt t="332026" x="9747250" y="5030788"/>
          <p14:tracePt t="332030" x="9637713" y="5030788"/>
          <p14:tracePt t="332074" x="9528175" y="5014913"/>
          <p14:tracePt t="332156" x="9434513" y="4937125"/>
          <p14:tracePt t="332226" x="9434513" y="4819650"/>
          <p14:tracePt t="332272" x="9474200" y="4718050"/>
          <p14:tracePt t="332313" x="9559925" y="4632325"/>
          <p14:tracePt t="332381" x="9669463" y="4600575"/>
          <p14:tracePt t="332466" x="9786938" y="4600575"/>
          <p14:tracePt t="332553" x="9809163" y="4616450"/>
          <p14:tracePt t="332592" x="9880600" y="4702175"/>
          <p14:tracePt t="332638" x="9896475" y="4827588"/>
          <p14:tracePt t="332683" x="9864725" y="4937125"/>
          <p14:tracePt t="332733" x="9763125" y="4991100"/>
          <p14:tracePt t="332793" x="9653588" y="5006975"/>
          <p14:tracePt t="332898" x="9567863" y="4921250"/>
          <p14:tracePt t="332943" x="9536113" y="4811713"/>
          <p14:tracePt t="332983" x="9528175" y="4686300"/>
          <p14:tracePt t="333065" x="9591675" y="4584700"/>
          <p14:tracePt t="333108" x="9669463" y="4506913"/>
          <p14:tracePt t="333149" x="9786938" y="4475163"/>
          <p14:tracePt t="333196" x="9902825" y="4514850"/>
          <p14:tracePt t="333245" x="9990138" y="4592638"/>
          <p14:tracePt t="333289" x="10036175" y="4702175"/>
          <p14:tracePt t="333329" x="10028238" y="5038725"/>
          <p14:tracePt t="333337" x="10004425" y="5116513"/>
          <p14:tracePt t="333380" x="9998075" y="5124450"/>
          <p14:tracePt t="333424" x="9896475" y="5162550"/>
          <p14:tracePt t="333469" x="9786938" y="5140325"/>
          <p14:tracePt t="333516" x="9685338" y="5068888"/>
          <p14:tracePt t="333560" x="9591675" y="4889500"/>
          <p14:tracePt t="333562" x="9629775" y="4811713"/>
          <p14:tracePt t="333607" x="9779000" y="4710113"/>
          <p14:tracePt t="333649" x="9888538" y="4725988"/>
          <p14:tracePt t="333696" x="9902825" y="4803775"/>
          <p14:tracePt t="333739" x="9669463" y="4913313"/>
          <p14:tracePt t="333784" x="9294813" y="5006975"/>
          <p14:tracePt t="333786" x="9177338" y="5038725"/>
          <p14:tracePt t="333831" x="8747125" y="5116513"/>
          <p14:tracePt t="333833" x="8607425" y="5124450"/>
          <p14:tracePt t="333876" x="7950200" y="5116513"/>
          <p14:tracePt t="335618" x="1374775" y="4849813"/>
          <p14:tracePt t="335661" x="1406525" y="4865688"/>
          <p14:tracePt t="335723" x="1382713" y="4857750"/>
          <p14:tracePt t="335768" x="1327150" y="4803775"/>
          <p14:tracePt t="335887" x="1350963" y="4779963"/>
          <p14:tracePt t="335928" x="1444625" y="4741863"/>
          <p14:tracePt t="335933" x="1508125" y="4718050"/>
          <p14:tracePt t="335976" x="1585913" y="4654550"/>
          <p14:tracePt t="336021" x="1593850" y="4616450"/>
          <p14:tracePt t="336105" x="1639888" y="4546600"/>
          <p14:tracePt t="336121" x="1655763" y="4514850"/>
          <p14:tracePt t="336175" x="1741488" y="4405313"/>
          <p14:tracePt t="336219" x="1749425" y="4514850"/>
          <p14:tracePt t="336263" x="1593850" y="4670425"/>
          <p14:tracePt t="336307" x="1562100" y="4702175"/>
          <p14:tracePt t="336352" x="1484313" y="4764088"/>
          <p14:tracePt t="336449" x="1514475" y="4749800"/>
          <p14:tracePt t="336505" x="1554163" y="4741863"/>
          <p14:tracePt t="336548" x="1452563" y="4835525"/>
          <p14:tracePt t="336591" x="1414463" y="4857750"/>
          <p14:tracePt t="336636" x="1476375" y="4764088"/>
          <p14:tracePt t="336680" x="1570038" y="4725988"/>
          <p14:tracePt t="336684" x="1647825" y="4702175"/>
          <p14:tracePt t="336724" x="1695450" y="4710113"/>
          <p14:tracePt t="336772" x="1687513" y="4803775"/>
          <p14:tracePt t="336774" x="1655763" y="4857750"/>
          <p14:tracePt t="336818" x="1468438" y="4983163"/>
          <p14:tracePt t="336862" x="1460500" y="4983163"/>
          <p14:tracePt t="336985" x="1444625" y="4889500"/>
          <p14:tracePt t="337029" x="1570038" y="4756150"/>
          <p14:tracePt t="337071" x="1616075" y="4849813"/>
          <p14:tracePt t="337113" x="1522413" y="4959350"/>
          <p14:tracePt t="337118" x="1460500" y="4991100"/>
          <p14:tracePt t="337161" x="1428750" y="4999038"/>
          <p14:tracePt t="337203" x="1452563" y="4951413"/>
          <p14:tracePt t="337209" x="1500188" y="4873625"/>
          <p14:tracePt t="337249" x="1593850" y="4795838"/>
          <p14:tracePt t="337253" x="1655763" y="4772025"/>
          <p14:tracePt t="337297" x="1773238" y="4756150"/>
          <p14:tracePt t="337301" x="1804988" y="4764088"/>
          <p14:tracePt t="337342" x="1874838" y="4811713"/>
          <p14:tracePt t="337413" x="1936750" y="4835525"/>
          <p14:tracePt t="337470" x="2562225" y="4889500"/>
          <p14:tracePt t="337513" x="2960688" y="4795838"/>
          <p14:tracePt t="337557" x="3335338" y="4733925"/>
          <p14:tracePt t="337600" x="3819525" y="4741863"/>
          <p14:tracePt t="337644" x="3990975" y="4897438"/>
          <p14:tracePt t="337718" x="3921125" y="4991100"/>
          <p14:tracePt t="337764" x="3733800" y="5233988"/>
          <p14:tracePt t="337810" x="3327400" y="5499100"/>
          <p14:tracePt t="337853" x="2944813" y="5654675"/>
          <p14:tracePt t="337900" x="2679700" y="5811838"/>
          <p14:tracePt t="337943" x="2476500" y="5935663"/>
          <p14:tracePt t="337989" x="2273300" y="6138863"/>
          <p14:tracePt t="338035" x="2163763" y="6210300"/>
          <p14:tracePt t="338093" x="2046288" y="6178550"/>
          <p14:tracePt t="338133" x="1920875" y="6146800"/>
          <p14:tracePt t="338180" x="1804988" y="6084888"/>
          <p14:tracePt t="338476" x="1749425" y="6069013"/>
          <p14:tracePt t="338545" x="1492250" y="5967413"/>
          <p14:tracePt t="338589" x="1436688" y="5873750"/>
          <p14:tracePt t="338634" x="1406525" y="5756275"/>
          <p14:tracePt t="338679" x="1476375" y="5624513"/>
          <p14:tracePt t="338742" x="1577975" y="5568950"/>
          <p14:tracePt t="338793" x="1631950" y="5561013"/>
          <p14:tracePt t="339060" x="1663700" y="5561013"/>
          <p14:tracePt t="339105" x="1944688" y="5553075"/>
          <p14:tracePt t="339160" x="2078038" y="5561013"/>
          <p14:tracePt t="339267" x="2100263" y="5568950"/>
          <p14:tracePt t="339324" x="2249488" y="5592763"/>
          <p14:tracePt t="339371" x="2382838" y="5568950"/>
          <p14:tracePt t="339429" x="2484438" y="5530850"/>
          <p14:tracePt t="339604" x="2624138" y="5514975"/>
          <p14:tracePt t="339767" x="2655888" y="5507038"/>
          <p14:tracePt t="339836" x="2779713" y="5491163"/>
          <p14:tracePt t="339910" x="2803525" y="5483225"/>
          <p14:tracePt t="339949" x="2921000" y="5451475"/>
          <p14:tracePt t="340262" x="3038475" y="5429250"/>
          <p14:tracePt t="340428" x="3116263" y="5341938"/>
          <p14:tracePt t="340483" x="3225800" y="4999038"/>
          <p14:tracePt t="340527" x="3279775" y="4772025"/>
          <p14:tracePt t="340573" x="3311525" y="4530725"/>
          <p14:tracePt t="340617" x="3335338" y="4303713"/>
          <p14:tracePt t="340660" x="3343275" y="4062413"/>
          <p14:tracePt t="340703" x="3351213" y="3937000"/>
          <p14:tracePt t="340707" x="3351213" y="3827463"/>
          <p14:tracePt t="340750" x="3343275" y="3709988"/>
          <p14:tracePt t="340830" x="3335338" y="3584575"/>
          <p14:tracePt t="340999" x="3327400" y="3717925"/>
          <p14:tracePt t="341053" x="3311525" y="4068763"/>
          <p14:tracePt t="341097" x="3311525" y="4194175"/>
          <p14:tracePt t="341142" x="3295650" y="4429125"/>
          <p14:tracePt t="341239" x="3257550" y="4538663"/>
          <p14:tracePt t="341291" x="3233738" y="4662488"/>
          <p14:tracePt t="341336" x="3225800" y="4779963"/>
          <p14:tracePt t="341383" x="3163888" y="4913313"/>
          <p14:tracePt t="341427" x="3124200" y="5053013"/>
          <p14:tracePt t="341471" x="3116263" y="5194300"/>
          <p14:tracePt t="341516" x="3132138" y="5349875"/>
          <p14:tracePt t="341562" x="3148013" y="5467350"/>
          <p14:tracePt t="341624" x="3140075" y="5522913"/>
          <p14:tracePt t="341676" x="3100388" y="5654675"/>
          <p14:tracePt t="342005" x="3070225" y="5545138"/>
          <p14:tracePt t="342063" x="3038475" y="5248275"/>
          <p14:tracePt t="342117" x="3054350" y="5132388"/>
          <p14:tracePt t="342162" x="3062288" y="5014913"/>
          <p14:tracePt t="342485" x="3046413" y="5132388"/>
          <p14:tracePt t="342589" x="3046413" y="5248275"/>
          <p14:tracePt t="342646" x="3038475" y="5365750"/>
          <p14:tracePt t="343010" x="3014663" y="5483225"/>
          <p14:tracePt t="343069" x="2982913" y="5632450"/>
          <p14:tracePt t="343341" x="2974975" y="5483225"/>
          <p14:tracePt t="343398" x="2936875" y="5006975"/>
          <p14:tracePt t="343444" x="2960688" y="4648200"/>
          <p14:tracePt t="345553" x="3092450" y="5429250"/>
          <p14:tracePt t="345608" x="3194050" y="5491163"/>
          <p14:tracePt t="345789" x="3100388" y="5561013"/>
          <p14:tracePt t="346104" x="3233738" y="5608638"/>
          <p14:tracePt t="346163" x="3592513" y="5624513"/>
          <p14:tracePt t="346173" x="3763963" y="5592763"/>
          <p14:tracePt t="346216" x="3843338" y="5576888"/>
          <p14:tracePt t="346490" x="3819525" y="5584825"/>
          <p14:tracePt t="346539" x="3787775" y="5584825"/>
          <p14:tracePt t="346717" x="3763963" y="5600700"/>
          <p14:tracePt t="346778" x="3648075" y="5638800"/>
          <p14:tracePt t="347289" x="3530600" y="5662613"/>
          <p14:tracePt t="347340" x="3225800" y="5748338"/>
          <p14:tracePt t="347343" x="3046413" y="5819775"/>
          <p14:tracePt t="347406" x="2928938" y="5881688"/>
          <p14:tracePt t="347410" x="2686050" y="5935663"/>
          <p14:tracePt t="347469" x="2554288" y="5959475"/>
          <p14:tracePt t="347917" x="2679700" y="5889625"/>
          <p14:tracePt t="348032" x="2811463" y="5827713"/>
          <p14:tracePt t="348084" x="3070225" y="5748338"/>
          <p14:tracePt t="348163" x="3178175" y="5726113"/>
          <p14:tracePt t="348644" x="3148013" y="5726113"/>
          <p14:tracePt t="348699" x="2897188" y="5726113"/>
          <p14:tracePt t="349266" x="2928938" y="5726113"/>
          <p14:tracePt t="349317" x="3062288" y="5702300"/>
          <p14:tracePt t="349363" x="3209925" y="5678488"/>
          <p14:tracePt t="349700" x="3327400" y="5694363"/>
          <p14:tracePt t="350486" x="3295650" y="5694363"/>
          <p14:tracePt t="350526" x="3140075" y="5702300"/>
          <p14:tracePt t="350576" x="2960688" y="5702300"/>
          <p14:tracePt t="350619" x="2881313" y="5702300"/>
          <p14:tracePt t="351777" x="2960688" y="5788025"/>
          <p14:tracePt t="351831" x="2889250" y="5834063"/>
          <p14:tracePt t="351877" x="2827338" y="5795963"/>
          <p14:tracePt t="351921" x="2944813" y="5694363"/>
          <p14:tracePt t="351969" x="3100388" y="5507038"/>
          <p14:tracePt t="352013" x="3178175" y="5443538"/>
          <p14:tracePt t="352057" x="3303588" y="5483225"/>
          <p14:tracePt t="352101" x="3359150" y="5530850"/>
          <p14:tracePt t="352146" x="3381375" y="5608638"/>
          <p14:tracePt t="352192" x="3335338" y="5710238"/>
          <p14:tracePt t="352239" x="3163888" y="5811838"/>
          <p14:tracePt t="352296" x="3100388" y="5834063"/>
          <p14:tracePt t="352340" x="2952750" y="5834063"/>
          <p14:tracePt t="352345" x="2905125" y="5795963"/>
          <p14:tracePt t="352389" x="2867025" y="5732463"/>
          <p14:tracePt t="352435" x="2851150" y="5678488"/>
          <p14:tracePt t="352480" x="2851150" y="5537200"/>
          <p14:tracePt t="352525" x="2889250" y="5437188"/>
          <p14:tracePt t="352570" x="2936875" y="5405438"/>
          <p14:tracePt t="352618" x="3100388" y="5459413"/>
          <p14:tracePt t="352662" x="3163888" y="5522913"/>
          <p14:tracePt t="352706" x="3186113" y="5624513"/>
          <p14:tracePt t="352751" x="3155950" y="5686425"/>
          <p14:tracePt t="352794" x="3084513" y="5726113"/>
          <p14:tracePt t="352839" x="3014663" y="5756275"/>
          <p14:tracePt t="352996" x="2944813" y="5678488"/>
          <p14:tracePt t="353055" x="2952750" y="5459413"/>
          <p14:tracePt t="353099" x="3046413" y="5451475"/>
          <p14:tracePt t="353143" x="3084513" y="5507038"/>
          <p14:tracePt t="353187" x="3100388" y="5537200"/>
          <p14:tracePt t="353234" x="3108325" y="5624513"/>
          <p14:tracePt t="353276" x="3030538" y="5780088"/>
          <p14:tracePt t="353321" x="2944813" y="5881688"/>
          <p14:tracePt t="353366" x="2874963" y="5842000"/>
          <p14:tracePt t="353411" x="2835275" y="5811838"/>
          <p14:tracePt t="353566" x="2819400" y="5788025"/>
          <p14:tracePt t="353624" x="2773363" y="5726113"/>
          <p14:tracePt t="353668" x="2819400" y="5654675"/>
          <p14:tracePt t="353713" x="2889250" y="5584825"/>
          <p14:tracePt t="353962" x="2851150" y="5576888"/>
          <p14:tracePt t="354004" x="2851150" y="5568950"/>
          <p14:tracePt t="354069" x="2889250" y="5522913"/>
          <p14:tracePt t="354227" x="2968625" y="5600700"/>
          <p14:tracePt t="354290" x="3014663" y="5646738"/>
          <p14:tracePt t="354390" x="2960688" y="5756275"/>
          <p14:tracePt t="354542" x="2843213" y="5764213"/>
          <p14:tracePt t="354691" x="2835275" y="5740400"/>
          <p14:tracePt t="354751" x="2795588" y="5624513"/>
          <p14:tracePt t="354796" x="2819400" y="5545138"/>
          <p14:tracePt t="354839" x="2897188" y="5421313"/>
          <p14:tracePt t="354888" x="2982913" y="5341938"/>
          <p14:tracePt t="354931" x="3092450" y="5295900"/>
          <p14:tracePt t="355096" x="3186113" y="5365750"/>
          <p14:tracePt t="355154" x="3287713" y="5475288"/>
          <p14:tracePt t="355199" x="3319463" y="5545138"/>
          <p14:tracePt t="355269" x="3311525" y="5678488"/>
          <p14:tracePt t="355312" x="3279775" y="5795963"/>
          <p14:tracePt t="355317" x="3265488" y="5827713"/>
          <p14:tracePt t="355358" x="3225800" y="5857875"/>
          <p14:tracePt t="355403" x="3186113" y="5881688"/>
          <p14:tracePt t="355502" x="3084513" y="5827713"/>
          <p14:tracePt t="355555" x="2974975" y="5788025"/>
          <p14:tracePt t="355651" x="2897188" y="5702300"/>
          <p14:tracePt t="355877" x="2928938" y="5576888"/>
          <p14:tracePt t="355945" x="3014663" y="5499100"/>
          <p14:tracePt t="356019" x="3116263" y="5437188"/>
          <p14:tracePt t="356134" x="3148013" y="5437188"/>
          <p14:tracePt t="356186" x="3265488" y="5429250"/>
          <p14:tracePt t="356507" x="3279775" y="5443538"/>
          <p14:tracePt t="356560" x="3436938" y="5592763"/>
          <p14:tracePt t="356605" x="3498850" y="5662613"/>
          <p14:tracePt t="356649" x="3514725" y="5686425"/>
          <p14:tracePt t="356847" x="3343275" y="5726113"/>
          <p14:tracePt t="357015" x="3319463" y="5726113"/>
          <p14:tracePt t="357078" x="3148013" y="5710238"/>
          <p14:tracePt t="357124" x="3038475" y="5726113"/>
          <p14:tracePt t="357366" x="3030538" y="5600700"/>
          <p14:tracePt t="357431" x="3070225" y="5499100"/>
          <p14:tracePt t="357476" x="3170238" y="5397500"/>
          <p14:tracePt t="357520" x="3241675" y="5295900"/>
          <p14:tracePt t="357618" x="3351213" y="5256213"/>
          <p14:tracePt t="357739" x="3373438" y="5272088"/>
          <p14:tracePt t="357800" x="3490913" y="5413375"/>
          <p14:tracePt t="357867" x="3546475" y="5514975"/>
          <p14:tracePt t="357973" x="3498850" y="5632450"/>
          <p14:tracePt t="358131" x="3381375" y="5654675"/>
          <p14:tracePt t="358184" x="3233738" y="5670550"/>
          <p14:tracePt t="358227" x="3124200" y="5694363"/>
          <p14:tracePt t="358529" x="3178175" y="5584825"/>
          <p14:tracePt t="358577" x="3257550" y="5507038"/>
          <p14:tracePt t="358632" x="3397250" y="5451475"/>
          <p14:tracePt t="358691" x="3514725" y="5429250"/>
          <p14:tracePt t="358755" x="3624263" y="5443538"/>
          <p14:tracePt t="358817" x="3717925" y="5514975"/>
          <p14:tracePt t="358985" x="3694113" y="5624513"/>
          <p14:tracePt t="359043" x="3554413" y="5740400"/>
          <p14:tracePt t="359091" x="3209925" y="5827713"/>
          <p14:tracePt t="359098" x="3062288" y="5811838"/>
          <p14:tracePt t="359480" x="3163888" y="5740400"/>
          <p14:tracePt t="359534" x="3351213" y="5686425"/>
          <p14:tracePt t="359858" x="3373438" y="5694363"/>
          <p14:tracePt t="359924" x="3741738" y="5873750"/>
          <p14:tracePt t="359968" x="3967163" y="5913438"/>
          <p14:tracePt t="360013" x="4116388" y="5905500"/>
          <p14:tracePt t="360059" x="4327525" y="5827713"/>
          <p14:tracePt t="360104" x="4498975" y="5780088"/>
          <p14:tracePt t="360150" x="4748213" y="5748338"/>
          <p14:tracePt t="360196" x="5146675" y="5772150"/>
          <p14:tracePt t="360241" x="5451475" y="5795963"/>
          <p14:tracePt t="360285" x="5849938" y="5780088"/>
          <p14:tracePt t="360331" x="6138863" y="5732463"/>
          <p14:tracePt t="360375" x="6435725" y="5638800"/>
          <p14:tracePt t="360418" x="6537325" y="5584825"/>
          <p14:tracePt t="360464" x="6654800" y="5568950"/>
          <p14:tracePt t="360510" x="6772275" y="5545138"/>
          <p14:tracePt t="360769" x="6638925" y="5592763"/>
          <p14:tracePt t="360823" x="6529388" y="5638800"/>
          <p14:tracePt t="360870" x="6264275" y="5654675"/>
          <p14:tracePt t="363574" x="5803900" y="5413375"/>
          <p14:tracePt t="363630" x="5911850" y="5335588"/>
          <p14:tracePt t="363744" x="5849938" y="5349875"/>
          <p14:tracePt t="363811" x="5756275" y="5429250"/>
          <p14:tracePt t="363856" x="5724525" y="5287963"/>
          <p14:tracePt t="364075" x="5622925" y="5397500"/>
          <p14:tracePt t="364131" x="5381625" y="5522913"/>
          <p14:tracePt t="364218" x="5357813" y="5397500"/>
          <p14:tracePt t="364262" x="5365750" y="5272088"/>
          <p14:tracePt t="364264" x="5381625" y="5162550"/>
          <p14:tracePt t="364306" x="5451475" y="4937125"/>
          <p14:tracePt t="364352" x="5576888" y="4741863"/>
          <p14:tracePt t="364397" x="5646738" y="4640263"/>
          <p14:tracePt t="364443" x="5756275" y="4662488"/>
          <p14:tracePt t="364489" x="5849938" y="4756150"/>
          <p14:tracePt t="364535" x="5889625" y="4857750"/>
          <p14:tracePt t="364608" x="5772150" y="4945063"/>
          <p14:tracePt t="364682" x="5678488" y="4873625"/>
          <p14:tracePt t="364741" x="5614988" y="4764088"/>
          <p14:tracePt t="364787" x="5545138" y="4546600"/>
          <p14:tracePt t="364835" x="5561013" y="4311650"/>
          <p14:tracePt t="364881" x="5622925" y="4210050"/>
          <p14:tracePt t="364927" x="5716588" y="4148138"/>
          <p14:tracePt t="364990" x="5834063" y="4186238"/>
          <p14:tracePt t="365042" x="5967413" y="4311650"/>
          <p14:tracePt t="365088" x="5943600" y="4483100"/>
          <p14:tracePt t="365163" x="5842000" y="4514850"/>
          <p14:tracePt t="365204" x="5732463" y="4514850"/>
          <p14:tracePt t="365210" x="5622925" y="4475163"/>
          <p14:tracePt t="365252" x="5553075" y="4389438"/>
          <p14:tracePt t="365297" x="5513388" y="4279900"/>
          <p14:tracePt t="365345" x="5529263" y="4054475"/>
          <p14:tracePt t="365392" x="5584825" y="3944938"/>
          <p14:tracePt t="365438" x="5716588" y="3749675"/>
          <p14:tracePt t="365483" x="5795963" y="3656013"/>
          <p14:tracePt t="365530" x="6021388" y="3584575"/>
          <p14:tracePt t="365576" x="6310313" y="3656013"/>
          <p14:tracePt t="365627" x="6350000" y="3733800"/>
          <p14:tracePt t="365629" x="6373813" y="3873500"/>
          <p14:tracePt t="365672" x="6396038" y="4068763"/>
          <p14:tracePt t="365721" x="6373813" y="4241800"/>
          <p14:tracePt t="365768" x="6357938" y="4397375"/>
          <p14:tracePt t="365814" x="6334125" y="4560888"/>
          <p14:tracePt t="365862" x="6272213" y="4718050"/>
          <p14:tracePt t="365907" x="6146800" y="4951413"/>
          <p14:tracePt t="365912" x="6122988" y="4999038"/>
          <p14:tracePt t="365958" x="6013450" y="5132388"/>
          <p14:tracePt t="365960" x="5919788" y="5210175"/>
          <p14:tracePt t="366005" x="5849938" y="5272088"/>
          <p14:tracePt t="366051" x="5622925" y="5365750"/>
          <p14:tracePt t="366095" x="5513388" y="5397500"/>
          <p14:tracePt t="366251" x="5491163" y="5443538"/>
          <p14:tracePt t="366313" x="5537200" y="5576888"/>
          <p14:tracePt t="366426" x="5507038" y="5646738"/>
          <p14:tracePt t="366489" x="5678488" y="5670550"/>
          <p14:tracePt t="366536" x="5756275" y="5638800"/>
          <p14:tracePt t="366589" x="5724525" y="5646738"/>
          <p14:tracePt t="366836" x="5702300" y="5662613"/>
          <p14:tracePt t="367573" x="5716588" y="5545138"/>
          <p14:tracePt t="368795" x="5678488" y="5429250"/>
          <p14:tracePt t="368844" x="5654675" y="5311775"/>
          <p14:tracePt t="369001" x="5654675" y="5210175"/>
          <p14:tracePt t="369067" x="5614988" y="5060950"/>
          <p14:tracePt t="370756" x="5287963" y="5788025"/>
          <p14:tracePt t="370801" x="5256213" y="5788025"/>
          <p14:tracePt t="371104" x="5311775" y="5678488"/>
          <p14:tracePt t="371160" x="5373688" y="5576888"/>
          <p14:tracePt t="371208" x="5459413" y="5499100"/>
          <p14:tracePt t="371478" x="5561013" y="5429250"/>
          <p14:tracePt t="371784" x="5553075" y="5451475"/>
          <p14:tracePt t="371836" x="5483225" y="5686425"/>
          <p14:tracePt t="372372" x="5491163" y="5694363"/>
          <p14:tracePt t="372429" x="5568950" y="5756275"/>
          <p14:tracePt t="372767" x="5568950" y="5726113"/>
          <p14:tracePt t="372822" x="5553075" y="5592763"/>
          <p14:tracePt t="374976" x="5622925" y="5483225"/>
          <p14:tracePt t="381409" x="5435600" y="5935663"/>
          <p14:tracePt t="381453" x="5459413" y="5921375"/>
          <p14:tracePt t="381455" x="5483225" y="5889625"/>
          <p14:tracePt t="381498" x="5576888" y="5748338"/>
          <p14:tracePt t="381545" x="5654675" y="5748338"/>
          <p14:tracePt t="381592" x="5748338" y="5788025"/>
          <p14:tracePt t="381745" x="5740400" y="5834063"/>
          <p14:tracePt t="381804" x="5772150" y="5842000"/>
          <p14:tracePt t="381851" x="5881688" y="5857875"/>
          <p14:tracePt t="381897" x="5857875" y="5913438"/>
          <p14:tracePt t="381902" x="5834063" y="5951538"/>
          <p14:tracePt t="381947" x="5708650" y="6053138"/>
          <p14:tracePt t="381996" x="5576888" y="6029325"/>
          <p14:tracePt t="382039" x="5475288" y="5959475"/>
          <p14:tracePt t="382084" x="5513388" y="5865813"/>
          <p14:tracePt t="382131" x="5592763" y="5732463"/>
          <p14:tracePt t="382178" x="5678488" y="5576888"/>
          <p14:tracePt t="382223" x="5732463" y="5530850"/>
          <p14:tracePt t="382273" x="5842000" y="5624513"/>
          <p14:tracePt t="382277" x="5865813" y="5662613"/>
          <p14:tracePt t="382323" x="5927725" y="5764213"/>
          <p14:tracePt t="382325" x="5927725" y="5772150"/>
          <p14:tracePt t="382368" x="5959475" y="5913438"/>
          <p14:tracePt t="382414" x="5935663" y="6092825"/>
          <p14:tracePt t="382459" x="5889625" y="6194425"/>
          <p14:tracePt t="382506" x="5788025" y="6264275"/>
          <p14:tracePt t="382551" x="5694363" y="6288088"/>
          <p14:tracePt t="382596" x="5499100" y="6248400"/>
          <p14:tracePt t="382640" x="5318125" y="6138863"/>
          <p14:tracePt t="382684" x="5218113" y="6053138"/>
          <p14:tracePt t="382730" x="5154613" y="5975350"/>
          <p14:tracePt t="382776" x="5138738" y="5889625"/>
          <p14:tracePt t="382823" x="5138738" y="5764213"/>
          <p14:tracePt t="382868" x="5138738" y="5732463"/>
          <p14:tracePt t="382915" x="5162550" y="5678488"/>
          <p14:tracePt t="382961" x="5248275" y="5592763"/>
          <p14:tracePt t="383008" x="5357813" y="5561013"/>
          <p14:tracePt t="383013" x="5405438" y="5553075"/>
          <p14:tracePt t="383059" x="5443538" y="5507038"/>
          <p14:tracePt t="383106" x="5529263" y="5459413"/>
          <p14:tracePt t="383151" x="5638800" y="5499100"/>
          <p14:tracePt t="383198" x="5708650" y="5632450"/>
          <p14:tracePt t="383242" x="5724525" y="5670550"/>
          <p14:tracePt t="383288" x="5732463" y="5702300"/>
          <p14:tracePt t="383336" x="5708650" y="5795963"/>
          <p14:tracePt t="383383" x="5702300" y="5849938"/>
          <p14:tracePt t="383435" x="5694363" y="5857875"/>
          <p14:tracePt t="383479" x="5670550" y="5873750"/>
          <p14:tracePt t="383525" x="5600700" y="5849938"/>
          <p14:tracePt t="383571" x="5568950" y="5834063"/>
          <p14:tracePt t="383617" x="5568950" y="5740400"/>
          <p14:tracePt t="383665" x="5600700" y="5678488"/>
          <p14:tracePt t="383765" x="5622925" y="5654675"/>
          <p14:tracePt t="383811" x="5654675" y="5646738"/>
          <p14:tracePt t="383884" x="5702300" y="5654675"/>
          <p14:tracePt t="383930" x="5788025" y="5726113"/>
          <p14:tracePt t="383974" x="5826125" y="5795963"/>
          <p14:tracePt t="384019" x="5849938" y="5849938"/>
          <p14:tracePt t="384494" x="5865813" y="5819775"/>
          <p14:tracePt t="384550" x="5903913" y="5772150"/>
          <p14:tracePt t="384596" x="5935663" y="5756275"/>
          <p14:tracePt t="384642" x="6061075" y="5678488"/>
          <p14:tracePt t="384688" x="6170613" y="5654675"/>
          <p14:tracePt t="384735" x="6264275" y="5662613"/>
          <p14:tracePt t="384808" x="6264275" y="5678488"/>
          <p14:tracePt t="384876" x="6264275" y="5756275"/>
          <p14:tracePt t="384921" x="6302375" y="5788025"/>
          <p14:tracePt t="385011" x="6280150" y="5811838"/>
          <p14:tracePt t="385054" x="6264275" y="5834063"/>
          <p14:tracePt t="385100" x="6248400" y="5849938"/>
          <p14:tracePt t="385230" x="6232525" y="5834063"/>
          <p14:tracePt t="385326" x="6248400" y="5819775"/>
          <p14:tracePt t="385372" x="6272213" y="5811838"/>
          <p14:tracePt t="385418" x="6288088" y="5795963"/>
          <p14:tracePt t="385461" x="6294438" y="5772150"/>
          <p14:tracePt t="385607" x="6302375" y="5795963"/>
          <p14:tracePt t="385665" x="6310313" y="5819775"/>
          <p14:tracePt t="385717" x="6288088" y="5834063"/>
          <p14:tracePt t="385761" x="6264275" y="5873750"/>
          <p14:tracePt t="385809" x="6224588" y="5897563"/>
          <p14:tracePt t="386070" x="6248400" y="5889625"/>
          <p14:tracePt t="386126" x="6302375" y="5881688"/>
          <p14:tracePt t="386212" x="6264275" y="5913438"/>
          <p14:tracePt t="386256" x="6162675" y="5921375"/>
          <p14:tracePt t="386302" x="5975350" y="5927725"/>
          <p14:tracePt t="386354" x="5826125" y="5935663"/>
          <p14:tracePt t="386401" x="5708650" y="5959475"/>
          <p14:tracePt t="386406" x="5678488" y="5967413"/>
          <p14:tracePt t="386451" x="5584825" y="5959475"/>
          <p14:tracePt t="386500" x="5529263" y="5951538"/>
          <p14:tracePt t="386547" x="5507038" y="5935663"/>
          <p14:tracePt t="386593" x="5475288" y="5921375"/>
          <p14:tracePt t="386641" x="5435600" y="5881688"/>
          <p14:tracePt t="386692" x="5413375" y="5865813"/>
          <p14:tracePt t="386736" x="5419725" y="5834063"/>
          <p14:tracePt t="386782" x="5435600" y="5764213"/>
          <p14:tracePt t="386828" x="5513388" y="5686425"/>
          <p14:tracePt t="386873" x="5646738" y="5624513"/>
          <p14:tracePt t="386919" x="5740400" y="5584825"/>
          <p14:tracePt t="386993" x="5903913" y="5584825"/>
          <p14:tracePt t="387037" x="5999163" y="5608638"/>
          <p14:tracePt t="387084" x="5999163" y="5662613"/>
          <p14:tracePt t="387129" x="5967413" y="5811838"/>
          <p14:tracePt t="387177" x="5911850" y="5897563"/>
          <p14:tracePt t="387223" x="5865813" y="5935663"/>
          <p14:tracePt t="387270" x="5716588" y="5889625"/>
          <p14:tracePt t="387317" x="5708650" y="5819775"/>
          <p14:tracePt t="387363" x="5764213" y="5694363"/>
          <p14:tracePt t="387409" x="5849938" y="5584825"/>
          <p14:tracePt t="387413" x="5873750" y="5561013"/>
          <p14:tracePt t="387457" x="5967413" y="5545138"/>
          <p14:tracePt t="387503" x="6099175" y="5522913"/>
          <p14:tracePt t="387550" x="6248400" y="5459413"/>
          <p14:tracePt t="387595" x="6427788" y="5429250"/>
          <p14:tracePt t="387641" x="6583363" y="5397500"/>
          <p14:tracePt t="387688" x="6654800" y="5405438"/>
          <p14:tracePt t="387733" x="6732588" y="5421313"/>
          <p14:tracePt t="387780" x="6802438" y="5483225"/>
          <p14:tracePt t="387828" x="6834188" y="5499100"/>
          <p14:tracePt t="387834" x="6865938" y="5514975"/>
          <p14:tracePt t="387881" x="6927850" y="5522913"/>
          <p14:tracePt t="387927" x="7045325" y="5530850"/>
          <p14:tracePt t="387975" x="7146925" y="5584825"/>
          <p14:tracePt t="388064" x="7177088" y="5592763"/>
          <p14:tracePt t="388124" x="7208838" y="5592763"/>
          <p14:tracePt t="388173" x="7240588" y="5576888"/>
          <p14:tracePt t="388179" x="7270750" y="5561013"/>
          <p14:tracePt t="388224" x="7318375" y="5522913"/>
          <p14:tracePt t="388314" x="7326313" y="5530850"/>
          <p14:tracePt t="388363" x="7358063" y="5545138"/>
          <p14:tracePt t="388425" x="7364413" y="5576888"/>
          <p14:tracePt t="388478" x="7310438" y="5608638"/>
          <p14:tracePt t="388480" x="7286625" y="5624513"/>
          <p14:tracePt t="388525" x="7216775" y="5654675"/>
          <p14:tracePt t="388572" x="7138988" y="5662613"/>
          <p14:tracePt t="388620" x="7115175" y="5670550"/>
          <p14:tracePt t="388667" x="7091363" y="5718175"/>
          <p14:tracePt t="388673" x="7107238" y="5740400"/>
          <p14:tracePt t="388721" x="7138988" y="5756275"/>
          <p14:tracePt t="388767" x="7200900" y="5772150"/>
          <p14:tracePt t="388839" x="7138988" y="5788025"/>
          <p14:tracePt t="388885" x="7091363" y="5788025"/>
          <p14:tracePt t="388959" x="7115175" y="5772150"/>
          <p14:tracePt t="389005" x="7232650" y="5718175"/>
          <p14:tracePt t="389051" x="7372350" y="5678488"/>
          <p14:tracePt t="389097" x="7404100" y="5678488"/>
          <p14:tracePt t="389145" x="7481888" y="5710238"/>
          <p14:tracePt t="389192" x="7677150" y="5710238"/>
          <p14:tracePt t="389239" x="7708900" y="5718175"/>
          <p14:tracePt t="389308" x="7677150" y="5726113"/>
          <p14:tracePt t="389358" x="7654925" y="5732463"/>
          <p14:tracePt t="389405" x="7623175" y="5732463"/>
          <p14:tracePt t="389456" x="7685088" y="5764213"/>
          <p14:tracePt t="389505" x="7810500" y="5740400"/>
          <p14:tracePt t="389551" x="7856538" y="5756275"/>
          <p14:tracePt t="396129" x="8075613" y="5726113"/>
          <p14:tracePt t="396179" x="8045450" y="5710238"/>
          <p14:tracePt t="396380" x="8037513" y="5678488"/>
          <p14:tracePt t="396443" x="8201025" y="5248275"/>
          <p14:tracePt t="396448" x="8302625" y="5108575"/>
          <p14:tracePt t="396494" x="8340725" y="5068888"/>
          <p14:tracePt t="396542" x="8380413" y="5154613"/>
          <p14:tracePt t="396595" x="8310563" y="5186363"/>
          <p14:tracePt t="396601" x="8302625" y="5186363"/>
          <p14:tracePt t="396679" x="8247063" y="5514975"/>
          <p14:tracePt t="396727" x="8318500" y="5491163"/>
          <p14:tracePt t="396730" x="8334375" y="5451475"/>
          <p14:tracePt t="396776" x="8318500" y="5405438"/>
          <p14:tracePt t="396825" x="8115300" y="5537200"/>
          <p14:tracePt t="396872" x="7481888" y="5881688"/>
          <p14:tracePt t="396920" x="7154863" y="6108700"/>
          <p14:tracePt t="397079" x="7270750" y="6053138"/>
          <p14:tracePt t="397126" x="7489825" y="5975350"/>
          <p14:tracePt t="397183" x="7459663" y="6092825"/>
          <p14:tracePt t="397241" x="7380288" y="6224588"/>
          <p14:tracePt t="397244" x="7364413" y="6248400"/>
          <p14:tracePt t="397355" x="7489825" y="6232525"/>
          <p14:tracePt t="397462" x="7786688" y="6116638"/>
          <p14:tracePt t="397516" x="8201025" y="5913438"/>
          <p14:tracePt t="397626" x="8099425" y="5951538"/>
          <p14:tracePt t="397679" x="7935913" y="6029325"/>
          <p14:tracePt t="397727" x="8013700" y="5873750"/>
          <p14:tracePt t="397777" x="8107363" y="5788025"/>
          <p14:tracePt t="397783" x="8153400" y="5788025"/>
          <p14:tracePt t="397829" x="8310563" y="5881688"/>
          <p14:tracePt t="397879" x="8310563" y="5943600"/>
          <p14:tracePt t="397926" x="8255000" y="6029325"/>
          <p14:tracePt t="397973" x="8161338" y="6076950"/>
          <p14:tracePt t="397979" x="8107363" y="6045200"/>
          <p14:tracePt t="398027" x="7974013" y="5921375"/>
          <p14:tracePt t="398076" x="7850188" y="5842000"/>
          <p14:tracePt t="398124" x="7850188" y="5748338"/>
          <p14:tracePt t="398130" x="7864475" y="5718175"/>
          <p14:tracePt t="398177" x="7943850" y="5646738"/>
          <p14:tracePt t="398225" x="8059738" y="5654675"/>
          <p14:tracePt t="398271" x="8145463" y="5827713"/>
          <p14:tracePt t="398319" x="8123238" y="5983288"/>
          <p14:tracePt t="398326" x="8083550" y="6045200"/>
          <p14:tracePt t="398372" x="7989888" y="6154738"/>
          <p14:tracePt t="398420" x="7834313" y="6084888"/>
          <p14:tracePt t="398467" x="7716838" y="5811838"/>
          <p14:tracePt t="398518" x="7700963" y="5459413"/>
          <p14:tracePt t="398520" x="7724775" y="5373688"/>
          <p14:tracePt t="398566" x="7818438" y="5108575"/>
          <p14:tracePt t="398614" x="7872413" y="5014913"/>
          <p14:tracePt t="398661" x="7989888" y="4967288"/>
          <p14:tracePt t="398709" x="8123238" y="4975225"/>
          <p14:tracePt t="398715" x="8185150" y="4991100"/>
          <p14:tracePt t="398760" x="8302625" y="5154613"/>
          <p14:tracePt t="398810" x="8270875" y="5467350"/>
          <p14:tracePt t="398858" x="8161338" y="5764213"/>
          <p14:tracePt t="398864" x="8123238" y="5827713"/>
          <p14:tracePt t="398911" x="8037513" y="5935663"/>
          <p14:tracePt t="398958" x="7950200" y="5788025"/>
          <p14:tracePt t="399008" x="7762875" y="5405438"/>
          <p14:tracePt t="399060" x="7716838" y="5053013"/>
          <p14:tracePt t="399062" x="7724775" y="4921250"/>
          <p14:tracePt t="399106" x="7786688" y="4576763"/>
          <p14:tracePt t="399157" x="7888288" y="4381500"/>
          <p14:tracePt t="399211" x="8059738" y="4279900"/>
          <p14:tracePt t="399214" x="8153400" y="4287838"/>
          <p14:tracePt t="399260" x="8380413" y="4405313"/>
          <p14:tracePt t="399310" x="8505825" y="4702175"/>
          <p14:tracePt t="399316" x="8505825" y="4803775"/>
          <p14:tracePt t="399364" x="8450263" y="5248275"/>
          <p14:tracePt t="399413" x="8334375" y="5507038"/>
          <p14:tracePt t="399461" x="8131175" y="5654675"/>
          <p14:tracePt t="399465" x="8091488" y="5670550"/>
          <p14:tracePt t="399511" x="7856538" y="5638800"/>
          <p14:tracePt t="399560" x="7654925" y="5429250"/>
          <p14:tracePt t="399613" x="7669213" y="5210175"/>
          <p14:tracePt t="399616" x="7693025" y="5132388"/>
          <p14:tracePt t="399662" x="7864475" y="4897438"/>
          <p14:tracePt t="399710" x="8145463" y="4843463"/>
          <p14:tracePt t="399759" x="8318500" y="5140325"/>
          <p14:tracePt t="399765" x="8326438" y="5280025"/>
          <p14:tracePt t="399812" x="8310563" y="5718175"/>
          <p14:tracePt t="399861" x="8216900" y="6045200"/>
          <p14:tracePt t="399909" x="8029575" y="6146800"/>
          <p14:tracePt t="399914" x="7958138" y="6146800"/>
          <p14:tracePt t="399961" x="7700963" y="5959475"/>
          <p14:tracePt t="400009" x="7435850" y="5678488"/>
          <p14:tracePt t="400058" x="7435850" y="5451475"/>
          <p14:tracePt t="400106" x="7567613" y="5241925"/>
          <p14:tracePt t="400111" x="7615238" y="5210175"/>
          <p14:tracePt t="400159" x="7872413" y="5280025"/>
          <p14:tracePt t="400206" x="8029575" y="5608638"/>
          <p14:tracePt t="400254" x="8013700" y="5935663"/>
          <p14:tracePt t="400301" x="7864475" y="6029325"/>
          <p14:tracePt t="400306" x="7786688" y="6045200"/>
          <p14:tracePt t="400353" x="7529513" y="6037263"/>
          <p14:tracePt t="400401" x="7302500" y="5983288"/>
          <p14:tracePt t="400451" x="7115175" y="5849938"/>
          <p14:tracePt t="400456" x="7115175" y="5819775"/>
          <p14:tracePt t="400503" x="7200900" y="5694363"/>
          <p14:tracePt t="400551" x="7396163" y="5646738"/>
          <p14:tracePt t="400599" x="7615238" y="5638800"/>
          <p14:tracePt t="400647" x="7762875" y="5686425"/>
          <p14:tracePt t="400651" x="7802563" y="5710238"/>
          <p14:tracePt t="400697" x="7802563" y="5834063"/>
          <p14:tracePt t="400746" x="7748588" y="5935663"/>
          <p14:tracePt t="400797" x="7607300" y="5967413"/>
          <p14:tracePt t="400804" x="7537450" y="5943600"/>
          <p14:tracePt t="400850" x="7396163" y="5764213"/>
          <p14:tracePt t="400896" x="7380288" y="5576888"/>
          <p14:tracePt t="400943" x="7412038" y="5373688"/>
          <p14:tracePt t="400992" x="7473950" y="5233988"/>
          <p14:tracePt t="400997" x="7537450" y="5233988"/>
          <p14:tracePt t="401044" x="7732713" y="5295900"/>
          <p14:tracePt t="401092" x="7920038" y="5467350"/>
          <p14:tracePt t="401140" x="7958138" y="5608638"/>
          <p14:tracePt t="401193" x="7818438" y="5857875"/>
          <p14:tracePt t="401241" x="7748588" y="5935663"/>
          <p14:tracePt t="401288" x="7521575" y="5905500"/>
          <p14:tracePt t="401335" x="7473950" y="5803900"/>
          <p14:tracePt t="401386" x="7481888" y="5608638"/>
          <p14:tracePt t="401388" x="7497763" y="5561013"/>
          <p14:tracePt t="401434" x="7583488" y="5499100"/>
          <p14:tracePt t="401483" x="7599363" y="5499100"/>
          <p14:tracePt t="401530" x="7631113" y="5522913"/>
          <p14:tracePt t="401536" x="7654925" y="5545138"/>
          <p14:tracePt t="401586" x="7677150" y="5624513"/>
          <p14:tracePt t="401636" x="7708900" y="5686425"/>
          <p14:tracePt t="401641" x="7748588" y="5710238"/>
          <p14:tracePt t="401688" x="7872413" y="5772150"/>
          <p14:tracePt t="401738" x="8029575" y="5819775"/>
          <p14:tracePt t="401815" x="8021638" y="5834063"/>
          <p14:tracePt t="401870" x="7997825" y="5881688"/>
          <p14:tracePt t="401915" x="7981950" y="5897563"/>
          <p14:tracePt t="401961" x="7966075" y="5921375"/>
          <p14:tracePt t="402008" x="7943850" y="5927725"/>
          <p14:tracePt t="402056" x="7912100" y="5935663"/>
          <p14:tracePt t="402062" x="7880350" y="5935663"/>
          <p14:tracePt t="402110" x="7818438" y="5943600"/>
          <p14:tracePt t="402160" x="7754938" y="5959475"/>
          <p14:tracePt t="402213" x="7654925" y="6007100"/>
          <p14:tracePt t="402215" x="7623175" y="6015038"/>
          <p14:tracePt t="402260" x="7559675" y="6037263"/>
          <p14:tracePt t="402306" x="7505700" y="6069013"/>
          <p14:tracePt t="402355" x="7466013" y="6069013"/>
          <p14:tracePt t="402401" x="7412038" y="6061075"/>
          <p14:tracePt t="402406" x="7396163" y="6045200"/>
          <p14:tracePt t="402453" x="7380288" y="6029325"/>
          <p14:tracePt t="402512" x="7372350" y="5999163"/>
          <p14:tracePt t="402558" x="7435850" y="5913438"/>
          <p14:tracePt t="402605" x="7559675" y="5803900"/>
          <p14:tracePt t="402652" x="7583488" y="5788025"/>
          <p14:tracePt t="402699" x="7615238" y="5756275"/>
          <p14:tracePt t="402806" x="7631113" y="5788025"/>
          <p14:tracePt t="402873" x="7623175" y="5842000"/>
          <p14:tracePt t="402925" x="7631113" y="5873750"/>
          <p14:tracePt t="402973" x="7615238" y="5905500"/>
          <p14:tracePt t="403024" x="7575550" y="5959475"/>
          <p14:tracePt t="403070" x="7521575" y="6022975"/>
          <p14:tracePt t="403153" x="7537450" y="5999163"/>
          <p14:tracePt t="403220" x="7567613" y="5935663"/>
          <p14:tracePt t="403463" x="7599363" y="5935663"/>
          <p14:tracePt t="403534" x="7639050" y="5943600"/>
          <p14:tracePt t="403583" x="7724775" y="5991225"/>
          <p14:tracePt t="403630" x="7904163" y="6015038"/>
          <p14:tracePt t="403683" x="8013700" y="5999163"/>
          <p14:tracePt t="403758" x="7989888" y="6015038"/>
          <p14:tracePt t="403805" x="7920038" y="6045200"/>
          <p14:tracePt t="403851" x="7850188" y="6045200"/>
          <p14:tracePt t="403898" x="7654925" y="6015038"/>
          <p14:tracePt t="403946" x="7545388" y="6053138"/>
          <p14:tracePt t="403992" x="7489825" y="6084888"/>
          <p14:tracePt t="404074" x="7513638" y="6069013"/>
          <p14:tracePt t="404118" x="7575550" y="6029325"/>
          <p14:tracePt t="404168" x="7639050" y="6037263"/>
          <p14:tracePt t="404217" x="7716838" y="6108700"/>
          <p14:tracePt t="404222" x="7732713" y="6122988"/>
          <p14:tracePt t="404269" x="7778750" y="6138863"/>
          <p14:tracePt t="404319" x="7896225" y="6146800"/>
          <p14:tracePt t="404368" x="7920038" y="6146800"/>
          <p14:tracePt t="404420" x="7935913" y="6122988"/>
          <p14:tracePt t="404466" x="7958138" y="6116638"/>
          <p14:tracePt t="404584" x="7920038" y="6100763"/>
          <p14:tracePt t="404630" x="7880350" y="6053138"/>
          <p14:tracePt t="404679" x="7834313" y="6015038"/>
          <p14:tracePt t="404728" x="7786688" y="5975350"/>
          <p14:tracePt t="404781" x="7754938" y="5959475"/>
          <p14:tracePt t="404827" x="7700963" y="5951538"/>
          <p14:tracePt t="404875" x="7599363" y="5913438"/>
          <p14:tracePt t="404925" x="7537450" y="5913438"/>
          <p14:tracePt t="404931" x="7505700" y="5921375"/>
          <p14:tracePt t="405164" x="7545388" y="5905500"/>
          <p14:tracePt t="405222" x="7599363" y="5889625"/>
          <p14:tracePt t="405274" x="7646988" y="5897563"/>
          <p14:tracePt t="405322" x="7708900" y="5889625"/>
          <p14:tracePt t="405371" x="7810500" y="5881688"/>
          <p14:tracePt t="405420" x="7912100" y="5921375"/>
          <p14:tracePt t="405426" x="7943850" y="5935663"/>
          <p14:tracePt t="405473" x="8083550" y="5905500"/>
          <p14:tracePt t="405521" x="8208963" y="5865813"/>
          <p14:tracePt t="405691" x="8240713" y="5849938"/>
          <p14:tracePt t="405756" x="8216900" y="5889625"/>
          <p14:tracePt t="405803" x="8067675" y="5983288"/>
          <p14:tracePt t="405852" x="7958138" y="6029325"/>
          <p14:tracePt t="405899" x="7880350" y="6029325"/>
          <p14:tracePt t="405985" x="7842250" y="6022975"/>
          <p14:tracePt t="406043" x="7754938" y="6045200"/>
          <p14:tracePt t="406093" x="7661275" y="6037263"/>
          <p14:tracePt t="406141" x="7623175" y="6037263"/>
          <p14:tracePt t="406147" x="7583488" y="6029325"/>
          <p14:tracePt t="406198" x="7497763" y="6029325"/>
          <p14:tracePt t="406245" x="7466013" y="6022975"/>
          <p14:tracePt t="406294" x="7443788" y="6022975"/>
          <p14:tracePt t="406297" x="7412038" y="6015038"/>
          <p14:tracePt t="406342" x="7388225" y="6007100"/>
          <p14:tracePt t="406694" x="7334250" y="6029325"/>
          <p14:tracePt t="406753" x="7302500" y="6045200"/>
          <p14:tracePt t="406919" x="7318375" y="6015038"/>
          <p14:tracePt t="406977" x="7380288" y="5967413"/>
          <p14:tracePt t="407026" x="7404100" y="5959475"/>
          <p14:tracePt t="407077" x="7435850" y="5967413"/>
          <p14:tracePt t="407126" x="7466013" y="5983288"/>
          <p14:tracePt t="407182" x="7521575" y="5999163"/>
          <p14:tracePt t="407184" x="7559675" y="5991225"/>
          <p14:tracePt t="407231" x="7631113" y="5983288"/>
          <p14:tracePt t="407282" x="7700963" y="5983288"/>
          <p14:tracePt t="407288" x="7740650" y="5983288"/>
          <p14:tracePt t="407349" x="7762875" y="5983288"/>
          <p14:tracePt t="407408" x="7826375" y="5999163"/>
          <p14:tracePt t="407455" x="7864475" y="6007100"/>
          <p14:tracePt t="407503" x="7888288" y="5999163"/>
          <p14:tracePt t="407851" x="7912100" y="5975350"/>
          <p14:tracePt t="407912" x="7935913" y="5951538"/>
          <p14:tracePt t="407964" x="7966075" y="5927725"/>
          <p14:tracePt t="408104" x="7935913" y="5951538"/>
          <p14:tracePt t="408870" x="7943850" y="5943600"/>
          <p14:tracePt t="408947" x="7958138" y="5913438"/>
          <p14:tracePt t="409501" x="7950200" y="5881688"/>
          <p14:tracePt t="409772" x="7943850" y="5842000"/>
          <p14:tracePt t="410085" x="7927975" y="5819775"/>
          <p14:tracePt t="410447" x="7896225" y="5827713"/>
          <p14:tracePt t="410505" x="7794625" y="5873750"/>
          <p14:tracePt t="410559" x="7770813" y="5873750"/>
          <p14:tracePt t="410606" x="7716838" y="5842000"/>
          <p14:tracePt t="410653" x="7631113" y="5811838"/>
          <p14:tracePt t="410701" x="7521575" y="5803900"/>
          <p14:tracePt t="410749" x="7364413" y="5803900"/>
          <p14:tracePt t="410800" x="7286625" y="5772150"/>
          <p14:tracePt t="410860" x="7256463" y="5718175"/>
          <p14:tracePt t="410863" x="7286625" y="5670550"/>
          <p14:tracePt t="410910" x="7443788" y="5545138"/>
          <p14:tracePt t="410959" x="7505700" y="5545138"/>
          <p14:tracePt t="410965" x="7537450" y="5561013"/>
          <p14:tracePt t="411013" x="7583488" y="5600700"/>
          <p14:tracePt t="411062" x="7599363" y="5632450"/>
          <p14:tracePt t="411117" x="7639050" y="5726113"/>
          <p14:tracePt t="411214" x="7623175" y="5748338"/>
          <p14:tracePt t="411279" x="7559675" y="5842000"/>
          <p14:tracePt t="411401" x="7529513" y="5819775"/>
          <p14:tracePt t="411460" x="7505700" y="5788025"/>
          <p14:tracePt t="411506" x="7489825" y="5764213"/>
          <p14:tracePt t="411555" x="7505700" y="5662613"/>
          <p14:tracePt t="411603" x="7537450" y="5537200"/>
          <p14:tracePt t="411654" x="7559675" y="5437188"/>
          <p14:tracePt t="411701" x="7559675" y="5413375"/>
          <p14:tracePt t="411752" x="7623175" y="5405438"/>
          <p14:tracePt t="411801" x="7700963" y="5413375"/>
          <p14:tracePt t="411806" x="7724775" y="5421313"/>
          <p14:tracePt t="411852" x="7810500" y="5451475"/>
          <p14:tracePt t="411904" x="7864475" y="5475288"/>
          <p14:tracePt t="411951" x="7912100" y="5561013"/>
          <p14:tracePt t="411957" x="7920038" y="5592763"/>
          <p14:tracePt t="412005" x="7912100" y="5632450"/>
          <p14:tracePt t="412053" x="7904163" y="5694363"/>
          <p14:tracePt t="412107" x="7896225" y="5748338"/>
          <p14:tracePt t="412155" x="7880350" y="5803900"/>
          <p14:tracePt t="412204" x="7834313" y="5921375"/>
          <p14:tracePt t="412251" x="7810500" y="5951538"/>
          <p14:tracePt t="412256" x="7794625" y="5983288"/>
          <p14:tracePt t="412305" x="7770813" y="5999163"/>
          <p14:tracePt t="412355" x="7708900" y="6053138"/>
          <p14:tracePt t="412361" x="7669213" y="6084888"/>
          <p14:tracePt t="412409" x="7583488" y="6108700"/>
          <p14:tracePt t="412468" x="7553325" y="6108700"/>
          <p14:tracePt t="412515" x="7459663" y="6053138"/>
          <p14:tracePt t="412564" x="7364413" y="6007100"/>
          <p14:tracePt t="412617" x="7286625" y="5959475"/>
          <p14:tracePt t="412620" x="7256463" y="5935663"/>
          <p14:tracePt t="412667" x="7240588" y="5905500"/>
          <p14:tracePt t="412717" x="7286625" y="5764213"/>
          <p14:tracePt t="412723" x="7318375" y="5686425"/>
          <p14:tracePt t="412770" x="7364413" y="5616575"/>
          <p14:tracePt t="412819" x="7404100" y="5537200"/>
          <p14:tracePt t="412873" x="7489825" y="5530850"/>
          <p14:tracePt t="412922" x="7567613" y="5561013"/>
          <p14:tracePt t="412973" x="7639050" y="5553075"/>
          <p14:tracePt t="412978" x="7677150" y="5553075"/>
          <p14:tracePt t="413025" x="7724775" y="5592763"/>
          <p14:tracePt t="413076" x="7740650" y="5624513"/>
          <p14:tracePt t="413178" x="7732713" y="5662613"/>
          <p14:tracePt t="413242" x="7708900" y="5710238"/>
          <p14:tracePt t="413247" x="7685088" y="5732463"/>
          <p14:tracePt t="413292" x="7654925" y="5780088"/>
          <p14:tracePt t="413367" x="7639050" y="5803900"/>
          <p14:tracePt t="413413" x="7631113" y="5827713"/>
          <p14:tracePt t="413463" x="7591425" y="5873750"/>
          <p14:tracePt t="413518" x="7521575" y="5905500"/>
          <p14:tracePt t="413592" x="7505700" y="5881688"/>
          <p14:tracePt t="413705" x="7489825" y="5857875"/>
          <p14:tracePt t="413757" x="7481888" y="5819775"/>
          <p14:tracePt t="413806" x="7466013" y="5795963"/>
          <p14:tracePt t="413857" x="7443788" y="5780088"/>
          <p14:tracePt t="413906" x="7419975" y="5772150"/>
          <p14:tracePt t="414034" x="7396163" y="5772150"/>
          <p14:tracePt t="414094" x="7364413" y="5772150"/>
          <p14:tracePt t="414143" x="7326313" y="5732463"/>
          <p14:tracePt t="414147" x="7318375" y="5686425"/>
          <p14:tracePt t="414196" x="7318375" y="5568950"/>
          <p14:tracePt t="414245" x="7334250" y="5499100"/>
          <p14:tracePt t="414298" x="7419975" y="5389563"/>
          <p14:tracePt t="414347" x="7505700" y="5349875"/>
          <p14:tracePt t="414395" x="7567613" y="5357813"/>
          <p14:tracePt t="414447" x="7631113" y="5381625"/>
          <p14:tracePt t="414450" x="7661275" y="5405438"/>
          <p14:tracePt t="414499" x="7708900" y="5459413"/>
          <p14:tracePt t="414547" x="7748588" y="5545138"/>
          <p14:tracePt t="414598" x="7770813" y="5608638"/>
          <p14:tracePt t="414647" x="7794625" y="5670550"/>
          <p14:tracePt t="414696" x="7810500" y="5718175"/>
          <p14:tracePt t="414877" x="7794625" y="5740400"/>
          <p14:tracePt t="414939" x="7740650" y="5772150"/>
          <p14:tracePt t="414990" x="7708900" y="5772150"/>
          <p14:tracePt t="415041" x="7685088" y="5756275"/>
          <p14:tracePt t="415094" x="7654925" y="5710238"/>
          <p14:tracePt t="415096" x="7639050" y="5694363"/>
          <p14:tracePt t="415143" x="7591425" y="5678488"/>
          <p14:tracePt t="415194" x="7567613" y="5662613"/>
          <p14:tracePt t="415200" x="7545388" y="5638800"/>
          <p14:tracePt t="415249" x="7505700" y="5584825"/>
          <p14:tracePt t="415373" x="7513638" y="5553075"/>
          <p14:tracePt t="415431" x="7567613" y="5483225"/>
          <p14:tracePt t="415486" x="7631113" y="5429250"/>
          <p14:tracePt t="415536" x="7669213" y="5429250"/>
          <p14:tracePt t="415591" x="7732713" y="5467350"/>
          <p14:tracePt t="415642" x="7778750" y="5507038"/>
          <p14:tracePt t="415694" x="7872413" y="5553075"/>
          <p14:tracePt t="415744" x="7927975" y="5584825"/>
          <p14:tracePt t="415793" x="7966075" y="5638800"/>
          <p14:tracePt t="415800" x="7997825" y="5694363"/>
          <p14:tracePt t="415850" x="8005763" y="5772150"/>
          <p14:tracePt t="415899" x="7981950" y="5881688"/>
          <p14:tracePt t="415908" x="7966075" y="5905500"/>
          <p14:tracePt t="415956" x="7794625" y="5975350"/>
          <p14:tracePt t="416009" x="7567613" y="6029325"/>
          <p14:tracePt t="416059" x="7553325" y="6022975"/>
          <p14:tracePt t="416107" x="7505700" y="5889625"/>
          <p14:tracePt t="416160" x="7599363" y="5756275"/>
          <p14:tracePt t="416212" x="7700963" y="5670550"/>
          <p14:tracePt t="416265" x="7864475" y="5584825"/>
          <p14:tracePt t="416315" x="7912100" y="5608638"/>
          <p14:tracePt t="416365" x="7966075" y="5670550"/>
          <p14:tracePt t="416371" x="7974013" y="5702300"/>
          <p14:tracePt t="416418" x="7974013" y="5834063"/>
          <p14:tracePt t="416469" x="7974013" y="5881688"/>
          <p14:tracePt t="416476" x="7966075" y="5921375"/>
          <p14:tracePt t="416525" x="7920038" y="5975350"/>
          <p14:tracePt t="416576" x="7826375" y="6053138"/>
          <p14:tracePt t="416582" x="7778750" y="6061075"/>
          <p14:tracePt t="416629" x="7553325" y="6015038"/>
          <p14:tracePt t="416679" x="7435850" y="5889625"/>
          <p14:tracePt t="416684" x="7443788" y="5857875"/>
          <p14:tracePt t="416734" x="7591425" y="5686425"/>
          <p14:tracePt t="416785" x="7786688" y="5561013"/>
          <p14:tracePt t="416792" x="7818438" y="5561013"/>
          <p14:tracePt t="416842" x="7920038" y="5702300"/>
          <p14:tracePt t="416893" x="7850188" y="5927725"/>
          <p14:tracePt t="416896" x="7810500" y="5983288"/>
          <p14:tracePt t="416944" x="7639050" y="6076950"/>
          <p14:tracePt t="416996" x="7459663" y="6022975"/>
          <p14:tracePt t="417002" x="7412038" y="5967413"/>
          <p14:tracePt t="417049" x="7404100" y="5795963"/>
          <p14:tracePt t="417100" x="7545388" y="5662613"/>
          <p14:tracePt t="417106" x="7607300" y="5632450"/>
          <p14:tracePt t="417156" x="7794625" y="5568950"/>
          <p14:tracePt t="417206" x="7888288" y="5616575"/>
          <p14:tracePt t="417212" x="7927975" y="5662613"/>
          <p14:tracePt t="417260" x="7950200" y="5718175"/>
          <p14:tracePt t="417311" x="7850188" y="5756275"/>
          <p14:tracePt t="417317" x="7770813" y="5756275"/>
          <p14:tracePt t="417365" x="7685088" y="5702300"/>
          <p14:tracePt t="417415" x="7685088" y="5537200"/>
          <p14:tracePt t="417422" x="7708900" y="5499100"/>
          <p14:tracePt t="417471" x="7856538" y="5405438"/>
          <p14:tracePt t="417526" x="7966075" y="5507038"/>
          <p14:tracePt t="417576" x="7958138" y="5678488"/>
          <p14:tracePt t="417626" x="7880350" y="5873750"/>
          <p14:tracePt t="417692" x="7850188" y="5873750"/>
          <p14:tracePt t="417739" x="7786688" y="5803900"/>
          <p14:tracePt t="417789" x="7794625" y="5764213"/>
          <p14:tracePt t="417837" x="7842250" y="5702300"/>
          <p14:tracePt t="417963" x="7856538" y="5740400"/>
          <p14:tracePt t="418008" x="7864475" y="5764213"/>
          <p14:tracePt t="418102" x="7864475" y="5795963"/>
          <p14:tracePt t="418343" x="7888288" y="5811838"/>
          <p14:tracePt t="418405" x="7950200" y="5819775"/>
          <p14:tracePt t="418456" x="8059738" y="5803900"/>
          <p14:tracePt t="418459" x="8123238" y="5795963"/>
          <p14:tracePt t="418510" x="8278813" y="5756275"/>
          <p14:tracePt t="418561" x="8420100" y="5726113"/>
          <p14:tracePt t="418611" x="8466138" y="5710238"/>
          <p14:tracePt t="418661" x="8529638" y="5686425"/>
          <p14:tracePt t="418713" x="8631238" y="5670550"/>
          <p14:tracePt t="418766" x="8770938" y="5638800"/>
          <p14:tracePt t="418820" x="8990013" y="5568950"/>
          <p14:tracePt t="418873" x="9121775" y="5561013"/>
          <p14:tracePt t="418877" x="9193213" y="5568950"/>
          <p14:tracePt t="418927" x="9372600" y="5592763"/>
          <p14:tracePt t="418978" x="9512300" y="5576888"/>
          <p14:tracePt t="419031" x="9621838" y="5530850"/>
          <p14:tracePt t="419080" x="9763125" y="5483225"/>
          <p14:tracePt t="419132" x="9910763" y="5499100"/>
          <p14:tracePt t="419184" x="10098088" y="5624513"/>
          <p14:tracePt t="419238" x="10207625" y="5670550"/>
          <p14:tracePt t="419589" x="10185400" y="5686425"/>
          <p14:tracePt t="419658" x="10075863" y="5726113"/>
          <p14:tracePt t="419708" x="9942513" y="5654675"/>
          <p14:tracePt t="419799" x="9910763" y="5522913"/>
          <p14:tracePt t="419859" x="9990138" y="5421313"/>
          <p14:tracePt t="419909" x="10036175" y="5405438"/>
          <p14:tracePt t="419913" x="10083800" y="5413375"/>
          <p14:tracePt t="419963" x="10199688" y="5507038"/>
          <p14:tracePt t="420014" x="10223500" y="5624513"/>
          <p14:tracePt t="420066" x="10215563" y="5678488"/>
          <p14:tracePt t="420205" x="10169525" y="5694363"/>
          <p14:tracePt t="420263" x="10004425" y="5756275"/>
          <p14:tracePt t="420313" x="9896475" y="5772150"/>
          <p14:tracePt t="420319" x="9747250" y="5788025"/>
          <p14:tracePt t="420427" x="9613900" y="5756275"/>
          <p14:tracePt t="420544" x="9583738" y="5670550"/>
          <p14:tracePt t="420590" x="9607550" y="5514975"/>
          <p14:tracePt t="420649" x="9677400" y="5499100"/>
          <p14:tracePt t="420697" x="9731375" y="5507038"/>
          <p14:tracePt t="420749" x="9794875" y="5530850"/>
          <p14:tracePt t="420753" x="9817100" y="5553075"/>
          <p14:tracePt t="420802" x="9902825" y="5600700"/>
          <p14:tracePt t="420880" x="9926638" y="5638800"/>
          <p14:tracePt t="420948" x="9974263" y="5686425"/>
          <p14:tracePt t="421077" x="9872663" y="5748338"/>
          <p14:tracePt t="421139" x="9747250" y="5803900"/>
          <p14:tracePt t="421192" x="9645650" y="5842000"/>
          <p14:tracePt t="421244" x="9528175" y="5849938"/>
          <p14:tracePt t="421250" x="9412288" y="5865813"/>
          <p14:tracePt t="421340" x="9317038" y="5819775"/>
          <p14:tracePt t="421588" x="9294813" y="5756275"/>
          <p14:tracePt t="421643" x="9286875" y="5718175"/>
          <p14:tracePt t="421694" x="9317038" y="5694363"/>
          <p14:tracePt t="421700" x="9324975" y="5694363"/>
          <p14:tracePt t="421748" x="9434513" y="5686425"/>
          <p14:tracePt t="421798" x="9575800" y="5686425"/>
          <p14:tracePt t="421853" x="9607550" y="5702300"/>
          <p14:tracePt t="421904" x="9701213" y="5748338"/>
          <p14:tracePt t="421954" x="9747250" y="5834063"/>
          <p14:tracePt t="422052" x="9747250" y="5842000"/>
          <p14:tracePt t="422123" x="9591675" y="5849938"/>
          <p14:tracePt t="422179" x="9520238" y="5795963"/>
          <p14:tracePt t="422181" x="9512300" y="5788025"/>
          <p14:tracePt t="422229" x="9412288" y="5646738"/>
          <p14:tracePt t="422286" x="9372600" y="5537200"/>
          <p14:tracePt t="422335" x="9482138" y="5421313"/>
          <p14:tracePt t="422387" x="9637713" y="5349875"/>
          <p14:tracePt t="422394" x="9693275" y="5311775"/>
          <p14:tracePt t="422444" x="9747250" y="5178425"/>
          <p14:tracePt t="422510" x="9715500" y="5162550"/>
          <p14:tracePt t="422558" x="9701213" y="5100638"/>
          <p14:tracePt t="422609" x="9723438" y="5022850"/>
          <p14:tracePt t="422663" x="9809163" y="5022850"/>
          <p14:tracePt t="422713" x="9856788" y="5218113"/>
          <p14:tracePt t="422766" x="9832975" y="5349875"/>
          <p14:tracePt t="422817" x="9825038" y="5451475"/>
          <p14:tracePt t="422870" x="9832975" y="5638800"/>
          <p14:tracePt t="422920" x="9856788" y="5819775"/>
          <p14:tracePt t="422972" x="9832975" y="5913438"/>
          <p14:tracePt t="423026" x="9794875" y="5959475"/>
          <p14:tracePt t="423076" x="9739313" y="5975350"/>
          <p14:tracePt t="423128" x="9661525" y="5927725"/>
          <p14:tracePt t="423181" x="9591675" y="5842000"/>
          <p14:tracePt t="423233" x="9685338" y="5764213"/>
          <p14:tracePt t="423284" x="9786938" y="5710238"/>
          <p14:tracePt t="423337" x="9998075" y="5654675"/>
          <p14:tracePt t="423389" x="10028238" y="5646738"/>
          <p14:tracePt t="423471" x="10044113" y="5678488"/>
          <p14:tracePt t="423531" x="10059988" y="5702300"/>
          <p14:tracePt t="423580" x="10083800" y="5726113"/>
          <p14:tracePt t="423688" x="10067925" y="5748338"/>
          <p14:tracePt t="423758" x="9958388" y="5803900"/>
          <p14:tracePt t="423811" x="9864725" y="5819775"/>
          <p14:tracePt t="423817" x="9825038" y="5819775"/>
          <p14:tracePt t="423866" x="9747250" y="5827713"/>
          <p14:tracePt t="423919" x="9685338" y="5827713"/>
          <p14:tracePt t="423971" x="9591675" y="5819775"/>
          <p14:tracePt t="424026" x="9551988" y="5827713"/>
          <p14:tracePt t="424074" x="9490075" y="5827713"/>
          <p14:tracePt t="424131" x="9458325" y="5834063"/>
          <p14:tracePt t="424182" x="9404350" y="5827713"/>
          <p14:tracePt t="424412" x="9396413" y="5795963"/>
          <p14:tracePt t="424479" x="9412288" y="5740400"/>
          <p14:tracePt t="424528" x="9434513" y="5732463"/>
          <p14:tracePt t="424582" x="9498013" y="5718175"/>
          <p14:tracePt t="424633" x="9669463" y="5718175"/>
          <p14:tracePt t="424688" x="9958388" y="5686425"/>
          <p14:tracePt t="424738" x="10113963" y="5662613"/>
          <p14:tracePt t="424792" x="10145713" y="5670550"/>
          <p14:tracePt t="424848" x="10185400" y="5686425"/>
          <p14:tracePt t="424854" x="10223500" y="5694363"/>
          <p14:tracePt t="424904" x="10287000" y="5694363"/>
          <p14:tracePt t="424958" x="10387013" y="5686425"/>
          <p14:tracePt t="425324" x="10356850" y="5686425"/>
          <p14:tracePt t="425385" x="10287000" y="5694363"/>
          <p14:tracePt t="425436" x="10247313" y="5702300"/>
          <p14:tracePt t="425502" x="10231438" y="5718175"/>
          <p14:tracePt t="425560" x="10177463" y="5740400"/>
          <p14:tracePt t="425612" x="10121900" y="5780088"/>
          <p14:tracePt t="425664" x="10059988" y="5842000"/>
          <p14:tracePt t="425723" x="10091738" y="5819775"/>
          <p14:tracePt t="425775" x="10185400" y="5772150"/>
          <p14:tracePt t="425831" x="10340975" y="5702300"/>
          <p14:tracePt t="425883" x="10458450" y="5710238"/>
          <p14:tracePt t="425888" x="10536238" y="5710238"/>
          <p14:tracePt t="425936" x="10637838" y="5710238"/>
          <p14:tracePt t="425988" x="10707688" y="5718175"/>
          <p14:tracePt t="425994" x="10747375" y="5718175"/>
          <p14:tracePt t="426044" x="10833100" y="5732463"/>
          <p14:tracePt t="426092" x="10856913" y="5740400"/>
          <p14:tracePt t="426098" x="10887075" y="5732463"/>
          <p14:tracePt t="426148" x="10958513" y="5718175"/>
          <p14:tracePt t="426197" x="10918825" y="5710238"/>
          <p14:tracePt t="426203" x="10879138" y="5710238"/>
          <p14:tracePt t="426253" x="10723563" y="5740400"/>
          <p14:tracePt t="426302" x="10552113" y="5756275"/>
          <p14:tracePt t="426355" x="10309225" y="5881688"/>
          <p14:tracePt t="426405" x="10287000" y="5897563"/>
          <p14:tracePt t="426459" x="10153650" y="5951538"/>
          <p14:tracePt t="426509" x="9910763" y="6045200"/>
          <p14:tracePt t="426563" x="9583738" y="6162675"/>
          <p14:tracePt t="426614" x="9466263" y="6202363"/>
          <p14:tracePt t="426707" x="9348788" y="6170613"/>
          <p14:tracePt t="426905" x="9317038" y="6138863"/>
          <p14:tracePt t="426965" x="9239250" y="6037263"/>
          <p14:tracePt t="427140" x="9177338" y="5943600"/>
          <p14:tracePt t="427240" x="9201150" y="5795963"/>
          <p14:tracePt t="427287" x="9302750" y="5561013"/>
          <p14:tracePt t="427375" x="9356725" y="5467350"/>
          <p14:tracePt t="427465" x="9450388" y="5389563"/>
          <p14:tracePt t="427515" x="9559925" y="5327650"/>
          <p14:tracePt t="427621" x="9661525" y="5357813"/>
          <p14:tracePt t="427691" x="9880600" y="5568950"/>
          <p14:tracePt t="427744" x="9966325" y="5748338"/>
          <p14:tracePt t="427750" x="9942513" y="5819775"/>
          <p14:tracePt t="427798" x="9896475" y="5927725"/>
          <p14:tracePt t="427954" x="9786938" y="5897563"/>
          <p14:tracePt t="428021" x="9645650" y="5819775"/>
          <p14:tracePt t="428071" x="9528175" y="5702300"/>
          <p14:tracePt t="428155" x="9512300" y="5584825"/>
          <p14:tracePt t="428254" x="9520238" y="5475288"/>
          <p14:tracePt t="428315" x="9599613" y="5381625"/>
          <p14:tracePt t="428380" x="9786938" y="5319713"/>
          <p14:tracePt t="428431" x="9966325" y="5311775"/>
          <p14:tracePt t="428480" x="10020300" y="5365750"/>
          <p14:tracePt t="428532" x="10075863" y="5514975"/>
          <p14:tracePt t="428584" x="10059988" y="5608638"/>
          <p14:tracePt t="428635" x="9982200" y="5811838"/>
          <p14:tracePt t="428685" x="9926638" y="5873750"/>
          <p14:tracePt t="428802" x="9880600" y="5881688"/>
          <p14:tracePt t="428850" x="9763125" y="5873750"/>
          <p14:tracePt t="428899" x="9637713" y="5881688"/>
          <p14:tracePt t="428967" x="9559925" y="5795963"/>
          <p14:tracePt t="429017" x="9498013" y="5694363"/>
          <p14:tracePt t="429088" x="9512300" y="5608638"/>
          <p14:tracePt t="429135" x="9613900" y="5459413"/>
          <p14:tracePt t="429186" x="9693275" y="5459413"/>
          <p14:tracePt t="429238" x="9701213" y="5459413"/>
          <p14:tracePt t="429395" x="9880600" y="5545138"/>
          <p14:tracePt t="429456" x="9942513" y="5608638"/>
          <p14:tracePt t="429543" x="9918700" y="5726113"/>
          <p14:tracePt t="429626" x="9902825" y="5748338"/>
          <p14:tracePt t="429687" x="9888538" y="5772150"/>
          <p14:tracePt t="429735" x="9864725" y="5788025"/>
          <p14:tracePt t="429784" x="9763125" y="5849938"/>
          <p14:tracePt t="429854" x="9645650" y="5834063"/>
          <p14:tracePt t="429927" x="9575800" y="5740400"/>
          <p14:tracePt t="429975" x="9536113" y="5632450"/>
          <p14:tracePt t="430056" x="9575800" y="5499100"/>
          <p14:tracePt t="430113" x="9669463" y="5357813"/>
          <p14:tracePt t="430162" x="9771063" y="5335588"/>
          <p14:tracePt t="430168" x="9802813" y="5335588"/>
          <p14:tracePt t="430219" x="9864725" y="5365750"/>
          <p14:tracePt t="430272" x="9998075" y="5459413"/>
          <p14:tracePt t="430322" x="10083800" y="5553075"/>
          <p14:tracePt t="430373" x="10106025" y="5616575"/>
          <p14:tracePt t="430378" x="10106025" y="5654675"/>
          <p14:tracePt t="430429" x="10067925" y="5772150"/>
          <p14:tracePt t="430484" x="10012363" y="5857875"/>
          <p14:tracePt t="430534" x="9918700" y="5927725"/>
          <p14:tracePt t="430588" x="9880600" y="5927725"/>
          <p14:tracePt t="430638" x="9763125" y="5983288"/>
          <p14:tracePt t="430687" x="9677400" y="5999163"/>
          <p14:tracePt t="430754" x="9653588" y="5999163"/>
          <p14:tracePt t="430804" x="9528175" y="5999163"/>
          <p14:tracePt t="430858" x="9474200" y="5889625"/>
          <p14:tracePt t="430907" x="9466263" y="5670550"/>
          <p14:tracePt t="430957" x="9544050" y="5545138"/>
          <p14:tracePt t="431011" x="9637713" y="5514975"/>
          <p14:tracePt t="431061" x="9685338" y="5499100"/>
          <p14:tracePt t="431118" x="9802813" y="5514975"/>
          <p14:tracePt t="431170" x="9934575" y="5545138"/>
          <p14:tracePt t="431175" x="9958388" y="5561013"/>
          <p14:tracePt t="431224" x="9990138" y="5592763"/>
          <p14:tracePt t="431277" x="10067925" y="5694363"/>
          <p14:tracePt t="431329" x="10083800" y="5756275"/>
          <p14:tracePt t="431384" x="10098088" y="5827713"/>
          <p14:tracePt t="431435" x="10036175" y="5897563"/>
          <p14:tracePt t="431491" x="9974263" y="5927725"/>
          <p14:tracePt t="431542" x="9880600" y="5967413"/>
          <p14:tracePt t="432083" x="9825038" y="5991225"/>
          <p14:tracePt t="432142" x="9755188" y="6029325"/>
          <p14:tracePt t="432198" x="9802813" y="5913438"/>
          <p14:tracePt t="432252" x="9848850" y="5780088"/>
          <p14:tracePt t="432305" x="9840913" y="5865813"/>
          <p14:tracePt t="432831" x="9763125" y="5732463"/>
          <p14:tracePt t="432893" x="9739313" y="5600700"/>
          <p14:tracePt t="433089" x="9848850" y="5553075"/>
          <p14:tracePt t="433187" x="9864725" y="5568950"/>
          <p14:tracePt t="433238" x="9998075" y="5827713"/>
          <p14:tracePt t="433327" x="9974263" y="5842000"/>
          <p14:tracePt t="433394" x="9872663" y="5897563"/>
          <p14:tracePt t="434275" x="9755188" y="5842000"/>
          <p14:tracePt t="436317" x="7099300" y="2803525"/>
          <p14:tracePt t="436363" x="6981825" y="2928938"/>
          <p14:tracePt t="436369" x="6967538" y="2944813"/>
          <p14:tracePt t="436417" x="6919913" y="3014663"/>
          <p14:tracePt t="436469" x="6834188" y="2984500"/>
          <p14:tracePt t="436526" x="6967538" y="2936875"/>
          <p14:tracePt t="436533" x="7013575" y="2921000"/>
          <p14:tracePt t="436584" x="7256463" y="2867025"/>
          <p14:tracePt t="436637" x="7451725" y="2867025"/>
          <p14:tracePt t="436712" x="7459663" y="2843213"/>
          <p14:tracePt t="436762" x="7583488" y="2827338"/>
          <p14:tracePt t="436813" x="7685088" y="2851150"/>
          <p14:tracePt t="436819" x="7716838" y="2874963"/>
          <p14:tracePt t="436870" x="7669213" y="2952750"/>
          <p14:tracePt t="436922" x="7310438" y="3171825"/>
          <p14:tracePt t="436975" x="7278688" y="3186113"/>
          <p14:tracePt t="437028" x="7053263" y="3295650"/>
          <p14:tracePt t="437079" x="6865938" y="3460750"/>
          <p14:tracePt t="437134" x="6537325" y="3624263"/>
          <p14:tracePt t="437188" x="6334125" y="3757613"/>
          <p14:tracePt t="437193" x="6256338" y="3851275"/>
          <p14:tracePt t="437243" x="6154738" y="3913188"/>
          <p14:tracePt t="437367" x="6248400" y="3983038"/>
          <p14:tracePt t="437433" x="6569075" y="4046538"/>
          <p14:tracePt t="437435" x="6678613" y="4030663"/>
          <p14:tracePt t="437485" x="6919913" y="3998913"/>
          <p14:tracePt t="437539" x="7154863" y="4022725"/>
          <p14:tracePt t="437541" x="7270750" y="3998913"/>
          <p14:tracePt t="437591" x="7388225" y="3990975"/>
          <p14:tracePt t="437674" x="7481888" y="4062413"/>
          <p14:tracePt t="437779" x="7591425" y="3983038"/>
          <p14:tracePt t="437828" x="7762875" y="3803650"/>
          <p14:tracePt t="437880" x="7826375" y="3709988"/>
          <p14:tracePt t="437937" x="7927975" y="3616325"/>
          <p14:tracePt t="437990" x="8029575" y="3405188"/>
          <p14:tracePt t="438042" x="8037513" y="3281363"/>
          <p14:tracePt t="438294" x="8115300" y="3186113"/>
          <p14:tracePt t="438554" x="8115300" y="3311525"/>
          <p14:tracePt t="438614" x="8091488" y="3546475"/>
          <p14:tracePt t="438673" x="8029575" y="3765550"/>
          <p14:tracePt t="438725" x="8037513" y="3889375"/>
          <p14:tracePt t="438776" x="8013700" y="4132263"/>
          <p14:tracePt t="440241" x="7927975" y="4335463"/>
          <p14:tracePt t="440288" x="7888288" y="4522788"/>
          <p14:tracePt t="440342" x="7786688" y="5030788"/>
          <p14:tracePt t="440348" x="7786688" y="5053013"/>
          <p14:tracePt t="440399" x="7770813" y="5170488"/>
          <p14:tracePt t="440453" x="7770813" y="5280025"/>
          <p14:tracePt t="440505" x="7842250" y="5530850"/>
          <p14:tracePt t="440558" x="8029575" y="5756275"/>
          <p14:tracePt t="440722" x="8139113" y="5726113"/>
          <p14:tracePt t="440769" x="8286750" y="5710238"/>
          <p14:tracePt t="440822" x="8669338" y="5662613"/>
          <p14:tracePt t="440827" x="8778875" y="5638800"/>
          <p14:tracePt t="440879" x="9161463" y="5576888"/>
          <p14:tracePt t="440932" x="9747250" y="5381625"/>
          <p14:tracePt t="440986" x="9825038" y="5319713"/>
          <p14:tracePt t="441053" x="9926638" y="5053013"/>
          <p14:tracePt t="441106" x="10020300" y="4733925"/>
          <p14:tracePt t="441160" x="10091738" y="4249738"/>
          <p14:tracePt t="441211" x="10113963" y="3952875"/>
          <p14:tracePt t="441217" x="10121900" y="3819525"/>
          <p14:tracePt t="441268" x="10145713" y="3624263"/>
          <p14:tracePt t="441323" x="10129838" y="3468688"/>
          <p14:tracePt t="441325" x="10129838" y="3405188"/>
          <p14:tracePt t="441376" x="10113963" y="3257550"/>
          <p14:tracePt t="441428" x="10106025" y="3140075"/>
          <p14:tracePt t="441533" x="10113963" y="3186113"/>
          <p14:tracePt t="441585" x="10106025" y="3482975"/>
          <p14:tracePt t="441638" x="10106025" y="3779838"/>
          <p14:tracePt t="441691" x="10106025" y="4014788"/>
          <p14:tracePt t="441697" x="10106025" y="4108450"/>
          <p14:tracePt t="441747" x="10091738" y="4373563"/>
          <p14:tracePt t="441803" x="10067925" y="4678363"/>
          <p14:tracePt t="441857" x="10036175" y="4945063"/>
          <p14:tracePt t="441910" x="10012363" y="5045075"/>
          <p14:tracePt t="441962" x="10028238" y="5264150"/>
          <p14:tracePt t="441967" x="10028238" y="5311775"/>
          <p14:tracePt t="442021" x="9998075" y="5437188"/>
          <p14:tracePt t="442075" x="9896475" y="5670550"/>
          <p14:tracePt t="442131" x="9731375" y="5748338"/>
          <p14:tracePt t="442135" x="9685338" y="5795963"/>
          <p14:tracePt t="442188" x="9544050" y="5991225"/>
          <p14:tracePt t="442194" x="9505950" y="6022975"/>
          <p14:tracePt t="442246" x="9271000" y="6015038"/>
          <p14:tracePt t="442297" x="9137650" y="5889625"/>
          <p14:tracePt t="442350" x="8864600" y="5795963"/>
          <p14:tracePt t="442407" x="8559800" y="5921375"/>
          <p14:tracePt t="442462" x="8278813" y="5927725"/>
          <p14:tracePt t="442465" x="8131175" y="5905500"/>
          <p14:tracePt t="442517" x="7927975" y="5857875"/>
          <p14:tracePt t="442523" x="7810500" y="5819775"/>
          <p14:tracePt t="442574" x="7278688" y="5608638"/>
          <p14:tracePt t="442628" x="6997700" y="5437188"/>
          <p14:tracePt t="442682" x="6778625" y="4983163"/>
          <p14:tracePt t="442688" x="6756400" y="4881563"/>
          <p14:tracePt t="442740" x="6684963" y="4421188"/>
          <p14:tracePt t="442793" x="6826250" y="3960813"/>
          <p14:tracePt t="442846" x="7069138" y="3709988"/>
          <p14:tracePt t="442900" x="7278688" y="3592513"/>
          <p14:tracePt t="442954" x="7521575" y="3530600"/>
          <p14:tracePt t="443008" x="7639050" y="3514725"/>
          <p14:tracePt t="443059" x="7754938" y="3476625"/>
          <p14:tracePt t="443064" x="7864475" y="3421063"/>
          <p14:tracePt t="443114" x="7966075" y="3359150"/>
          <p14:tracePt t="443170" x="8059738" y="3281363"/>
          <p14:tracePt t="443226" x="8185150" y="3303588"/>
          <p14:tracePt t="443278" x="8372475" y="3429000"/>
          <p14:tracePt t="443334" x="8521700" y="3749675"/>
          <p14:tracePt t="443385" x="8529638" y="4140200"/>
          <p14:tracePt t="443439" x="8543925" y="4491038"/>
          <p14:tracePt t="443493" x="8513763" y="4733925"/>
          <p14:tracePt t="443545" x="8489950" y="4951413"/>
          <p14:tracePt t="443598" x="8450263" y="5186363"/>
          <p14:tracePt t="443652" x="8348663" y="5295900"/>
          <p14:tracePt t="443705" x="8255000" y="5421313"/>
          <p14:tracePt t="443710" x="8193088" y="5530850"/>
          <p14:tracePt t="443761" x="7896225" y="5788025"/>
          <p14:tracePt t="443815" x="7583488" y="5975350"/>
          <p14:tracePt t="445811" x="7716838" y="2249488"/>
          <p14:tracePt t="445860" x="7607300" y="2351088"/>
          <p14:tracePt t="445915" x="7545388" y="2444750"/>
          <p14:tracePt t="446007" x="7529513" y="2522538"/>
          <p14:tracePt t="446056" x="7529513" y="2554288"/>
          <p14:tracePt t="446110" x="7553325" y="2593975"/>
          <p14:tracePt t="446113" x="7575550" y="2624138"/>
          <p14:tracePt t="446164" x="7639050" y="2733675"/>
          <p14:tracePt t="446220" x="7639050" y="3054350"/>
          <p14:tracePt t="446276" x="7623175" y="3367088"/>
          <p14:tracePt t="446278" x="7599363" y="3468688"/>
          <p14:tracePt t="446329" x="7583488" y="3663950"/>
          <p14:tracePt t="446382" x="7553325" y="4046538"/>
          <p14:tracePt t="446435" x="7545388" y="4405313"/>
          <p14:tracePt t="446490" x="7567613" y="4873625"/>
          <p14:tracePt t="446541" x="7623175" y="5076825"/>
          <p14:tracePt t="446596" x="7669213" y="5210175"/>
          <p14:tracePt t="446652" x="7724775" y="5303838"/>
          <p14:tracePt t="446704" x="8075613" y="4999038"/>
          <p14:tracePt t="446759" x="8458200" y="4365625"/>
          <p14:tracePt t="446812" x="8770938" y="3835400"/>
          <p14:tracePt t="446817" x="8832850" y="3717925"/>
          <p14:tracePt t="446868" x="9075738" y="3421063"/>
          <p14:tracePt t="446921" x="9247188" y="3257550"/>
          <p14:tracePt t="446976" x="9396413" y="3070225"/>
          <p14:tracePt t="447026" x="9482138" y="2990850"/>
          <p14:tracePt t="447090" x="9599613" y="3014663"/>
          <p14:tracePt t="447147" x="9693275" y="3078163"/>
          <p14:tracePt t="447201" x="9809163" y="3281363"/>
          <p14:tracePt t="447252" x="9872663" y="3506788"/>
          <p14:tracePt t="447305" x="9910763" y="3843338"/>
          <p14:tracePt t="447359" x="9872663" y="4264025"/>
          <p14:tracePt t="447413" x="9888538" y="4498975"/>
          <p14:tracePt t="447420" x="9902825" y="4624388"/>
          <p14:tracePt t="447475" x="9896475" y="4881563"/>
          <p14:tracePt t="447478" x="9856788" y="4983163"/>
          <p14:tracePt t="447529" x="9629775" y="5327650"/>
          <p14:tracePt t="447584" x="9115425" y="5522913"/>
          <p14:tracePt t="447638" x="8356600" y="5349875"/>
          <p14:tracePt t="447643" x="8067675" y="5272088"/>
          <p14:tracePt t="447696" x="7553325" y="5248275"/>
          <p14:tracePt t="447753" x="6904038" y="5186363"/>
          <p14:tracePt t="447808" x="6708775" y="4772025"/>
          <p14:tracePt t="447862" x="6529388" y="4287838"/>
          <p14:tracePt t="447868" x="6483350" y="4170363"/>
          <p14:tracePt t="447923" x="6350000" y="3717925"/>
          <p14:tracePt t="447928" x="6264275" y="3498850"/>
          <p14:tracePt t="447979" x="6084888" y="3201988"/>
          <p14:tracePt t="448034" x="5935663" y="2890838"/>
          <p14:tracePt t="448252" x="6045200" y="2843213"/>
          <p14:tracePt t="448325" x="6146800" y="2789238"/>
          <p14:tracePt t="448522" x="6138863" y="2905125"/>
          <p14:tracePt t="448589" x="6115050" y="3148013"/>
          <p14:tracePt t="448642" x="6099175" y="3397250"/>
          <p14:tracePt t="448694" x="6084888" y="3757613"/>
          <p14:tracePt t="448747" x="6061075" y="4124325"/>
          <p14:tracePt t="448801" x="6061075" y="4498975"/>
          <p14:tracePt t="448856" x="6005513" y="4795838"/>
          <p14:tracePt t="448859" x="5999163" y="4913313"/>
          <p14:tracePt t="448911" x="5903913" y="5264150"/>
          <p14:tracePt t="448964" x="5881688" y="5413375"/>
          <p14:tracePt t="449019" x="5873750" y="5638800"/>
          <p14:tracePt t="449024" x="5842000" y="5780088"/>
          <p14:tracePt t="449166" x="5780088" y="5678488"/>
          <p14:tracePt t="449228" x="5646738" y="5053013"/>
          <p14:tracePt t="449235" x="5646738" y="4772025"/>
          <p14:tracePt t="449285" x="5694363" y="4241800"/>
          <p14:tracePt t="449340" x="5708650" y="3663950"/>
          <p14:tracePt t="449994" x="5951538" y="3022600"/>
          <p14:tracePt t="450090" x="5826125" y="2944813"/>
          <p14:tracePt t="450139" x="5803900" y="2819400"/>
          <p14:tracePt t="450231" x="5795963" y="2897188"/>
          <p14:tracePt t="450292" x="5780088" y="3287713"/>
          <p14:tracePt t="450346" x="5780088" y="3600450"/>
          <p14:tracePt t="450401" x="5780088" y="3663950"/>
          <p14:tracePt t="450453" x="5708650" y="3538538"/>
          <p14:tracePt t="450510" x="5670550" y="3132138"/>
          <p14:tracePt t="450512" x="5662613" y="3092450"/>
          <p14:tracePt t="450561" x="5662613" y="3022600"/>
          <p14:tracePt t="450615" x="5662613" y="2905125"/>
          <p14:tracePt t="450667" x="5686425" y="2709863"/>
          <p14:tracePt t="450720" x="5670550" y="2819400"/>
          <p14:tracePt t="450780" x="5654675" y="3201988"/>
          <p14:tracePt t="450836" x="5662613" y="3413125"/>
          <p14:tracePt t="450890" x="5662613" y="3600450"/>
          <p14:tracePt t="450945" x="5670550" y="3967163"/>
          <p14:tracePt t="450998" x="5630863" y="4225925"/>
          <p14:tracePt t="451052" x="5600700" y="4546600"/>
          <p14:tracePt t="451103" x="5584825" y="4835525"/>
          <p14:tracePt t="451156" x="5576888" y="5154613"/>
          <p14:tracePt t="451209" x="5537200" y="5421313"/>
          <p14:tracePt t="451263" x="5537200" y="5710238"/>
          <p14:tracePt t="451316" x="5513388" y="5889625"/>
          <p14:tracePt t="451320" x="5513388" y="5913438"/>
          <p14:tracePt t="451371" x="5507038" y="5881688"/>
          <p14:tracePt t="451422" x="5475288" y="5530850"/>
          <p14:tracePt t="451427" x="5499100" y="5365750"/>
          <p14:tracePt t="451479" x="5584825" y="4827588"/>
          <p14:tracePt t="451534" x="5654675" y="4202113"/>
          <p14:tracePt t="451590" x="5646738" y="3827463"/>
          <p14:tracePt t="451645" x="5716588" y="4030663"/>
          <p14:tracePt t="451696" x="6029325" y="4233863"/>
          <p14:tracePt t="451749" x="6451600" y="4054475"/>
          <p14:tracePt t="451802" x="6997700" y="3787775"/>
          <p14:tracePt t="451854" x="7286625" y="3482975"/>
          <p14:tracePt t="451907" x="7459663" y="3124200"/>
          <p14:tracePt t="451981" x="7537450" y="2749550"/>
          <p14:tracePt t="452033" x="7553325" y="2616200"/>
          <p14:tracePt t="452086" x="7567613" y="2647950"/>
          <p14:tracePt t="452137" x="7575550" y="2819400"/>
          <p14:tracePt t="452193" x="7513638" y="3201988"/>
          <p14:tracePt t="452248" x="7489825" y="3468688"/>
          <p14:tracePt t="452253" x="7481888" y="3522663"/>
          <p14:tracePt t="452303" x="7451725" y="3757613"/>
          <p14:tracePt t="452358" x="7443788" y="4124325"/>
          <p14:tracePt t="452413" x="7380288" y="4343400"/>
          <p14:tracePt t="452418" x="7372350" y="4397375"/>
          <p14:tracePt t="452469" x="7380288" y="4546600"/>
          <p14:tracePt t="452524" x="7342188" y="4764088"/>
          <p14:tracePt t="452582" x="7318375" y="4951413"/>
          <p14:tracePt t="452584" x="7318375" y="5006975"/>
          <p14:tracePt t="452640" x="7318375" y="5170488"/>
          <p14:tracePt t="452644" x="7318375" y="5210175"/>
          <p14:tracePt t="452695" x="7334250" y="5475288"/>
          <p14:tracePt t="452752" x="7364413" y="5718175"/>
          <p14:tracePt t="452807" x="7372350" y="5857875"/>
          <p14:tracePt t="452811" x="7380288" y="5927725"/>
          <p14:tracePt t="452861" x="7396163" y="5975350"/>
          <p14:tracePt t="452914" x="7435850" y="5646738"/>
          <p14:tracePt t="452975" x="7545388" y="4999038"/>
          <p14:tracePt t="453027" x="7599363" y="4560888"/>
          <p14:tracePt t="453032" x="7607300" y="4514850"/>
          <p14:tracePt t="453085" x="7615238" y="4249738"/>
          <p14:tracePt t="453139" x="7646988" y="3803650"/>
          <p14:tracePt t="453198" x="7639050" y="3584575"/>
          <p14:tracePt t="453200" x="7646988" y="3498850"/>
          <p14:tracePt t="453253" x="7685088" y="3217863"/>
          <p14:tracePt t="453259" x="7685088" y="3163888"/>
          <p14:tracePt t="453310" x="7685088" y="3054350"/>
          <p14:tracePt t="453363" x="7700963" y="2960688"/>
          <p14:tracePt t="453439" x="7685088" y="2990850"/>
          <p14:tracePt t="453491" x="7607300" y="3194050"/>
          <p14:tracePt t="453543" x="7583488" y="3482975"/>
          <p14:tracePt t="453598" x="7583488" y="3608388"/>
          <p14:tracePt t="453654" x="7567613" y="3765550"/>
          <p14:tracePt t="453707" x="7521575" y="4046538"/>
          <p14:tracePt t="453760" x="7481888" y="4225925"/>
          <p14:tracePt t="453813" x="7396163" y="4514850"/>
          <p14:tracePt t="453869" x="7358063" y="4678363"/>
          <p14:tracePt t="453873" x="7342188" y="4756150"/>
          <p14:tracePt t="453929" x="7270750" y="5045075"/>
          <p14:tracePt t="453935" x="7256463" y="5116513"/>
          <p14:tracePt t="453993" x="7240588" y="5264150"/>
          <p14:tracePt t="454047" x="7224713" y="5507038"/>
          <p14:tracePt t="454054" x="7240588" y="5624513"/>
          <p14:tracePt t="454105" x="7240588" y="5670550"/>
          <p14:tracePt t="454157" x="7256463" y="5849938"/>
          <p14:tracePt t="454212" x="7270750" y="5967413"/>
          <p14:tracePt t="454282" x="7286625" y="6007100"/>
          <p14:tracePt t="454339" x="7372350" y="5827713"/>
          <p14:tracePt t="454392" x="7435850" y="5248275"/>
          <p14:tracePt t="454445" x="7489825" y="4803775"/>
          <p14:tracePt t="454499" x="7521575" y="4327525"/>
          <p14:tracePt t="454504" x="7521575" y="4202113"/>
          <p14:tracePt t="454556" x="7481888" y="3881438"/>
          <p14:tracePt t="454609" x="7473950" y="3413125"/>
          <p14:tracePt t="454665" x="7481888" y="3148013"/>
          <p14:tracePt t="454670" x="7481888" y="3092450"/>
          <p14:tracePt t="454722" x="7473950" y="2960688"/>
          <p14:tracePt t="454777" x="7466013" y="2725738"/>
          <p14:tracePt t="454835" x="7481888" y="2492375"/>
          <p14:tracePt t="454888" x="7489825" y="2420938"/>
          <p14:tracePt t="454957" x="7473950" y="2492375"/>
          <p14:tracePt t="455011" x="7459663" y="2671763"/>
          <p14:tracePt t="455016" x="7466013" y="2693988"/>
          <p14:tracePt t="455067" x="7473950" y="2725738"/>
          <p14:tracePt t="455122" x="7489825" y="2851150"/>
          <p14:tracePt t="455180" x="7497763" y="2990850"/>
          <p14:tracePt t="455233" x="7489825" y="3092450"/>
          <p14:tracePt t="455239" x="7489825" y="3124200"/>
          <p14:tracePt t="455290" x="7489825" y="3311525"/>
          <p14:tracePt t="455344" x="7505700" y="3490913"/>
          <p14:tracePt t="455399" x="7505700" y="3592513"/>
          <p14:tracePt t="455403" x="7497763" y="3624263"/>
          <p14:tracePt t="455454" x="7473950" y="3671888"/>
          <p14:tracePt t="455509" x="7443788" y="3757613"/>
          <p14:tracePt t="455561" x="7435850" y="3867150"/>
          <p14:tracePt t="455616" x="7419975" y="4108450"/>
          <p14:tracePt t="455667" x="7412038" y="4217988"/>
          <p14:tracePt t="455719" x="7388225" y="4335463"/>
          <p14:tracePt t="455773" x="7364413" y="4483100"/>
          <p14:tracePt t="455826" x="7358063" y="4592638"/>
          <p14:tracePt t="455879" x="7334250" y="4835525"/>
          <p14:tracePt t="455932" x="7326313" y="4945063"/>
          <p14:tracePt t="455989" x="7318375" y="5060950"/>
          <p14:tracePt t="456051" x="7334250" y="5178425"/>
          <p14:tracePt t="456110" x="7334250" y="5233988"/>
          <p14:tracePt t="456163" x="7350125" y="5349875"/>
          <p14:tracePt t="456218" x="7334250" y="5499100"/>
          <p14:tracePt t="456271" x="7326313" y="5608638"/>
          <p14:tracePt t="456339" x="7334250" y="5499100"/>
          <p14:tracePt t="456391" x="7380288" y="4959350"/>
          <p14:tracePt t="456396" x="7388225" y="4787900"/>
          <p14:tracePt t="456447" x="7388225" y="4381500"/>
          <p14:tracePt t="456502" x="7404100" y="3835400"/>
          <p14:tracePt t="456555" x="7342188" y="3608388"/>
          <p14:tracePt t="456561" x="7342188" y="3506788"/>
          <p14:tracePt t="456612" x="7358063" y="3389313"/>
          <p14:tracePt t="456666" x="7350125" y="3124200"/>
          <p14:tracePt t="456720" x="7318375" y="2897188"/>
          <p14:tracePt t="456725" x="7318375" y="2867025"/>
          <p14:tracePt t="456777" x="7310438" y="2803525"/>
          <p14:tracePt t="456894" x="7358063" y="2835275"/>
          <p14:tracePt t="456959" x="7435850" y="2984500"/>
          <p14:tracePt t="457016" x="7466013" y="3257550"/>
          <p14:tracePt t="457071" x="7427913" y="3600450"/>
          <p14:tracePt t="457125" x="7404100" y="3663950"/>
          <p14:tracePt t="457177" x="7388225" y="3851275"/>
          <p14:tracePt t="457235" x="7380288" y="4084638"/>
          <p14:tracePt t="457237" x="7372350" y="4210050"/>
          <p14:tracePt t="457288" x="7358063" y="4445000"/>
          <p14:tracePt t="457343" x="7310438" y="4756150"/>
          <p14:tracePt t="457395" x="7302500" y="4999038"/>
          <p14:tracePt t="457401" x="7294563" y="5108575"/>
          <p14:tracePt t="457454" x="7264400" y="5365750"/>
          <p14:tracePt t="457507" x="7256463" y="5483225"/>
          <p14:tracePt t="457563" x="7264400" y="5678488"/>
          <p14:tracePt t="457620" x="7270750" y="5732463"/>
          <p14:tracePt t="457672" x="7294563" y="6022975"/>
          <p14:tracePt t="457726" x="7294563" y="6053138"/>
          <p14:tracePt t="457966" x="7342188" y="6045200"/>
          <p14:tracePt t="458034" x="7473950" y="5772150"/>
          <p14:tracePt t="458087" x="7505700" y="5553075"/>
          <p14:tracePt t="458092" x="7521575" y="5475288"/>
          <p14:tracePt t="458144" x="7529513" y="5264150"/>
          <p14:tracePt t="458200" x="7553325" y="4857750"/>
          <p14:tracePt t="458258" x="7583488" y="4491038"/>
          <p14:tracePt t="458312" x="7623175" y="4116388"/>
          <p14:tracePt t="458319" x="7615238" y="4038600"/>
          <p14:tracePt t="458373" x="7567613" y="3771900"/>
          <p14:tracePt t="458377" x="7553325" y="3678238"/>
          <p14:tracePt t="458429" x="7545388" y="3421063"/>
          <p14:tracePt t="458437" x="7559675" y="3303588"/>
          <p14:tracePt t="458487" x="7559675" y="2968625"/>
          <p14:tracePt t="458542" x="7559675" y="2928938"/>
          <p14:tracePt t="458596" x="7553325" y="2811463"/>
          <p14:tracePt t="459001" x="7497763" y="2905125"/>
          <p14:tracePt t="459067" x="7364413" y="3241675"/>
          <p14:tracePt t="459070" x="7326313" y="3359150"/>
          <p14:tracePt t="459122" x="7154863" y="3843338"/>
          <p14:tracePt t="459127" x="7083425" y="4054475"/>
          <p14:tracePt t="459180" x="7061200" y="4170363"/>
          <p14:tracePt t="459234" x="6973888" y="4381500"/>
          <p14:tracePt t="459287" x="6935788" y="4498975"/>
          <p14:tracePt t="459292" x="6919913" y="4608513"/>
          <p14:tracePt t="459342" x="6888163" y="4873625"/>
          <p14:tracePt t="459398" x="6826250" y="5218113"/>
          <p14:tracePt t="459451" x="6778625" y="5475288"/>
          <p14:tracePt t="459752" x="6842125" y="5365750"/>
          <p14:tracePt t="459823" x="6997700" y="4967288"/>
          <p14:tracePt t="459879" x="7029450" y="4865688"/>
          <p14:tracePt t="459934" x="7131050" y="4648200"/>
          <p14:tracePt t="459989" x="7240588" y="4452938"/>
          <p14:tracePt t="460047" x="7350125" y="4233863"/>
          <p14:tracePt t="460104" x="7412038" y="4014788"/>
          <p14:tracePt t="460164" x="7419975" y="3787775"/>
          <p14:tracePt t="460218" x="7419975" y="3429000"/>
          <p14:tracePt t="460272" x="7412038" y="2952750"/>
          <p14:tracePt t="460409" x="7443788" y="3319463"/>
          <p14:tracePt t="460494" x="7364413" y="4054475"/>
          <p14:tracePt t="460497" x="7350125" y="4210050"/>
          <p14:tracePt t="460550" x="7358063" y="4560888"/>
          <p14:tracePt t="460555" x="7372350" y="4718050"/>
          <p14:tracePt t="460608" x="7404100" y="4945063"/>
          <p14:tracePt t="460614" x="7419975" y="5092700"/>
          <p14:tracePt t="460666" x="7443788" y="5335588"/>
          <p14:tracePt t="460721" x="7497763" y="5507038"/>
          <p14:tracePt t="460779" x="7513638" y="5530850"/>
          <p14:tracePt t="460783" x="7521575" y="5553075"/>
          <p14:tracePt t="460834" x="7583488" y="5646738"/>
          <p14:tracePt t="462514" x="10004425" y="3859213"/>
          <p14:tracePt t="462588" x="11488738" y="3819525"/>
          <p14:tracePt t="462640" x="11761788" y="4006850"/>
          <p14:tracePt t="462956" x="2616200" y="6740525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E93F-97BD-88BA-C9BA-137D50A8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Releases might look like: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5CD4-BA26-9439-3D32-DF513D15C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9207"/>
            <a:ext cx="5157787" cy="823912"/>
          </a:xfrm>
        </p:spPr>
        <p:txBody>
          <a:bodyPr/>
          <a:lstStyle/>
          <a:p>
            <a:r>
              <a:rPr lang="en-GB" dirty="0"/>
              <a:t>Release 1(Core)</a:t>
            </a:r>
            <a:endParaRPr lang="en-IE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46EE8E-393D-F362-2361-4101F2CB2F9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2139416"/>
            <a:ext cx="10515600" cy="2579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solidFill>
                  <a:srgbClr val="0D0D0D"/>
                </a:solidFill>
                <a:latin typeface="ui-sans-serif"/>
              </a:rPr>
              <a:t>At least one sensor or simulated data source (e.g. temperature, button, motion, External API).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solidFill>
                  <a:srgbClr val="0D0D0D"/>
                </a:solidFill>
                <a:latin typeface="ui-sans-serif"/>
              </a:rPr>
              <a:t>Regular data collection.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solidFill>
                  <a:srgbClr val="0D0D0D"/>
                </a:solidFill>
                <a:latin typeface="ui-sans-serif"/>
              </a:rPr>
              <a:t>Some local processing of raw values (e.g. thresholds, states, simple rules).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solidFill>
                  <a:srgbClr val="0D0D0D"/>
                </a:solidFill>
                <a:latin typeface="ui-sans-serif"/>
              </a:rPr>
              <a:t>One running program that shows </a:t>
            </a:r>
            <a:r>
              <a:rPr lang="en-US" altLang="en-US" sz="1200" b="1" dirty="0" err="1">
                <a:solidFill>
                  <a:srgbClr val="0D0D0D"/>
                </a:solidFill>
                <a:latin typeface="ui-sans-serif"/>
              </a:rPr>
              <a:t>behaviour</a:t>
            </a:r>
            <a:r>
              <a:rPr lang="en-US" altLang="en-US" sz="1200" b="1" dirty="0">
                <a:solidFill>
                  <a:srgbClr val="0D0D0D"/>
                </a:solidFill>
                <a:latin typeface="ui-sans-serif"/>
              </a:rPr>
              <a:t> clearly (console output acceptable).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solidFill>
                  <a:srgbClr val="0D0D0D"/>
                </a:solidFill>
                <a:latin typeface="ui-sans-serif"/>
              </a:rPr>
              <a:t>Basic logging/display (print values, write to file, simple terminal UI).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solidFill>
                  <a:srgbClr val="0D0D0D"/>
                </a:solidFill>
                <a:latin typeface="ui-sans-serif"/>
              </a:rPr>
              <a:t>Clear project description: problem, aim, and what you're building.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endParaRPr lang="en-US" altLang="en-US" sz="1200" b="1" dirty="0">
              <a:solidFill>
                <a:srgbClr val="0D0D0D"/>
              </a:solidFill>
              <a:latin typeface="ui-sans-serif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dirty="0"/>
              <a:t>“My RPi reads sensor values every few seconds, checks if it's above a threshold, logs it, and shows a warning on screen.”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70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F9B04-6942-B7A0-6F12-65893263C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5926-ABB0-F327-59F1-9E288746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Releases might look like: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59DC5-B610-2E82-6CFD-B680D507A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9207"/>
            <a:ext cx="5157787" cy="823912"/>
          </a:xfrm>
        </p:spPr>
        <p:txBody>
          <a:bodyPr/>
          <a:lstStyle/>
          <a:p>
            <a:r>
              <a:rPr lang="en-GB" dirty="0"/>
              <a:t>Release 2(Good)</a:t>
            </a:r>
            <a:endParaRPr lang="en-IE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0DA4961-AED0-0545-C6B8-8039E954211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2148136"/>
            <a:ext cx="10515600" cy="2561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E" sz="1200" b="1" i="0" dirty="0">
                <a:solidFill>
                  <a:srgbClr val="0D0D0D"/>
                </a:solidFill>
                <a:effectLst/>
                <a:latin typeface="ui-sans-serif"/>
              </a:rPr>
              <a:t>Two distinct components/processes</a:t>
            </a:r>
            <a:r>
              <a:rPr lang="en-IE" sz="1200" b="0" i="0" dirty="0">
                <a:solidFill>
                  <a:srgbClr val="0D0D0D"/>
                </a:solidFill>
                <a:effectLst/>
                <a:latin typeface="ui-sans-serif"/>
              </a:rPr>
              <a:t> (e.g. sensor/edge node + service/dashboard).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E" sz="1200" b="1" i="0" dirty="0">
                <a:solidFill>
                  <a:srgbClr val="0D0D0D"/>
                </a:solidFill>
                <a:effectLst/>
                <a:latin typeface="ui-sans-serif"/>
              </a:rPr>
              <a:t>At least one network connection</a:t>
            </a:r>
            <a:r>
              <a:rPr lang="en-IE" sz="1200" b="0" i="0" dirty="0">
                <a:solidFill>
                  <a:srgbClr val="0D0D0D"/>
                </a:solidFill>
                <a:effectLst/>
                <a:latin typeface="ui-sans-serif"/>
              </a:rPr>
              <a:t> (MQTT, API, TCP/UDP, HTTP).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E" sz="1200" b="1" i="0" dirty="0">
                <a:solidFill>
                  <a:srgbClr val="0D0D0D"/>
                </a:solidFill>
                <a:effectLst/>
                <a:latin typeface="ui-sans-serif"/>
              </a:rPr>
              <a:t>Structured data messages</a:t>
            </a:r>
            <a:r>
              <a:rPr lang="en-IE" sz="1200" b="0" i="0" dirty="0">
                <a:solidFill>
                  <a:srgbClr val="0D0D0D"/>
                </a:solidFill>
                <a:effectLst/>
                <a:latin typeface="ui-sans-serif"/>
              </a:rPr>
              <a:t> (JSON recommended).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E" sz="1200" b="1" i="0" dirty="0">
                <a:solidFill>
                  <a:srgbClr val="0D0D0D"/>
                </a:solidFill>
                <a:effectLst/>
                <a:latin typeface="ui-sans-serif"/>
              </a:rPr>
              <a:t>Meaningful data handling</a:t>
            </a:r>
            <a:r>
              <a:rPr lang="en-IE" sz="1200" b="0" i="0" dirty="0">
                <a:solidFill>
                  <a:srgbClr val="0D0D0D"/>
                </a:solidFill>
                <a:effectLst/>
                <a:latin typeface="ui-sans-serif"/>
              </a:rPr>
              <a:t> beyond raw logging (averages, states, or simple analytics).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E" sz="1200" b="1" i="0" dirty="0">
                <a:solidFill>
                  <a:srgbClr val="0D0D0D"/>
                </a:solidFill>
                <a:effectLst/>
                <a:latin typeface="ui-sans-serif"/>
              </a:rPr>
              <a:t>Basic dashboard or visualisation</a:t>
            </a:r>
            <a:r>
              <a:rPr lang="en-IE" sz="1200" b="0" i="0" dirty="0">
                <a:solidFill>
                  <a:srgbClr val="0D0D0D"/>
                </a:solidFill>
                <a:effectLst/>
                <a:latin typeface="ui-sans-serif"/>
              </a:rPr>
              <a:t> (web page, terminal UI, or simple graph).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E" sz="1200" b="1" i="0" dirty="0">
                <a:solidFill>
                  <a:srgbClr val="0D0D0D"/>
                </a:solidFill>
                <a:effectLst/>
                <a:latin typeface="ui-sans-serif"/>
              </a:rPr>
              <a:t>Initial architecture diagram</a:t>
            </a:r>
            <a:r>
              <a:rPr lang="en-IE" sz="1200" b="0" i="0" dirty="0">
                <a:solidFill>
                  <a:srgbClr val="0D0D0D"/>
                </a:solidFill>
                <a:effectLst/>
                <a:latin typeface="ui-sans-serif"/>
              </a:rPr>
              <a:t> (boxes + arrows is fine).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dirty="0"/>
              <a:t>“Edge device sends JSON readings to a second service via MQTT/HTTP. The service logs the messages and shows a simple dashboard page.”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949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B1EB-D867-643E-FB71-9C3C5443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794A-9587-F055-1210-A0C510ACD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Releases might look like: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D4101-B31A-DBC7-2C77-B97E47969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9207"/>
            <a:ext cx="5157787" cy="823912"/>
          </a:xfrm>
        </p:spPr>
        <p:txBody>
          <a:bodyPr/>
          <a:lstStyle/>
          <a:p>
            <a:r>
              <a:rPr lang="en-GB" dirty="0"/>
              <a:t>Release 3(Excellent)</a:t>
            </a:r>
            <a:endParaRPr lang="en-IE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3BBB25A-6CF6-4C6C-EA8F-8CF7DF0BC64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1954621"/>
            <a:ext cx="10515600" cy="313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E" sz="1200" b="1" dirty="0"/>
              <a:t>Multi-node or multi-service architecture</a:t>
            </a:r>
            <a:r>
              <a:rPr lang="en-IE" sz="1200" dirty="0"/>
              <a:t> (device → service → UI).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/>
              <a:t>Clear message schema / API contract</a:t>
            </a:r>
            <a:r>
              <a:rPr lang="en-IE" sz="1200" dirty="0"/>
              <a:t> documented in README.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/>
              <a:t>Historical data handling</a:t>
            </a:r>
            <a:r>
              <a:rPr lang="en-IE" sz="1200" dirty="0"/>
              <a:t> (DB/CSV with queries, charting, trend indicators).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/>
              <a:t>Live updates</a:t>
            </a:r>
            <a:r>
              <a:rPr lang="en-IE" sz="1200" dirty="0"/>
              <a:t> (MQTT subscription, WebSocket updates, or auto-refresh UI).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/>
              <a:t>Derived metrics or smart behaviour</a:t>
            </a:r>
            <a:r>
              <a:rPr lang="en-IE" sz="1200" dirty="0"/>
              <a:t> (alerts, recommendations, rules engine).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/>
              <a:t>Refined UI</a:t>
            </a:r>
            <a:r>
              <a:rPr lang="en-IE" sz="1200" dirty="0"/>
              <a:t> showing both current and historical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sz="1200" b="1" dirty="0"/>
              <a:t>Clear, well-explained architecture diagram</a:t>
            </a:r>
            <a:r>
              <a:rPr lang="en-IE" sz="1200" dirty="0"/>
              <a:t> (separation of concerns).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dirty="0"/>
              <a:t>“My device publishes readings to an MQTT broker. A backend service stores them and exposes API endpoints. A web dashboard graphs trends and shows alerts when readings exceed limits. . If &lt;some event&gt; occurs, application does &lt;x&gt;””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010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7125-40F1-BD56-B0CA-61D255DF8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8579-7304-56D3-B143-25CC97DE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Releases might look like: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7D76C-6AAE-1EF1-B391-33C47169E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9207"/>
            <a:ext cx="5157787" cy="823912"/>
          </a:xfrm>
        </p:spPr>
        <p:txBody>
          <a:bodyPr/>
          <a:lstStyle/>
          <a:p>
            <a:r>
              <a:rPr lang="en-GB" dirty="0"/>
              <a:t>Release 4(Outstanding “stretch” features )</a:t>
            </a:r>
            <a:endParaRPr lang="en-IE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09E0B5C-2751-F6C9-AD52-47F59468F7A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39775" y="2160810"/>
            <a:ext cx="10515600" cy="313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E" sz="1200" b="1" dirty="0"/>
              <a:t>Cloud or remote deployment</a:t>
            </a:r>
            <a:r>
              <a:rPr lang="en-IE" sz="1200" dirty="0"/>
              <a:t> (Azure IoT,  running your broker/UI, or remote database).</a:t>
            </a:r>
          </a:p>
          <a:p>
            <a:r>
              <a:rPr lang="en-IE" sz="1200" b="1" dirty="0"/>
              <a:t>Multiple communication methods</a:t>
            </a:r>
            <a:r>
              <a:rPr lang="en-IE" sz="1200" dirty="0"/>
              <a:t> (e.g. MQTT + REST, or device → broker → cloud).</a:t>
            </a:r>
          </a:p>
          <a:p>
            <a:r>
              <a:rPr lang="en-IE" sz="1200" b="1" dirty="0"/>
              <a:t>Configurable system</a:t>
            </a:r>
            <a:r>
              <a:rPr lang="en-IE" sz="1200" dirty="0"/>
              <a:t> (thresholds, settings editable via UI or config file).</a:t>
            </a:r>
          </a:p>
          <a:p>
            <a:r>
              <a:rPr lang="en-IE" sz="1200" b="1" dirty="0"/>
              <a:t>Robustness features</a:t>
            </a:r>
            <a:r>
              <a:rPr lang="en-IE" sz="1200" dirty="0"/>
              <a:t> (reconnect logic, message validation, retry/backoff).</a:t>
            </a:r>
          </a:p>
          <a:p>
            <a:r>
              <a:rPr lang="en-IE" sz="1200" b="1" dirty="0"/>
              <a:t>Advanced UI</a:t>
            </a:r>
            <a:r>
              <a:rPr lang="en-IE" sz="1200" dirty="0"/>
              <a:t> (charts, filters, zones, device status, colour-coded alerts).</a:t>
            </a:r>
          </a:p>
          <a:p>
            <a:r>
              <a:rPr lang="en-IE" sz="1200" b="1" dirty="0"/>
              <a:t>Self-learned technology</a:t>
            </a:r>
            <a:r>
              <a:rPr lang="en-IE" sz="1200" dirty="0"/>
              <a:t> beyond module basics (e.g. advanced programming, containerisation, cloud services/DevOps etc.).</a:t>
            </a:r>
          </a:p>
          <a:p>
            <a:r>
              <a:rPr lang="en-IE" sz="1200" b="1" dirty="0"/>
              <a:t>Insightful reflection</a:t>
            </a:r>
            <a:r>
              <a:rPr lang="en-IE" sz="1200" dirty="0"/>
              <a:t> in video and readme : trade-offs, architecture choices, limitations.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dirty="0"/>
              <a:t>“My sensor node publishes to an MQTT broker on a cloud VM. A backend API ingests data into a cloud DB. A deployed dashboard visualises long-term trends, alerts, and device status. Thresholds can be changed from the web UI.”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310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9A8B4F-0FED-46C0-9186-5A8E116D8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8905" y="0"/>
            <a:ext cx="648309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6861EE-7660-46C9-80BD-173B8F745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160CE6-2283-410A-88B4-E1D2B8CA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65" y="802955"/>
            <a:ext cx="6318649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000000"/>
                </a:solidFill>
                <a:cs typeface="Calibri Light"/>
              </a:rPr>
              <a:t>Sample Project Ideas</a:t>
            </a:r>
            <a:endParaRPr lang="en-US" sz="36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2BA76-5528-4EBA-B4AA-B739BD65C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807" y="2421682"/>
            <a:ext cx="4650524" cy="3639289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sz="2000" b="1" dirty="0">
                <a:solidFill>
                  <a:srgbClr val="000000"/>
                </a:solidFill>
                <a:cs typeface="Calibri"/>
              </a:rPr>
              <a:t>Smart home/Monitoring device:</a:t>
            </a:r>
            <a:endParaRPr lang="en-US" sz="2000" b="1" dirty="0">
              <a:solidFill>
                <a:srgbClr val="000000"/>
              </a:solidFill>
            </a:endParaRP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Access and control a home device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Monitor/</a:t>
            </a:r>
            <a:r>
              <a:rPr lang="en-US" sz="2000" dirty="0" err="1">
                <a:solidFill>
                  <a:srgbClr val="000000"/>
                </a:solidFill>
                <a:cs typeface="Calibri"/>
              </a:rPr>
              <a:t>analyse</a:t>
            </a:r>
            <a:r>
              <a:rPr lang="en-US" sz="2000" dirty="0">
                <a:solidFill>
                  <a:srgbClr val="000000"/>
                </a:solidFill>
                <a:cs typeface="Calibri"/>
              </a:rPr>
              <a:t> home environment (medical/care apps) 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Smart Plant Monitor</a:t>
            </a:r>
          </a:p>
          <a:p>
            <a:r>
              <a:rPr lang="en-US" sz="2400" b="1" dirty="0">
                <a:solidFill>
                  <a:srgbClr val="000000"/>
                </a:solidFill>
                <a:cs typeface="Calibri"/>
              </a:rPr>
              <a:t>Who's there?:</a:t>
            </a:r>
            <a:endParaRPr lang="en-US" sz="2400" b="1" dirty="0">
              <a:cs typeface="Calibri"/>
            </a:endParaRP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Detect and monitor devices on the home network(enhance lab work with cloud platform, extend to general smart home solution, use camera, use </a:t>
            </a:r>
            <a:r>
              <a:rPr lang="en-US" sz="2000" dirty="0" err="1">
                <a:solidFill>
                  <a:srgbClr val="000000"/>
                </a:solidFill>
                <a:cs typeface="Calibri"/>
              </a:rPr>
              <a:t>acceerometer</a:t>
            </a:r>
            <a:r>
              <a:rPr lang="en-US" sz="2000" dirty="0">
                <a:solidFill>
                  <a:srgbClr val="000000"/>
                </a:solidFill>
                <a:cs typeface="Calibri"/>
              </a:rPr>
              <a:t>/Gyro…)</a:t>
            </a:r>
          </a:p>
          <a:p>
            <a:r>
              <a:rPr lang="en-US" sz="2000" b="1" dirty="0" err="1">
                <a:solidFill>
                  <a:srgbClr val="000000"/>
                </a:solidFill>
                <a:cs typeface="Calibri"/>
              </a:rPr>
              <a:t>Wether</a:t>
            </a:r>
            <a:r>
              <a:rPr lang="en-US" sz="2000" b="1" dirty="0">
                <a:solidFill>
                  <a:srgbClr val="000000"/>
                </a:solidFill>
                <a:cs typeface="Calibri"/>
              </a:rPr>
              <a:t> Weather 2.0?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cs typeface="Calibri"/>
              </a:rPr>
              <a:t>Extend/modify Web App assignment from last semester to connect/use your own environment device.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cs typeface="Calibri"/>
              </a:rPr>
              <a:t>Already getting current/forecasted weather conditions.  Combine with home environment data to </a:t>
            </a:r>
            <a:r>
              <a:rPr lang="en-US" sz="1600" dirty="0" err="1">
                <a:solidFill>
                  <a:srgbClr val="000000"/>
                </a:solidFill>
                <a:cs typeface="Calibri"/>
              </a:rPr>
              <a:t>analyse</a:t>
            </a:r>
            <a:r>
              <a:rPr lang="en-US" sz="1600" dirty="0">
                <a:solidFill>
                  <a:srgbClr val="000000"/>
                </a:solidFill>
                <a:cs typeface="Calibri"/>
              </a:rPr>
              <a:t> and/or control stuff(e.g. rain warning – take in the washing! Clear/Windy – hang out the washing!).</a:t>
            </a:r>
            <a:endParaRPr lang="en-US" sz="2400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8A69B74-22E3-47CC-823F-18BE7930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636" y="2960687"/>
            <a:ext cx="2668748" cy="2668748"/>
          </a:xfrm>
          <a:prstGeom prst="ellipse">
            <a:avLst/>
          </a:pr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1">
            <a:extLst>
              <a:ext uri="{FF2B5EF4-FFF2-40B4-BE49-F238E27FC236}">
                <a16:creationId xmlns:a16="http://schemas.microsoft.com/office/drawing/2014/main" id="{1778637B-5DB8-4A75-B2E6-FC2B1BB9A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014" y="2"/>
            <a:ext cx="4034987" cy="3428147"/>
          </a:xfrm>
          <a:custGeom>
            <a:avLst/>
            <a:gdLst>
              <a:gd name="connsiteX0" fmla="*/ 350825 w 4034987"/>
              <a:gd name="connsiteY0" fmla="*/ 0 h 3428147"/>
              <a:gd name="connsiteX1" fmla="*/ 4034987 w 4034987"/>
              <a:gd name="connsiteY1" fmla="*/ 0 h 3428147"/>
              <a:gd name="connsiteX2" fmla="*/ 4034987 w 4034987"/>
              <a:gd name="connsiteY2" fmla="*/ 2505205 h 3428147"/>
              <a:gd name="connsiteX3" fmla="*/ 3951822 w 4034987"/>
              <a:gd name="connsiteY3" fmla="*/ 2616420 h 3428147"/>
              <a:gd name="connsiteX4" fmla="*/ 2230590 w 4034987"/>
              <a:gd name="connsiteY4" fmla="*/ 3428147 h 3428147"/>
              <a:gd name="connsiteX5" fmla="*/ 0 w 4034987"/>
              <a:gd name="connsiteY5" fmla="*/ 1197557 h 3428147"/>
              <a:gd name="connsiteX6" fmla="*/ 269220 w 4034987"/>
              <a:gd name="connsiteY6" fmla="*/ 134326 h 342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34987" h="3428147">
                <a:moveTo>
                  <a:pt x="350825" y="0"/>
                </a:moveTo>
                <a:lnTo>
                  <a:pt x="4034987" y="0"/>
                </a:lnTo>
                <a:lnTo>
                  <a:pt x="4034987" y="2505205"/>
                </a:lnTo>
                <a:lnTo>
                  <a:pt x="3951822" y="2616420"/>
                </a:lnTo>
                <a:cubicBezTo>
                  <a:pt x="3542699" y="3112162"/>
                  <a:pt x="2923546" y="3428147"/>
                  <a:pt x="2230590" y="3428147"/>
                </a:cubicBezTo>
                <a:cubicBezTo>
                  <a:pt x="998669" y="3428147"/>
                  <a:pt x="0" y="2429478"/>
                  <a:pt x="0" y="1197557"/>
                </a:cubicBezTo>
                <a:cubicBezTo>
                  <a:pt x="0" y="812582"/>
                  <a:pt x="97526" y="450385"/>
                  <a:pt x="269220" y="134326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8" descr="A picture containing indoor, object, holding&#10;&#10;Description generated with high confidence">
            <a:extLst>
              <a:ext uri="{FF2B5EF4-FFF2-40B4-BE49-F238E27FC236}">
                <a16:creationId xmlns:a16="http://schemas.microsoft.com/office/drawing/2014/main" id="{D455D49C-0132-46D2-9FEC-E4CADB3FC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844" y="347645"/>
            <a:ext cx="3205839" cy="2155926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14CF3C1-041F-486A-8850-40703F8D4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910" y="3478741"/>
            <a:ext cx="1606964" cy="1606964"/>
          </a:xfrm>
          <a:prstGeom prst="rect">
            <a:avLst/>
          </a:prstGeom>
        </p:spPr>
      </p:pic>
      <p:sp>
        <p:nvSpPr>
          <p:cNvPr id="21" name="Freeform 75">
            <a:extLst>
              <a:ext uri="{FF2B5EF4-FFF2-40B4-BE49-F238E27FC236}">
                <a16:creationId xmlns:a16="http://schemas.microsoft.com/office/drawing/2014/main" id="{0035A30C-45F3-4EFB-B2E8-6E2A11843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9131" y="4258570"/>
            <a:ext cx="3132869" cy="2599430"/>
          </a:xfrm>
          <a:custGeom>
            <a:avLst/>
            <a:gdLst>
              <a:gd name="connsiteX0" fmla="*/ 1612418 w 3061881"/>
              <a:gd name="connsiteY0" fmla="*/ 0 h 2540529"/>
              <a:gd name="connsiteX1" fmla="*/ 3030226 w 3061881"/>
              <a:gd name="connsiteY1" fmla="*/ 843844 h 2540529"/>
              <a:gd name="connsiteX2" fmla="*/ 3061881 w 3061881"/>
              <a:gd name="connsiteY2" fmla="*/ 909556 h 2540529"/>
              <a:gd name="connsiteX3" fmla="*/ 3061881 w 3061881"/>
              <a:gd name="connsiteY3" fmla="*/ 2315281 h 2540529"/>
              <a:gd name="connsiteX4" fmla="*/ 3030226 w 3061881"/>
              <a:gd name="connsiteY4" fmla="*/ 2380992 h 2540529"/>
              <a:gd name="connsiteX5" fmla="*/ 2949460 w 3061881"/>
              <a:gd name="connsiteY5" fmla="*/ 2513937 h 2540529"/>
              <a:gd name="connsiteX6" fmla="*/ 2929575 w 3061881"/>
              <a:gd name="connsiteY6" fmla="*/ 2540529 h 2540529"/>
              <a:gd name="connsiteX7" fmla="*/ 295261 w 3061881"/>
              <a:gd name="connsiteY7" fmla="*/ 2540529 h 2540529"/>
              <a:gd name="connsiteX8" fmla="*/ 275376 w 3061881"/>
              <a:gd name="connsiteY8" fmla="*/ 2513937 h 2540529"/>
              <a:gd name="connsiteX9" fmla="*/ 0 w 3061881"/>
              <a:gd name="connsiteY9" fmla="*/ 1612418 h 2540529"/>
              <a:gd name="connsiteX10" fmla="*/ 1612418 w 3061881"/>
              <a:gd name="connsiteY10" fmla="*/ 0 h 2540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61881" h="2540529">
                <a:moveTo>
                  <a:pt x="1612418" y="0"/>
                </a:moveTo>
                <a:cubicBezTo>
                  <a:pt x="2224646" y="0"/>
                  <a:pt x="2757180" y="341213"/>
                  <a:pt x="3030226" y="843844"/>
                </a:cubicBezTo>
                <a:lnTo>
                  <a:pt x="3061881" y="909556"/>
                </a:lnTo>
                <a:lnTo>
                  <a:pt x="3061881" y="2315281"/>
                </a:lnTo>
                <a:lnTo>
                  <a:pt x="3030226" y="2380992"/>
                </a:lnTo>
                <a:cubicBezTo>
                  <a:pt x="3005404" y="2426686"/>
                  <a:pt x="2978437" y="2471046"/>
                  <a:pt x="2949460" y="2513937"/>
                </a:cubicBezTo>
                <a:lnTo>
                  <a:pt x="2929575" y="2540529"/>
                </a:lnTo>
                <a:lnTo>
                  <a:pt x="295261" y="2540529"/>
                </a:lnTo>
                <a:lnTo>
                  <a:pt x="275376" y="2513937"/>
                </a:lnTo>
                <a:cubicBezTo>
                  <a:pt x="101518" y="2256593"/>
                  <a:pt x="0" y="1946361"/>
                  <a:pt x="0" y="1612418"/>
                </a:cubicBezTo>
                <a:cubicBezTo>
                  <a:pt x="0" y="721904"/>
                  <a:pt x="721904" y="0"/>
                  <a:pt x="1612418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6" descr="A picture containing building&#10;&#10;Description generated with high confidence">
            <a:extLst>
              <a:ext uri="{FF2B5EF4-FFF2-40B4-BE49-F238E27FC236}">
                <a16:creationId xmlns:a16="http://schemas.microsoft.com/office/drawing/2014/main" id="{97C98803-8C4B-4111-ABF1-420F5D119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3568" y="5087933"/>
            <a:ext cx="2432116" cy="150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05967"/>
      </p:ext>
    </p:extLst>
  </p:cSld>
  <p:clrMapOvr>
    <a:masterClrMapping/>
  </p:clrMapOvr>
  <p:extLst>
    <p:ext uri="{3A86A75C-4F4B-4683-9AE1-C65F6400EC91}">
      <p14:laserTraceLst xmlns:p14="http://schemas.microsoft.com/office/powerpoint/2010/main">
        <p14:tracePtLst>
          <p14:tracePt t="4053" x="2124075" y="2741613"/>
          <p14:tracePt t="4084" x="2116138" y="2709863"/>
          <p14:tracePt t="4101" x="2100263" y="2679700"/>
          <p14:tracePt t="4114" x="2054225" y="2663825"/>
          <p14:tracePt t="4128" x="1936750" y="2632075"/>
          <p14:tracePt t="4143" x="1819275" y="2632075"/>
          <p14:tracePt t="4159" x="1781175" y="2616200"/>
          <p14:tracePt t="4173" x="1725613" y="2593975"/>
          <p14:tracePt t="4188" x="1655763" y="2562225"/>
          <p14:tracePt t="4213" x="1631950" y="2546350"/>
          <p14:tracePt t="4227" x="1601788" y="2506663"/>
          <p14:tracePt t="4327" x="1530350" y="2413000"/>
          <p14:tracePt t="4342" x="1500188" y="2374900"/>
          <p14:tracePt t="4375" x="1554163" y="2343150"/>
          <p14:tracePt t="4388" x="1687513" y="2351088"/>
          <p14:tracePt t="4403" x="1789113" y="2351088"/>
          <p14:tracePt t="4417" x="2000250" y="2351088"/>
          <p14:tracePt t="4433" x="2116138" y="2335213"/>
          <p14:tracePt t="4449" x="2155825" y="2327275"/>
          <p14:tracePt t="4465" x="2187575" y="2319338"/>
          <p14:tracePt t="4480" x="2225675" y="2319338"/>
          <p14:tracePt t="4524" x="2233613" y="2382838"/>
          <p14:tracePt t="4537" x="2225675" y="2498725"/>
          <p14:tracePt t="4552" x="2209800" y="2562225"/>
          <p14:tracePt t="4569" x="2187575" y="2586038"/>
          <p14:tracePt t="4584" x="2100263" y="2655888"/>
          <p14:tracePt t="4599" x="2070100" y="2671763"/>
          <p14:tracePt t="4614" x="1992313" y="2709863"/>
          <p14:tracePt t="4631" x="1968500" y="2717800"/>
          <p14:tracePt t="4645" x="1944688" y="2741613"/>
          <p14:tracePt t="4659" x="1920875" y="2757488"/>
          <p14:tracePt t="4673" x="1905000" y="2789238"/>
          <p14:tracePt t="4690" x="1858963" y="2843213"/>
          <p14:tracePt t="4701" x="1827213" y="2905125"/>
          <p14:tracePt t="4733" x="1858963" y="2968625"/>
          <p14:tracePt t="4748" x="1882775" y="2990850"/>
          <p14:tracePt t="4763" x="1905000" y="3014663"/>
          <p14:tracePt t="4778" x="1944688" y="3078163"/>
          <p14:tracePt t="4794" x="1960563" y="3108325"/>
          <p14:tracePt t="4838" x="1984375" y="3124200"/>
          <p14:tracePt t="4915" x="1960563" y="3062288"/>
          <p14:tracePt t="4991" x="1984375" y="2944813"/>
          <p14:tracePt t="5023" x="2022475" y="2835275"/>
          <p14:tracePt t="5081" x="2124075" y="2781300"/>
          <p14:tracePt t="5210" x="2193925" y="2725738"/>
          <p14:tracePt t="5299" x="2217738" y="2608263"/>
          <p14:tracePt t="5353" x="2257425" y="2492375"/>
          <p14:tracePt t="5376" x="2295525" y="2374900"/>
          <p14:tracePt t="5389" x="2351088" y="2265363"/>
          <p14:tracePt t="5406" x="2428875" y="2179638"/>
          <p14:tracePt t="5441" x="2522538" y="2116138"/>
          <p14:tracePt t="5474" x="2616200" y="2046288"/>
          <p14:tracePt t="5518" x="2733675" y="2000250"/>
          <p14:tracePt t="5610" x="2843213" y="2030413"/>
          <p14:tracePt t="5684" x="2921000" y="2124075"/>
          <p14:tracePt t="5701" x="2974975" y="2217738"/>
          <p14:tracePt t="5715" x="3038475" y="2319338"/>
          <p14:tracePt t="5740" x="3062288" y="2390775"/>
          <p14:tracePt t="5755" x="3070225" y="2428875"/>
          <p14:tracePt t="5760" x="3070225" y="2460625"/>
          <p14:tracePt t="5773" x="3070225" y="2492375"/>
          <p14:tracePt t="5818" x="3030538" y="2562225"/>
          <p14:tracePt t="5844" x="3006725" y="2586038"/>
          <p14:tracePt t="5850" x="2982913" y="2608263"/>
          <p14:tracePt t="5868" x="2960688" y="2632075"/>
          <p14:tracePt t="5903" x="2889250" y="2679700"/>
          <p14:tracePt t="5919" x="2827338" y="2701925"/>
          <p14:tracePt t="5926" x="2757488" y="2725738"/>
          <p14:tracePt t="5940" x="2632075" y="2741613"/>
          <p14:tracePt t="5956" x="2608263" y="2741613"/>
          <p14:tracePt t="5971" x="2578100" y="2757488"/>
          <p14:tracePt t="5996" x="2538413" y="2803525"/>
          <p14:tracePt t="6004" x="2514600" y="2819400"/>
          <p14:tracePt t="6018" x="2484438" y="2835275"/>
          <p14:tracePt t="6051" x="2382838" y="2835275"/>
          <p14:tracePt t="6062" x="2335213" y="2827338"/>
          <p14:tracePt t="6088" x="2233613" y="2811463"/>
          <p14:tracePt t="6105" x="2155825" y="2803525"/>
          <p14:tracePt t="6122" x="2078038" y="2795588"/>
          <p14:tracePt t="6135" x="2006600" y="2819400"/>
          <p14:tracePt t="6148" x="1920875" y="2867025"/>
          <p14:tracePt t="6165" x="1843088" y="2897188"/>
          <p14:tracePt t="6181" x="1765300" y="2913063"/>
          <p14:tracePt t="6196" x="1733550" y="2913063"/>
          <p14:tracePt t="6211" x="1655763" y="2921000"/>
          <p14:tracePt t="6227" x="1616075" y="2944813"/>
          <p14:tracePt t="6241" x="1538288" y="2960688"/>
          <p14:tracePt t="6256" x="1500188" y="2968625"/>
          <p14:tracePt t="6331" x="1382713" y="2976563"/>
          <p14:tracePt t="6360" x="1265238" y="2984500"/>
          <p14:tracePt t="6555" x="1219200" y="2874963"/>
          <p14:tracePt t="6598" x="1203325" y="2757488"/>
          <p14:tracePt t="6631" x="1195388" y="2640013"/>
          <p14:tracePt t="6647" x="1211263" y="2530475"/>
          <p14:tracePt t="6661" x="1211263" y="2420938"/>
          <p14:tracePt t="6693" x="1233488" y="2303463"/>
          <p14:tracePt t="6809" x="1289050" y="2187575"/>
          <p14:tracePt t="6827" x="1366838" y="2101850"/>
          <p14:tracePt t="6870" x="1460500" y="2046288"/>
          <p14:tracePt t="6930" x="1593850" y="2008188"/>
          <p14:tracePt t="6948" x="1717675" y="1992313"/>
          <p14:tracePt t="6976" x="1843088" y="1992313"/>
          <p14:tracePt t="6993" x="1968500" y="1992313"/>
          <p14:tracePt t="7048" x="2093913" y="1976438"/>
          <p14:tracePt t="7095" x="2201863" y="1968500"/>
          <p14:tracePt t="7184" x="2327275" y="1976438"/>
          <p14:tracePt t="7201" x="2436813" y="1984375"/>
          <p14:tracePt t="7259" x="2554288" y="2008188"/>
          <p14:tracePt t="7290" x="2671763" y="2038350"/>
          <p14:tracePt t="7321" x="2787650" y="2070100"/>
          <p14:tracePt t="7396" x="2874963" y="2147888"/>
          <p14:tracePt t="7559" x="2905125" y="2265363"/>
          <p14:tracePt t="7620" x="2921000" y="2382838"/>
          <p14:tracePt t="7694" x="2889250" y="2492375"/>
          <p14:tracePt t="7725" x="2859088" y="2600325"/>
          <p14:tracePt t="8219" x="2921000" y="2733675"/>
          <p14:tracePt t="8325" x="2928938" y="2765425"/>
          <p14:tracePt t="8358" x="2936875" y="2795588"/>
          <p14:tracePt t="8492" x="2913063" y="2781300"/>
          <p14:tracePt t="8505" x="2881313" y="2773363"/>
          <p14:tracePt t="8536" x="2851150" y="2757488"/>
          <p14:tracePt t="8550" x="2819400" y="2749550"/>
          <p14:tracePt t="8566" x="2787650" y="2741613"/>
          <p14:tracePt t="8610" x="2749550" y="2733675"/>
          <p14:tracePt t="8627" x="2725738" y="2733675"/>
          <p14:tracePt t="8650" x="2701925" y="2741613"/>
          <p14:tracePt t="8673" x="2671763" y="2757488"/>
          <p14:tracePt t="8690" x="2655888" y="2781300"/>
          <p14:tracePt t="8772" x="2679700" y="2757488"/>
          <p14:tracePt t="8805" x="2693988" y="2733675"/>
          <p14:tracePt t="8836" x="2709863" y="2701925"/>
          <p14:tracePt t="8942" x="2741613" y="2693988"/>
          <p14:tracePt t="8958" x="2765425" y="2679700"/>
          <p14:tracePt t="9027" x="2779713" y="2647950"/>
          <p14:tracePt t="9212" x="2803525" y="2632075"/>
          <p14:tracePt t="9237" x="2819400" y="2608263"/>
          <p14:tracePt t="9245" x="2843213" y="2570163"/>
          <p14:tracePt t="9259" x="2851150" y="2546350"/>
          <p14:tracePt t="9391" x="2827338" y="2538413"/>
          <p14:tracePt t="9409" x="2795588" y="2522538"/>
          <p14:tracePt t="9429" x="2765425" y="2506663"/>
          <p14:tracePt t="9446" x="2733675" y="2492375"/>
          <p14:tracePt t="9542" x="2709863" y="2498725"/>
          <p14:tracePt t="9587" x="2686050" y="2514600"/>
          <p14:tracePt t="9660" x="2663825" y="2492375"/>
          <p14:tracePt t="10053" x="2686050" y="2476500"/>
          <p14:tracePt t="10112" x="2717800" y="2420938"/>
          <p14:tracePt t="10186" x="2741613" y="2398713"/>
          <p14:tracePt t="10218" x="2773363" y="2366963"/>
          <p14:tracePt t="10234" x="2803525" y="2335213"/>
          <p14:tracePt t="10906" x="2913063" y="2327275"/>
          <p14:tracePt t="10923" x="2982913" y="2319338"/>
          <p14:tracePt t="10938" x="3062288" y="2311400"/>
          <p14:tracePt t="10955" x="3092450" y="2311400"/>
          <p14:tracePt t="10968" x="3124200" y="2319338"/>
          <p14:tracePt t="11103" x="3148013" y="2335213"/>
          <p14:tracePt t="11149" x="3140075" y="2366963"/>
          <p14:tracePt t="11172" x="3124200" y="2390775"/>
          <p14:tracePt t="11189" x="3108325" y="2413000"/>
          <p14:tracePt t="11282" x="3092450" y="2476500"/>
          <p14:tracePt t="11373" x="3084513" y="2506663"/>
          <p14:tracePt t="11391" x="3070225" y="2538413"/>
          <p14:tracePt t="11433" x="3054350" y="2570163"/>
          <p14:tracePt t="11478" x="3030538" y="2593975"/>
          <p14:tracePt t="11523" x="3014663" y="2616200"/>
          <p14:tracePt t="11552" x="2974975" y="2647950"/>
          <p14:tracePt t="11614" x="2921000" y="2679700"/>
          <p14:tracePt t="11631" x="2897188" y="2693988"/>
          <p14:tracePt t="11644" x="2843213" y="2709863"/>
          <p14:tracePt t="11749" x="2811463" y="2725738"/>
          <p14:tracePt t="11779" x="2827338" y="2749550"/>
          <p14:tracePt t="12769" x="2867025" y="2701925"/>
          <p14:tracePt t="12786" x="2921000" y="2655888"/>
          <p14:tracePt t="12830" x="2952750" y="2663825"/>
          <p14:tracePt t="12860" x="3014663" y="2679700"/>
          <p14:tracePt t="12964" x="3038475" y="2671763"/>
          <p14:tracePt t="12980" x="3062288" y="2640013"/>
          <p14:tracePt t="13010" x="3076575" y="2624138"/>
          <p14:tracePt t="13040" x="3084513" y="2593975"/>
          <p14:tracePt t="13070" x="3124200" y="2530475"/>
          <p14:tracePt t="13086" x="3170238" y="2492375"/>
          <p14:tracePt t="13116" x="3194050" y="2476500"/>
          <p14:tracePt t="13175" x="3132138" y="2506663"/>
          <p14:tracePt t="13195" x="3022600" y="2506663"/>
          <p14:tracePt t="13208" x="2921000" y="2498725"/>
          <p14:tracePt t="13228" x="2819400" y="2492375"/>
          <p14:tracePt t="13237" x="2787650" y="2484438"/>
          <p14:tracePt t="13253" x="2709863" y="2468563"/>
          <p14:tracePt t="13267" x="2616200" y="2452688"/>
          <p14:tracePt t="13281" x="2562225" y="2452688"/>
          <p14:tracePt t="13295" x="2530475" y="2444750"/>
          <p14:tracePt t="13370" x="2546350" y="2476500"/>
          <p14:tracePt t="13431" x="2522538" y="2468563"/>
          <p14:tracePt t="13447" x="2490788" y="2476500"/>
          <p14:tracePt t="13474" x="2460625" y="2484438"/>
          <p14:tracePt t="13593" x="2382838" y="2498725"/>
          <p14:tracePt t="13611" x="2343150" y="2506663"/>
          <p14:tracePt t="13629" x="2281238" y="2530475"/>
          <p14:tracePt t="13644" x="2225675" y="2546350"/>
          <p14:tracePt t="13667" x="2171700" y="2578100"/>
          <p14:tracePt t="13674" x="2147888" y="2600325"/>
          <p14:tracePt t="13689" x="2124075" y="2632075"/>
          <p14:tracePt t="13702" x="2108200" y="2655888"/>
          <p14:tracePt t="13717" x="2093913" y="2687638"/>
          <p14:tracePt t="13732" x="2078038" y="2717800"/>
          <p14:tracePt t="13746" x="2078038" y="2749550"/>
          <p14:tracePt t="13761" x="2070100" y="2781300"/>
          <p14:tracePt t="13776" x="2062163" y="2803525"/>
          <p14:tracePt t="13821" x="2038350" y="2811463"/>
          <p14:tracePt t="13848" x="2006600" y="2811463"/>
          <p14:tracePt t="13911" x="1976438" y="2811463"/>
          <p14:tracePt t="13986" x="1960563" y="2835275"/>
          <p14:tracePt t="14015" x="1960563" y="2867025"/>
          <p14:tracePt t="14045" x="1960563" y="2905125"/>
          <p14:tracePt t="14150" x="1928813" y="2905125"/>
          <p14:tracePt t="14330" x="1905000" y="2921000"/>
          <p14:tracePt t="14347" x="1874838" y="2936875"/>
          <p14:tracePt t="14373" x="1843088" y="2944813"/>
          <p14:tracePt t="14380" x="1811338" y="2952750"/>
          <p14:tracePt t="14404" x="1749425" y="2960688"/>
          <p14:tracePt t="14421" x="1717675" y="2968625"/>
          <p14:tracePt t="14439" x="1695450" y="2960688"/>
          <p14:tracePt t="14467" x="1639888" y="2952750"/>
          <p14:tracePt t="14484" x="1616075" y="2936875"/>
          <p14:tracePt t="14510" x="1570038" y="2905125"/>
          <p14:tracePt t="14539" x="1514475" y="2867025"/>
          <p14:tracePt t="14572" x="1460500" y="2835275"/>
          <p14:tracePt t="14588" x="1436688" y="2811463"/>
          <p14:tracePt t="14619" x="1414463" y="2795588"/>
          <p14:tracePt t="14649" x="1350963" y="2773363"/>
          <p14:tracePt t="14721" x="1335088" y="2765425"/>
          <p14:tracePt t="14886" x="1358900" y="2757488"/>
          <p14:tracePt t="14899" x="1390650" y="2749550"/>
          <p14:tracePt t="14912" x="1420813" y="2741613"/>
          <p14:tracePt t="14917" x="1452563" y="2725738"/>
          <p14:tracePt t="15006" x="1468438" y="2693988"/>
          <p14:tracePt t="15038" x="1476375" y="2671763"/>
          <p14:tracePt t="15096" x="1514475" y="2671763"/>
          <p14:tracePt t="15113" x="1546225" y="2671763"/>
          <p14:tracePt t="15186" x="1577975" y="2693988"/>
          <p14:tracePt t="15218" x="1601788" y="2717800"/>
          <p14:tracePt t="15241" x="1616075" y="2781300"/>
          <p14:tracePt t="15265" x="1631950" y="2811463"/>
          <p14:tracePt t="15286" x="1639888" y="2835275"/>
          <p14:tracePt t="15337" x="1663700" y="2819400"/>
          <p14:tracePt t="15353" x="1671638" y="2795588"/>
          <p14:tracePt t="15375" x="1687513" y="2765425"/>
          <p14:tracePt t="15392" x="1709738" y="2741613"/>
          <p14:tracePt t="15397" x="1733550" y="2725738"/>
          <p14:tracePt t="15411" x="1765300" y="2717800"/>
          <p14:tracePt t="15428" x="1797050" y="2709863"/>
          <p14:tracePt t="15441" x="1819275" y="2701925"/>
          <p14:tracePt t="15862" x="1898650" y="2687638"/>
          <p14:tracePt t="15890" x="1968500" y="2679700"/>
          <p14:tracePt t="15954" x="2000250" y="2701925"/>
          <p14:tracePt t="15970" x="2014538" y="2725738"/>
          <p14:tracePt t="15998" x="2014538" y="2781300"/>
          <p14:tracePt t="16027" x="2000250" y="2803525"/>
          <p14:tracePt t="16051" x="1976438" y="2819400"/>
          <p14:tracePt t="16125" x="2000250" y="2803525"/>
          <p14:tracePt t="16154" x="2062163" y="2765425"/>
          <p14:tracePt t="16184" x="2078038" y="2749550"/>
          <p14:tracePt t="16507" x="2108200" y="2717800"/>
          <p14:tracePt t="16525" x="2163763" y="2687638"/>
          <p14:tracePt t="16613" x="2225675" y="2671763"/>
          <p14:tracePt t="16629" x="2249488" y="2663825"/>
          <p14:tracePt t="16703" x="2303463" y="2624138"/>
          <p14:tracePt t="16718" x="2335213" y="2608263"/>
          <p14:tracePt t="16763" x="2366963" y="2600325"/>
          <p14:tracePt t="16839" x="2343150" y="2608263"/>
          <p14:tracePt t="16867" x="2265363" y="2624138"/>
          <p14:tracePt t="16885" x="2225675" y="2632075"/>
          <p14:tracePt t="16908" x="2193925" y="2632075"/>
          <p14:tracePt t="16989" x="2139950" y="2600325"/>
          <p14:tracePt t="17005" x="2108200" y="2593975"/>
          <p14:tracePt t="17028" x="2078038" y="2586038"/>
          <p14:tracePt t="17065" x="2000250" y="2600325"/>
          <p14:tracePt t="17154" x="1890713" y="2647950"/>
          <p14:tracePt t="17170" x="1811338" y="2733675"/>
          <p14:tracePt t="17184" x="1749425" y="2819400"/>
          <p14:tracePt t="17216" x="1616075" y="3022600"/>
          <p14:tracePt t="17245" x="1546225" y="3116263"/>
          <p14:tracePt t="17260" x="1460500" y="3201988"/>
          <p14:tracePt t="17273" x="1366838" y="3273425"/>
          <p14:tracePt t="17300" x="1281113" y="3343275"/>
          <p14:tracePt t="17330" x="1211263" y="3444875"/>
          <p14:tracePt t="17348" x="1147763" y="3538538"/>
          <p14:tracePt t="17365" x="1117600" y="3648075"/>
          <p14:tracePt t="17392" x="1093788" y="3771900"/>
          <p14:tracePt t="17573" x="1131888" y="3873500"/>
          <p14:tracePt t="17663" x="1109663" y="3990975"/>
          <p14:tracePt t="17739" x="1241425" y="4046538"/>
          <p14:tracePt t="17752" x="1374775" y="4062413"/>
          <p14:tracePt t="17767" x="1609725" y="4038600"/>
          <p14:tracePt t="17799" x="1733550" y="3998913"/>
          <p14:tracePt t="17842" x="1851025" y="3944938"/>
          <p14:tracePt t="17920" x="1843088" y="4068763"/>
          <p14:tracePt t="17948" x="1851025" y="4178300"/>
          <p14:tracePt t="18008" x="1936750" y="4271963"/>
          <p14:tracePt t="18055" x="1952625" y="4389438"/>
          <p14:tracePt t="18083" x="1905000" y="4522788"/>
          <p14:tracePt t="18101" x="1851025" y="4640263"/>
          <p14:tracePt t="18116" x="1827213" y="4756150"/>
          <p14:tracePt t="18131" x="1797050" y="4865688"/>
          <p14:tracePt t="18160" x="1765300" y="4983163"/>
          <p14:tracePt t="18188" x="1749425" y="5006975"/>
          <p14:tracePt t="18205" x="1741488" y="5030788"/>
          <p14:tracePt t="18221" x="1687513" y="5146675"/>
          <p14:tracePt t="18249" x="1631950" y="5233988"/>
          <p14:tracePt t="18325" x="1609725" y="5218113"/>
          <p14:tracePt t="18341" x="1514475" y="5154613"/>
          <p14:tracePt t="18400" x="1514475" y="5030788"/>
          <p14:tracePt t="18416" x="1522413" y="5006975"/>
          <p14:tracePt t="18444" x="1585913" y="4897438"/>
          <p14:tracePt t="18462" x="1695450" y="4827588"/>
          <p14:tracePt t="18503" x="1804988" y="4779963"/>
          <p14:tracePt t="18714" x="1811338" y="4654550"/>
          <p14:tracePt t="18738" x="1843088" y="4538663"/>
          <p14:tracePt t="18748" x="1874838" y="4421188"/>
          <p14:tracePt t="18764" x="1912938" y="4303713"/>
          <p14:tracePt t="18777" x="1960563" y="4186238"/>
          <p14:tracePt t="18792" x="2085975" y="4006850"/>
          <p14:tracePt t="18822" x="2163763" y="3913188"/>
          <p14:tracePt t="18838" x="2241550" y="3827463"/>
          <p14:tracePt t="18853" x="2303463" y="3725863"/>
          <p14:tracePt t="18868" x="2351088" y="3624263"/>
          <p14:tracePt t="18911" x="2428875" y="3522663"/>
          <p14:tracePt t="18958" x="2444750" y="3413125"/>
          <p14:tracePt t="19000" x="2468563" y="3295650"/>
          <p14:tracePt t="19048" x="2522538" y="3179763"/>
          <p14:tracePt t="19078" x="2584450" y="3092450"/>
          <p14:tracePt t="19105" x="2679700" y="3014663"/>
          <p14:tracePt t="19194" x="2749550" y="3030538"/>
          <p14:tracePt t="19301" x="2632075" y="3006725"/>
          <p14:tracePt t="19391" x="2538413" y="2936875"/>
          <p14:tracePt t="19421" x="2484438" y="2843213"/>
          <p14:tracePt t="19497" x="2562225" y="2773363"/>
          <p14:tracePt t="19521" x="2671763" y="2679700"/>
          <p14:tracePt t="19528" x="2693988" y="2663825"/>
          <p14:tracePt t="19721" x="2709863" y="2632075"/>
          <p14:tracePt t="19744" x="2733675" y="2608263"/>
          <p14:tracePt t="19753" x="2779713" y="2570163"/>
          <p14:tracePt t="19767" x="2851150" y="2554288"/>
          <p14:tracePt t="19782" x="2913063" y="2546350"/>
          <p14:tracePt t="19840" x="2881313" y="2570163"/>
          <p14:tracePt t="19861" x="2827338" y="2600325"/>
          <p14:tracePt t="19888" x="2787650" y="2608263"/>
          <p14:tracePt t="19947" x="2757488" y="2616200"/>
          <p14:tracePt t="20261" x="2647950" y="2663825"/>
          <p14:tracePt t="20288" x="2530475" y="2693988"/>
          <p14:tracePt t="20324" x="2428875" y="2717800"/>
          <p14:tracePt t="20382" x="2303463" y="2733675"/>
          <p14:tracePt t="20516" x="2187575" y="2717800"/>
          <p14:tracePt t="20623" x="2070100" y="2725738"/>
          <p14:tracePt t="20744" x="1952625" y="2725738"/>
          <p14:tracePt t="21402" x="1851025" y="2795588"/>
          <p14:tracePt t="21433" x="1757363" y="2867025"/>
          <p14:tracePt t="21450" x="1663700" y="2936875"/>
          <p14:tracePt t="21523" x="1554163" y="2984500"/>
          <p14:tracePt t="22078" x="1601788" y="2867025"/>
          <p14:tracePt t="22152" x="1671638" y="2781300"/>
          <p14:tracePt t="22183" x="1781175" y="2725738"/>
          <p14:tracePt t="22243" x="1858963" y="2640013"/>
          <p14:tracePt t="22424" x="1984375" y="2632075"/>
          <p14:tracePt t="22619" x="2116138" y="2624138"/>
          <p14:tracePt t="22709" x="2225675" y="2624138"/>
          <p14:tracePt t="22843" x="2343150" y="2586038"/>
          <p14:tracePt t="23099" x="2436813" y="2492375"/>
          <p14:tracePt t="23354" x="2522538" y="2428875"/>
          <p14:tracePt t="23520" x="2640013" y="2390775"/>
          <p14:tracePt t="23593" x="2749550" y="2351088"/>
          <p14:tracePt t="23878" x="2624138" y="2351088"/>
          <p14:tracePt t="24164" x="2693988" y="2343150"/>
          <p14:tracePt t="24181" x="2733675" y="2335213"/>
          <p14:tracePt t="24210" x="2765425" y="2343150"/>
          <p14:tracePt t="24256" x="2779713" y="2366963"/>
          <p14:tracePt t="24271" x="2795588" y="2398713"/>
          <p14:tracePt t="24288" x="2787650" y="2476500"/>
          <p14:tracePt t="24323" x="2717800" y="2554288"/>
          <p14:tracePt t="24327" x="2632075" y="2586038"/>
          <p14:tracePt t="24337" x="2600325" y="2593975"/>
          <p14:tracePt t="24353" x="2546350" y="2616200"/>
          <p14:tracePt t="24368" x="2436813" y="2647950"/>
          <p14:tracePt t="24382" x="2397125" y="2655888"/>
          <p14:tracePt t="24405" x="2335213" y="2671763"/>
          <p14:tracePt t="24420" x="2303463" y="2679700"/>
          <p14:tracePt t="24435" x="2241550" y="2693988"/>
          <p14:tracePt t="24450" x="2193925" y="2701925"/>
          <p14:tracePt t="24467" x="2139950" y="2741613"/>
          <p14:tracePt t="24495" x="2124075" y="2803525"/>
          <p14:tracePt t="24510" x="2116138" y="2843213"/>
          <p14:tracePt t="24526" x="2093913" y="2874963"/>
          <p14:tracePt t="24541" x="2070100" y="2905125"/>
          <p14:tracePt t="24644" x="2078038" y="2874963"/>
          <p14:tracePt t="24675" x="2100263" y="2851150"/>
          <p14:tracePt t="24691" x="2132013" y="2835275"/>
          <p14:tracePt t="24706" x="2163763" y="2843213"/>
          <p14:tracePt t="24826" x="2171700" y="2874963"/>
          <p14:tracePt t="24858" x="2163763" y="2913063"/>
          <p14:tracePt t="24884" x="2124075" y="2998788"/>
          <p14:tracePt t="24916" x="2132013" y="3022600"/>
          <p14:tracePt t="24945" x="2139950" y="3054350"/>
          <p14:tracePt t="24962" x="2132013" y="3086100"/>
          <p14:tracePt t="24987" x="2124075" y="3116263"/>
          <p14:tracePt t="24995" x="2100263" y="3140075"/>
          <p14:tracePt t="25011" x="2093913" y="3171825"/>
          <p14:tracePt t="25215" x="2093913" y="3140075"/>
          <p14:tracePt t="25247" x="2108200" y="3108325"/>
          <p14:tracePt t="25275" x="2093913" y="3078163"/>
          <p14:tracePt t="25350" x="2116138" y="3054350"/>
          <p14:tracePt t="25381" x="2124075" y="3030538"/>
          <p14:tracePt t="25404" x="2132013" y="3014663"/>
          <p14:tracePt t="25576" x="2163763" y="3006725"/>
          <p14:tracePt t="25622" x="2187575" y="2990850"/>
          <p14:tracePt t="25650" x="2217738" y="2960688"/>
          <p14:tracePt t="25680" x="2249488" y="2944813"/>
          <p14:tracePt t="25698" x="2281238" y="2921000"/>
          <p14:tracePt t="25756" x="2343150" y="2890838"/>
          <p14:tracePt t="25785" x="2397125" y="2867025"/>
          <p14:tracePt t="25816" x="2460625" y="2859088"/>
          <p14:tracePt t="25891" x="2498725" y="2843213"/>
          <p14:tracePt t="25908" x="2522538" y="2843213"/>
          <p14:tracePt t="25967" x="2554288" y="2851150"/>
          <p14:tracePt t="26101" x="2530475" y="2874963"/>
          <p14:tracePt t="26148" x="2514600" y="2905125"/>
          <p14:tracePt t="26192" x="2498725" y="2921000"/>
          <p14:tracePt t="26312" x="2484438" y="2952750"/>
          <p14:tracePt t="26342" x="2460625" y="2968625"/>
          <p14:tracePt t="26358" x="2436813" y="2990850"/>
          <p14:tracePt t="26386" x="2405063" y="3006725"/>
          <p14:tracePt t="26402" x="2351088" y="3022600"/>
          <p14:tracePt t="26423" x="2295525" y="3030538"/>
          <p14:tracePt t="26442" x="2241550" y="3038475"/>
          <p14:tracePt t="26478" x="2139950" y="3054350"/>
          <p14:tracePt t="26499" x="2108200" y="3062288"/>
          <p14:tracePt t="26533" x="2062163" y="3062288"/>
          <p14:tracePt t="26546" x="2038350" y="3062288"/>
          <p14:tracePt t="26554" x="2014538" y="3062288"/>
          <p14:tracePt t="26599" x="1984375" y="3046413"/>
          <p14:tracePt t="26621" x="1952625" y="3038475"/>
          <p14:tracePt t="27332" x="2014538" y="2990850"/>
          <p14:tracePt t="27351" x="2116138" y="2944813"/>
          <p14:tracePt t="27368" x="2147888" y="2936875"/>
          <p14:tracePt t="27527" x="2179638" y="2952750"/>
          <p14:tracePt t="27542" x="2209800" y="2968625"/>
          <p14:tracePt t="27556" x="2241550" y="2968625"/>
          <p14:tracePt t="27572" x="2265363" y="2968625"/>
          <p14:tracePt t="27662" x="2289175" y="2952750"/>
          <p14:tracePt t="27782" x="2225675" y="2921000"/>
          <p14:tracePt t="27800" x="2193925" y="2921000"/>
          <p14:tracePt t="27814" x="2147888" y="2921000"/>
          <p14:tracePt t="27829" x="2108200" y="2928938"/>
          <p14:tracePt t="28220" x="2147888" y="2928938"/>
          <p14:tracePt t="28243" x="2171700" y="2928938"/>
          <p14:tracePt t="28251" x="2209800" y="2921000"/>
          <p14:tracePt t="28266" x="2241550" y="2921000"/>
          <p14:tracePt t="28308" x="2281238" y="2905125"/>
          <p14:tracePt t="28323" x="2303463" y="2890838"/>
          <p14:tracePt t="28340" x="2327275" y="2882900"/>
          <p14:tracePt t="28383" x="2389188" y="2890838"/>
          <p14:tracePt t="28431" x="2420938" y="2882900"/>
          <p14:tracePt t="28489" x="2452688" y="2859088"/>
          <p14:tracePt t="28510" x="2484438" y="2843213"/>
          <p14:tracePt t="28684" x="2452688" y="2867025"/>
          <p14:tracePt t="28702" x="2428875" y="2882900"/>
          <p14:tracePt t="28715" x="2405063" y="2890838"/>
          <p14:tracePt t="28732" x="2382838" y="2905125"/>
          <p14:tracePt t="28749" x="2359025" y="2905125"/>
          <p14:tracePt t="28777" x="2257425" y="2952750"/>
          <p14:tracePt t="28791" x="2187575" y="2968625"/>
          <p14:tracePt t="28808" x="2155825" y="2976563"/>
          <p14:tracePt t="28822" x="2124075" y="2984500"/>
          <p14:tracePt t="28843" x="2100263" y="2984500"/>
          <p14:tracePt t="29074" x="1984375" y="2990850"/>
          <p14:tracePt t="29524" x="2038350" y="2960688"/>
          <p14:tracePt t="29555" x="2070100" y="2928938"/>
          <p14:tracePt t="29579" x="2093913" y="2921000"/>
          <p14:tracePt t="29602" x="2132013" y="2913063"/>
          <p14:tracePt t="29622" x="2163763" y="2913063"/>
          <p14:tracePt t="29647" x="2201863" y="2913063"/>
          <p14:tracePt t="29719" x="2233613" y="2921000"/>
          <p14:tracePt t="29749" x="2265363" y="2936875"/>
          <p14:tracePt t="29838" x="2295525" y="2944813"/>
          <p14:tracePt t="29901" x="2295525" y="2968625"/>
          <p14:tracePt t="29928" x="2311400" y="2998788"/>
          <p14:tracePt t="30320" x="2281238" y="2998788"/>
          <p14:tracePt t="30337" x="2241550" y="3006725"/>
          <p14:tracePt t="30364" x="2187575" y="3014663"/>
          <p14:tracePt t="30426" x="2124075" y="2990850"/>
          <p14:tracePt t="30545" x="2093913" y="2984500"/>
          <p14:tracePt t="30606" x="2155825" y="2976563"/>
          <p14:tracePt t="30638" x="2201863" y="2960688"/>
          <p14:tracePt t="30659" x="2233613" y="2960688"/>
          <p14:tracePt t="30727" x="2265363" y="2952750"/>
          <p14:tracePt t="30831" x="2311400" y="2905125"/>
          <p14:tracePt t="30847" x="2319338" y="2882900"/>
          <p14:tracePt t="30869" x="2327275" y="2819400"/>
          <p14:tracePt t="30886" x="2327275" y="2781300"/>
          <p14:tracePt t="30891" x="2327275" y="2749550"/>
          <p14:tracePt t="30906" x="2335213" y="2701925"/>
          <p14:tracePt t="30998" x="2382838" y="2600325"/>
          <p14:tracePt t="31056" x="2570163" y="2476500"/>
          <p14:tracePt t="31086" x="2592388" y="2492375"/>
          <p14:tracePt t="31132" x="2640013" y="2522538"/>
          <p14:tracePt t="31154" x="2663825" y="2538413"/>
          <p14:tracePt t="31164" x="2686050" y="2562225"/>
          <p14:tracePt t="31189" x="2717800" y="2578100"/>
          <p14:tracePt t="31196" x="2779713" y="2600325"/>
          <p14:tracePt t="31223" x="2819400" y="2624138"/>
          <p14:tracePt t="31234" x="2897188" y="2687638"/>
          <p14:tracePt t="31246" x="2913063" y="2709863"/>
          <p14:tracePt t="31262" x="2928938" y="2749550"/>
          <p14:tracePt t="31279" x="2944813" y="2851150"/>
          <p14:tracePt t="31284" x="2944813" y="2882900"/>
          <p14:tracePt t="31298" x="2928938" y="2913063"/>
          <p14:tracePt t="31310" x="2913063" y="2952750"/>
          <p14:tracePt t="31325" x="2874963" y="2998788"/>
          <p14:tracePt t="31338" x="2835275" y="3046413"/>
          <p14:tracePt t="31360" x="2811463" y="3070225"/>
          <p14:tracePt t="31386" x="2725738" y="3108325"/>
          <p14:tracePt t="31402" x="2608263" y="3132138"/>
          <p14:tracePt t="31417" x="2546350" y="3140075"/>
          <p14:tracePt t="31430" x="2514600" y="3140075"/>
          <p14:tracePt t="31450" x="2444750" y="3124200"/>
          <p14:tracePt t="31470" x="2420938" y="3108325"/>
          <p14:tracePt t="31476" x="2366963" y="3086100"/>
          <p14:tracePt t="31489" x="2327275" y="3078163"/>
          <p14:tracePt t="31506" x="2257425" y="3054350"/>
          <p14:tracePt t="31537" x="2233613" y="3022600"/>
          <p14:tracePt t="31562" x="2217738" y="2998788"/>
          <p14:tracePt t="31687" x="2257425" y="2882900"/>
          <p14:tracePt t="31748" x="2303463" y="2789238"/>
          <p14:tracePt t="31775" x="2436813" y="2679700"/>
          <p14:tracePt t="31791" x="2484438" y="2647950"/>
          <p14:tracePt t="31808" x="2530475" y="2632075"/>
          <p14:tracePt t="31824" x="2562225" y="2624138"/>
          <p14:tracePt t="31858" x="2592388" y="2616200"/>
          <p14:tracePt t="31886" x="2655888" y="2608263"/>
          <p14:tracePt t="31920" x="2725738" y="2616200"/>
          <p14:tracePt t="31971" x="2757488" y="2632075"/>
          <p14:tracePt t="32003" x="2787650" y="2647950"/>
          <p14:tracePt t="32020" x="2819400" y="2655888"/>
          <p14:tracePt t="32035" x="2843213" y="2671763"/>
          <p14:tracePt t="32060" x="2867025" y="2687638"/>
          <p14:tracePt t="32074" x="2881313" y="2709863"/>
          <p14:tracePt t="32079" x="2897188" y="2741613"/>
          <p14:tracePt t="32125" x="2889250" y="2773363"/>
          <p14:tracePt t="32138" x="2897188" y="2803525"/>
          <p14:tracePt t="32183" x="2881313" y="2835275"/>
          <p14:tracePt t="32214" x="2867025" y="2859088"/>
          <p14:tracePt t="32258" x="2843213" y="2882900"/>
          <p14:tracePt t="32287" x="2811463" y="2890838"/>
          <p14:tracePt t="32347" x="2787650" y="2882900"/>
          <p14:tracePt t="32374" x="2757488" y="2874963"/>
          <p14:tracePt t="32408" x="2717800" y="2874963"/>
          <p14:tracePt t="32426" x="2686050" y="2882900"/>
          <p14:tracePt t="32450" x="2663825" y="2882900"/>
          <p14:tracePt t="32482" x="2592388" y="2882900"/>
          <p14:tracePt t="32498" x="2562225" y="2890838"/>
          <p14:tracePt t="32515" x="2444750" y="2905125"/>
          <p14:tracePt t="32617" x="2319338" y="2928938"/>
          <p14:tracePt t="32811" x="2209800" y="2952750"/>
          <p14:tracePt t="32977" x="2100263" y="2976563"/>
          <p14:tracePt t="33037" x="1984375" y="3006725"/>
          <p14:tracePt t="33549" x="2108200" y="3030538"/>
          <p14:tracePt t="33565" x="2187575" y="3038475"/>
          <p14:tracePt t="33586" x="2241550" y="3046413"/>
          <p14:tracePt t="33865" x="2351088" y="3006725"/>
          <p14:tracePt t="33952" x="2460625" y="2952750"/>
          <p14:tracePt t="34299" x="2584450" y="2952750"/>
          <p14:tracePt t="34314" x="2725738" y="2960688"/>
          <p14:tracePt t="34338" x="2765425" y="2952750"/>
          <p14:tracePt t="34538" x="2881313" y="2960688"/>
          <p14:tracePt t="34585" x="2998788" y="2944813"/>
          <p14:tracePt t="34639" x="3116263" y="2936875"/>
          <p14:tracePt t="34676" x="3233738" y="2944813"/>
          <p14:tracePt t="34703" x="3359150" y="2944813"/>
          <p14:tracePt t="34733" x="3475038" y="2921000"/>
          <p14:tracePt t="34779" x="3584575" y="2928938"/>
          <p14:tracePt t="34826" x="3702050" y="2952750"/>
          <p14:tracePt t="34854" x="3803650" y="2998788"/>
          <p14:tracePt t="34873" x="3873500" y="3038475"/>
          <p14:tracePt t="34886" x="3959225" y="3148013"/>
          <p14:tracePt t="34901" x="3975100" y="3179763"/>
          <p14:tracePt t="34944" x="4030663" y="3155950"/>
          <p14:tracePt t="35216" x="3990975" y="3038475"/>
          <p14:tracePt t="35275" x="3905250" y="2952750"/>
          <p14:tracePt t="35621" x="4030663" y="2968625"/>
          <p14:tracePt t="35668" x="4146550" y="2960688"/>
          <p14:tracePt t="35695" x="4241800" y="2960688"/>
          <p14:tracePt t="35713" x="4319588" y="2984500"/>
          <p14:tracePt t="35737" x="4365625" y="2990850"/>
          <p14:tracePt t="35756" x="4459288" y="3038475"/>
          <p14:tracePt t="35776" x="4530725" y="3062288"/>
          <p14:tracePt t="35785" x="4560888" y="3062288"/>
          <p14:tracePt t="35800" x="4592638" y="3054350"/>
          <p14:tracePt t="35833" x="4662488" y="3070225"/>
          <p14:tracePt t="35906" x="4710113" y="3078163"/>
          <p14:tracePt t="35923" x="4740275" y="3078163"/>
          <p14:tracePt t="35937" x="4764088" y="3092450"/>
          <p14:tracePt t="35952" x="4787900" y="3108325"/>
          <p14:tracePt t="35978" x="4865688" y="3108325"/>
          <p14:tracePt t="35996" x="4897438" y="3108325"/>
          <p14:tracePt t="36010" x="4927600" y="3100388"/>
          <p14:tracePt t="36026" x="4967288" y="3100388"/>
          <p14:tracePt t="36072" x="5029200" y="3092450"/>
          <p14:tracePt t="36130" x="5053013" y="3070225"/>
          <p14:tracePt t="36159" x="5053013" y="3030538"/>
          <p14:tracePt t="36206" x="5084763" y="2944813"/>
          <p14:tracePt t="36221" x="5092700" y="2874963"/>
          <p14:tracePt t="36236" x="5092700" y="2835275"/>
          <p14:tracePt t="36250" x="5084763" y="2803525"/>
          <p14:tracePt t="36296" x="5068888" y="2867025"/>
          <p14:tracePt t="36314" x="5060950" y="2905125"/>
          <p14:tracePt t="36327" x="5029200" y="2928938"/>
          <p14:tracePt t="36343" x="4975225" y="2960688"/>
          <p14:tracePt t="36359" x="4913313" y="2968625"/>
          <p14:tracePt t="36382" x="4881563" y="2968625"/>
          <p14:tracePt t="36388" x="4849813" y="2960688"/>
          <p14:tracePt t="36405" x="4811713" y="2960688"/>
          <p14:tracePt t="36431" x="4670425" y="2952750"/>
          <p14:tracePt t="36446" x="4545013" y="2944813"/>
          <p14:tracePt t="36460" x="4397375" y="2936875"/>
          <p14:tracePt t="36476" x="4225925" y="2921000"/>
          <p14:tracePt t="36502" x="4170363" y="2921000"/>
          <p14:tracePt t="36517" x="4116388" y="2928938"/>
          <p14:tracePt t="36524" x="4022725" y="2952750"/>
          <p14:tracePt t="36537" x="3889375" y="2968625"/>
          <p14:tracePt t="36552" x="3851275" y="2968625"/>
          <p14:tracePt t="36579" x="3725863" y="2944813"/>
          <p14:tracePt t="36597" x="3608388" y="2936875"/>
          <p14:tracePt t="36627" x="3490913" y="2944813"/>
          <p14:tracePt t="36644" x="3381375" y="2952750"/>
          <p14:tracePt t="36681" x="3265488" y="2936875"/>
          <p14:tracePt t="36699" x="3148013" y="2921000"/>
          <p14:tracePt t="36723" x="3022600" y="2921000"/>
          <p14:tracePt t="36734" x="2897188" y="2905125"/>
          <p14:tracePt t="36771" x="2779713" y="2897188"/>
          <p14:tracePt t="36783" x="2663825" y="2890838"/>
          <p14:tracePt t="36873" x="2546350" y="2921000"/>
          <p14:tracePt t="36957" x="2436813" y="2976563"/>
          <p14:tracePt t="36986" x="2327275" y="3006725"/>
          <p14:tracePt t="37084" x="2217738" y="3062288"/>
          <p14:tracePt t="37361" x="2428875" y="3092450"/>
          <p14:tracePt t="37379" x="2490788" y="3100388"/>
          <p14:tracePt t="37422" x="2554288" y="3086100"/>
          <p14:tracePt t="37438" x="2616200" y="3070225"/>
          <p14:tracePt t="37455" x="2733675" y="3054350"/>
          <p14:tracePt t="37470" x="2811463" y="3054350"/>
          <p14:tracePt t="37515" x="2867025" y="3078163"/>
          <p14:tracePt t="37601" x="2982913" y="3086100"/>
          <p14:tracePt t="37635" x="3100388" y="3070225"/>
          <p14:tracePt t="37675" x="3217863" y="3062288"/>
          <p14:tracePt t="37737" x="3335338" y="3046413"/>
          <p14:tracePt t="37827" x="3452813" y="3038475"/>
          <p14:tracePt t="38037" x="3560763" y="3078163"/>
          <p14:tracePt t="38054" x="3662363" y="3108325"/>
          <p14:tracePt t="38070" x="3779838" y="3148013"/>
          <p14:tracePt t="38084" x="3851275" y="3171825"/>
          <p14:tracePt t="38099" x="3873500" y="3179763"/>
          <p14:tracePt t="38233" x="3857625" y="3201988"/>
          <p14:tracePt t="38322" x="3827463" y="3186113"/>
          <p14:tracePt t="38412" x="3709988" y="3155950"/>
          <p14:tracePt t="38441" x="3592513" y="3132138"/>
          <p14:tracePt t="38742" x="3475038" y="3132138"/>
          <p14:tracePt t="38787" x="3359150" y="3140075"/>
          <p14:tracePt t="38818" x="3233738" y="3155950"/>
          <p14:tracePt t="38998" x="3201988" y="3148013"/>
          <p14:tracePt t="39029" x="3194050" y="3124200"/>
          <p14:tracePt t="39299" x="3257550" y="3038475"/>
          <p14:tracePt t="39315" x="3311525" y="2976563"/>
          <p14:tracePt t="39343" x="3475038" y="2928938"/>
          <p14:tracePt t="39360" x="3514725" y="2928938"/>
          <p14:tracePt t="39376" x="3632200" y="2913063"/>
          <p14:tracePt t="39390" x="3702050" y="2921000"/>
          <p14:tracePt t="39413" x="3733800" y="2921000"/>
          <p14:tracePt t="39431" x="3857625" y="2960688"/>
          <p14:tracePt t="39440" x="3897313" y="2968625"/>
          <p14:tracePt t="39449" x="3959225" y="2990850"/>
          <p14:tracePt t="39465" x="4022725" y="3030538"/>
          <p14:tracePt t="39477" x="4092575" y="3092450"/>
          <p14:tracePt t="39496" x="4124325" y="3155950"/>
          <p14:tracePt t="39512" x="4170363" y="3241675"/>
          <p14:tracePt t="39534" x="4178300" y="3273425"/>
          <p14:tracePt t="39540" x="4210050" y="3319463"/>
          <p14:tracePt t="39599" x="4186238" y="3335338"/>
          <p14:tracePt t="39615" x="4124325" y="3343275"/>
          <p14:tracePt t="39629" x="4060825" y="3327400"/>
          <p14:tracePt t="39645" x="3959225" y="3295650"/>
          <p14:tracePt t="39658" x="3873500" y="3249613"/>
          <p14:tracePt t="39686" x="3795713" y="3186113"/>
          <p14:tracePt t="39702" x="3749675" y="3132138"/>
          <p14:tracePt t="39707" x="3717925" y="3078163"/>
          <p14:tracePt t="39722" x="3717925" y="3038475"/>
          <p14:tracePt t="39736" x="3733800" y="2960688"/>
          <p14:tracePt t="39751" x="3771900" y="2867025"/>
          <p14:tracePt t="39765" x="3827463" y="2781300"/>
          <p14:tracePt t="39779" x="3881438" y="2717800"/>
          <p14:tracePt t="39795" x="3951288" y="2655888"/>
          <p14:tracePt t="39809" x="4014788" y="2608263"/>
          <p14:tracePt t="39824" x="4084638" y="2554288"/>
          <p14:tracePt t="39838" x="4146550" y="2514600"/>
          <p14:tracePt t="39857" x="4178300" y="2506663"/>
          <p14:tracePt t="39871" x="4217988" y="2506663"/>
          <p14:tracePt t="39900" x="4357688" y="2570163"/>
          <p14:tracePt t="39915" x="4437063" y="2624138"/>
          <p14:tracePt t="39927" x="4483100" y="2671763"/>
          <p14:tracePt t="39942" x="4522788" y="2687638"/>
          <p14:tracePt t="39957" x="4616450" y="2741613"/>
          <p14:tracePt t="39974" x="4646613" y="2749550"/>
          <p14:tracePt t="39989" x="4694238" y="2795588"/>
          <p14:tracePt t="40022" x="4725988" y="2882900"/>
          <p14:tracePt t="40036" x="4718050" y="2944813"/>
          <p14:tracePt t="40051" x="4710113" y="2976563"/>
          <p14:tracePt t="40083" x="4694238" y="2990850"/>
          <p14:tracePt t="40095" x="4670425" y="3014663"/>
          <p14:tracePt t="40107" x="4632325" y="3054350"/>
          <p14:tracePt t="40129" x="4576763" y="3092450"/>
          <p14:tracePt t="40150" x="4522788" y="3124200"/>
          <p14:tracePt t="40169" x="4491038" y="3132138"/>
          <p14:tracePt t="40185" x="4467225" y="3155950"/>
          <p14:tracePt t="40199" x="4413250" y="3194050"/>
          <p14:tracePt t="40212" x="4357688" y="3209925"/>
          <p14:tracePt t="40230" x="4295775" y="3209925"/>
          <p14:tracePt t="40257" x="4178300" y="3148013"/>
          <p14:tracePt t="40274" x="4162425" y="3124200"/>
          <p14:tracePt t="40289" x="4124325" y="3062288"/>
          <p14:tracePt t="40306" x="4100513" y="3006725"/>
          <p14:tracePt t="40323" x="4076700" y="2913063"/>
          <p14:tracePt t="40337" x="4076700" y="2882900"/>
          <p14:tracePt t="40351" x="4108450" y="2835275"/>
          <p14:tracePt t="40363" x="4124325" y="2803525"/>
          <p14:tracePt t="40374" x="4140200" y="2781300"/>
          <p14:tracePt t="40395" x="4202113" y="2725738"/>
          <p14:tracePt t="40410" x="4256088" y="2687638"/>
          <p14:tracePt t="40424" x="4311650" y="2647950"/>
          <p14:tracePt t="40453" x="4357688" y="2608263"/>
          <p14:tracePt t="40484" x="4413250" y="2593975"/>
          <p14:tracePt t="40500" x="4451350" y="2608263"/>
          <p14:tracePt t="40528" x="4530725" y="2671763"/>
          <p14:tracePt t="40546" x="4608513" y="2757488"/>
          <p14:tracePt t="40560" x="4638675" y="2827338"/>
          <p14:tracePt t="40573" x="4678363" y="2936875"/>
          <p14:tracePt t="40591" x="4686300" y="2968625"/>
          <p14:tracePt t="40608" x="4694238" y="3022600"/>
          <p14:tracePt t="40630" x="4678363" y="3092450"/>
          <p14:tracePt t="40636" x="4662488" y="3116263"/>
          <p14:tracePt t="40648" x="4632325" y="3163888"/>
          <p14:tracePt t="40663" x="4576763" y="3194050"/>
          <p14:tracePt t="40688" x="4514850" y="3217863"/>
          <p14:tracePt t="40695" x="4451350" y="3241675"/>
          <p14:tracePt t="40708" x="4413250" y="3233738"/>
          <p14:tracePt t="40726" x="4381500" y="3233738"/>
          <p14:tracePt t="40738" x="4319588" y="3217863"/>
          <p14:tracePt t="40753" x="4287838" y="3201988"/>
          <p14:tracePt t="40770" x="4178300" y="3116263"/>
          <p14:tracePt t="40785" x="4154488" y="3100388"/>
          <p14:tracePt t="40802" x="4068763" y="3022600"/>
          <p14:tracePt t="40822" x="4046538" y="2998788"/>
          <p14:tracePt t="40831" x="4030663" y="2984500"/>
          <p14:tracePt t="40857" x="4030663" y="2952750"/>
          <p14:tracePt t="40888" x="4092575" y="2811463"/>
          <p14:tracePt t="40899" x="4186238" y="2749550"/>
          <p14:tracePt t="40913" x="4303713" y="2709863"/>
          <p14:tracePt t="40927" x="4373563" y="2679700"/>
          <p14:tracePt t="40941" x="4483100" y="2647950"/>
          <p14:tracePt t="40965" x="4545013" y="2640013"/>
          <p14:tracePt t="40982" x="4624388" y="2632075"/>
          <p14:tracePt t="40997" x="4686300" y="2632075"/>
          <p14:tracePt t="41012" x="4764088" y="2655888"/>
          <p14:tracePt t="41032" x="4819650" y="2693988"/>
          <p14:tracePt t="41042" x="4865688" y="2733675"/>
          <p14:tracePt t="41056" x="4889500" y="2795588"/>
          <p14:tracePt t="41071" x="4889500" y="2867025"/>
          <p14:tracePt t="41086" x="4881563" y="2976563"/>
          <p14:tracePt t="41100" x="4865688" y="3030538"/>
          <p14:tracePt t="41116" x="4833938" y="3132138"/>
          <p14:tracePt t="41129" x="4795838" y="3217863"/>
          <p14:tracePt t="41148" x="4756150" y="3281363"/>
          <p14:tracePt t="41163" x="4718050" y="3327400"/>
          <p14:tracePt t="41185" x="4670425" y="3359150"/>
          <p14:tracePt t="41192" x="4608513" y="3381375"/>
          <p14:tracePt t="41208" x="4491038" y="3381375"/>
          <p14:tracePt t="41222" x="4357688" y="3351213"/>
          <p14:tracePt t="41241" x="4194175" y="3303588"/>
          <p14:tracePt t="41253" x="4068763" y="3233738"/>
          <p14:tracePt t="41268" x="4030663" y="3194050"/>
          <p14:tracePt t="41282" x="4006850" y="3132138"/>
          <p14:tracePt t="41296" x="3975100" y="3078163"/>
          <p14:tracePt t="41312" x="3929063" y="3014663"/>
          <p14:tracePt t="41329" x="3889375" y="2960688"/>
          <p14:tracePt t="41342" x="3873500" y="2882900"/>
          <p14:tracePt t="41357" x="3881438" y="2789238"/>
          <p14:tracePt t="41369" x="3959225" y="2725738"/>
          <p14:tracePt t="41401" x="4076700" y="2663825"/>
          <p14:tracePt t="41414" x="4178300" y="2632075"/>
          <p14:tracePt t="41441" x="4287838" y="2624138"/>
          <p14:tracePt t="41447" x="4365625" y="2624138"/>
          <p14:tracePt t="41463" x="4451350" y="2647950"/>
          <p14:tracePt t="41476" x="4530725" y="2671763"/>
          <p14:tracePt t="41494" x="4552950" y="2679700"/>
          <p14:tracePt t="41509" x="4632325" y="2765425"/>
          <p14:tracePt t="41526" x="4654550" y="2827338"/>
          <p14:tracePt t="41538" x="4670425" y="2944813"/>
          <p14:tracePt t="41550" x="4678363" y="3046413"/>
          <p14:tracePt t="41576" x="4670425" y="3163888"/>
          <p14:tracePt t="41584" x="4638675" y="3265488"/>
          <p14:tracePt t="41605" x="4576763" y="3335338"/>
          <p14:tracePt t="41613" x="4483100" y="3367088"/>
          <p14:tracePt t="41629" x="4357688" y="3375025"/>
          <p14:tracePt t="41652" x="4202113" y="3351213"/>
          <p14:tracePt t="41664" x="4060825" y="3303588"/>
          <p14:tracePt t="41671" x="3998913" y="3273425"/>
          <p14:tracePt t="41687" x="3951288" y="3233738"/>
          <p14:tracePt t="41703" x="3921125" y="3179763"/>
          <p14:tracePt t="41717" x="3913188" y="3140075"/>
          <p14:tracePt t="41732" x="3921125" y="3108325"/>
          <p14:tracePt t="41746" x="3937000" y="3070225"/>
          <p14:tracePt t="41763" x="3975100" y="3014663"/>
          <p14:tracePt t="41777" x="3990975" y="2998788"/>
          <p14:tracePt t="41807" x="4022725" y="2984500"/>
          <p14:tracePt t="41835" x="4038600" y="2960688"/>
          <p14:tracePt t="41847" x="4060825" y="2944813"/>
          <p14:tracePt t="41867" x="4076700" y="2921000"/>
          <p14:tracePt t="42016" x="4068763" y="2890838"/>
          <p14:tracePt t="42077" x="4068763" y="2859088"/>
          <p14:tracePt t="42092" x="4068763" y="2827338"/>
          <p14:tracePt t="42121" x="4092575" y="2803525"/>
          <p14:tracePt t="42138" x="4116388" y="2789238"/>
          <p14:tracePt t="42153" x="4170363" y="2757488"/>
          <p14:tracePt t="42167" x="4202113" y="2749550"/>
          <p14:tracePt t="42181" x="4233863" y="2733675"/>
          <p14:tracePt t="42214" x="4271963" y="2725738"/>
          <p14:tracePt t="42242" x="4303713" y="2717800"/>
          <p14:tracePt t="42268" x="4357688" y="2701925"/>
          <p14:tracePt t="42295" x="4389438" y="2709863"/>
          <p14:tracePt t="42310" x="4413250" y="2733675"/>
          <p14:tracePt t="42320" x="4467225" y="2781300"/>
          <p14:tracePt t="42332" x="4498975" y="2795588"/>
          <p14:tracePt t="42348" x="4592638" y="2827338"/>
          <p14:tracePt t="42386" x="4624388" y="2827338"/>
          <p14:tracePt t="42419" x="4646613" y="2851150"/>
          <p14:tracePt t="42425" x="4662488" y="2882900"/>
          <p14:tracePt t="42439" x="4662488" y="2960688"/>
          <p14:tracePt t="42454" x="4646613" y="3022600"/>
          <p14:tracePt t="42469" x="4632325" y="3086100"/>
          <p14:tracePt t="42483" x="4632325" y="3116263"/>
          <p14:tracePt t="42498" x="4616450" y="3140075"/>
          <p14:tracePt t="42514" x="4592638" y="3155950"/>
          <p14:tracePt t="42527" x="4568825" y="3179763"/>
          <p14:tracePt t="42541" x="4545013" y="3194050"/>
          <p14:tracePt t="42556" x="4522788" y="3201988"/>
          <p14:tracePt t="42575" x="4459288" y="3233738"/>
          <p14:tracePt t="42589" x="4413250" y="3249613"/>
          <p14:tracePt t="42603" x="4319588" y="3257550"/>
          <p14:tracePt t="42618" x="4210050" y="3233738"/>
          <p14:tracePt t="42632" x="4108450" y="3217863"/>
          <p14:tracePt t="42646" x="4038600" y="3194050"/>
          <p14:tracePt t="42660" x="3944938" y="3155950"/>
          <p14:tracePt t="42689" x="3921125" y="3140075"/>
          <p14:tracePt t="42706" x="3897313" y="3132138"/>
          <p14:tracePt t="42721" x="3865563" y="3124200"/>
          <p14:tracePt t="42737" x="3835400" y="3116263"/>
          <p14:tracePt t="42769" x="3811588" y="3100388"/>
          <p14:tracePt t="42797" x="3779838" y="3046413"/>
          <p14:tracePt t="42825" x="3763963" y="2990850"/>
          <p14:tracePt t="42842" x="3771900" y="2928938"/>
          <p14:tracePt t="42857" x="3787775" y="2851150"/>
          <p14:tracePt t="42873" x="3795713" y="2781300"/>
          <p14:tracePt t="42887" x="3803650" y="2749550"/>
          <p14:tracePt t="42930" x="3795713" y="2717800"/>
          <p14:tracePt t="42992" x="3835400" y="2663825"/>
          <p14:tracePt t="43017" x="3913188" y="2593975"/>
          <p14:tracePt t="43024" x="3944938" y="2562225"/>
          <p14:tracePt t="43046" x="3967163" y="2538413"/>
          <p14:tracePt t="43066" x="4052888" y="2484438"/>
          <p14:tracePt t="43083" x="4170363" y="2420938"/>
          <p14:tracePt t="43099" x="4271963" y="2405063"/>
          <p14:tracePt t="43114" x="4341813" y="2405063"/>
          <p14:tracePt t="43138" x="4365625" y="2413000"/>
          <p14:tracePt t="43146" x="4467225" y="2436813"/>
          <p14:tracePt t="43171" x="4545013" y="2452688"/>
          <p14:tracePt t="43187" x="4616450" y="2460625"/>
          <p14:tracePt t="43198" x="4678363" y="2468563"/>
          <p14:tracePt t="43205" x="4702175" y="2484438"/>
          <p14:tracePt t="43219" x="4725988" y="2498725"/>
          <p14:tracePt t="43233" x="4764088" y="2554288"/>
          <p14:tracePt t="43248" x="4795838" y="2608263"/>
          <p14:tracePt t="43264" x="4819650" y="2647950"/>
          <p14:tracePt t="43281" x="4827588" y="2671763"/>
          <p14:tracePt t="43294" x="4833938" y="2701925"/>
          <p14:tracePt t="43309" x="4841875" y="2733675"/>
          <p14:tracePt t="43352" x="4827588" y="2827338"/>
          <p14:tracePt t="43370" x="4811713" y="2851150"/>
          <p14:tracePt t="43412" x="4803775" y="2882900"/>
          <p14:tracePt t="43444" x="4787900" y="2913063"/>
          <p14:tracePt t="43461" x="4772025" y="2944813"/>
          <p14:tracePt t="43486" x="4756150" y="2968625"/>
          <p14:tracePt t="43495" x="4725988" y="3014663"/>
          <p14:tracePt t="43515" x="4662488" y="3070225"/>
          <p14:tracePt t="43527" x="4632325" y="3086100"/>
          <p14:tracePt t="43543" x="4608513" y="3100388"/>
          <p14:tracePt t="43557" x="4576763" y="3108325"/>
          <p14:tracePt t="43565" x="4552950" y="3124200"/>
          <p14:tracePt t="43579" x="4506913" y="3171825"/>
          <p14:tracePt t="43615" x="4483100" y="3179763"/>
          <p14:tracePt t="43625" x="4421188" y="3186113"/>
          <p14:tracePt t="43638" x="4357688" y="3194050"/>
          <p14:tracePt t="43661" x="4327525" y="3194050"/>
          <p14:tracePt t="43670" x="4303713" y="3194050"/>
          <p14:tracePt t="43685" x="4271963" y="3194050"/>
          <p14:tracePt t="43699" x="4217988" y="3186113"/>
          <p14:tracePt t="43714" x="4178300" y="3179763"/>
          <p14:tracePt t="43727" x="4154488" y="3171825"/>
          <p14:tracePt t="43745" x="4084638" y="3140075"/>
          <p14:tracePt t="43760" x="4006850" y="3100388"/>
          <p14:tracePt t="43776" x="3975100" y="3086100"/>
          <p14:tracePt t="43800" x="3951288" y="3078163"/>
          <p14:tracePt t="43811" x="3929063" y="3062288"/>
          <p14:tracePt t="43839" x="3873500" y="3046413"/>
          <p14:tracePt t="43850" x="3843338" y="3030538"/>
          <p14:tracePt t="43873" x="3827463" y="3014663"/>
          <p14:tracePt t="43891" x="3803650" y="2998788"/>
          <p14:tracePt t="43922" x="3779838" y="2984500"/>
          <p14:tracePt t="43949" x="3756025" y="2960688"/>
          <p14:tracePt t="43956" x="3756025" y="2928938"/>
          <p14:tracePt t="43980" x="3756025" y="2905125"/>
          <p14:tracePt t="43993" x="3763963" y="2803525"/>
          <p14:tracePt t="44027" x="3771900" y="2773363"/>
          <p14:tracePt t="44058" x="3779838" y="2741613"/>
          <p14:tracePt t="44086" x="3811588" y="2687638"/>
          <p14:tracePt t="44101" x="3865563" y="2640013"/>
          <p14:tracePt t="44119" x="3913188" y="2600325"/>
          <p14:tracePt t="44147" x="3967163" y="2562225"/>
          <p14:tracePt t="44166" x="4030663" y="2546350"/>
          <p14:tracePt t="44182" x="4132263" y="2538413"/>
          <p14:tracePt t="44203" x="4241800" y="2546350"/>
          <p14:tracePt t="44214" x="4311650" y="2546350"/>
          <p14:tracePt t="44227" x="4381500" y="2530475"/>
          <p14:tracePt t="44243" x="4413250" y="2522538"/>
          <p14:tracePt t="44257" x="4475163" y="2492375"/>
          <p14:tracePt t="44279" x="4560888" y="2460625"/>
          <p14:tracePt t="44293" x="4592638" y="2452688"/>
          <p14:tracePt t="44298" x="4662488" y="2428875"/>
          <p14:tracePt t="44315" x="4694238" y="2428875"/>
          <p14:tracePt t="44327" x="4756150" y="2428875"/>
          <p14:tracePt t="44341" x="4827588" y="2452688"/>
          <p14:tracePt t="44362" x="4889500" y="2484438"/>
          <p14:tracePt t="44384" x="4951413" y="2506663"/>
          <p14:tracePt t="44406" x="5006975" y="2546350"/>
          <p14:tracePt t="44421" x="5029200" y="2570163"/>
          <p14:tracePt t="44435" x="5076825" y="2608263"/>
          <p14:tracePt t="44449" x="5092700" y="2632075"/>
          <p14:tracePt t="44465" x="5122863" y="2687638"/>
          <p14:tracePt t="44481" x="5130800" y="2709863"/>
          <p14:tracePt t="44520" x="5130800" y="2741613"/>
          <p14:tracePt t="44539" x="5092700" y="2789238"/>
          <p14:tracePt t="44555" x="5037138" y="2811463"/>
          <p14:tracePt t="44569" x="5006975" y="2827338"/>
          <p14:tracePt t="44584" x="4951413" y="2859088"/>
          <p14:tracePt t="44598" x="4897438" y="2890838"/>
          <p14:tracePt t="44612" x="4873625" y="2897188"/>
          <p14:tracePt t="44629" x="4841875" y="2913063"/>
          <p14:tracePt t="44643" x="4756150" y="2921000"/>
          <p14:tracePt t="44660" x="4686300" y="2913063"/>
          <p14:tracePt t="44676" x="4530725" y="2882900"/>
          <p14:tracePt t="44690" x="4498975" y="2867025"/>
          <p14:tracePt t="44733" x="4475163" y="2851150"/>
          <p14:tracePt t="44754" x="4437063" y="2819400"/>
          <p14:tracePt t="44793" x="4349750" y="2749550"/>
          <p14:tracePt t="44928" x="4405313" y="2679700"/>
          <p14:tracePt t="44946" x="4506913" y="2608263"/>
          <p14:tracePt t="44960" x="4638675" y="2600325"/>
          <p14:tracePt t="44978" x="4678363" y="2608263"/>
          <p14:tracePt t="45003" x="4748213" y="2640013"/>
          <p14:tracePt t="45012" x="4833938" y="2693988"/>
          <p14:tracePt t="45021" x="4889500" y="2749550"/>
          <p14:tracePt t="45032" x="4943475" y="2803525"/>
          <p14:tracePt t="45045" x="4967288" y="2827338"/>
          <p14:tracePt t="45061" x="4991100" y="2843213"/>
          <p14:tracePt t="45072" x="4999038" y="2874963"/>
          <p14:tracePt t="45086" x="5014913" y="2905125"/>
          <p14:tracePt t="45109" x="5006975" y="2968625"/>
          <p14:tracePt t="45124" x="4991100" y="3022600"/>
          <p14:tracePt t="45141" x="4959350" y="3078163"/>
          <p14:tracePt t="45156" x="4943475" y="3092450"/>
          <p14:tracePt t="45171" x="4881563" y="3132138"/>
          <p14:tracePt t="45185" x="4819650" y="3155950"/>
          <p14:tracePt t="45199" x="4787900" y="3171825"/>
          <p14:tracePt t="45212" x="4725988" y="3179763"/>
          <p14:tracePt t="45229" x="4694238" y="3179763"/>
          <p14:tracePt t="45243" x="4600575" y="3163888"/>
          <p14:tracePt t="45257" x="4576763" y="3155950"/>
          <p14:tracePt t="45275" x="4522788" y="3124200"/>
          <p14:tracePt t="45291" x="4491038" y="3100388"/>
          <p14:tracePt t="45308" x="4459288" y="3078163"/>
          <p14:tracePt t="45322" x="4413250" y="3038475"/>
          <p14:tracePt t="45334" x="4397375" y="3014663"/>
          <p14:tracePt t="45348" x="4389438" y="2990850"/>
          <p14:tracePt t="45379" x="4405313" y="2928938"/>
          <p14:tracePt t="45395" x="4437063" y="2867025"/>
          <p14:tracePt t="45410" x="4475163" y="2811463"/>
          <p14:tracePt t="45425" x="4522788" y="2773363"/>
          <p14:tracePt t="45439" x="4592638" y="2749550"/>
          <p14:tracePt t="45451" x="4624388" y="2733675"/>
          <p14:tracePt t="45456" x="4694238" y="2725738"/>
          <p14:tracePt t="45469" x="4756150" y="2725738"/>
          <p14:tracePt t="45485" x="4787900" y="2733675"/>
          <p14:tracePt t="45497" x="4935538" y="2781300"/>
          <p14:tracePt t="45517" x="4967288" y="2795588"/>
          <p14:tracePt t="45530" x="4991100" y="2811463"/>
          <p14:tracePt t="45543" x="5037138" y="2843213"/>
          <p14:tracePt t="45572" x="5076825" y="2897188"/>
          <p14:tracePt t="45601" x="5068888" y="2928938"/>
          <p14:tracePt t="45633" x="4975225" y="2984500"/>
          <p14:tracePt t="45650" x="4857750" y="2998788"/>
          <p14:tracePt t="45665" x="4833938" y="2998788"/>
          <p14:tracePt t="45686" x="4795838" y="2998788"/>
          <p14:tracePt t="45696" x="4740275" y="2998788"/>
          <p14:tracePt t="45718" x="4710113" y="2990850"/>
          <p14:tracePt t="45726" x="4678363" y="2984500"/>
          <p14:tracePt t="45742" x="4662488" y="2960688"/>
          <p14:tracePt t="45816" x="4686300" y="2944813"/>
          <p14:tracePt t="45831" x="4710113" y="2928938"/>
          <p14:tracePt t="45844" x="4740275" y="2928938"/>
          <p14:tracePt t="45874" x="4764088" y="2944813"/>
          <p14:tracePt t="45898" x="4787900" y="2968625"/>
          <p14:tracePt t="45907" x="4803775" y="3046413"/>
          <p14:tracePt t="45921" x="4787900" y="3124200"/>
          <p14:tracePt t="45938" x="4772025" y="3194050"/>
          <p14:tracePt t="45951" x="4740275" y="3265488"/>
          <p14:tracePt t="45965" x="4710113" y="3319463"/>
          <p14:tracePt t="46010" x="4686300" y="3327400"/>
          <p14:tracePt t="46026" x="4624388" y="3335338"/>
          <p14:tracePt t="46041" x="4552950" y="3343275"/>
          <p14:tracePt t="46056" x="4451350" y="3327400"/>
          <p14:tracePt t="46129" x="4437063" y="3311525"/>
          <p14:tracePt t="46158" x="4349750" y="3209925"/>
          <p14:tracePt t="46176" x="4303713" y="3186113"/>
          <p14:tracePt t="46192" x="4279900" y="3171825"/>
          <p14:tracePt t="46220" x="4241800" y="3132138"/>
          <p14:tracePt t="46238" x="4202113" y="3086100"/>
          <p14:tracePt t="46252" x="4178300" y="3062288"/>
          <p14:tracePt t="46268" x="4116388" y="2990850"/>
          <p14:tracePt t="46283" x="4052888" y="2944813"/>
          <p14:tracePt t="46299" x="3944938" y="2905125"/>
          <p14:tracePt t="46319" x="3857625" y="2897188"/>
          <p14:tracePt t="46326" x="3819525" y="2897188"/>
          <p14:tracePt t="46417" x="3763963" y="2890838"/>
          <p14:tracePt t="46430" x="3733800" y="2890838"/>
          <p14:tracePt t="46459" x="3749675" y="2867025"/>
          <p14:tracePt t="46477" x="3771900" y="2843213"/>
          <p14:tracePt t="46500" x="3803650" y="2827338"/>
          <p14:tracePt t="46516" x="3913188" y="2789238"/>
          <p14:tracePt t="46521" x="3944938" y="2781300"/>
          <p14:tracePt t="46534" x="3983038" y="2795588"/>
          <p14:tracePt t="46549" x="4038600" y="2827338"/>
          <p14:tracePt t="46566" x="4068763" y="2851150"/>
          <p14:tracePt t="46580" x="4162425" y="2905125"/>
          <p14:tracePt t="46595" x="4186238" y="2921000"/>
          <p14:tracePt t="46610" x="4295775" y="2960688"/>
          <p14:tracePt t="46635" x="4335463" y="2960688"/>
          <p14:tracePt t="46644" x="4357688" y="2960688"/>
          <p14:tracePt t="46662" x="4421188" y="2976563"/>
          <p14:tracePt t="46672" x="4451350" y="2984500"/>
          <p14:tracePt t="46713" x="4451350" y="3038475"/>
          <p14:tracePt t="46731" x="4413250" y="3092450"/>
          <p14:tracePt t="46748" x="4365625" y="3140075"/>
          <p14:tracePt t="46760" x="4327525" y="3186113"/>
          <p14:tracePt t="46773" x="4303713" y="3217863"/>
          <p14:tracePt t="46791" x="4264025" y="3265488"/>
          <p14:tracePt t="46806" x="4241800" y="3287713"/>
          <p14:tracePt t="46819" x="4202113" y="3327400"/>
          <p14:tracePt t="46829" x="4170363" y="3335338"/>
          <p14:tracePt t="46833" x="4146550" y="3351213"/>
          <p14:tracePt t="46850" x="4116388" y="3359150"/>
          <p14:tracePt t="46881" x="4084638" y="3359150"/>
          <p14:tracePt t="46892" x="4052888" y="3359150"/>
          <p14:tracePt t="46924" x="4038600" y="3335338"/>
          <p14:tracePt t="46957" x="4030663" y="3311525"/>
          <p14:tracePt t="46972" x="4006850" y="3257550"/>
          <p14:tracePt t="46985" x="3990975" y="3233738"/>
          <p14:tracePt t="47015" x="3983038" y="3201988"/>
          <p14:tracePt t="47032" x="3975100" y="3171825"/>
          <p14:tracePt t="47047" x="3959225" y="3116263"/>
          <p14:tracePt t="47062" x="3959225" y="3078163"/>
          <p14:tracePt t="47076" x="3959225" y="3014663"/>
          <p14:tracePt t="47092" x="3959225" y="2952750"/>
          <p14:tracePt t="47105" x="3983038" y="2843213"/>
          <p14:tracePt t="47120" x="3990975" y="2773363"/>
          <p14:tracePt t="47135" x="4006850" y="2717800"/>
          <p14:tracePt t="47151" x="4006850" y="2693988"/>
          <p14:tracePt t="47164" x="4022725" y="2663825"/>
          <p14:tracePt t="47183" x="4046538" y="2647950"/>
          <p14:tracePt t="47205" x="4068763" y="2632075"/>
          <p14:tracePt t="47227" x="4100513" y="2616200"/>
          <p14:tracePt t="47243" x="4132263" y="2608263"/>
          <p14:tracePt t="47259" x="4154488" y="2616200"/>
          <p14:tracePt t="47278" x="4248150" y="2663825"/>
          <p14:tracePt t="47288" x="4295775" y="2701925"/>
          <p14:tracePt t="47300" x="4327525" y="2717800"/>
          <p14:tracePt t="47313" x="4349750" y="2741613"/>
          <p14:tracePt t="47331" x="4373563" y="2765425"/>
          <p14:tracePt t="47342" x="4381500" y="2795588"/>
          <p14:tracePt t="47362" x="4389438" y="2827338"/>
          <p14:tracePt t="47376" x="4381500" y="2859088"/>
          <p14:tracePt t="47389" x="4349750" y="2921000"/>
          <p14:tracePt t="47404" x="4341813" y="2960688"/>
          <p14:tracePt t="47421" x="4295775" y="3046413"/>
          <p14:tracePt t="47435" x="4256088" y="3132138"/>
          <p14:tracePt t="47462" x="4186238" y="3233738"/>
          <p14:tracePt t="47497" x="4170363" y="3257550"/>
          <p14:tracePt t="47523" x="4140200" y="3273425"/>
          <p14:tracePt t="47538" x="4076700" y="3265488"/>
          <p14:tracePt t="47570" x="3959225" y="3186113"/>
          <p14:tracePt t="47584" x="3897313" y="3155950"/>
          <p14:tracePt t="47604" x="3811588" y="3100388"/>
          <p14:tracePt t="47627" x="3779838" y="3086100"/>
          <p14:tracePt t="47643" x="3717925" y="3062288"/>
          <p14:tracePt t="47655" x="3686175" y="3046413"/>
          <p14:tracePt t="47677" x="3670300" y="3030538"/>
          <p14:tracePt t="47691" x="3670300" y="3006725"/>
          <p14:tracePt t="47720" x="3686175" y="2944813"/>
          <p14:tracePt t="47750" x="3694113" y="2905125"/>
          <p14:tracePt t="47766" x="3702050" y="2882900"/>
          <p14:tracePt t="47784" x="3717925" y="2851150"/>
          <p14:tracePt t="47797" x="3811588" y="2789238"/>
          <p14:tracePt t="47809" x="3881438" y="2757488"/>
          <p14:tracePt t="47835" x="3913188" y="2741613"/>
          <p14:tracePt t="47843" x="3944938" y="2733675"/>
          <p14:tracePt t="47857" x="3967163" y="2717800"/>
          <p14:tracePt t="47872" x="4030663" y="2701925"/>
          <p14:tracePt t="47886" x="4052888" y="2701925"/>
          <p14:tracePt t="47900" x="4084638" y="2701925"/>
          <p14:tracePt t="47917" x="4154488" y="2733675"/>
          <p14:tracePt t="47930" x="4202113" y="2765425"/>
          <p14:tracePt t="47958" x="4256088" y="2859088"/>
          <p14:tracePt t="47991" x="4279900" y="2882900"/>
          <p14:tracePt t="48008" x="4303713" y="2905125"/>
          <p14:tracePt t="48109" x="4241800" y="2944813"/>
          <p14:tracePt t="48126" x="4170363" y="2968625"/>
          <p14:tracePt t="48143" x="4132263" y="2976563"/>
          <p14:tracePt t="48157" x="4038600" y="2984500"/>
          <p14:tracePt t="48184" x="4006850" y="2984500"/>
          <p14:tracePt t="48200" x="3975100" y="2984500"/>
          <p14:tracePt t="48231" x="3913188" y="2984500"/>
          <p14:tracePt t="48246" x="3881438" y="2984500"/>
          <p14:tracePt t="48263" x="3811588" y="2998788"/>
          <p14:tracePt t="48277" x="3749675" y="3014663"/>
          <p14:tracePt t="48291" x="3717925" y="3022600"/>
          <p14:tracePt t="48309" x="3694113" y="3030538"/>
          <p14:tracePt t="48335" x="3662363" y="3038475"/>
          <p14:tracePt t="48347" x="3608388" y="3054350"/>
          <p14:tracePt t="48351" x="3568700" y="3062288"/>
          <p14:tracePt t="48364" x="3514725" y="3070225"/>
          <p14:tracePt t="48380" x="3482975" y="3078163"/>
          <p14:tracePt t="48399" x="3452813" y="3086100"/>
          <p14:tracePt t="48413" x="3421063" y="3100388"/>
          <p14:tracePt t="48428" x="3351213" y="3148013"/>
          <p14:tracePt t="48441" x="3303588" y="3194050"/>
          <p14:tracePt t="48458" x="3241675" y="3225800"/>
          <p14:tracePt t="48474" x="3163888" y="3241675"/>
          <p14:tracePt t="48487" x="3100388" y="3257550"/>
          <p14:tracePt t="48500" x="3062288" y="3273425"/>
          <p14:tracePt t="48515" x="2968625" y="3295650"/>
          <p14:tracePt t="48540" x="2874963" y="3311525"/>
          <p14:tracePt t="48549" x="2811463" y="3327400"/>
          <p14:tracePt t="48572" x="2779713" y="3335338"/>
          <p14:tracePt t="48578" x="2717800" y="3375025"/>
          <p14:tracePt t="48592" x="2624138" y="3397250"/>
          <p14:tracePt t="48614" x="2592388" y="3405188"/>
          <p14:tracePt t="48628" x="2490788" y="3429000"/>
          <p14:tracePt t="48646" x="2452688" y="3436938"/>
          <p14:tracePt t="48653" x="2428875" y="3444875"/>
          <p14:tracePt t="48676" x="2374900" y="3444875"/>
          <p14:tracePt t="48683" x="2351088" y="3444875"/>
          <p14:tracePt t="48710" x="2281238" y="3444875"/>
          <p14:tracePt t="48729" x="2187575" y="3421063"/>
          <p14:tracePt t="48741" x="2147888" y="3413125"/>
          <p14:tracePt t="48771" x="2078038" y="3405188"/>
          <p14:tracePt t="48829" x="2054225" y="3375025"/>
          <p14:tracePt t="48860" x="2046288" y="3351213"/>
          <p14:tracePt t="48890" x="2078038" y="3303588"/>
          <p14:tracePt t="48924" x="2155825" y="3265488"/>
          <p14:tracePt t="48996" x="2193925" y="3257550"/>
          <p14:tracePt t="49013" x="2225675" y="3241675"/>
          <p14:tracePt t="49027" x="2289175" y="3209925"/>
          <p14:tracePt t="49039" x="2303463" y="3194050"/>
          <p14:tracePt t="49145" x="2327275" y="3194050"/>
          <p14:tracePt t="49203" x="2405063" y="3209925"/>
          <p14:tracePt t="49216" x="2436813" y="3217863"/>
          <p14:tracePt t="49231" x="2468563" y="3217863"/>
          <p14:tracePt t="49246" x="2530475" y="3225800"/>
          <p14:tracePt t="49275" x="2554288" y="3225800"/>
          <p14:tracePt t="49291" x="2592388" y="3233738"/>
          <p14:tracePt t="49307" x="2655888" y="3241675"/>
          <p14:tracePt t="49337" x="2686050" y="3249613"/>
          <p14:tracePt t="49352" x="2717800" y="3249613"/>
          <p14:tracePt t="49370" x="2749550" y="3257550"/>
          <p14:tracePt t="49382" x="2779713" y="3257550"/>
          <p14:tracePt t="49397" x="2819400" y="3265488"/>
          <p14:tracePt t="49413" x="2851150" y="3265488"/>
          <p14:tracePt t="49426" x="2881313" y="3265488"/>
          <p14:tracePt t="49442" x="2913063" y="3265488"/>
          <p14:tracePt t="49457" x="2936875" y="3249613"/>
          <p14:tracePt t="49518" x="2968625" y="3233738"/>
          <p14:tracePt t="49564" x="2998788" y="3217863"/>
          <p14:tracePt t="49578" x="3022600" y="3201988"/>
          <p14:tracePt t="49594" x="3054350" y="3194050"/>
          <p14:tracePt t="49626" x="3084513" y="3194050"/>
          <p14:tracePt t="49641" x="3116263" y="3201988"/>
          <p14:tracePt t="49655" x="3148013" y="3209925"/>
          <p14:tracePt t="49684" x="3178175" y="3217863"/>
          <p14:tracePt t="49701" x="3209925" y="3217863"/>
          <p14:tracePt t="49715" x="3241675" y="3217863"/>
          <p14:tracePt t="49732" x="3271838" y="3225800"/>
          <p14:tracePt t="49747" x="3303588" y="3233738"/>
          <p14:tracePt t="49764" x="3327400" y="3249613"/>
          <p14:tracePt t="49807" x="3359150" y="3257550"/>
          <p14:tracePt t="49819" x="3389313" y="3265488"/>
          <p14:tracePt t="49836" x="3421063" y="3273425"/>
          <p14:tracePt t="49852" x="3452813" y="3281363"/>
          <p14:tracePt t="49865" x="3482975" y="3281363"/>
          <p14:tracePt t="49881" x="3514725" y="3281363"/>
          <p14:tracePt t="49895" x="3546475" y="3287713"/>
          <p14:tracePt t="49910" x="3608388" y="3319463"/>
          <p14:tracePt t="49926" x="3624263" y="3335338"/>
          <p14:tracePt t="49941" x="3648075" y="3351213"/>
          <p14:tracePt t="49956" x="3678238" y="3367088"/>
          <p14:tracePt t="49970" x="3702050" y="3381375"/>
          <p14:tracePt t="49987" x="3733800" y="3397250"/>
          <p14:tracePt t="50000" x="3787775" y="3429000"/>
          <p14:tracePt t="50015" x="3843338" y="3452813"/>
          <p14:tracePt t="50030" x="3873500" y="3468688"/>
          <p14:tracePt t="50045" x="3905250" y="3476625"/>
          <p14:tracePt t="50063" x="3959225" y="3476625"/>
          <p14:tracePt t="50090" x="4052888" y="3444875"/>
          <p14:tracePt t="50105" x="4076700" y="3436938"/>
          <p14:tracePt t="50180" x="3951288" y="3436938"/>
          <p14:tracePt t="50194" x="3851275" y="3429000"/>
          <p14:tracePt t="50210" x="3749675" y="3429000"/>
          <p14:tracePt t="50227" x="3678238" y="3429000"/>
          <p14:tracePt t="50240" x="3584575" y="3429000"/>
          <p14:tracePt t="50255" x="3554413" y="3429000"/>
          <p14:tracePt t="50269" x="3482975" y="3429000"/>
          <p14:tracePt t="50284" x="3359150" y="3421063"/>
          <p14:tracePt t="50302" x="3287713" y="3413125"/>
          <p14:tracePt t="50314" x="3163888" y="3397250"/>
          <p14:tracePt t="50333" x="3100388" y="3389313"/>
          <p14:tracePt t="50347" x="2960688" y="3375025"/>
          <p14:tracePt t="50363" x="2874963" y="3375025"/>
          <p14:tracePt t="50377" x="2811463" y="3389313"/>
          <p14:tracePt t="50389" x="2749550" y="3405188"/>
          <p14:tracePt t="50407" x="2686050" y="3413125"/>
          <p14:tracePt t="50435" x="2624138" y="3413125"/>
          <p14:tracePt t="50451" x="2592388" y="3413125"/>
          <p14:tracePt t="50510" x="2490788" y="3429000"/>
          <p14:tracePt t="50585" x="2374900" y="3436938"/>
          <p14:tracePt t="50753" x="2444750" y="3452813"/>
          <p14:tracePt t="50770" x="2514600" y="3468688"/>
          <p14:tracePt t="50784" x="2546350" y="3468688"/>
          <p14:tracePt t="50875" x="2584450" y="3468688"/>
          <p14:tracePt t="50904" x="2616200" y="3482975"/>
          <p14:tracePt t="50934" x="2640013" y="3476625"/>
          <p14:tracePt t="50952" x="2671763" y="3468688"/>
          <p14:tracePt t="50993" x="2701925" y="3452813"/>
          <p14:tracePt t="51083" x="2757488" y="3452813"/>
          <p14:tracePt t="51115" x="2787650" y="3436938"/>
          <p14:tracePt t="51161" x="2819400" y="3429000"/>
          <p14:tracePt t="51293" x="2795588" y="3460750"/>
          <p14:tracePt t="51340" x="2779713" y="3490913"/>
          <p14:tracePt t="51414" x="2803525" y="3514725"/>
          <p14:tracePt t="51431" x="2859088" y="3546475"/>
          <p14:tracePt t="51461" x="2881313" y="3576638"/>
          <p14:tracePt t="51487" x="2905125" y="3600450"/>
          <p14:tracePt t="51520" x="2867025" y="3686175"/>
          <p14:tracePt t="51548" x="2779713" y="3741738"/>
          <p14:tracePt t="51580" x="2749550" y="3757613"/>
          <p14:tracePt t="51654" x="2811463" y="3717925"/>
          <p14:tracePt t="51684" x="2921000" y="3632200"/>
          <p14:tracePt t="51702" x="2944813" y="3608388"/>
          <p14:tracePt t="51716" x="2982913" y="3554413"/>
          <p14:tracePt t="51741" x="2998788" y="3530600"/>
          <p14:tracePt t="51789" x="2974975" y="3506788"/>
          <p14:tracePt t="51805" x="2913063" y="3490913"/>
          <p14:tracePt t="52082" x="2944813" y="3482975"/>
          <p14:tracePt t="52098" x="2998788" y="3460750"/>
          <p14:tracePt t="52203" x="2952750" y="3436938"/>
          <p14:tracePt t="52301" x="2968625" y="3397250"/>
          <p14:tracePt t="52319" x="2990850" y="3381375"/>
          <p14:tracePt t="52390" x="2974975" y="3452813"/>
          <p14:tracePt t="52421" x="2936875" y="3506788"/>
          <p14:tracePt t="52510" x="2960688" y="3490913"/>
          <p14:tracePt t="52542" x="2990850" y="3476625"/>
          <p14:tracePt t="52900" x="3006725" y="3460750"/>
          <p14:tracePt t="53080" x="3030538" y="3436938"/>
          <p14:tracePt t="53103" x="3054350" y="3421063"/>
          <p14:tracePt t="53322" x="3084513" y="3413125"/>
          <p14:tracePt t="53350" x="3116263" y="3429000"/>
          <p14:tracePt t="53380" x="3140075" y="3452813"/>
          <p14:tracePt t="53456" x="3124200" y="3476625"/>
          <p14:tracePt t="53501" x="3092450" y="3468688"/>
          <p14:tracePt t="53531" x="3070225" y="3468688"/>
          <p14:tracePt t="53606" x="3092450" y="3460750"/>
          <p14:tracePt t="54040" x="3116263" y="3436938"/>
          <p14:tracePt t="54071" x="3148013" y="3436938"/>
          <p14:tracePt t="54100" x="3178175" y="3429000"/>
          <p14:tracePt t="54118" x="3201988" y="3421063"/>
          <p14:tracePt t="54191" x="3225800" y="3444875"/>
          <p14:tracePt t="54224" x="3257550" y="3468688"/>
          <p14:tracePt t="54259" x="3287713" y="3476625"/>
          <p14:tracePt t="54268" x="3311525" y="3476625"/>
          <p14:tracePt t="54296" x="3373438" y="3482975"/>
          <p14:tracePt t="54322" x="3405188" y="3476625"/>
          <p14:tracePt t="54329" x="3436938" y="3468688"/>
          <p14:tracePt t="54353" x="3467100" y="3468688"/>
          <p14:tracePt t="54362" x="3530600" y="3460750"/>
          <p14:tracePt t="54386" x="3560763" y="3460750"/>
          <p14:tracePt t="54400" x="3624263" y="3452813"/>
          <p14:tracePt t="54405" x="3662363" y="3444875"/>
          <p14:tracePt t="54427" x="3725863" y="3436938"/>
          <p14:tracePt t="54434" x="3756025" y="3436938"/>
          <p14:tracePt t="54448" x="3819525" y="3436938"/>
          <p14:tracePt t="54470" x="3857625" y="3444875"/>
          <p14:tracePt t="54495" x="3889375" y="3444875"/>
          <p14:tracePt t="54511" x="3921125" y="3436938"/>
          <p14:tracePt t="54524" x="3983038" y="3413125"/>
          <p14:tracePt t="54532" x="4006850" y="3413125"/>
          <p14:tracePt t="54544" x="4038600" y="3413125"/>
          <p14:tracePt t="54588" x="4068763" y="3421063"/>
          <p14:tracePt t="54603" x="4092575" y="3429000"/>
          <p14:tracePt t="54621" x="4124325" y="3444875"/>
          <p14:tracePt t="54636" x="4154488" y="3444875"/>
          <p14:tracePt t="54648" x="4186238" y="3452813"/>
          <p14:tracePt t="54678" x="4241800" y="3476625"/>
          <p14:tracePt t="54693" x="4264025" y="3490913"/>
          <p14:tracePt t="54708" x="4335463" y="3498850"/>
          <p14:tracePt t="54723" x="4389438" y="3482975"/>
          <p14:tracePt t="54738" x="4421188" y="3468688"/>
          <p14:tracePt t="54754" x="4443413" y="3452813"/>
          <p14:tracePt t="54769" x="4475163" y="3436938"/>
          <p14:tracePt t="54787" x="4506913" y="3421063"/>
          <p14:tracePt t="54882" x="4483100" y="3444875"/>
          <p14:tracePt t="54900" x="4421188" y="3468688"/>
          <p14:tracePt t="54927" x="4357688" y="3476625"/>
          <p14:tracePt t="54944" x="4327525" y="3482975"/>
          <p14:tracePt t="54957" x="4295775" y="3482975"/>
          <p14:tracePt t="54973" x="4264025" y="3482975"/>
          <p14:tracePt t="54987" x="4194175" y="3476625"/>
          <p14:tracePt t="55000" x="4154488" y="3460750"/>
          <p14:tracePt t="55015" x="3990975" y="3429000"/>
          <p14:tracePt t="55030" x="3857625" y="3413125"/>
          <p14:tracePt t="55046" x="3756025" y="3421063"/>
          <p14:tracePt t="55060" x="3733800" y="3429000"/>
          <p14:tracePt t="55082" x="3648075" y="3468688"/>
          <p14:tracePt t="55096" x="3616325" y="3468688"/>
          <p14:tracePt t="55110" x="3584575" y="3468688"/>
          <p14:tracePt t="55125" x="3554413" y="3468688"/>
          <p14:tracePt t="55139" x="3506788" y="3436938"/>
          <p14:tracePt t="55158" x="3467100" y="3413125"/>
          <p14:tracePt t="55168" x="3436938" y="3405188"/>
          <p14:tracePt t="55183" x="3359150" y="3389313"/>
          <p14:tracePt t="55213" x="3241675" y="3381375"/>
          <p14:tracePt t="55224" x="3148013" y="3375025"/>
          <p14:tracePt t="55230" x="3108325" y="3375025"/>
          <p14:tracePt t="55257" x="3062288" y="3359150"/>
          <p14:tracePt t="55274" x="3022600" y="3351213"/>
          <p14:tracePt t="55290" x="2974975" y="3351213"/>
          <p14:tracePt t="55305" x="2897188" y="3359150"/>
          <p14:tracePt t="55392" x="2936875" y="3367088"/>
          <p14:tracePt t="55425" x="3148013" y="3359150"/>
          <p14:tracePt t="55446" x="3217863" y="3351213"/>
          <p14:tracePt t="55462" x="3319463" y="3351213"/>
          <p14:tracePt t="55476" x="3351213" y="3343275"/>
          <p14:tracePt t="55497" x="3381375" y="3335338"/>
          <p14:tracePt t="55510" x="3436938" y="3319463"/>
          <p14:tracePt t="55526" x="3576638" y="3319463"/>
          <p14:tracePt t="55554" x="3648075" y="3311525"/>
          <p14:tracePt t="55571" x="3678238" y="3311525"/>
          <p14:tracePt t="55576" x="3771900" y="3287713"/>
          <p14:tracePt t="55590" x="3803650" y="3287713"/>
          <p14:tracePt t="55606" x="3873500" y="3281363"/>
          <p14:tracePt t="55623" x="3929063" y="3287713"/>
          <p14:tracePt t="55635" x="3959225" y="3295650"/>
          <p14:tracePt t="55650" x="3990975" y="3311525"/>
          <p14:tracePt t="55679" x="4022725" y="3319463"/>
          <p14:tracePt t="55694" x="4084638" y="3311525"/>
          <p14:tracePt t="55708" x="4146550" y="3303588"/>
          <p14:tracePt t="55723" x="4248150" y="3295650"/>
          <p14:tracePt t="55738" x="4279900" y="3303588"/>
          <p14:tracePt t="55753" x="4311650" y="3311525"/>
          <p14:tracePt t="55767" x="4365625" y="3327400"/>
          <p14:tracePt t="55782" x="4389438" y="3335338"/>
          <p14:tracePt t="55798" x="4483100" y="3351213"/>
          <p14:tracePt t="55813" x="4498975" y="3359150"/>
          <p14:tracePt t="55829" x="4514850" y="3375025"/>
          <p14:tracePt t="55842" x="4522788" y="3397250"/>
          <p14:tracePt t="55857" x="4498975" y="3413125"/>
          <p14:tracePt t="55872" x="4467225" y="3429000"/>
          <p14:tracePt t="55889" x="4437063" y="3436938"/>
          <p14:tracePt t="55933" x="4413250" y="3452813"/>
          <p14:tracePt t="55949" x="4357688" y="3476625"/>
          <p14:tracePt t="55964" x="4319588" y="3468688"/>
          <p14:tracePt t="55993" x="4116388" y="3405188"/>
          <p14:tracePt t="56011" x="4076700" y="3397250"/>
          <p14:tracePt t="56024" x="4046538" y="3389313"/>
          <p14:tracePt t="56063" x="4022725" y="3397250"/>
          <p14:tracePt t="56082" x="3959225" y="3397250"/>
          <p14:tracePt t="56093" x="3929063" y="3375025"/>
          <p14:tracePt t="56113" x="3873500" y="3335338"/>
          <p14:tracePt t="56127" x="3779838" y="3249613"/>
          <p14:tracePt t="56143" x="3733800" y="3217863"/>
          <p14:tracePt t="56173" x="3717925" y="3186113"/>
          <p14:tracePt t="56200" x="3717925" y="3163888"/>
          <p14:tracePt t="56216" x="3733800" y="3100388"/>
          <p14:tracePt t="56223" x="3756025" y="3070225"/>
          <p14:tracePt t="56244" x="3795713" y="3022600"/>
          <p14:tracePt t="56249" x="3819525" y="3006725"/>
          <p14:tracePt t="56273" x="3873500" y="2976563"/>
          <p14:tracePt t="56279" x="3937000" y="2960688"/>
          <p14:tracePt t="56320" x="3975100" y="2960688"/>
          <p14:tracePt t="56328" x="4076700" y="2984500"/>
          <p14:tracePt t="56340" x="4140200" y="2998788"/>
          <p14:tracePt t="56380" x="4241800" y="3014663"/>
          <p14:tracePt t="56386" x="4271963" y="3022600"/>
          <p14:tracePt t="56402" x="4335463" y="3054350"/>
          <p14:tracePt t="56413" x="4357688" y="3070225"/>
          <p14:tracePt t="56430" x="4373563" y="3092450"/>
          <p14:tracePt t="56447" x="4413250" y="3140075"/>
          <p14:tracePt t="56461" x="4451350" y="3186113"/>
          <p14:tracePt t="56500" x="4498975" y="3233738"/>
          <p14:tracePt t="56529" x="4506913" y="3265488"/>
          <p14:tracePt t="56534" x="4491038" y="3327400"/>
          <p14:tracePt t="56548" x="4475163" y="3351213"/>
          <p14:tracePt t="56564" x="4459288" y="3375025"/>
          <p14:tracePt t="56579" x="4413250" y="3429000"/>
          <p14:tracePt t="56593" x="4397375" y="3452813"/>
          <p14:tracePt t="56608" x="4357688" y="3506788"/>
          <p14:tracePt t="56626" x="4341813" y="3530600"/>
          <p14:tracePt t="56646" x="4319588" y="3592513"/>
          <p14:tracePt t="56666" x="4287838" y="3632200"/>
          <p14:tracePt t="56674" x="4264025" y="3648075"/>
          <p14:tracePt t="56714" x="4202113" y="3640138"/>
          <p14:tracePt t="56731" x="4132263" y="3624263"/>
          <p14:tracePt t="56742" x="3990975" y="3576638"/>
          <p14:tracePt t="56753" x="3959225" y="3576638"/>
          <p14:tracePt t="56761" x="3929063" y="3570288"/>
          <p14:tracePt t="56774" x="3865563" y="3584575"/>
          <p14:tracePt t="56791" x="3843338" y="3592513"/>
          <p14:tracePt t="56803" x="3779838" y="3608388"/>
          <p14:tracePt t="56836" x="3717925" y="3624263"/>
          <p14:tracePt t="56853" x="3662363" y="3592513"/>
          <p14:tracePt t="56871" x="3656013" y="3570288"/>
          <p14:tracePt t="56887" x="3648075" y="3498850"/>
          <p14:tracePt t="56895" x="3648075" y="3468688"/>
          <p14:tracePt t="56910" x="3648075" y="3436938"/>
          <p14:tracePt t="56924" x="3656013" y="3359150"/>
          <p14:tracePt t="56940" x="3678238" y="3265488"/>
          <p14:tracePt t="56954" x="3694113" y="3186113"/>
          <p14:tracePt t="56969" x="3709988" y="3124200"/>
          <p14:tracePt t="56996" x="3717925" y="3078163"/>
          <p14:tracePt t="57017" x="3795713" y="3014663"/>
          <p14:tracePt t="57036" x="3851275" y="2976563"/>
          <p14:tracePt t="57053" x="3881438" y="2968625"/>
          <p14:tracePt t="57064" x="3913188" y="2968625"/>
          <p14:tracePt t="57078" x="4006850" y="2976563"/>
          <p14:tracePt t="57092" x="4052888" y="2984500"/>
          <p14:tracePt t="57194" x="4006850" y="3014663"/>
          <p14:tracePt t="57220" x="3959225" y="3046413"/>
          <p14:tracePt t="57227" x="3937000" y="3070225"/>
          <p14:tracePt t="57252" x="3913188" y="3100388"/>
          <p14:tracePt t="57361" x="3889375" y="3108325"/>
          <p14:tracePt t="57391" x="3803650" y="3163888"/>
          <p14:tracePt t="57413" x="3779838" y="3186113"/>
          <p14:tracePt t="57433" x="3694113" y="3225800"/>
          <p14:tracePt t="57447" x="3624263" y="3241675"/>
          <p14:tracePt t="57454" x="3530600" y="3241675"/>
          <p14:tracePt t="57475" x="3482975" y="3201988"/>
          <p14:tracePt t="57502" x="3482975" y="3171825"/>
          <p14:tracePt t="57518" x="3546475" y="3108325"/>
          <p14:tracePt t="57532" x="3616325" y="3062288"/>
          <p14:tracePt t="57547" x="3662363" y="3030538"/>
          <p14:tracePt t="57565" x="3702050" y="3006725"/>
          <p14:tracePt t="57581" x="3889375" y="2944813"/>
          <p14:tracePt t="57592" x="3959225" y="2928938"/>
          <p14:tracePt t="57606" x="4046538" y="2921000"/>
          <p14:tracePt t="57622" x="4146550" y="2928938"/>
          <p14:tracePt t="57637" x="4217988" y="2944813"/>
          <p14:tracePt t="57654" x="4287838" y="2968625"/>
          <p14:tracePt t="57668" x="4341813" y="3006725"/>
          <p14:tracePt t="57689" x="4381500" y="3046413"/>
          <p14:tracePt t="57703" x="4397375" y="3070225"/>
          <p14:tracePt t="57716" x="4421188" y="3132138"/>
          <p14:tracePt t="57735" x="4429125" y="3163888"/>
          <p14:tracePt t="57750" x="4459288" y="3233738"/>
          <p14:tracePt t="57763" x="4483100" y="3295650"/>
          <p14:tracePt t="57779" x="4498975" y="3319463"/>
          <p14:tracePt t="57793" x="4514850" y="3343275"/>
          <p14:tracePt t="57811" x="4522788" y="3367088"/>
          <p14:tracePt t="57838" x="4530725" y="3460750"/>
          <p14:tracePt t="57854" x="4522788" y="3490913"/>
          <p14:tracePt t="57882" x="4514850" y="3522663"/>
          <p14:tracePt t="57898" x="4491038" y="3546475"/>
          <p14:tracePt t="57912" x="4459288" y="3562350"/>
          <p14:tracePt t="57928" x="4295775" y="3576638"/>
          <p14:tracePt t="57947" x="4170363" y="3554413"/>
          <p14:tracePt t="57962" x="4052888" y="3522663"/>
          <p14:tracePt t="57977" x="4022725" y="3514725"/>
          <p14:tracePt t="57991" x="3959225" y="3506788"/>
          <p14:tracePt t="58005" x="3929063" y="3514725"/>
          <p14:tracePt t="58018" x="3857625" y="3514725"/>
          <p14:tracePt t="58048" x="3819525" y="3476625"/>
          <p14:tracePt t="58061" x="3811588" y="3444875"/>
          <p14:tracePt t="58096" x="3827463" y="3381375"/>
          <p14:tracePt t="58109" x="3851275" y="3359150"/>
          <p14:tracePt t="58124" x="3873500" y="3343275"/>
          <p14:tracePt t="58137" x="3951288" y="3295650"/>
          <p14:tracePt t="58153" x="4006850" y="3257550"/>
          <p14:tracePt t="58168" x="4052888" y="3217863"/>
          <p14:tracePt t="58184" x="4076700" y="3194050"/>
          <p14:tracePt t="58199" x="4140200" y="3155950"/>
          <p14:tracePt t="58211" x="4202113" y="3132138"/>
          <p14:tracePt t="58232" x="4264025" y="3100388"/>
          <p14:tracePt t="58248" x="4295775" y="3092450"/>
          <p14:tracePt t="58262" x="4357688" y="3078163"/>
          <p14:tracePt t="58274" x="4389438" y="3078163"/>
          <p14:tracePt t="58304" x="4429125" y="3124200"/>
          <p14:tracePt t="58321" x="4437063" y="3179763"/>
          <p14:tracePt t="58332" x="4437063" y="3209925"/>
          <p14:tracePt t="58350" x="4437063" y="3233738"/>
          <p14:tracePt t="58366" x="4421188" y="3295650"/>
          <p14:tracePt t="58380" x="4405313" y="3327400"/>
          <p14:tracePt t="58396" x="4373563" y="3375025"/>
          <p14:tracePt t="58411" x="4357688" y="3389313"/>
          <p14:tracePt t="58427" x="4335463" y="3413125"/>
          <p14:tracePt t="58439" x="4311650" y="3436938"/>
          <p14:tracePt t="58455" x="4295775" y="3452813"/>
          <p14:tracePt t="58498" x="4264025" y="3452813"/>
          <p14:tracePt t="58558" x="4248150" y="3429000"/>
          <p14:tracePt t="58574" x="4241800" y="3389313"/>
          <p14:tracePt t="58588" x="4233863" y="3327400"/>
          <p14:tracePt t="58606" x="4233863" y="3295650"/>
          <p14:tracePt t="58620" x="4248150" y="3233738"/>
          <p14:tracePt t="58633" x="4271963" y="3163888"/>
          <p14:tracePt t="58648" x="4279900" y="3140075"/>
          <p14:tracePt t="58666" x="4287838" y="3108325"/>
          <p14:tracePt t="58724" x="4303713" y="3078163"/>
          <p14:tracePt t="58754" x="4389438" y="3022600"/>
          <p14:tracePt t="58768" x="4451350" y="2998788"/>
          <p14:tracePt t="58798" x="4545013" y="2998788"/>
          <p14:tracePt t="58811" x="4608513" y="3014663"/>
          <p14:tracePt t="58828" x="4632325" y="3030538"/>
          <p14:tracePt t="58847" x="4646613" y="3054350"/>
          <p14:tracePt t="58860" x="4646613" y="3155950"/>
          <p14:tracePt t="58873" x="4624388" y="3241675"/>
          <p14:tracePt t="58891" x="4616450" y="3265488"/>
          <p14:tracePt t="58904" x="4552950" y="3421063"/>
          <p14:tracePt t="58917" x="4522788" y="3514725"/>
          <p14:tracePt t="58936" x="4506913" y="3562350"/>
          <p14:tracePt t="58949" x="4475163" y="3592513"/>
          <p14:tracePt t="58964" x="4397375" y="3640138"/>
          <p14:tracePt t="58981" x="4303713" y="3663950"/>
          <p14:tracePt t="58998" x="4124325" y="3671888"/>
          <p14:tracePt t="59010" x="3944938" y="3656013"/>
          <p14:tracePt t="59027" x="3819525" y="3640138"/>
          <p14:tracePt t="59043" x="3624263" y="3608388"/>
          <p14:tracePt t="59054" x="3389313" y="3584575"/>
          <p14:tracePt t="59072" x="3319463" y="3584575"/>
          <p14:tracePt t="59083" x="3249613" y="3592513"/>
          <p14:tracePt t="59102" x="3178175" y="3592513"/>
          <p14:tracePt t="59115" x="3148013" y="3584575"/>
          <p14:tracePt t="59174" x="3046413" y="3538538"/>
          <p14:tracePt t="59204" x="2936875" y="3498850"/>
          <p14:tracePt t="59280" x="2827338" y="3482975"/>
          <p14:tracePt t="59402" x="2709863" y="3506788"/>
          <p14:tracePt t="59418" x="2592388" y="3546475"/>
          <p14:tracePt t="59432" x="2490788" y="3562350"/>
          <p14:tracePt t="59492" x="2382838" y="3592513"/>
          <p14:tracePt t="59519" x="2273300" y="3624263"/>
          <p14:tracePt t="59792" x="2389188" y="3624263"/>
          <p14:tracePt t="59823" x="2506663" y="3600450"/>
          <p14:tracePt t="59866" x="2624138" y="3584575"/>
          <p14:tracePt t="59926" x="2741613" y="3570288"/>
          <p14:tracePt t="59957" x="2859088" y="3546475"/>
          <p14:tracePt t="59986" x="2960688" y="3538538"/>
          <p14:tracePt t="60077" x="3076575" y="3506788"/>
          <p14:tracePt t="60123" x="3359150" y="3460750"/>
          <p14:tracePt t="60139" x="3389313" y="3452813"/>
          <p14:tracePt t="60153" x="3452813" y="3460750"/>
          <p14:tracePt t="60167" x="3514725" y="3482975"/>
          <p14:tracePt t="60184" x="3538538" y="3498850"/>
          <p14:tracePt t="60227" x="3560763" y="3522663"/>
          <p14:tracePt t="60257" x="3592513" y="3538538"/>
          <p14:tracePt t="60286" x="3616325" y="3562350"/>
          <p14:tracePt t="60422" x="3554413" y="3592513"/>
          <p14:tracePt t="60512" x="3592513" y="3576638"/>
          <p14:tracePt t="60544" x="3608388" y="3554413"/>
          <p14:tracePt t="60574" x="3632200" y="3530600"/>
          <p14:tracePt t="60602" x="3686175" y="3482975"/>
          <p14:tracePt t="60621" x="3717925" y="3476625"/>
          <p14:tracePt t="60636" x="3749675" y="3476625"/>
          <p14:tracePt t="60673" x="3771900" y="3476625"/>
          <p14:tracePt t="60681" x="3835400" y="3452813"/>
          <p14:tracePt t="60707" x="3865563" y="3436938"/>
          <p14:tracePt t="60746" x="3897313" y="3429000"/>
          <p14:tracePt t="60756" x="3959225" y="3452813"/>
          <p14:tracePt t="60781" x="3983038" y="3468688"/>
          <p14:tracePt t="60796" x="4052888" y="3546475"/>
          <p14:tracePt t="60828" x="4084638" y="3562350"/>
          <p14:tracePt t="60846" x="4140200" y="3592513"/>
          <p14:tracePt t="60874" x="4202113" y="3616325"/>
          <p14:tracePt t="60896" x="4264025" y="3616325"/>
          <p14:tracePt t="60905" x="4287838" y="3608388"/>
          <p14:tracePt t="60931" x="4327525" y="3616325"/>
          <p14:tracePt t="60948" x="4349750" y="3616325"/>
          <p14:tracePt t="60963" x="4381500" y="3616325"/>
          <p14:tracePt t="61095" x="4405313" y="3608388"/>
          <p14:tracePt t="61112" x="4437063" y="3592513"/>
          <p14:tracePt t="61156" x="4459288" y="3570288"/>
          <p14:tracePt t="61186" x="4506913" y="3522663"/>
          <p14:tracePt t="61204" x="4560888" y="3490913"/>
          <p14:tracePt t="61236" x="4662488" y="3498850"/>
          <p14:tracePt t="61248" x="4718050" y="3514725"/>
          <p14:tracePt t="61264" x="4779963" y="3538538"/>
          <p14:tracePt t="61278" x="4827588" y="3554413"/>
          <p14:tracePt t="61294" x="4849813" y="3554413"/>
          <p14:tracePt t="61309" x="4873625" y="3554413"/>
          <p14:tracePt t="61326" x="4897438" y="3554413"/>
          <p14:tracePt t="61398" x="4881563" y="3570288"/>
          <p14:tracePt t="61427" x="4865688" y="3584575"/>
          <p14:tracePt t="61458" x="4841875" y="3584575"/>
          <p14:tracePt t="61475" x="4811713" y="3584575"/>
          <p14:tracePt t="61487" x="4646613" y="3538538"/>
          <p14:tracePt t="61503" x="4568825" y="3514725"/>
          <p14:tracePt t="61518" x="4530725" y="3506788"/>
          <p14:tracePt t="61534" x="4475163" y="3498850"/>
          <p14:tracePt t="61548" x="4443413" y="3498850"/>
          <p14:tracePt t="61564" x="4381500" y="3506788"/>
          <p14:tracePt t="61579" x="4303713" y="3490913"/>
          <p14:tracePt t="61593" x="4186238" y="3436938"/>
          <p14:tracePt t="61605" x="4068763" y="3375025"/>
          <p14:tracePt t="61621" x="3983038" y="3343275"/>
          <p14:tracePt t="61639" x="3819525" y="3303588"/>
          <p14:tracePt t="61651" x="3656013" y="3295650"/>
          <p14:tracePt t="61665" x="3592513" y="3319463"/>
          <p14:tracePt t="61681" x="3568700" y="3327400"/>
          <p14:tracePt t="61697" x="3475038" y="3389313"/>
          <p14:tracePt t="61708" x="3413125" y="3413125"/>
          <p14:tracePt t="61724" x="3359150" y="3429000"/>
          <p14:tracePt t="61740" x="3271838" y="3444875"/>
          <p14:tracePt t="61755" x="3163888" y="3452813"/>
          <p14:tracePt t="61769" x="3100388" y="3468688"/>
          <p14:tracePt t="61787" x="3062288" y="3490913"/>
          <p14:tracePt t="61804" x="2968625" y="3546475"/>
          <p14:tracePt t="61817" x="2897188" y="3554413"/>
          <p14:tracePt t="61831" x="2835275" y="3554413"/>
          <p14:tracePt t="61904" x="2717800" y="3584575"/>
          <p14:tracePt t="61934" x="2608263" y="3600450"/>
          <p14:tracePt t="61995" x="2484438" y="3624263"/>
          <p14:tracePt t="62026" x="2374900" y="3632200"/>
          <p14:tracePt t="62054" x="2257425" y="3648075"/>
          <p14:tracePt t="62099" x="2155825" y="3671888"/>
          <p14:tracePt t="62144" x="2038350" y="3694113"/>
          <p14:tracePt t="62176" x="1920875" y="3725863"/>
          <p14:tracePt t="62204" x="1819275" y="3725863"/>
          <p14:tracePt t="62311" x="1703388" y="3741738"/>
          <p14:tracePt t="62631" x="1835150" y="3709988"/>
          <p14:tracePt t="62652" x="2070100" y="3663950"/>
          <p14:tracePt t="62681" x="2187575" y="3624263"/>
          <p14:tracePt t="62696" x="2303463" y="3592513"/>
          <p14:tracePt t="62712" x="2420938" y="3576638"/>
          <p14:tracePt t="62929" x="2522538" y="3624263"/>
          <p14:tracePt t="62973" x="2624138" y="3694113"/>
          <p14:tracePt t="63019" x="2717800" y="3757613"/>
          <p14:tracePt t="63199" x="2827338" y="3725863"/>
          <p14:tracePt t="63559" x="2897188" y="3765550"/>
          <p14:tracePt t="63590" x="2974975" y="3787775"/>
          <p14:tracePt t="63607" x="2990850" y="3803650"/>
          <p14:tracePt t="63629" x="3022600" y="3827463"/>
          <p14:tracePt t="63651" x="3038475" y="3843338"/>
          <p14:tracePt t="63679" x="3062288" y="3873500"/>
          <p14:tracePt t="63709" x="3084513" y="3897313"/>
          <p14:tracePt t="63728" x="3100388" y="3929063"/>
          <p14:tracePt t="63815" x="3108325" y="3889375"/>
          <p14:tracePt t="63845" x="3108325" y="3795713"/>
          <p14:tracePt t="64069" x="3148013" y="3686175"/>
          <p14:tracePt t="64160" x="3217863" y="3592513"/>
          <p14:tracePt t="64235" x="3335338" y="3562350"/>
          <p14:tracePt t="64267" x="3452813" y="3546475"/>
          <p14:tracePt t="64283" x="3554413" y="3570288"/>
          <p14:tracePt t="64299" x="3616325" y="3576638"/>
          <p14:tracePt t="64323" x="3686175" y="3608388"/>
          <p14:tracePt t="64341" x="3686175" y="3663950"/>
          <p14:tracePt t="64373" x="3670300" y="3686175"/>
          <p14:tracePt t="64401" x="3640138" y="3686175"/>
          <p14:tracePt t="64474" x="3584575" y="3584575"/>
          <p14:tracePt t="64581" x="3640138" y="3490913"/>
          <p14:tracePt t="64596" x="3709988" y="3436938"/>
          <p14:tracePt t="64613" x="3811588" y="3389313"/>
          <p14:tracePt t="64638" x="3851275" y="3389313"/>
          <p14:tracePt t="64654" x="3929063" y="3397250"/>
          <p14:tracePt t="64688" x="3944938" y="3429000"/>
          <p14:tracePt t="64807" x="3929063" y="3490913"/>
          <p14:tracePt t="64823" x="3937000" y="3562350"/>
          <p14:tracePt t="64839" x="3959225" y="3592513"/>
          <p14:tracePt t="64854" x="4014788" y="3632200"/>
          <p14:tracePt t="64881" x="4038600" y="3648075"/>
          <p14:tracePt t="64910" x="4060825" y="3663950"/>
          <p14:tracePt t="64941" x="4092575" y="3702050"/>
          <p14:tracePt t="64958" x="4108450" y="3725863"/>
          <p14:tracePt t="64980" x="4146550" y="3771900"/>
          <p14:tracePt t="64989" x="4241800" y="3843338"/>
          <p14:tracePt t="65003" x="4335463" y="3889375"/>
          <p14:tracePt t="65022" x="4421188" y="3921125"/>
          <p14:tracePt t="65035" x="4498975" y="3929063"/>
          <p14:tracePt t="65059" x="4537075" y="3929063"/>
          <p14:tracePt t="65073" x="4646613" y="3929063"/>
          <p14:tracePt t="65082" x="4678363" y="3929063"/>
          <p14:tracePt t="65137" x="4552950" y="3944938"/>
          <p14:tracePt t="65153" x="4405313" y="3944938"/>
          <p14:tracePt t="65176" x="4202113" y="3937000"/>
          <p14:tracePt t="65185" x="3998913" y="3921125"/>
          <p14:tracePt t="65199" x="3881438" y="3921125"/>
          <p14:tracePt t="65213" x="3763963" y="3929063"/>
          <p14:tracePt t="65231" x="3648075" y="3937000"/>
          <p14:tracePt t="65244" x="3514725" y="3975100"/>
          <p14:tracePt t="65257" x="3405188" y="3990975"/>
          <p14:tracePt t="65268" x="3287713" y="3998913"/>
          <p14:tracePt t="65286" x="3054350" y="3990975"/>
          <p14:tracePt t="65301" x="2936875" y="3975100"/>
          <p14:tracePt t="65343" x="2827338" y="3952875"/>
          <p14:tracePt t="65350" x="2717800" y="3937000"/>
          <p14:tracePt t="65391" x="2460625" y="3897313"/>
          <p14:tracePt t="65417" x="2343150" y="3889375"/>
          <p14:tracePt t="65422" x="2233613" y="3851275"/>
          <p14:tracePt t="65483" x="2155825" y="3771900"/>
          <p14:tracePt t="65512" x="2093913" y="3686175"/>
          <p14:tracePt t="65558" x="2147888" y="3570288"/>
          <p14:tracePt t="65580" x="2233613" y="3482975"/>
          <p14:tracePt t="65589" x="2303463" y="3405188"/>
          <p14:tracePt t="65629" x="2382838" y="3319463"/>
          <p14:tracePt t="65642" x="2490788" y="3265488"/>
          <p14:tracePt t="65648" x="2592388" y="3233738"/>
          <p14:tracePt t="65664" x="2701925" y="3194050"/>
          <p14:tracePt t="65677" x="2827338" y="3163888"/>
          <p14:tracePt t="65695" x="2952750" y="3148013"/>
          <p14:tracePt t="65709" x="3201988" y="3116263"/>
          <p14:tracePt t="65721" x="3319463" y="3108325"/>
          <p14:tracePt t="65750" x="3444875" y="3092450"/>
          <p14:tracePt t="65759" x="3568700" y="3100388"/>
          <p14:tracePt t="65774" x="3686175" y="3124200"/>
          <p14:tracePt t="65810" x="3921125" y="3217863"/>
          <p14:tracePt t="65822" x="4084638" y="3287713"/>
          <p14:tracePt t="65828" x="4241800" y="3351213"/>
          <p14:tracePt t="65839" x="4295775" y="3389313"/>
          <p14:tracePt t="65850" x="4349750" y="3482975"/>
          <p14:tracePt t="65868" x="4373563" y="3608388"/>
          <p14:tracePt t="65880" x="4405313" y="3725863"/>
          <p14:tracePt t="65896" x="4421188" y="3779838"/>
          <p14:tracePt t="65924" x="4429125" y="3843338"/>
          <p14:tracePt t="65936" x="4413250" y="3913188"/>
          <p14:tracePt t="65958" x="4365625" y="3952875"/>
          <p14:tracePt t="65966" x="4241800" y="3990975"/>
          <p14:tracePt t="65990" x="4092575" y="3998913"/>
          <p14:tracePt t="66002" x="3990975" y="3998913"/>
          <p14:tracePt t="66036" x="3881438" y="3975100"/>
          <p14:tracePt t="66082" x="3771900" y="3929063"/>
          <p14:tracePt t="66110" x="3584575" y="3779838"/>
          <p14:tracePt t="66141" x="3498850" y="3717925"/>
          <p14:tracePt t="66188" x="3436938" y="3616325"/>
          <p14:tracePt t="66234" x="3413125" y="3506788"/>
          <p14:tracePt t="66264" x="3467100" y="3405188"/>
          <p14:tracePt t="66307" x="3554413" y="3319463"/>
          <p14:tracePt t="66338" x="3662363" y="3281363"/>
          <p14:tracePt t="66368" x="3857625" y="3273425"/>
          <p14:tracePt t="66383" x="3913188" y="3281363"/>
          <p14:tracePt t="66399" x="3998913" y="3327400"/>
          <p14:tracePt t="66416" x="4046538" y="3359150"/>
          <p14:tracePt t="66430" x="4092575" y="3397250"/>
          <p14:tracePt t="66444" x="4108450" y="3429000"/>
          <p14:tracePt t="66472" x="4116388" y="3530600"/>
          <p14:tracePt t="66488" x="4100513" y="3562350"/>
          <p14:tracePt t="66505" x="4052888" y="3616325"/>
          <p14:tracePt t="66516" x="4022725" y="3648075"/>
          <p14:tracePt t="66521" x="3937000" y="3702050"/>
          <p14:tracePt t="66543" x="3843338" y="3757613"/>
          <p14:tracePt t="66549" x="3749675" y="3811588"/>
          <p14:tracePt t="66563" x="3686175" y="3859213"/>
          <p14:tracePt t="66577" x="3592513" y="3905250"/>
          <p14:tracePt t="66592" x="3560763" y="3913188"/>
          <p14:tracePt t="66610" x="3452813" y="3937000"/>
          <p14:tracePt t="66623" x="3389313" y="3929063"/>
          <p14:tracePt t="66636" x="3271838" y="3897313"/>
          <p14:tracePt t="66651" x="3163888" y="3851275"/>
          <p14:tracePt t="66669" x="3054350" y="3819525"/>
          <p14:tracePt t="66681" x="2936875" y="3779838"/>
          <p14:tracePt t="66710" x="2827338" y="3765550"/>
          <p14:tracePt t="66727" x="2709863" y="3749675"/>
          <p14:tracePt t="66758" x="2600325" y="3709988"/>
          <p14:tracePt t="66819" x="2592388" y="3592513"/>
          <p14:tracePt t="66834" x="2624138" y="3476625"/>
          <p14:tracePt t="66850" x="2671763" y="3375025"/>
          <p14:tracePt t="66865" x="2749550" y="3281363"/>
          <p14:tracePt t="66882" x="2843213" y="3194050"/>
          <p14:tracePt t="66895" x="2913063" y="3132138"/>
          <p14:tracePt t="66910" x="3014663" y="3070225"/>
          <p14:tracePt t="66924" x="3116263" y="2998788"/>
          <p14:tracePt t="66941" x="3217863" y="2928938"/>
          <p14:tracePt t="66952" x="3319463" y="2874963"/>
          <p14:tracePt t="66971" x="3429000" y="2843213"/>
          <p14:tracePt t="66998" x="3554413" y="2843213"/>
          <p14:tracePt t="67027" x="3670300" y="2867025"/>
          <p14:tracePt t="67046" x="3787775" y="2897188"/>
          <p14:tracePt t="67082" x="3967163" y="2984500"/>
          <p14:tracePt t="67098" x="4084638" y="3070225"/>
          <p14:tracePt t="67107" x="4116388" y="3124200"/>
          <p14:tracePt t="67122" x="4132263" y="3201988"/>
          <p14:tracePt t="67136" x="4132263" y="3281363"/>
          <p14:tracePt t="67150" x="4116388" y="3351213"/>
          <p14:tracePt t="67164" x="4084638" y="3460750"/>
          <p14:tracePt t="67180" x="4060825" y="3562350"/>
          <p14:tracePt t="67195" x="4038600" y="3600450"/>
          <p14:tracePt t="67209" x="3975100" y="3663950"/>
          <p14:tracePt t="67221" x="3921125" y="3694113"/>
          <p14:tracePt t="67241" x="3835400" y="3733800"/>
          <p14:tracePt t="67260" x="3811588" y="3749675"/>
          <p14:tracePt t="67271" x="3749675" y="3749675"/>
          <p14:tracePt t="67286" x="3662363" y="3757613"/>
          <p14:tracePt t="67319" x="3554413" y="3757613"/>
          <p14:tracePt t="67332" x="3436938" y="3749675"/>
          <p14:tracePt t="67349" x="3209925" y="3709988"/>
          <p14:tracePt t="67375" x="2990850" y="3624263"/>
          <p14:tracePt t="67404" x="2874963" y="3600450"/>
          <p14:tracePt t="67433" x="2765425" y="3576638"/>
          <p14:tracePt t="67464" x="2655888" y="3522663"/>
          <p14:tracePt t="67482" x="2562225" y="3460750"/>
          <p14:tracePt t="67555" x="2584450" y="3351213"/>
          <p14:tracePt t="67584" x="2632075" y="3241675"/>
          <p14:tracePt t="67613" x="2701925" y="3148013"/>
          <p14:tracePt t="67633" x="2803525" y="3086100"/>
          <p14:tracePt t="67657" x="2905125" y="3030538"/>
          <p14:tracePt t="67674" x="3022600" y="2998788"/>
          <p14:tracePt t="67689" x="3257550" y="2936875"/>
          <p14:tracePt t="67708" x="3373438" y="2921000"/>
          <p14:tracePt t="67734" x="3498850" y="2936875"/>
          <p14:tracePt t="67751" x="3616325" y="2984500"/>
          <p14:tracePt t="67767" x="3763963" y="3062288"/>
          <p14:tracePt t="67780" x="3897313" y="3140075"/>
          <p14:tracePt t="67806" x="3983038" y="3201988"/>
          <p14:tracePt t="67821" x="4030663" y="3249613"/>
          <p14:tracePt t="67833" x="4046538" y="3273425"/>
          <p14:tracePt t="67839" x="4060825" y="3295650"/>
          <p14:tracePt t="67852" x="4084638" y="3343275"/>
          <p14:tracePt t="67894" x="4100513" y="3413125"/>
          <p14:tracePt t="67901" x="4100513" y="3506788"/>
          <p14:tracePt t="67916" x="4100513" y="3546475"/>
          <p14:tracePt t="67942" x="4046538" y="3741738"/>
          <p14:tracePt t="67960" x="3990975" y="3843338"/>
          <p14:tracePt t="67975" x="3921125" y="3913188"/>
          <p14:tracePt t="67992" x="3851275" y="3944938"/>
          <p14:tracePt t="68005" x="3787775" y="3967163"/>
          <p14:tracePt t="68019" x="3725863" y="3998913"/>
          <p14:tracePt t="68032" x="3632200" y="4030663"/>
          <p14:tracePt t="68050" x="3560763" y="4054475"/>
          <p14:tracePt t="68077" x="3452813" y="4076700"/>
          <p14:tracePt t="68094" x="3327400" y="4084638"/>
          <p14:tracePt t="68110" x="3209925" y="4084638"/>
          <p14:tracePt t="68122" x="3084513" y="4068763"/>
          <p14:tracePt t="68140" x="2968625" y="4046538"/>
          <p14:tracePt t="68198" x="2897188" y="3952875"/>
          <p14:tracePt t="68227" x="2851150" y="3851275"/>
          <p14:tracePt t="68260" x="2881313" y="3624263"/>
          <p14:tracePt t="68291" x="2952750" y="3522663"/>
          <p14:tracePt t="68308" x="3022600" y="3436938"/>
          <p14:tracePt t="68322" x="3116263" y="3359150"/>
          <p14:tracePt t="68337" x="3225800" y="3295650"/>
          <p14:tracePt t="68349" x="3397250" y="3217863"/>
          <p14:tracePt t="68368" x="3568700" y="3194050"/>
          <p14:tracePt t="68382" x="3694113" y="3194050"/>
          <p14:tracePt t="68405" x="3819525" y="3201988"/>
          <p14:tracePt t="68419" x="3944938" y="3217863"/>
          <p14:tracePt t="68426" x="4038600" y="3225800"/>
          <p14:tracePt t="68436" x="4108450" y="3249613"/>
          <p14:tracePt t="68455" x="4140200" y="3257550"/>
          <p14:tracePt t="68470" x="4256088" y="3351213"/>
          <p14:tracePt t="68484" x="4311650" y="3436938"/>
          <p14:tracePt t="68498" x="4341813" y="3530600"/>
          <p14:tracePt t="68517" x="4357688" y="3600450"/>
          <p14:tracePt t="68528" x="4357688" y="3678238"/>
          <p14:tracePt t="68547" x="4341813" y="3741738"/>
          <p14:tracePt t="68559" x="4303713" y="3795713"/>
          <p14:tracePt t="68575" x="4279900" y="3819525"/>
          <p14:tracePt t="68588" x="4210050" y="3867150"/>
          <p14:tracePt t="68604" x="4140200" y="3905250"/>
          <p14:tracePt t="68620" x="4060825" y="3937000"/>
          <p14:tracePt t="68636" x="3937000" y="3944938"/>
          <p14:tracePt t="68648" x="3811588" y="3937000"/>
          <p14:tracePt t="68665" x="3733800" y="3937000"/>
          <p14:tracePt t="68679" x="3616325" y="3921125"/>
          <p14:tracePt t="68694" x="3538538" y="3913188"/>
          <p14:tracePt t="68708" x="3514725" y="3905250"/>
          <p14:tracePt t="68726" x="3475038" y="3851275"/>
          <p14:tracePt t="68738" x="3444875" y="3749675"/>
          <p14:tracePt t="68756" x="3429000" y="3678238"/>
          <p14:tracePt t="68767" x="3405188" y="3514725"/>
          <p14:tracePt t="68785" x="3397250" y="3452813"/>
          <p14:tracePt t="68799" x="3397250" y="3421063"/>
          <p14:tracePt t="68816" x="3429000" y="3335338"/>
          <p14:tracePt t="68828" x="3452813" y="3319463"/>
          <p14:tracePt t="68842" x="3475038" y="3295650"/>
          <p14:tracePt t="68860" x="3506788" y="3281363"/>
          <p14:tracePt t="68881" x="3560763" y="3233738"/>
          <p14:tracePt t="68889" x="3656013" y="3163888"/>
          <p14:tracePt t="68906" x="3749675" y="3132138"/>
          <p14:tracePt t="68918" x="3827463" y="3132138"/>
          <p14:tracePt t="68934" x="3865563" y="3140075"/>
          <p14:tracePt t="68948" x="4014788" y="3163888"/>
          <p14:tracePt t="68965" x="4076700" y="3186113"/>
          <p14:tracePt t="68978" x="4170363" y="3233738"/>
          <p14:tracePt t="68998" x="4279900" y="3281363"/>
          <p14:tracePt t="69011" x="4335463" y="3327400"/>
          <p14:tracePt t="69025" x="4365625" y="3389313"/>
          <p14:tracePt t="69038" x="4373563" y="3482975"/>
          <p14:tracePt t="69053" x="4357688" y="3546475"/>
          <p14:tracePt t="69060" x="4341813" y="3576638"/>
          <p14:tracePt t="69070" x="4327525" y="3608388"/>
          <p14:tracePt t="69085" x="4248150" y="3694113"/>
          <p14:tracePt t="69100" x="4217988" y="3709988"/>
          <p14:tracePt t="69115" x="4140200" y="3733800"/>
          <p14:tracePt t="69127" x="3975100" y="3749675"/>
          <p14:tracePt t="69143" x="3851275" y="3741738"/>
          <p14:tracePt t="69157" x="3779838" y="3733800"/>
          <p14:tracePt t="69174" x="3678238" y="3702050"/>
          <p14:tracePt t="69191" x="3648075" y="3694113"/>
          <p14:tracePt t="69203" x="3560763" y="3678238"/>
          <p14:tracePt t="69208" x="3530600" y="3663950"/>
          <p14:tracePt t="69219" x="3490913" y="3616325"/>
          <p14:tracePt t="69237" x="3475038" y="3546475"/>
          <p14:tracePt t="69248" x="3467100" y="3482975"/>
          <p14:tracePt t="69263" x="3475038" y="3421063"/>
          <p14:tracePt t="69278" x="3490913" y="3397250"/>
          <p14:tracePt t="69292" x="3546475" y="3343275"/>
          <p14:tracePt t="69307" x="3640138" y="3295650"/>
          <p14:tracePt t="69326" x="3694113" y="3257550"/>
          <p14:tracePt t="69340" x="3749675" y="3225800"/>
          <p14:tracePt t="69354" x="3803650" y="3194050"/>
          <p14:tracePt t="69366" x="3843338" y="3179763"/>
          <p14:tracePt t="69370" x="3944938" y="3171825"/>
          <p14:tracePt t="69382" x="3983038" y="3179763"/>
          <p14:tracePt t="69400" x="4060825" y="3194050"/>
          <p14:tracePt t="69415" x="4178300" y="3249613"/>
          <p14:tracePt t="69428" x="4233863" y="3287713"/>
          <p14:tracePt t="69444" x="4279900" y="3335338"/>
          <p14:tracePt t="69458" x="4295775" y="3351213"/>
          <p14:tracePt t="69477" x="4341813" y="3429000"/>
          <p14:tracePt t="69491" x="4349750" y="3490913"/>
          <p14:tracePt t="69505" x="4349750" y="3522663"/>
          <p14:tracePt t="69518" x="4335463" y="3592513"/>
          <p14:tracePt t="69534" x="4311650" y="3678238"/>
          <p14:tracePt t="69549" x="4303713" y="3709988"/>
          <p14:tracePt t="69564" x="4287838" y="3733800"/>
          <p14:tracePt t="69578" x="4233863" y="3779838"/>
          <p14:tracePt t="69594" x="4140200" y="3835400"/>
          <p14:tracePt t="69606" x="4060825" y="3851275"/>
          <p14:tracePt t="69627" x="3929063" y="3843338"/>
          <p14:tracePt t="69641" x="3851275" y="3811588"/>
          <p14:tracePt t="69653" x="3756025" y="3757613"/>
          <p14:tracePt t="69712" x="3756025" y="3725863"/>
          <p14:tracePt t="69727" x="3763963" y="3663950"/>
          <p14:tracePt t="69746" x="3795713" y="3592513"/>
          <p14:tracePt t="69760" x="3843338" y="3538538"/>
          <p14:tracePt t="69770" x="3865563" y="3506788"/>
          <p14:tracePt t="69777" x="3921125" y="3460750"/>
          <p14:tracePt t="69792" x="3983038" y="3436938"/>
          <p14:tracePt t="69805" x="4014788" y="3429000"/>
          <p14:tracePt t="69820" x="4046538" y="3429000"/>
          <p14:tracePt t="69828" x="4116388" y="3436938"/>
          <p14:tracePt t="69838" x="4170363" y="3460750"/>
          <p14:tracePt t="69849" x="4225925" y="3498850"/>
          <p14:tracePt t="69868" x="4248150" y="3514725"/>
          <p14:tracePt t="69878" x="4303713" y="3608388"/>
          <p14:tracePt t="69894" x="4319588" y="3709988"/>
          <p14:tracePt t="69911" x="4295775" y="3811588"/>
          <p14:tracePt t="69925" x="4256088" y="3897313"/>
          <p14:tracePt t="69940" x="4217988" y="3937000"/>
          <p14:tracePt t="69954" x="4194175" y="3960813"/>
          <p14:tracePt t="69957" x="4162425" y="3975100"/>
          <p14:tracePt t="69967" x="4108450" y="4014788"/>
          <p14:tracePt t="69980" x="4076700" y="4030663"/>
          <p14:tracePt t="69995" x="4006850" y="4054475"/>
          <p14:tracePt t="70010" x="3881438" y="4062413"/>
          <p14:tracePt t="70024" x="3741738" y="4038600"/>
          <p14:tracePt t="70040" x="3709988" y="4030663"/>
          <p14:tracePt t="70058" x="3656013" y="3998913"/>
          <p14:tracePt t="70071" x="3624263" y="3905250"/>
          <p14:tracePt t="70088" x="3624263" y="3843338"/>
          <p14:tracePt t="70101" x="3616325" y="3779838"/>
          <p14:tracePt t="70118" x="3592513" y="3640138"/>
          <p14:tracePt t="70135" x="3576638" y="3570288"/>
          <p14:tracePt t="70149" x="3530600" y="3413125"/>
          <p14:tracePt t="70160" x="3530600" y="3375025"/>
          <p14:tracePt t="70175" x="3546475" y="3327400"/>
          <p14:tracePt t="70222" x="3560763" y="3303588"/>
          <p14:tracePt t="70238" x="3592513" y="3257550"/>
          <p14:tracePt t="70266" x="3616325" y="3225800"/>
          <p14:tracePt t="70297" x="3686175" y="3241675"/>
          <p14:tracePt t="70311" x="3709988" y="3249613"/>
          <p14:tracePt t="70326" x="3763963" y="3281363"/>
          <p14:tracePt t="70341" x="3795713" y="3295650"/>
          <p14:tracePt t="70358" x="3873500" y="3335338"/>
          <p14:tracePt t="70374" x="3921125" y="3359150"/>
          <p14:tracePt t="70387" x="3951288" y="3375025"/>
          <p14:tracePt t="70401" x="4006850" y="3405188"/>
          <p14:tracePt t="70416" x="4030663" y="3429000"/>
          <p14:tracePt t="70432" x="4052888" y="3444875"/>
          <p14:tracePt t="70448" x="4100513" y="3490913"/>
          <p14:tracePt t="70461" x="4124325" y="3514725"/>
          <p14:tracePt t="70476" x="4140200" y="3546475"/>
          <p14:tracePt t="70492" x="4154488" y="3576638"/>
          <p14:tracePt t="70508" x="4186238" y="3632200"/>
          <p14:tracePt t="70521" x="4210050" y="3656013"/>
          <p14:tracePt t="70537" x="4241800" y="3694113"/>
          <p14:tracePt t="70552" x="4248150" y="3717925"/>
          <p14:tracePt t="70569" x="4241800" y="3757613"/>
          <p14:tracePt t="70584" x="4217988" y="3779838"/>
          <p14:tracePt t="70600" x="4170363" y="3819525"/>
          <p14:tracePt t="70612" x="4100513" y="3835400"/>
          <p14:tracePt t="70627" x="3998913" y="3843338"/>
          <p14:tracePt t="70646" x="3905250" y="3851275"/>
          <p14:tracePt t="70658" x="3835400" y="3867150"/>
          <p14:tracePt t="70674" x="3803650" y="3867150"/>
          <p14:tracePt t="70689" x="3717925" y="3889375"/>
          <p14:tracePt t="70702" x="3640138" y="3905250"/>
          <p14:tracePt t="70718" x="3568700" y="3913188"/>
          <p14:tracePt t="70735" x="3436938" y="3897313"/>
          <p14:tracePt t="70751" x="3373438" y="3859213"/>
          <p14:tracePt t="70762" x="3319463" y="3819525"/>
          <p14:tracePt t="70777" x="3217863" y="3733800"/>
          <p14:tracePt t="70792" x="3163888" y="3694113"/>
          <p14:tracePt t="70824" x="3140075" y="3671888"/>
          <p14:tracePt t="70837" x="3132138" y="3640138"/>
          <p14:tracePt t="70851" x="3132138" y="3554413"/>
          <p14:tracePt t="70866" x="3148013" y="3490913"/>
          <p14:tracePt t="70883" x="3178175" y="3452813"/>
          <p14:tracePt t="70898" x="3225800" y="3397250"/>
          <p14:tracePt t="70912" x="3249613" y="3375025"/>
          <p14:tracePt t="70927" x="3311525" y="3343275"/>
          <p14:tracePt t="70942" x="3389313" y="3311525"/>
          <p14:tracePt t="70958" x="3530600" y="3287713"/>
          <p14:tracePt t="70975" x="3560763" y="3281363"/>
          <p14:tracePt t="70988" x="3624263" y="3273425"/>
          <p14:tracePt t="71003" x="3662363" y="3273425"/>
          <p14:tracePt t="71019" x="3756025" y="3295650"/>
          <p14:tracePt t="71049" x="3905250" y="3359150"/>
          <p14:tracePt t="71077" x="3959225" y="3405188"/>
          <p14:tracePt t="71092" x="3967163" y="3468688"/>
          <p14:tracePt t="71109" x="3944938" y="3530600"/>
          <p14:tracePt t="71124" x="3929063" y="3562350"/>
          <p14:tracePt t="71137" x="3857625" y="3648075"/>
          <p14:tracePt t="71152" x="3787775" y="3702050"/>
          <p14:tracePt t="71168" x="3756025" y="3725863"/>
          <p14:tracePt t="71184" x="3702050" y="3749675"/>
          <p14:tracePt t="71197" x="3648075" y="3757613"/>
          <p14:tracePt t="71212" x="3546475" y="3741738"/>
          <p14:tracePt t="71227" x="3514725" y="3725863"/>
          <p14:tracePt t="71274" x="3421063" y="3663950"/>
          <p14:tracePt t="71332" x="3365500" y="3562350"/>
          <p14:tracePt t="71363" x="3373438" y="3452813"/>
          <p14:tracePt t="71392" x="3421063" y="3351213"/>
          <p14:tracePt t="71407" x="3546475" y="3194050"/>
          <p14:tracePt t="71425" x="3632200" y="3155950"/>
          <p14:tracePt t="71438" x="3717925" y="3148013"/>
          <p14:tracePt t="71452" x="3795713" y="3155950"/>
          <p14:tracePt t="71469" x="3889375" y="3194050"/>
          <p14:tracePt t="71482" x="3913188" y="3217863"/>
          <p14:tracePt t="71498" x="4022725" y="3335338"/>
          <p14:tracePt t="71513" x="4076700" y="3421063"/>
          <p14:tracePt t="71526" x="4108450" y="3482975"/>
          <p14:tracePt t="71538" x="4124325" y="3514725"/>
          <p14:tracePt t="71575" x="4124325" y="3584575"/>
          <p14:tracePt t="71593" x="4100513" y="3648075"/>
          <p14:tracePt t="71611" x="4046538" y="3694113"/>
          <p14:tracePt t="71626" x="3959225" y="3741738"/>
          <p14:tracePt t="71639" x="3865563" y="3779838"/>
          <p14:tracePt t="71654" x="3795713" y="3795713"/>
          <p14:tracePt t="71668" x="3733800" y="3787775"/>
          <p14:tracePt t="71684" x="3670300" y="3771900"/>
          <p14:tracePt t="71697" x="3616325" y="3749675"/>
          <p14:tracePt t="71713" x="3584575" y="3733800"/>
          <p14:tracePt t="71726" x="3530600" y="3702050"/>
          <p14:tracePt t="71741" x="3467100" y="3632200"/>
          <p14:tracePt t="71756" x="3460750" y="3600450"/>
          <p14:tracePt t="71803" x="3444875" y="3421063"/>
          <p14:tracePt t="71833" x="3506788" y="3209925"/>
          <p14:tracePt t="71851" x="3616325" y="3108325"/>
          <p14:tracePt t="71875" x="3632200" y="3092450"/>
          <p14:tracePt t="71887" x="3709988" y="3062288"/>
          <p14:tracePt t="71895" x="3763963" y="3054350"/>
          <p14:tracePt t="71909" x="3843338" y="3070225"/>
          <p14:tracePt t="71923" x="3937000" y="3116263"/>
          <p14:tracePt t="71937" x="3990975" y="3171825"/>
          <p14:tracePt t="71950" x="4030663" y="3233738"/>
          <p14:tracePt t="71975" x="4046538" y="3257550"/>
          <p14:tracePt t="71984" x="4052888" y="3319463"/>
          <p14:tracePt t="72011" x="4022725" y="3397250"/>
          <p14:tracePt t="72027" x="3921125" y="3490913"/>
          <p14:tracePt t="72041" x="3843338" y="3546475"/>
          <p14:tracePt t="72057" x="3779838" y="3584575"/>
          <p14:tracePt t="72073" x="3717925" y="3624263"/>
          <p14:tracePt t="72087" x="3662363" y="3648075"/>
          <p14:tracePt t="72101" x="3632200" y="3648075"/>
          <p14:tracePt t="72117" x="3584575" y="3648075"/>
          <p14:tracePt t="72135" x="3554413" y="3640138"/>
          <p14:tracePt t="72149" x="3530600" y="3632200"/>
          <p14:tracePt t="72402" x="3475038" y="3530600"/>
          <p14:tracePt t="72491" x="3554413" y="3444875"/>
          <p14:tracePt t="72505" x="3756025" y="3351213"/>
          <p14:tracePt t="72524" x="3873500" y="3319463"/>
          <p14:tracePt t="72539" x="3998913" y="3311525"/>
          <p14:tracePt t="72552" x="4052888" y="3319463"/>
          <p14:tracePt t="72568" x="4084638" y="3319463"/>
          <p14:tracePt t="72584" x="4202113" y="3327400"/>
          <p14:tracePt t="72599" x="4271963" y="3335338"/>
          <p14:tracePt t="72616" x="4303713" y="3359150"/>
          <p14:tracePt t="72636" x="4341813" y="3413125"/>
          <p14:tracePt t="72653" x="4365625" y="3476625"/>
          <p14:tracePt t="72657" x="4357688" y="3554413"/>
          <p14:tracePt t="72673" x="4349750" y="3648075"/>
          <p14:tracePt t="72687" x="4335463" y="3733800"/>
          <p14:tracePt t="72706" x="4327525" y="3757613"/>
          <p14:tracePt t="72724" x="4327525" y="3803650"/>
          <p14:tracePt t="72741" x="4327525" y="3859213"/>
          <p14:tracePt t="72773" x="4264025" y="3819525"/>
          <p14:tracePt t="72815" x="4271963" y="3803650"/>
          <p14:tracePt t="72821" x="4279900" y="3795713"/>
          <p14:tracePt t="72829" x="4279900" y="3771900"/>
          <p14:tracePt t="72845" x="4264025" y="3749675"/>
          <p14:tracePt t="72854" x="4248150" y="3725863"/>
          <p14:tracePt t="72857" x="4217988" y="3709988"/>
          <p14:tracePt t="72983" x="4217988" y="3686175"/>
          <p14:tracePt t="73011" x="4210050" y="3656013"/>
          <p14:tracePt t="73021" x="4186238" y="3632200"/>
          <p14:tracePt t="73038" x="4162425" y="3608388"/>
          <p14:tracePt t="73055" x="4132263" y="3584575"/>
          <p14:tracePt t="73065" x="4116388" y="3554413"/>
          <p14:tracePt t="73073" x="4084638" y="3514725"/>
          <p14:tracePt t="73086" x="4030663" y="3490913"/>
          <p14:tracePt t="73102" x="3959225" y="3506788"/>
          <p14:tracePt t="73122" x="3873500" y="3562350"/>
          <p14:tracePt t="73149" x="3851275" y="3584575"/>
          <p14:tracePt t="73163" x="3827463" y="3616325"/>
          <p14:tracePt t="73170" x="3811588" y="3671888"/>
          <p14:tracePt t="73186" x="3819525" y="3694113"/>
          <p14:tracePt t="73224" x="3889375" y="3702050"/>
          <p14:tracePt t="73240" x="3959225" y="3678238"/>
          <p14:tracePt t="73253" x="3990975" y="3656013"/>
          <p14:tracePt t="73284" x="4038600" y="3608388"/>
          <p14:tracePt t="73305" x="4052888" y="3600450"/>
          <p14:tracePt t="73365" x="4052888" y="3656013"/>
          <p14:tracePt t="73389" x="4014788" y="3694113"/>
          <p14:tracePt t="73398" x="3990975" y="3709988"/>
          <p14:tracePt t="73412" x="3937000" y="3733800"/>
          <p14:tracePt t="73426" x="3865563" y="3749675"/>
          <p14:tracePt t="73439" x="3827463" y="3741738"/>
          <p14:tracePt t="73452" x="3795713" y="3733800"/>
          <p14:tracePt t="73464" x="3733800" y="3702050"/>
          <p14:tracePt t="73485" x="3709988" y="3694113"/>
          <p14:tracePt t="73527" x="3709988" y="3663950"/>
          <p14:tracePt t="73537" x="3725863" y="3570288"/>
          <p14:tracePt t="73547" x="3756025" y="3476625"/>
          <p14:tracePt t="73561" x="3779838" y="3421063"/>
          <p14:tracePt t="73577" x="3803650" y="3367088"/>
          <p14:tracePt t="73637" x="3819525" y="3343275"/>
          <p14:tracePt t="73663" x="3843338" y="3327400"/>
          <p14:tracePt t="73679" x="3929063" y="3281363"/>
          <p14:tracePt t="73695" x="4052888" y="3249613"/>
          <p14:tracePt t="73717" x="4116388" y="3233738"/>
          <p14:tracePt t="73727" x="4210050" y="3257550"/>
          <p14:tracePt t="73752" x="4279900" y="3295650"/>
          <p14:tracePt t="73769" x="4397375" y="3389313"/>
          <p14:tracePt t="73793" x="4443413" y="3468688"/>
          <p14:tracePt t="73814" x="4467225" y="3530600"/>
          <p14:tracePt t="73831" x="4467225" y="3608388"/>
          <p14:tracePt t="73846" x="4429125" y="3702050"/>
          <p14:tracePt t="73867" x="4405313" y="3725863"/>
          <p14:tracePt t="73882" x="4327525" y="3827463"/>
          <p14:tracePt t="73902" x="4264025" y="3881438"/>
          <p14:tracePt t="73919" x="4210050" y="3929063"/>
          <p14:tracePt t="73934" x="4170363" y="3960813"/>
          <p14:tracePt t="73975" x="4092575" y="3929063"/>
          <p14:tracePt t="73988" x="3975100" y="3835400"/>
          <p14:tracePt t="74009" x="3873500" y="3771900"/>
          <p14:tracePt t="74023" x="3771900" y="3709988"/>
          <p14:tracePt t="74037" x="3702050" y="3656013"/>
          <p14:tracePt t="74051" x="3656013" y="3584575"/>
          <p14:tracePt t="74070" x="3632200" y="3530600"/>
          <p14:tracePt t="74081" x="3640138" y="3468688"/>
          <p14:tracePt t="74098" x="3678238" y="3375025"/>
          <p14:tracePt t="74112" x="3686175" y="3351213"/>
          <p14:tracePt t="74128" x="3717925" y="3295650"/>
          <p14:tracePt t="74141" x="3756025" y="3209925"/>
          <p14:tracePt t="74157" x="3771900" y="3186113"/>
          <p14:tracePt t="74171" x="3835400" y="3116263"/>
          <p14:tracePt t="74187" x="3905250" y="3086100"/>
          <p14:tracePt t="74202" x="3967163" y="3070225"/>
          <p14:tracePt t="74218" x="3998913" y="3062288"/>
          <p14:tracePt t="74231" x="4030663" y="3070225"/>
          <p14:tracePt t="74248" x="4052888" y="3078163"/>
          <p14:tracePt t="74276" x="4108450" y="3116263"/>
          <p14:tracePt t="74293" x="4140200" y="3132138"/>
          <p14:tracePt t="74306" x="4186238" y="3163888"/>
          <p14:tracePt t="74336" x="4210050" y="3209925"/>
          <p14:tracePt t="74350" x="4217988" y="3233738"/>
          <p14:tracePt t="74368" x="4225925" y="3257550"/>
          <p14:tracePt t="74381" x="4233863" y="3303588"/>
          <p14:tracePt t="74395" x="4241800" y="3343275"/>
          <p14:tracePt t="74456" x="4210050" y="3413125"/>
          <p14:tracePt t="74468" x="4186238" y="3452813"/>
          <p14:tracePt t="74487" x="4178300" y="3476625"/>
          <p14:tracePt t="74504" x="4162425" y="3546475"/>
          <p14:tracePt t="74521" x="4154488" y="3570288"/>
          <p14:tracePt t="74534" x="4154488" y="3592513"/>
          <p14:tracePt t="74550" x="4146550" y="3616325"/>
          <p14:tracePt t="74563" x="4116388" y="3648075"/>
          <p14:tracePt t="74583" x="4092575" y="3663950"/>
          <p14:tracePt t="74599" x="4068763" y="3678238"/>
          <p14:tracePt t="74611" x="3990975" y="3678238"/>
          <p14:tracePt t="74642" x="3951288" y="3663950"/>
          <p14:tracePt t="74658" x="3937000" y="3656013"/>
          <p14:tracePt t="74676" x="3889375" y="3663950"/>
          <p14:tracePt t="74693" x="3835400" y="3671888"/>
          <p14:tracePt t="74702" x="3763963" y="3686175"/>
          <p14:tracePt t="74715" x="3709988" y="3702050"/>
          <p14:tracePt t="74733" x="3678238" y="3702050"/>
          <p14:tracePt t="74745" x="3576638" y="3694113"/>
          <p14:tracePt t="74759" x="3482975" y="3678238"/>
          <p14:tracePt t="74782" x="3421063" y="3663950"/>
          <p14:tracePt t="74792" x="3397250" y="3648075"/>
          <p14:tracePt t="74807" x="3351213" y="3624263"/>
          <p14:tracePt t="74821" x="3295650" y="3608388"/>
          <p14:tracePt t="74835" x="3265488" y="3592513"/>
          <p14:tracePt t="74861" x="3241675" y="3584575"/>
          <p14:tracePt t="74890" x="3241675" y="3554413"/>
          <p14:tracePt t="74897" x="3241675" y="3530600"/>
          <p14:tracePt t="74926" x="3241675" y="3490913"/>
          <p14:tracePt t="74941" x="3233738" y="3460750"/>
          <p14:tracePt t="74956" x="3241675" y="3429000"/>
          <p14:tracePt t="74970" x="3295650" y="3375025"/>
          <p14:tracePt t="74984" x="3351213" y="3335338"/>
          <p14:tracePt t="74999" x="3373438" y="3319463"/>
          <p14:tracePt t="75016" x="3397250" y="3303588"/>
          <p14:tracePt t="75028" x="3421063" y="3287713"/>
          <p14:tracePt t="75049" x="3452813" y="3273425"/>
          <p14:tracePt t="75074" x="3530600" y="3249613"/>
          <p14:tracePt t="75085" x="3662363" y="3257550"/>
          <p14:tracePt t="75103" x="3741738" y="3273425"/>
          <p14:tracePt t="75108" x="3843338" y="3265488"/>
          <p14:tracePt t="75121" x="3905250" y="3257550"/>
          <p14:tracePt t="75135" x="3944938" y="3265488"/>
          <p14:tracePt t="75151" x="4014788" y="3281363"/>
          <p14:tracePt t="75165" x="4068763" y="3303588"/>
          <p14:tracePt t="75180" x="4100513" y="3319463"/>
          <p14:tracePt t="75201" x="4154488" y="3351213"/>
          <p14:tracePt t="75212" x="4170363" y="3375025"/>
          <p14:tracePt t="75241" x="4162425" y="3436938"/>
          <p14:tracePt t="75257" x="4154488" y="3468688"/>
          <p14:tracePt t="75273" x="4116388" y="3554413"/>
          <p14:tracePt t="75300" x="4076700" y="3608388"/>
          <p14:tracePt t="75318" x="4046538" y="3663950"/>
          <p14:tracePt t="75332" x="4022725" y="3717925"/>
          <p14:tracePt t="75355" x="3983038" y="3765550"/>
          <p14:tracePt t="75360" x="3944938" y="3819525"/>
          <p14:tracePt t="75373" x="3929063" y="3851275"/>
          <p14:tracePt t="75387" x="3913188" y="3873500"/>
          <p14:tracePt t="75465" x="3889375" y="3859213"/>
          <p14:tracePt t="75492" x="3843338" y="3819525"/>
          <p14:tracePt t="75539" x="3827463" y="3787775"/>
          <p14:tracePt t="75584" x="3795713" y="3779838"/>
          <p14:tracePt t="75616" x="3771900" y="3757613"/>
          <p14:tracePt t="75645" x="3749675" y="3749675"/>
          <p14:tracePt t="75674" x="3725863" y="3725863"/>
          <p14:tracePt t="75706" x="3678238" y="3648075"/>
          <p14:tracePt t="75735" x="3670300" y="3584575"/>
          <p14:tracePt t="75752" x="3670300" y="3554413"/>
          <p14:tracePt t="75766" x="3670300" y="3522663"/>
          <p14:tracePt t="75781" x="3662363" y="3460750"/>
          <p14:tracePt t="75796" x="3656013" y="3429000"/>
          <p14:tracePt t="75810" x="3662363" y="3335338"/>
          <p14:tracePt t="75826" x="3678238" y="3273425"/>
          <p14:tracePt t="75838" x="3686175" y="3249613"/>
          <p14:tracePt t="75886" x="3763963" y="3217863"/>
          <p14:tracePt t="75901" x="3827463" y="3186113"/>
          <p14:tracePt t="75916" x="3851275" y="3179763"/>
          <p14:tracePt t="75932" x="3921125" y="3148013"/>
          <p14:tracePt t="75945" x="4022725" y="3140075"/>
          <p14:tracePt t="75961" x="4052888" y="3140075"/>
          <p14:tracePt t="75975" x="4076700" y="3148013"/>
          <p14:tracePt t="76006" x="4108450" y="3155950"/>
          <p14:tracePt t="76022" x="4162425" y="3179763"/>
          <p14:tracePt t="76038" x="4194175" y="3194050"/>
          <p14:tracePt t="76051" x="4256088" y="3273425"/>
          <p14:tracePt t="76067" x="4279900" y="3319463"/>
          <p14:tracePt t="76079" x="4295775" y="3359150"/>
          <p14:tracePt t="76108" x="4295775" y="3375025"/>
          <p14:tracePt t="76124" x="4279900" y="3429000"/>
          <p14:tracePt t="76139" x="4248150" y="3476625"/>
          <p14:tracePt t="76156" x="4233863" y="3490913"/>
          <p14:tracePt t="76170" x="4194175" y="3522663"/>
          <p14:tracePt t="76186" x="4146550" y="3546475"/>
          <p14:tracePt t="76216" x="4124325" y="3554413"/>
          <p14:tracePt t="76245" x="4060825" y="3576638"/>
          <p14:tracePt t="76265" x="4030663" y="3570288"/>
          <p14:tracePt t="76289" x="3937000" y="3514725"/>
          <p14:tracePt t="76304" x="3843338" y="3460750"/>
          <p14:tracePt t="76321" x="3811588" y="3444875"/>
          <p14:tracePt t="76337" x="3717925" y="3405188"/>
          <p14:tracePt t="76353" x="3648075" y="3375025"/>
          <p14:tracePt t="76366" x="3592513" y="3351213"/>
          <p14:tracePt t="76385" x="3568700" y="3335338"/>
          <p14:tracePt t="76398" x="3554413" y="3311525"/>
          <p14:tracePt t="76411" x="3546475" y="3287713"/>
          <p14:tracePt t="76429" x="3560763" y="3194050"/>
          <p14:tracePt t="76444" x="3584575" y="3124200"/>
          <p14:tracePt t="76458" x="3632200" y="3038475"/>
          <p14:tracePt t="76471" x="3686175" y="2976563"/>
          <p14:tracePt t="76486" x="3725863" y="2928938"/>
          <p14:tracePt t="76502" x="3741738" y="2905125"/>
          <p14:tracePt t="76514" x="3803650" y="2811463"/>
          <p14:tracePt t="76543" x="3857625" y="2757488"/>
          <p14:tracePt t="76551" x="3944938" y="2687638"/>
          <p14:tracePt t="76574" x="3967163" y="2663825"/>
          <p14:tracePt t="76587" x="4038600" y="2616200"/>
          <p14:tracePt t="76604" x="4108450" y="2570163"/>
          <p14:tracePt t="76617" x="4140200" y="2554288"/>
          <p14:tracePt t="76621" x="4186238" y="2554288"/>
          <p14:tracePt t="76636" x="4217988" y="2562225"/>
          <p14:tracePt t="76653" x="4287838" y="2586038"/>
          <p14:tracePt t="76666" x="4341813" y="2616200"/>
          <p14:tracePt t="76682" x="4373563" y="2632075"/>
          <p14:tracePt t="76704" x="4421188" y="2663825"/>
          <p14:tracePt t="76711" x="4475163" y="2701925"/>
          <p14:tracePt t="76726" x="4545013" y="2781300"/>
          <p14:tracePt t="76752" x="4584700" y="2843213"/>
          <p14:tracePt t="76759" x="4616450" y="2905125"/>
          <p14:tracePt t="76773" x="4624388" y="2936875"/>
          <p14:tracePt t="76789" x="4646613" y="3022600"/>
          <p14:tracePt t="76803" x="4654550" y="3078163"/>
          <p14:tracePt t="76818" x="4662488" y="3108325"/>
          <p14:tracePt t="76830" x="4678363" y="3171825"/>
          <p14:tracePt t="76849" x="4678363" y="3201988"/>
          <p14:tracePt t="76867" x="4694238" y="3257550"/>
          <p14:tracePt t="76887" x="4686300" y="3295650"/>
          <p14:tracePt t="76894" x="4662488" y="3335338"/>
          <p14:tracePt t="76923" x="4632325" y="3367088"/>
          <p14:tracePt t="76945" x="4624388" y="3381375"/>
          <p14:tracePt t="76951" x="4600575" y="3397250"/>
          <p14:tracePt t="76971" x="4584700" y="3413125"/>
          <p14:tracePt t="76992" x="4545013" y="3436938"/>
          <p14:tracePt t="76998" x="4491038" y="3476625"/>
          <p14:tracePt t="77022" x="4459288" y="3490913"/>
          <p14:tracePt t="77043" x="4437063" y="3506788"/>
          <p14:tracePt t="77059" x="4389438" y="3546475"/>
          <p14:tracePt t="77074" x="4341813" y="3584575"/>
          <p14:tracePt t="77090" x="4327525" y="3600450"/>
          <p14:tracePt t="77112" x="4287838" y="3632200"/>
          <p14:tracePt t="77127" x="4202113" y="3663950"/>
          <p14:tracePt t="77135" x="4140200" y="3671888"/>
          <p14:tracePt t="77147" x="4068763" y="3663950"/>
          <p14:tracePt t="77161" x="4006850" y="3663950"/>
          <p14:tracePt t="77177" x="3913188" y="3663950"/>
          <p14:tracePt t="77192" x="3779838" y="3678238"/>
          <p14:tracePt t="77207" x="3717925" y="3663950"/>
          <p14:tracePt t="77223" x="3662363" y="3648075"/>
          <p14:tracePt t="77241" x="3560763" y="3616325"/>
          <p14:tracePt t="77254" x="3506788" y="3600450"/>
          <p14:tracePt t="77268" x="3444875" y="3576638"/>
          <p14:tracePt t="77281" x="3421063" y="3562350"/>
          <p14:tracePt t="77311" x="3397250" y="3546475"/>
          <p14:tracePt t="77328" x="3365500" y="3546475"/>
          <p14:tracePt t="77356" x="3351213" y="3514725"/>
          <p14:tracePt t="77374" x="3343275" y="3490913"/>
          <p14:tracePt t="77391" x="3335338" y="3429000"/>
          <p14:tracePt t="77415" x="3335338" y="3389313"/>
          <p14:tracePt t="77430" x="3335338" y="3367088"/>
          <p14:tracePt t="77446" x="3351213" y="3343275"/>
          <p14:tracePt t="77461" x="3397250" y="3303588"/>
          <p14:tracePt t="77475" x="3421063" y="3287713"/>
          <p14:tracePt t="77494" x="3467100" y="3241675"/>
          <p14:tracePt t="77507" x="3514725" y="3194050"/>
          <p14:tracePt t="77520" x="3538538" y="3171825"/>
          <p14:tracePt t="77537" x="3584575" y="3132138"/>
          <p14:tracePt t="77568" x="3616325" y="3116263"/>
          <p14:tracePt t="77582" x="3648075" y="3108325"/>
          <p14:tracePt t="77597" x="3702050" y="3108325"/>
          <p14:tracePt t="77614" x="3771900" y="3108325"/>
          <p14:tracePt t="77624" x="3913188" y="3092450"/>
          <p14:tracePt t="77640" x="3983038" y="3108325"/>
          <p14:tracePt t="77657" x="4014788" y="3116263"/>
          <p14:tracePt t="77671" x="4100513" y="3163888"/>
          <p14:tracePt t="77690" x="4124325" y="3179763"/>
          <p14:tracePt t="77702" x="4178300" y="3217863"/>
          <p14:tracePt t="77718" x="4194175" y="3249613"/>
          <p14:tracePt t="77734" x="4202113" y="3281363"/>
          <p14:tracePt t="77749" x="4202113" y="3303588"/>
          <p14:tracePt t="77761" x="4194175" y="3335338"/>
          <p14:tracePt t="77777" x="4178300" y="3359150"/>
          <p14:tracePt t="77792" x="4162425" y="3381375"/>
          <p14:tracePt t="77809" x="4132263" y="3444875"/>
          <p14:tracePt t="77823" x="4124325" y="3476625"/>
          <p14:tracePt t="77841" x="4116388" y="3506788"/>
          <p14:tracePt t="77855" x="4100513" y="3538538"/>
          <p14:tracePt t="77878" x="4084638" y="3562350"/>
          <p14:tracePt t="77892" x="4052888" y="3576638"/>
          <p14:tracePt t="77907" x="3975100" y="3576638"/>
          <p14:tracePt t="77922" x="3905250" y="3570288"/>
          <p14:tracePt t="77934" x="3787775" y="3538538"/>
          <p14:tracePt t="77951" x="3686175" y="3490913"/>
          <p14:tracePt t="77964" x="3560763" y="3452813"/>
          <p14:tracePt t="77979" x="3490913" y="3436938"/>
          <p14:tracePt t="77994" x="3429000" y="3436938"/>
          <p14:tracePt t="78009" x="3381375" y="3429000"/>
          <p14:tracePt t="78024" x="3335338" y="3405188"/>
          <p14:tracePt t="78046" x="3311525" y="3381375"/>
          <p14:tracePt t="78063" x="3295650" y="3367088"/>
          <p14:tracePt t="78081" x="3303588" y="3303588"/>
          <p14:tracePt t="78094" x="3319463" y="3281363"/>
          <p14:tracePt t="78110" x="3335338" y="3257550"/>
          <p14:tracePt t="78131" x="3373438" y="3209925"/>
          <p14:tracePt t="78138" x="3421063" y="3155950"/>
          <p14:tracePt t="78165" x="3482975" y="3108325"/>
          <p14:tracePt t="78173" x="3616325" y="3030538"/>
          <p14:tracePt t="78184" x="3640138" y="3014663"/>
          <p14:tracePt t="78199" x="3756025" y="2984500"/>
          <p14:tracePt t="78218" x="3827463" y="2984500"/>
          <p14:tracePt t="78227" x="3889375" y="2990850"/>
          <p14:tracePt t="78245" x="3921125" y="2998788"/>
          <p14:tracePt t="78258" x="3990975" y="3022600"/>
          <p14:tracePt t="78270" x="4046538" y="3038475"/>
          <p14:tracePt t="78283" x="4108450" y="3054350"/>
          <p14:tracePt t="78296" x="4186238" y="3070225"/>
          <p14:tracePt t="78310" x="4256088" y="3078163"/>
          <p14:tracePt t="78325" x="4357688" y="3100388"/>
          <p14:tracePt t="78339" x="4389438" y="3108325"/>
          <p14:tracePt t="78357" x="4421188" y="3116263"/>
          <p14:tracePt t="78370" x="4483100" y="3140075"/>
          <p14:tracePt t="78386" x="4522788" y="3155950"/>
          <p14:tracePt t="78402" x="4552950" y="3163888"/>
          <p14:tracePt t="78416" x="4600575" y="3201988"/>
          <p14:tracePt t="78432" x="4616450" y="3233738"/>
          <p14:tracePt t="78447" x="4638675" y="3265488"/>
          <p14:tracePt t="78460" x="4670425" y="3343275"/>
          <p14:tracePt t="78485" x="4686300" y="3405188"/>
          <p14:tracePt t="78511" x="4686300" y="3444875"/>
          <p14:tracePt t="78524" x="4694238" y="3546475"/>
          <p14:tracePt t="78531" x="4686300" y="3576638"/>
          <p14:tracePt t="78552" x="4670425" y="3663950"/>
          <p14:tracePt t="78575" x="4624388" y="3741738"/>
          <p14:tracePt t="78599" x="4584700" y="3771900"/>
          <p14:tracePt t="78605" x="4522788" y="3811588"/>
          <p14:tracePt t="78622" x="4498975" y="3819525"/>
          <p14:tracePt t="78635" x="4341813" y="3859213"/>
          <p14:tracePt t="78649" x="4233863" y="3867150"/>
          <p14:tracePt t="78665" x="4170363" y="3867150"/>
          <p14:tracePt t="78680" x="4140200" y="3867150"/>
          <p14:tracePt t="78695" x="4076700" y="3843338"/>
          <p14:tracePt t="78708" x="4022725" y="3803650"/>
          <p14:tracePt t="78722" x="3967163" y="3771900"/>
          <p14:tracePt t="78738" x="3851275" y="3686175"/>
          <p14:tracePt t="78756" x="3811588" y="3640138"/>
          <p14:tracePt t="78767" x="3787775" y="3554413"/>
          <p14:tracePt t="78795" x="3811588" y="3498850"/>
          <p14:tracePt t="78803" x="3857625" y="3436938"/>
          <p14:tracePt t="78815" x="3905250" y="3397250"/>
          <p14:tracePt t="78832" x="4022725" y="3311525"/>
          <p14:tracePt t="78846" x="4116388" y="3273425"/>
          <p14:tracePt t="78862" x="4186238" y="3241675"/>
          <p14:tracePt t="78875" x="4256088" y="3233738"/>
          <p14:tracePt t="78889" x="4287838" y="3257550"/>
          <p14:tracePt t="78903" x="4341813" y="3295650"/>
          <p14:tracePt t="78918" x="4389438" y="3327400"/>
          <p14:tracePt t="78933" x="4413250" y="3343275"/>
          <p14:tracePt t="78946" x="4443413" y="3389313"/>
          <p14:tracePt t="78960" x="4459288" y="3452813"/>
          <p14:tracePt t="78972" x="4451350" y="3538538"/>
          <p14:tracePt t="78988" x="4437063" y="3600450"/>
          <p14:tracePt t="79001" x="4413250" y="3709988"/>
          <p14:tracePt t="79017" x="4397375" y="3897313"/>
          <p14:tracePt t="79031" x="4397375" y="3960813"/>
          <p14:tracePt t="79033" x="4397375" y="3990975"/>
          <p14:tracePt t="79048" x="4405313" y="4046538"/>
          <p14:tracePt t="79063" x="4397375" y="4092575"/>
          <p14:tracePt t="79078" x="4373563" y="4132263"/>
          <p14:tracePt t="79092" x="4327525" y="4140200"/>
          <p14:tracePt t="79110" x="4271963" y="4140200"/>
          <p14:tracePt t="79127" x="4124325" y="4100513"/>
          <p14:tracePt t="79142" x="3975100" y="4054475"/>
          <p14:tracePt t="79155" x="3811588" y="4006850"/>
          <p14:tracePt t="79171" x="3632200" y="3960813"/>
          <p14:tracePt t="79187" x="3530600" y="3937000"/>
          <p14:tracePt t="79203" x="3429000" y="3921125"/>
          <p14:tracePt t="79215" x="3311525" y="3897313"/>
          <p14:tracePt t="79247" x="3201988" y="3851275"/>
          <p14:tracePt t="79271" x="3108325" y="3779838"/>
          <p14:tracePt t="79287" x="3022600" y="3702050"/>
          <p14:tracePt t="79303" x="2944813" y="3608388"/>
          <p14:tracePt t="79368" x="2905125" y="3506788"/>
          <p14:tracePt t="79413" x="2944813" y="3397250"/>
          <p14:tracePt t="79442" x="3076575" y="3233738"/>
          <p14:tracePt t="79460" x="3124200" y="3179763"/>
          <p14:tracePt t="79473" x="3201988" y="3140075"/>
          <p14:tracePt t="79492" x="3389313" y="3062288"/>
          <p14:tracePt t="79510" x="3514725" y="3022600"/>
          <p14:tracePt t="79516" x="3632200" y="2990850"/>
          <p14:tracePt t="79527" x="3709988" y="2984500"/>
          <p14:tracePt t="79541" x="3771900" y="2998788"/>
          <p14:tracePt t="79559" x="3835400" y="3022600"/>
          <p14:tracePt t="79571" x="3929063" y="3078163"/>
          <p14:tracePt t="79588" x="3967163" y="3140075"/>
          <p14:tracePt t="79606" x="3983038" y="3201988"/>
          <p14:tracePt t="79615" x="3983038" y="3241675"/>
          <p14:tracePt t="79633" x="3975100" y="3303588"/>
          <p14:tracePt t="79647" x="3959225" y="3327400"/>
          <p14:tracePt t="79663" x="3905250" y="3413125"/>
          <p14:tracePt t="79682" x="3857625" y="3460750"/>
          <p14:tracePt t="79698" x="3779838" y="3530600"/>
          <p14:tracePt t="79714" x="3717925" y="3584575"/>
          <p14:tracePt t="79729" x="3608388" y="3656013"/>
          <p14:tracePt t="79743" x="3482975" y="3702050"/>
          <p14:tracePt t="79758" x="3413125" y="3709988"/>
          <p14:tracePt t="79771" x="3311525" y="3702050"/>
          <p14:tracePt t="79786" x="3201988" y="3671888"/>
          <p14:tracePt t="79806" x="3070225" y="3632200"/>
          <p14:tracePt t="79819" x="2998788" y="3608388"/>
          <p14:tracePt t="79834" x="2944813" y="3546475"/>
          <p14:tracePt t="79849" x="2928938" y="3514725"/>
          <p14:tracePt t="79877" x="2843213" y="3429000"/>
          <p14:tracePt t="79891" x="2773363" y="3327400"/>
          <p14:tracePt t="79907" x="2709863" y="3233738"/>
          <p14:tracePt t="79966" x="2701925" y="3124200"/>
          <p14:tracePt t="79983" x="2701925" y="3006725"/>
          <p14:tracePt t="80043" x="2733675" y="2890838"/>
          <p14:tracePt t="80073" x="2811463" y="2811463"/>
          <p14:tracePt t="80102" x="2921000" y="2765425"/>
          <p14:tracePt t="80120" x="3170238" y="2717800"/>
          <p14:tracePt t="80132" x="3279775" y="2709863"/>
          <p14:tracePt t="80150" x="3498850" y="2701925"/>
          <p14:tracePt t="80166" x="3632200" y="2709863"/>
          <p14:tracePt t="80181" x="3733800" y="2709863"/>
          <p14:tracePt t="80194" x="3851275" y="2725738"/>
          <p14:tracePt t="80209" x="3913188" y="2749550"/>
          <p14:tracePt t="80257" x="3990975" y="2882900"/>
          <p14:tracePt t="80264" x="4060825" y="3155950"/>
          <p14:tracePt t="80290" x="4068763" y="3233738"/>
          <p14:tracePt t="80293" x="4060825" y="3273425"/>
          <p14:tracePt t="80308" x="4038600" y="3375025"/>
          <p14:tracePt t="80322" x="3998913" y="3476625"/>
          <p14:tracePt t="80337" x="3889375" y="3624263"/>
          <p14:tracePt t="80353" x="3865563" y="3640138"/>
          <p14:tracePt t="80369" x="3725863" y="3717925"/>
          <p14:tracePt t="80383" x="3600450" y="3757613"/>
          <p14:tracePt t="80400" x="3467100" y="3795713"/>
          <p14:tracePt t="80415" x="3351213" y="3819525"/>
          <p14:tracePt t="80430" x="3271838" y="3835400"/>
          <p14:tracePt t="80443" x="3116263" y="3835400"/>
          <p14:tracePt t="80456" x="3030538" y="3835400"/>
          <p14:tracePt t="80471" x="2921000" y="3819525"/>
          <p14:tracePt t="80487" x="2859088" y="3803650"/>
          <p14:tracePt t="80503" x="2741613" y="3749675"/>
          <p14:tracePt t="80516" x="2709863" y="3733800"/>
          <p14:tracePt t="80550" x="2616200" y="3663950"/>
          <p14:tracePt t="80564" x="2538413" y="3576638"/>
          <p14:tracePt t="80593" x="2490788" y="3482975"/>
          <p14:tracePt t="80632" x="2452688" y="3367088"/>
          <p14:tracePt t="80660" x="2436813" y="3249613"/>
          <p14:tracePt t="80678" x="2436813" y="3132138"/>
          <p14:tracePt t="80699" x="2484438" y="3022600"/>
          <p14:tracePt t="80722" x="2546350" y="2921000"/>
          <p14:tracePt t="80754" x="2608263" y="2811463"/>
          <p14:tracePt t="80783" x="2725738" y="2608263"/>
          <p14:tracePt t="80794" x="2819400" y="2530475"/>
          <p14:tracePt t="80806" x="2921000" y="2460625"/>
          <p14:tracePt t="80840" x="3140075" y="2382838"/>
          <p14:tracePt t="80848" x="3257550" y="2359025"/>
          <p14:tracePt t="80865" x="3389313" y="2351088"/>
          <p14:tracePt t="80892" x="3506788" y="2335213"/>
          <p14:tracePt t="80894" x="3811588" y="2359025"/>
          <p14:tracePt t="80908" x="3944938" y="2405063"/>
          <p14:tracePt t="80923" x="4022725" y="2492375"/>
          <p14:tracePt t="80937" x="4084638" y="2578100"/>
          <p14:tracePt t="80954" x="4100513" y="2608263"/>
          <p14:tracePt t="80970" x="4140200" y="2717800"/>
          <p14:tracePt t="80981" x="4146550" y="2843213"/>
          <p14:tracePt t="81000" x="4140200" y="2968625"/>
          <p14:tracePt t="81013" x="4116388" y="3078163"/>
          <p14:tracePt t="81027" x="4068763" y="3233738"/>
          <p14:tracePt t="81043" x="4038600" y="3295650"/>
          <p14:tracePt t="81061" x="4006850" y="3343275"/>
          <p14:tracePt t="81065" x="3983038" y="3367088"/>
          <p14:tracePt t="81071" x="3937000" y="3405188"/>
          <p14:tracePt t="81090" x="3843338" y="3468688"/>
          <p14:tracePt t="81112" x="3733800" y="3546475"/>
          <p14:tracePt t="81134" x="3608388" y="3584575"/>
          <p14:tracePt t="81145" x="3452813" y="3600450"/>
          <p14:tracePt t="81158" x="3249613" y="3592513"/>
          <p14:tracePt t="81187" x="3201988" y="3584575"/>
          <p14:tracePt t="81203" x="2960688" y="3506788"/>
          <p14:tracePt t="81236" x="2843213" y="3460750"/>
          <p14:tracePt t="81260" x="2733675" y="3389313"/>
          <p14:tracePt t="81270" x="2632075" y="3327400"/>
          <p14:tracePt t="81288" x="2546350" y="3241675"/>
          <p14:tracePt t="81303" x="2468563" y="3155950"/>
          <p14:tracePt t="81324" x="2389188" y="2921000"/>
          <p14:tracePt t="81386" x="2490788" y="2725738"/>
          <p14:tracePt t="81418" x="2663825" y="2554288"/>
          <p14:tracePt t="81439" x="2889250" y="2444750"/>
          <p14:tracePt t="81453" x="3132138" y="2413000"/>
          <p14:tracePt t="81459" x="3249613" y="2420938"/>
          <p14:tracePt t="81470" x="3373438" y="2444750"/>
          <p14:tracePt t="81483" x="3592513" y="2538413"/>
          <p14:tracePt t="81494" x="3763963" y="2640013"/>
          <p14:tracePt t="81510" x="3843338" y="2709863"/>
          <p14:tracePt t="81522" x="3937000" y="2867025"/>
          <p14:tracePt t="81541" x="3951288" y="2944813"/>
          <p14:tracePt t="81557" x="3959225" y="3046413"/>
          <p14:tracePt t="81568" x="3937000" y="3225800"/>
          <p14:tracePt t="81584" x="3921125" y="3311525"/>
          <p14:tracePt t="81598" x="3857625" y="3514725"/>
          <p14:tracePt t="81615" x="3803650" y="3648075"/>
          <p14:tracePt t="81630" x="3749675" y="3765550"/>
          <p14:tracePt t="81648" x="3694113" y="3851275"/>
          <p14:tracePt t="81658" x="3624263" y="3905250"/>
          <p14:tracePt t="81675" x="3506788" y="3929063"/>
          <p14:tracePt t="81688" x="3389313" y="3929063"/>
          <p14:tracePt t="81704" x="3241675" y="3897313"/>
          <p14:tracePt t="81721" x="3092450" y="3843338"/>
          <p14:tracePt t="81734" x="2960688" y="3771900"/>
          <p14:tracePt t="81750" x="2881313" y="3741738"/>
          <p14:tracePt t="81793" x="2779713" y="3686175"/>
          <p14:tracePt t="81810" x="2686050" y="3624263"/>
          <p14:tracePt t="81845" x="2546350" y="3444875"/>
          <p14:tracePt t="81855" x="2506663" y="3335338"/>
          <p14:tracePt t="81885" x="2522538" y="3217863"/>
          <p14:tracePt t="81914" x="2562225" y="3116263"/>
          <p14:tracePt t="81944" x="2600325" y="3006725"/>
          <p14:tracePt t="81958" x="2640013" y="2897188"/>
          <p14:tracePt t="81989" x="2701925" y="2803525"/>
          <p14:tracePt t="82004" x="2795588" y="2741613"/>
          <p14:tracePt t="82033" x="2905125" y="2701925"/>
          <p14:tracePt t="82063" x="3030538" y="2687638"/>
          <p14:tracePt t="82078" x="3148013" y="2717800"/>
          <p14:tracePt t="82094" x="3249613" y="2781300"/>
          <p14:tracePt t="82110" x="3365500" y="2859088"/>
          <p14:tracePt t="82124" x="3460750" y="2952750"/>
          <p14:tracePt t="82140" x="3530600" y="3030538"/>
          <p14:tracePt t="82155" x="3554413" y="3108325"/>
          <p14:tracePt t="82168" x="3568700" y="3225800"/>
          <p14:tracePt t="82183" x="3554413" y="3303588"/>
          <p14:tracePt t="82198" x="3530600" y="3375025"/>
          <p14:tracePt t="82214" x="3514725" y="3397250"/>
          <p14:tracePt t="82228" x="3498850" y="3429000"/>
          <p14:tracePt t="82243" x="3436938" y="3506788"/>
          <p14:tracePt t="82259" x="3405188" y="3570288"/>
          <p14:tracePt t="82274" x="3365500" y="3616325"/>
          <p14:tracePt t="82288" x="3327400" y="3663950"/>
          <p14:tracePt t="82303" x="3279775" y="3686175"/>
          <p14:tracePt t="82320" x="3241675" y="3686175"/>
          <p14:tracePt t="82332" x="3132138" y="3663950"/>
          <p14:tracePt t="82350" x="3100388" y="3648075"/>
          <p14:tracePt t="82365" x="3022600" y="3600450"/>
          <p14:tracePt t="82381" x="2944813" y="3498850"/>
          <p14:tracePt t="82412" x="2867025" y="3421063"/>
          <p14:tracePt t="82425" x="2795588" y="3327400"/>
          <p14:tracePt t="82508" x="2811463" y="3209925"/>
          <p14:tracePt t="82538" x="2881313" y="3116263"/>
          <p14:tracePt t="82566" x="3132138" y="3014663"/>
          <p14:tracePt t="82588" x="3217863" y="3014663"/>
          <p14:tracePt t="82610" x="3405188" y="3100388"/>
          <p14:tracePt t="82624" x="3436938" y="3132138"/>
          <p14:tracePt t="82630" x="3475038" y="3179763"/>
          <p14:tracePt t="82646" x="3498850" y="3241675"/>
          <p14:tracePt t="82661" x="3490913" y="3281363"/>
          <p14:tracePt t="82674" x="3452813" y="3367088"/>
          <p14:tracePt t="82692" x="3397250" y="3436938"/>
          <p14:tracePt t="82706" x="3373438" y="3476625"/>
          <p14:tracePt t="82719" x="3209925" y="3592513"/>
          <p14:tracePt t="82747" x="3132138" y="3624263"/>
          <p14:tracePt t="82764" x="2936875" y="3632200"/>
          <p14:tracePt t="82794" x="2819400" y="3624263"/>
          <p14:tracePt t="82824" x="2468563" y="3522663"/>
          <p14:tracePt t="82854" x="2374900" y="3429000"/>
          <p14:tracePt t="82885" x="2343150" y="3319463"/>
          <p14:tracePt t="82950" x="2351088" y="3194050"/>
          <p14:tracePt t="82964" x="2397125" y="3086100"/>
          <p14:tracePt t="82995" x="2460625" y="2984500"/>
          <p14:tracePt t="83025" x="2546350" y="2905125"/>
          <p14:tracePt t="83084" x="2647950" y="2843213"/>
          <p14:tracePt t="83098" x="2757488" y="2803525"/>
          <p14:tracePt t="83114" x="2859088" y="2773363"/>
          <p14:tracePt t="83199" x="2974975" y="2781300"/>
          <p14:tracePt t="83242" x="3076575" y="2843213"/>
          <p14:tracePt t="83301" x="3092450" y="2960688"/>
          <p14:tracePt t="83348" x="2998788" y="3038475"/>
          <p14:tracePt t="83365" x="2889250" y="3092450"/>
          <p14:tracePt t="83381" x="2765425" y="3124200"/>
          <p14:tracePt t="83409" x="2640013" y="3132138"/>
          <p14:tracePt t="83451" x="2522538" y="3100388"/>
          <p14:tracePt t="83497" x="2397125" y="3054350"/>
          <p14:tracePt t="83515" x="2289175" y="2998788"/>
          <p14:tracePt t="83573" x="2193925" y="2921000"/>
          <p14:tracePt t="83601" x="2085975" y="2867025"/>
          <p14:tracePt t="83675" x="1968500" y="2795588"/>
          <p14:tracePt t="83779" x="1874838" y="2725738"/>
          <p14:tracePt t="83949" x="2000250" y="2717800"/>
          <p14:tracePt t="83965" x="2108200" y="2709863"/>
          <p14:tracePt t="83994" x="2217738" y="2701925"/>
          <p14:tracePt t="84077" x="2343150" y="2733675"/>
          <p14:tracePt t="84124" x="2452688" y="2757488"/>
          <p14:tracePt t="84189" x="2570163" y="2795588"/>
          <p14:tracePt t="84234" x="2686050" y="2827338"/>
          <p14:tracePt t="84322" x="2717800" y="2936875"/>
          <p14:tracePt t="84392" x="2647950" y="3038475"/>
          <p14:tracePt t="84407" x="2546350" y="3116263"/>
          <p14:tracePt t="84459" x="2428875" y="3163888"/>
          <p14:tracePt t="84492" x="2311400" y="3186113"/>
          <p14:tracePt t="84518" x="2179638" y="3186113"/>
          <p14:tracePt t="84550" x="2070100" y="3140075"/>
          <p14:tracePt t="84576" x="1968500" y="3092450"/>
          <p14:tracePt t="84594" x="1912938" y="2984500"/>
          <p14:tracePt t="84610" x="1866900" y="2882900"/>
          <p14:tracePt t="84689" x="1944688" y="2803525"/>
          <p14:tracePt t="84718" x="2078038" y="2749550"/>
          <p14:tracePt t="84762" x="2179638" y="2709863"/>
          <p14:tracePt t="84805" x="2319338" y="2733675"/>
          <p14:tracePt t="84829" x="2436813" y="2789238"/>
          <p14:tracePt t="84839" x="2671763" y="2897188"/>
          <p14:tracePt t="84860" x="2779713" y="2944813"/>
          <p14:tracePt t="84881" x="2897188" y="3006725"/>
          <p14:tracePt t="84943" x="2974975" y="3108325"/>
          <p14:tracePt t="84964" x="3022600" y="3186113"/>
          <p14:tracePt t="84985" x="2990850" y="3311525"/>
          <p14:tracePt t="85010" x="2889250" y="3405188"/>
          <p14:tracePt t="85055" x="2787650" y="3490913"/>
          <p14:tracePt t="85071" x="2679700" y="3546475"/>
          <p14:tracePt t="85092" x="2570163" y="3584575"/>
          <p14:tracePt t="85106" x="2452688" y="3624263"/>
          <p14:tracePt t="85188" x="2366963" y="3546475"/>
          <p14:tracePt t="85206" x="2257425" y="3476625"/>
          <p14:tracePt t="85221" x="2265363" y="3367088"/>
          <p14:tracePt t="85243" x="2359025" y="3273425"/>
          <p14:tracePt t="85304" x="2420938" y="3171825"/>
          <p14:tracePt t="85337" x="2476500" y="3070225"/>
          <p14:tracePt t="85362" x="2562225" y="2984500"/>
          <p14:tracePt t="85421" x="2647950" y="2905125"/>
          <p14:tracePt t="85433" x="2749550" y="2859088"/>
          <p14:tracePt t="85505" x="2874963" y="2882900"/>
          <p14:tracePt t="85535" x="2990850" y="2905125"/>
          <p14:tracePt t="85588" x="3084513" y="2976563"/>
          <p14:tracePt t="85616" x="3148013" y="3086100"/>
          <p14:tracePt t="85632" x="3178175" y="3201988"/>
          <p14:tracePt t="85652" x="3194050" y="3327400"/>
          <p14:tracePt t="85672" x="3209925" y="3600450"/>
          <p14:tracePt t="85685" x="3170238" y="3686175"/>
          <p14:tracePt t="85713" x="3170238" y="3717925"/>
          <p14:tracePt t="86004" x="3054350" y="3702050"/>
          <p14:tracePt t="86064" x="2928938" y="3671888"/>
          <p14:tracePt t="86094" x="2819400" y="3592513"/>
          <p14:tracePt t="86113" x="2562225" y="3482975"/>
          <p14:tracePt t="86183" x="2514600" y="3351213"/>
          <p14:tracePt t="86198" x="2452688" y="3233738"/>
          <p14:tracePt t="86248" x="2436813" y="3124200"/>
          <p14:tracePt t="86289" x="2562225" y="2905125"/>
          <p14:tracePt t="86322" x="2663825" y="2811463"/>
          <p14:tracePt t="86338" x="2765425" y="2757488"/>
          <p14:tracePt t="86367" x="2881313" y="2717800"/>
          <p14:tracePt t="86383" x="2990850" y="2701925"/>
          <p14:tracePt t="86409" x="3116263" y="2709863"/>
          <p14:tracePt t="86420" x="3225800" y="2733675"/>
          <p14:tracePt t="86433" x="3319463" y="2795588"/>
          <p14:tracePt t="86448" x="3413125" y="2867025"/>
          <p14:tracePt t="86479" x="3498850" y="2944813"/>
          <p14:tracePt t="86494" x="3584575" y="3022600"/>
          <p14:tracePt t="86530" x="3648075" y="3124200"/>
          <p14:tracePt t="86548" x="3678238" y="3186113"/>
          <p14:tracePt t="86576" x="3678238" y="3281363"/>
          <p14:tracePt t="86595" x="3670300" y="3375025"/>
          <p14:tracePt t="86623" x="3640138" y="3514725"/>
          <p14:tracePt t="86636" x="3498850" y="3741738"/>
          <p14:tracePt t="86667" x="3467100" y="3771900"/>
          <p14:tracePt t="86696" x="3359150" y="3811588"/>
          <p14:tracePt t="86712" x="3241675" y="3811588"/>
          <p14:tracePt t="86742" x="3006725" y="3779838"/>
          <p14:tracePt t="86771" x="2757488" y="3749675"/>
          <p14:tracePt t="86817" x="2647950" y="3702050"/>
          <p14:tracePt t="86860" x="2578100" y="3600450"/>
          <p14:tracePt t="86878" x="2498725" y="3514725"/>
          <p14:tracePt t="86937" x="2546350" y="3397250"/>
          <p14:tracePt t="86961" x="2600325" y="3295650"/>
          <p14:tracePt t="86996" x="2686050" y="3201988"/>
          <p14:tracePt t="87024" x="2913063" y="3078163"/>
          <p14:tracePt t="87042" x="3014663" y="3038475"/>
          <p14:tracePt t="87062" x="3132138" y="2998788"/>
          <p14:tracePt t="87075" x="3241675" y="2968625"/>
          <p14:tracePt t="87089" x="3365500" y="2936875"/>
          <p14:tracePt t="87131" x="3482975" y="2936875"/>
          <p14:tracePt t="87148" x="3592513" y="2976563"/>
          <p14:tracePt t="87176" x="3670300" y="3062288"/>
          <p14:tracePt t="87195" x="3725863" y="3171825"/>
          <p14:tracePt t="87223" x="3756025" y="3281363"/>
          <p14:tracePt t="87246" x="3795713" y="3413125"/>
          <p14:tracePt t="87263" x="3795713" y="3576638"/>
          <p14:tracePt t="87270" x="3756025" y="3648075"/>
          <p14:tracePt t="87284" x="3717925" y="3717925"/>
          <p14:tracePt t="87296" x="3662363" y="3771900"/>
          <p14:tracePt t="87311" x="3576638" y="3859213"/>
          <p14:tracePt t="87330" x="3506788" y="3905250"/>
          <p14:tracePt t="87362" x="3381375" y="3913188"/>
          <p14:tracePt t="87374" x="3265488" y="3897313"/>
          <p14:tracePt t="87387" x="3148013" y="3873500"/>
          <p14:tracePt t="87401" x="2998788" y="3819525"/>
          <p14:tracePt t="87416" x="2874963" y="3771900"/>
          <p14:tracePt t="87434" x="2647950" y="3709988"/>
          <p14:tracePt t="87476" x="2624138" y="3592513"/>
          <p14:tracePt t="87506" x="2616200" y="3476625"/>
          <p14:tracePt t="87538" x="2608263" y="3359150"/>
          <p14:tracePt t="87561" x="2647950" y="3249613"/>
          <p14:tracePt t="87575" x="2701925" y="3163888"/>
          <p14:tracePt t="87603" x="2795588" y="3092450"/>
          <p14:tracePt t="87649" x="2889250" y="3014663"/>
          <p14:tracePt t="87693" x="2968625" y="2921000"/>
          <p14:tracePt t="87858" x="2859088" y="2990850"/>
          <p14:tracePt t="87875" x="2749550" y="3038475"/>
          <p14:tracePt t="87934" x="2655888" y="2960688"/>
          <p14:tracePt t="89413" x="3803650" y="3717925"/>
          <p14:tracePt t="89420" x="3725863" y="3803650"/>
          <p14:tracePt t="89444" x="3624263" y="3889375"/>
          <p14:tracePt t="89472" x="3506788" y="3897313"/>
          <p14:tracePt t="89486" x="3397250" y="3859213"/>
          <p14:tracePt t="89509" x="3295650" y="3779838"/>
          <p14:tracePt t="89523" x="3217863" y="3686175"/>
          <p14:tracePt t="89566" x="3163888" y="3570288"/>
          <p14:tracePt t="89589" x="3194050" y="3460750"/>
          <p14:tracePt t="89604" x="3249613" y="3343275"/>
          <p14:tracePt t="89625" x="3311525" y="3241675"/>
          <p14:tracePt t="89640" x="3405188" y="3148013"/>
          <p14:tracePt t="89659" x="3506788" y="3078163"/>
          <p14:tracePt t="89713" x="3608388" y="3140075"/>
          <p14:tracePt t="89746" x="3662363" y="3257550"/>
          <p14:tracePt t="89761" x="3648075" y="3381375"/>
          <p14:tracePt t="89769" x="3592513" y="3482975"/>
          <p14:tracePt t="89799" x="3498850" y="3562350"/>
          <p14:tracePt t="89814" x="3397250" y="3616325"/>
          <p14:tracePt t="89912" x="3343275" y="3514725"/>
          <p14:tracePt t="90176" x="3319463" y="3397250"/>
          <p14:tracePt t="90488" x="3335338" y="3281363"/>
          <p14:tracePt t="90763" x="3209925" y="3303588"/>
          <p14:tracePt t="90778" x="3062288" y="3335338"/>
          <p14:tracePt t="90815" x="2928938" y="3343275"/>
          <p14:tracePt t="90823" x="2749550" y="3359150"/>
          <p14:tracePt t="92258" x="3717925" y="3062288"/>
          <p14:tracePt t="92271" x="3881438" y="3078163"/>
          <p14:tracePt t="92286" x="3959225" y="3124200"/>
          <p14:tracePt t="92301" x="4014788" y="3209925"/>
          <p14:tracePt t="92317" x="4030663" y="3249613"/>
          <p14:tracePt t="92333" x="4076700" y="3405188"/>
          <p14:tracePt t="92350" x="4076700" y="3482975"/>
          <p14:tracePt t="92364" x="4038600" y="3624263"/>
          <p14:tracePt t="92367" x="4014788" y="3671888"/>
          <p14:tracePt t="92378" x="3929063" y="3835400"/>
          <p14:tracePt t="92391" x="3827463" y="3998913"/>
          <p14:tracePt t="92406" x="3702050" y="4124325"/>
          <p14:tracePt t="92421" x="3538538" y="4186238"/>
          <p14:tracePt t="92436" x="3482975" y="4186238"/>
          <p14:tracePt t="92452" x="3365500" y="4148138"/>
          <p14:tracePt t="92467" x="3148013" y="4046538"/>
          <p14:tracePt t="92484" x="3046413" y="3975100"/>
          <p14:tracePt t="92501" x="3006725" y="3867150"/>
          <p14:tracePt t="92527" x="3014663" y="3749675"/>
          <p14:tracePt t="92557" x="3054350" y="3640138"/>
          <p14:tracePt t="92601" x="3163888" y="3576638"/>
          <p14:tracePt t="92616" x="3271838" y="3576638"/>
          <p14:tracePt t="92635" x="3421063" y="3616325"/>
          <p14:tracePt t="92650" x="3554413" y="3709988"/>
          <p14:tracePt t="92666" x="3608388" y="3795713"/>
          <p14:tracePt t="92678" x="3600450" y="3827463"/>
          <p14:tracePt t="92692" x="3592513" y="3851275"/>
          <p14:tracePt t="92707" x="3568700" y="3867150"/>
          <p14:tracePt t="92721" x="3530600" y="3881438"/>
          <p14:tracePt t="92813" x="3608388" y="3803650"/>
          <p14:tracePt t="92827" x="3670300" y="3757613"/>
          <p14:tracePt t="92841" x="3749675" y="3717925"/>
          <p14:tracePt t="92857" x="3779838" y="3717925"/>
          <p14:tracePt t="92872" x="3843338" y="3717925"/>
          <p14:tracePt t="92886" x="3873500" y="3717925"/>
          <p14:tracePt t="92902" x="3913188" y="3725863"/>
          <p14:tracePt t="92992" x="3835400" y="3709988"/>
          <p14:tracePt t="93007" x="3717925" y="3694113"/>
          <p14:tracePt t="93022" x="3568700" y="3671888"/>
          <p14:tracePt t="93037" x="3514725" y="3663950"/>
          <p14:tracePt t="93054" x="3389313" y="3663950"/>
          <p14:tracePt t="93070" x="3265488" y="3671888"/>
          <p14:tracePt t="93084" x="3155950" y="3678238"/>
          <p14:tracePt t="93100" x="3038475" y="3678238"/>
          <p14:tracePt t="93114" x="2913063" y="3663950"/>
          <p14:tracePt t="93127" x="2803525" y="3640138"/>
          <p14:tracePt t="93142" x="2686050" y="3624263"/>
          <p14:tracePt t="93157" x="2562225" y="3600450"/>
          <p14:tracePt t="93187" x="2444750" y="3562350"/>
          <p14:tracePt t="93203" x="2327275" y="3514725"/>
          <p14:tracePt t="93233" x="2217738" y="3468688"/>
          <p14:tracePt t="93264" x="2132013" y="3389313"/>
          <p14:tracePt t="93292" x="2070100" y="3287713"/>
          <p14:tracePt t="93322" x="2038350" y="3179763"/>
          <p14:tracePt t="93337" x="2006600" y="3070225"/>
          <p14:tracePt t="93352" x="1992313" y="2952750"/>
          <p14:tracePt t="93383" x="2054225" y="2843213"/>
          <p14:tracePt t="93398" x="2093913" y="2733675"/>
          <p14:tracePt t="93427" x="2100263" y="2616200"/>
          <p14:tracePt t="93457" x="2289175" y="2468563"/>
          <p14:tracePt t="93487" x="2413000" y="2428875"/>
          <p14:tracePt t="93502" x="2530475" y="2413000"/>
          <p14:tracePt t="93518" x="2640013" y="2436813"/>
          <p14:tracePt t="93533" x="2749550" y="2492375"/>
          <p14:tracePt t="93569" x="2835275" y="2578100"/>
          <p14:tracePt t="93600" x="2867025" y="2701925"/>
          <p14:tracePt t="93617" x="2843213" y="2944813"/>
          <p14:tracePt t="93633" x="2811463" y="3062288"/>
          <p14:tracePt t="93650" x="2749550" y="3171825"/>
          <p14:tracePt t="93662" x="2655888" y="3249613"/>
          <p14:tracePt t="93706" x="2428875" y="3351213"/>
          <p14:tracePt t="93735" x="2303463" y="3351213"/>
          <p14:tracePt t="93751" x="2187575" y="3343275"/>
          <p14:tracePt t="93766" x="2078038" y="3319463"/>
          <p14:tracePt t="93782" x="1992313" y="3265488"/>
          <p14:tracePt t="93811" x="1936750" y="3186113"/>
          <p14:tracePt t="93842" x="1912938" y="3078163"/>
          <p14:tracePt t="93860" x="1920875" y="2960688"/>
          <p14:tracePt t="93875" x="1936750" y="2851150"/>
          <p14:tracePt t="93888" x="2116138" y="2693988"/>
          <p14:tracePt t="93933" x="2241550" y="2522538"/>
          <p14:tracePt t="93991" x="2351088" y="2476500"/>
          <p14:tracePt t="94022" x="2476500" y="2484438"/>
          <p14:tracePt t="94037" x="2592388" y="2514600"/>
          <p14:tracePt t="94052" x="2709863" y="2570163"/>
          <p14:tracePt t="94079" x="2897188" y="2749550"/>
          <p14:tracePt t="94110" x="2968625" y="2843213"/>
          <p14:tracePt t="94123" x="2998788" y="2968625"/>
          <p14:tracePt t="94140" x="3006725" y="3092450"/>
          <p14:tracePt t="94157" x="2990850" y="3201988"/>
          <p14:tracePt t="94171" x="2944813" y="3319463"/>
          <p14:tracePt t="94201" x="2749550" y="3452813"/>
          <p14:tracePt t="94232" x="2522538" y="3429000"/>
          <p14:tracePt t="94263" x="2444750" y="3367088"/>
          <p14:tracePt t="94279" x="2343150" y="3148013"/>
          <p14:tracePt t="94292" x="2327275" y="3030538"/>
          <p14:tracePt t="94323" x="2327275" y="2913063"/>
          <p14:tracePt t="94345" x="2389188" y="2819400"/>
          <p14:tracePt t="94354" x="2468563" y="2709863"/>
          <p14:tracePt t="94368" x="2562225" y="2647950"/>
          <p14:tracePt t="94384" x="2795588" y="2562225"/>
          <p14:tracePt t="94399" x="2913063" y="2522538"/>
          <p14:tracePt t="94414" x="3038475" y="2522538"/>
          <p14:tracePt t="94427" x="3155950" y="2554288"/>
          <p14:tracePt t="94456" x="3257550" y="2608263"/>
          <p14:tracePt t="94475" x="3335338" y="2701925"/>
          <p14:tracePt t="94484" x="3429000" y="2936875"/>
          <p14:tracePt t="94510" x="3444875" y="3186113"/>
          <p14:tracePt t="94524" x="3436938" y="3311525"/>
          <p14:tracePt t="94539" x="3413125" y="3429000"/>
          <p14:tracePt t="94554" x="3373438" y="3546475"/>
          <p14:tracePt t="94570" x="3303588" y="3640138"/>
          <p14:tracePt t="94587" x="3194050" y="3663950"/>
          <p14:tracePt t="94619" x="2974975" y="3554413"/>
          <p14:tracePt t="94677" x="3116263" y="3335338"/>
          <p14:tracePt t="94692" x="3194050" y="3257550"/>
          <p14:tracePt t="94708" x="3303588" y="3179763"/>
          <p14:tracePt t="94723" x="3405188" y="3116263"/>
          <p14:tracePt t="94753" x="3763963" y="2990850"/>
          <p14:tracePt t="94766" x="3873500" y="3014663"/>
          <p14:tracePt t="94779" x="3951288" y="3092450"/>
          <p14:tracePt t="94795" x="3983038" y="3155950"/>
          <p14:tracePt t="94809" x="3990975" y="3225800"/>
          <p14:tracePt t="94825" x="3959225" y="3257550"/>
          <p14:tracePt t="94840" x="3937000" y="3287713"/>
          <p14:tracePt t="94870" x="3741738" y="3436938"/>
          <p14:tracePt t="94886" x="3632200" y="3506788"/>
          <p14:tracePt t="94901" x="3514725" y="3562350"/>
          <p14:tracePt t="94938" x="3405188" y="3592513"/>
          <p14:tracePt t="94966" x="3279775" y="3584575"/>
          <p14:tracePt t="94997" x="3178175" y="3522663"/>
          <p14:tracePt t="95015" x="3092450" y="3444875"/>
          <p14:tracePt t="95057" x="3100388" y="3327400"/>
          <p14:tracePt t="95090" x="3209925" y="3108325"/>
          <p14:tracePt t="95107" x="3265488" y="3006725"/>
          <p14:tracePt t="95120" x="3319463" y="2905125"/>
          <p14:tracePt t="95132" x="3397250" y="2819400"/>
          <p14:tracePt t="95161" x="3498850" y="2741613"/>
          <p14:tracePt t="95194" x="3616325" y="2663825"/>
          <p14:tracePt t="95209" x="3717925" y="2586038"/>
          <p14:tracePt t="95238" x="3819525" y="2530475"/>
          <p14:tracePt t="95267" x="3929063" y="2484438"/>
          <p14:tracePt t="95285" x="4046538" y="2452688"/>
          <p14:tracePt t="95342" x="4100513" y="2562225"/>
          <p14:tracePt t="95358" x="4124325" y="2687638"/>
          <p14:tracePt t="95372" x="4108450" y="2803525"/>
          <p14:tracePt t="95388" x="4084638" y="2921000"/>
          <p14:tracePt t="95403" x="4060825" y="3038475"/>
          <p14:tracePt t="95416" x="3998913" y="3155950"/>
          <p14:tracePt t="95436" x="3929063" y="3249613"/>
          <p14:tracePt t="95452" x="3843338" y="3327400"/>
          <p14:tracePt t="95468" x="3640138" y="3476625"/>
          <p14:tracePt t="95496" x="3405188" y="3429000"/>
          <p14:tracePt t="95521" x="3287713" y="3413125"/>
          <p14:tracePt t="95553" x="3148013" y="3217863"/>
          <p14:tracePt t="95570" x="3100388" y="2990850"/>
          <p14:tracePt t="95596" x="3170238" y="2803525"/>
          <p14:tracePt t="95610" x="3233738" y="2671763"/>
          <p14:tracePt t="95631" x="3303588" y="2562225"/>
          <p14:tracePt t="95655" x="3405188" y="2484438"/>
          <p14:tracePt t="95661" x="3530600" y="2460625"/>
          <p14:tracePt t="95676" x="3648075" y="2484438"/>
          <p14:tracePt t="95691" x="3763963" y="2522538"/>
          <p14:tracePt t="95704" x="3944938" y="2693988"/>
          <p14:tracePt t="95716" x="3990975" y="2811463"/>
          <p14:tracePt t="95738" x="4030663" y="2928938"/>
          <p14:tracePt t="95779" x="4014788" y="3046413"/>
          <p14:tracePt t="95807" x="3921125" y="3116263"/>
          <p14:tracePt t="95820" x="3819525" y="3171825"/>
          <p14:tracePt t="95838" x="3694113" y="3194050"/>
          <p14:tracePt t="95854" x="3584575" y="3217863"/>
          <p14:tracePt t="96108" x="3530600" y="3327400"/>
          <p14:tracePt t="96126" x="3452813" y="3429000"/>
          <p14:tracePt t="96141" x="3351213" y="3476625"/>
          <p14:tracePt t="96213" x="3327400" y="3359150"/>
          <p14:tracePt t="96242" x="3397250" y="3257550"/>
          <p14:tracePt t="96263" x="3498850" y="3186113"/>
          <p14:tracePt t="96291" x="3616325" y="3155950"/>
          <p14:tracePt t="96301" x="3733800" y="3163888"/>
          <p14:tracePt t="96328" x="3835400" y="3225800"/>
          <p14:tracePt t="96395" x="3811588" y="3351213"/>
          <p14:tracePt t="96425" x="3640138" y="3522663"/>
          <p14:tracePt t="96440" x="3530600" y="3584575"/>
          <p14:tracePt t="96455" x="3295650" y="3656013"/>
          <p14:tracePt t="96471" x="3054350" y="3702050"/>
          <p14:tracePt t="96486" x="2905125" y="3686175"/>
          <p14:tracePt t="96524" x="2803525" y="3592513"/>
          <p14:tracePt t="96539" x="2701925" y="3514725"/>
          <p14:tracePt t="96555" x="2671763" y="3381375"/>
          <p14:tracePt t="96577" x="2554288" y="3171825"/>
          <p14:tracePt t="96586" x="2686050" y="2960688"/>
          <p14:tracePt t="96600" x="2779713" y="2867025"/>
          <p14:tracePt t="96621" x="2867025" y="2781300"/>
          <p14:tracePt t="96631" x="2952750" y="2687638"/>
          <p14:tracePt t="96646" x="3046413" y="2600325"/>
          <p14:tracePt t="96672" x="3140075" y="2514600"/>
          <p14:tracePt t="96690" x="3241675" y="2452688"/>
          <p14:tracePt t="96710" x="3359150" y="2436813"/>
          <p14:tracePt t="96725" x="3460750" y="2492375"/>
          <p14:tracePt t="96741" x="3560763" y="2578100"/>
          <p14:tracePt t="96755" x="3632200" y="2687638"/>
          <p14:tracePt t="96769" x="3733800" y="2897188"/>
          <p14:tracePt t="96788" x="3749675" y="2976563"/>
          <p14:tracePt t="96796" x="3749675" y="3100388"/>
          <p14:tracePt t="96823" x="3648075" y="3327400"/>
          <p14:tracePt t="96835" x="3560763" y="3413125"/>
          <p14:tracePt t="96860" x="3436938" y="3468688"/>
          <p14:tracePt t="96878" x="3186113" y="3490913"/>
          <p14:tracePt t="96891" x="3022600" y="3490913"/>
          <p14:tracePt t="96901" x="2905125" y="3468688"/>
          <p14:tracePt t="96915" x="2773363" y="3436938"/>
          <p14:tracePt t="96927" x="2624138" y="3413125"/>
          <p14:tracePt t="97019" x="2741613" y="3335338"/>
          <p14:tracePt t="97035" x="2851150" y="3295650"/>
          <p14:tracePt t="97044" x="3070225" y="3287713"/>
          <p14:tracePt t="97056" x="3155950" y="3303588"/>
          <p14:tracePt t="97067" x="3311525" y="3351213"/>
          <p14:tracePt t="97095" x="3429000" y="3413125"/>
          <p14:tracePt t="97115" x="3522663" y="3506788"/>
          <p14:tracePt t="97127" x="3584575" y="3600450"/>
          <p14:tracePt t="97140" x="3608388" y="3671888"/>
          <p14:tracePt t="97146" x="3608388" y="3725863"/>
          <p14:tracePt t="97161" x="3592513" y="3765550"/>
          <p14:tracePt t="97177" x="3554413" y="3835400"/>
          <p14:tracePt t="97191" x="3482975" y="3913188"/>
          <p14:tracePt t="97207" x="3421063" y="3960813"/>
          <p14:tracePt t="97221" x="3327400" y="3975100"/>
          <p14:tracePt t="97237" x="3178175" y="3967163"/>
          <p14:tracePt t="97252" x="3140075" y="3960813"/>
          <p14:tracePt t="97278" x="3030538" y="3881438"/>
          <p14:tracePt t="97297" x="2936875" y="3803650"/>
          <p14:tracePt t="97339" x="2889250" y="3694113"/>
          <p14:tracePt t="97354" x="2874963" y="3584575"/>
          <p14:tracePt t="97372" x="2897188" y="3476625"/>
          <p14:tracePt t="97387" x="2944813" y="3359150"/>
          <p14:tracePt t="97428" x="2998788" y="3265488"/>
          <p14:tracePt t="97461" x="3084513" y="3179763"/>
          <p14:tracePt t="97488" x="3170238" y="3100388"/>
          <p14:tracePt t="97670" x="3381375" y="3014663"/>
          <p14:tracePt t="97688" x="3460750" y="2998788"/>
          <p14:tracePt t="97703" x="3624263" y="3022600"/>
          <p14:tracePt t="97720" x="3733800" y="3100388"/>
          <p14:tracePt t="97746" x="3756025" y="3124200"/>
          <p14:tracePt t="97758" x="3873500" y="3179763"/>
          <p14:tracePt t="97791" x="3937000" y="3179763"/>
          <p14:tracePt t="97816" x="3967163" y="3186113"/>
          <p14:tracePt t="97832" x="4006850" y="3249613"/>
          <p14:tracePt t="97840" x="4014788" y="3281363"/>
          <p14:tracePt t="97853" x="4022725" y="3311525"/>
          <p14:tracePt t="97877" x="4006850" y="3335338"/>
          <p14:tracePt t="97893" x="3990975" y="3359150"/>
          <p14:tracePt t="97907" x="3983038" y="3389313"/>
          <p14:tracePt t="97925" x="3959225" y="3452813"/>
          <p14:tracePt t="97930" x="3929063" y="3506788"/>
          <p14:tracePt t="97944" x="3889375" y="3562350"/>
          <p14:tracePt t="97957" x="3819525" y="3600450"/>
          <p14:tracePt t="97971" x="3749675" y="3648075"/>
          <p14:tracePt t="97986" x="3686175" y="3678238"/>
          <p14:tracePt t="98003" x="3546475" y="3741738"/>
          <p14:tracePt t="98018" x="3460750" y="3787775"/>
          <p14:tracePt t="98048" x="3413125" y="3827463"/>
          <p14:tracePt t="98060" x="3271838" y="3921125"/>
          <p14:tracePt t="98075" x="3194050" y="3944938"/>
          <p14:tracePt t="98080" x="3155950" y="3960813"/>
          <p14:tracePt t="98098" x="3084513" y="3960813"/>
          <p14:tracePt t="98117" x="3038475" y="3960813"/>
          <p14:tracePt t="98167" x="2944813" y="3897313"/>
          <p14:tracePt t="98202" x="2859088" y="3803650"/>
          <p14:tracePt t="98255" x="2773363" y="3717925"/>
          <p14:tracePt t="98285" x="2733675" y="3616325"/>
          <p14:tracePt t="98304" x="2717800" y="3506788"/>
          <p14:tracePt t="98318" x="2717800" y="3389313"/>
          <p14:tracePt t="98347" x="2701925" y="3273425"/>
          <p14:tracePt t="98399" x="2717800" y="3163888"/>
          <p14:tracePt t="98435" x="2779713" y="3062288"/>
          <p14:tracePt t="98466" x="2843213" y="2960688"/>
          <p14:tracePt t="98542" x="2952750" y="2905125"/>
          <p14:tracePt t="98559" x="3070225" y="2867025"/>
          <p14:tracePt t="98586" x="3178175" y="2827338"/>
          <p14:tracePt t="98633" x="3295650" y="2811463"/>
          <p14:tracePt t="98663" x="3413125" y="2859088"/>
          <p14:tracePt t="98693" x="3514725" y="2921000"/>
          <p14:tracePt t="98719" x="3686175" y="3124200"/>
          <p14:tracePt t="98737" x="3741738" y="3186113"/>
          <p14:tracePt t="98751" x="3787775" y="3233738"/>
          <p14:tracePt t="98762" x="3819525" y="3249613"/>
          <p14:tracePt t="98774" x="3881438" y="3281363"/>
          <p14:tracePt t="98788" x="3929063" y="3319463"/>
          <p14:tracePt t="98827" x="3944938" y="3375025"/>
          <p14:tracePt t="98842" x="3921125" y="3405188"/>
          <p14:tracePt t="98856" x="3873500" y="3452813"/>
          <p14:tracePt t="98871" x="3835400" y="3498850"/>
          <p14:tracePt t="98886" x="3749675" y="3576638"/>
          <p14:tracePt t="98902" x="3686175" y="3648075"/>
          <p14:tracePt t="98919" x="3656013" y="3686175"/>
          <p14:tracePt t="98932" x="3632200" y="3709988"/>
          <p14:tracePt t="98947" x="3600450" y="3725863"/>
          <p14:tracePt t="98973" x="3530600" y="3733800"/>
          <p14:tracePt t="98981" x="3452813" y="3725863"/>
          <p14:tracePt t="98995" x="3365500" y="3717925"/>
          <p14:tracePt t="99007" x="3241675" y="3709988"/>
          <p14:tracePt t="99020" x="3201988" y="3709988"/>
          <p14:tracePt t="99050" x="3116263" y="3709988"/>
          <p14:tracePt t="99078" x="2998788" y="3686175"/>
          <p14:tracePt t="99113" x="2889250" y="3663950"/>
          <p14:tracePt t="99141" x="2795588" y="3592513"/>
          <p14:tracePt t="99215" x="2757488" y="3490913"/>
          <p14:tracePt t="99233" x="2749550" y="3375025"/>
          <p14:tracePt t="99262" x="2725738" y="3257550"/>
          <p14:tracePt t="99292" x="2779713" y="3163888"/>
          <p14:tracePt t="99350" x="2874963" y="3078163"/>
          <p14:tracePt t="99412" x="2990850" y="3038475"/>
          <p14:tracePt t="99428" x="3100388" y="3006725"/>
          <p14:tracePt t="99457" x="3217863" y="2990850"/>
          <p14:tracePt t="99471" x="3381375" y="2990850"/>
          <p14:tracePt t="99490" x="3546475" y="3022600"/>
          <p14:tracePt t="99504" x="3640138" y="3078163"/>
          <p14:tracePt t="99516" x="3709988" y="3124200"/>
          <p14:tracePt t="99536" x="3795713" y="3179763"/>
          <p14:tracePt t="99549" x="3827463" y="3194050"/>
          <p14:tracePt t="99573" x="3889375" y="3217863"/>
          <p14:tracePt t="99578" x="3951288" y="3233738"/>
          <p14:tracePt t="99592" x="3983038" y="3241675"/>
          <p14:tracePt t="99604" x="4006850" y="3257550"/>
          <p14:tracePt t="99625" x="4038600" y="3303588"/>
          <p14:tracePt t="99646" x="4052888" y="3327400"/>
          <p14:tracePt t="99665" x="4052888" y="3359150"/>
          <p14:tracePt t="99678" x="4038600" y="3429000"/>
          <p14:tracePt t="99685" x="3983038" y="3530600"/>
          <p14:tracePt t="99698" x="3905250" y="3616325"/>
          <p14:tracePt t="99711" x="3819525" y="3686175"/>
          <p14:tracePt t="99732" x="3771900" y="3733800"/>
          <p14:tracePt t="99753" x="3702050" y="3811588"/>
          <p14:tracePt t="99761" x="3624263" y="3851275"/>
          <p14:tracePt t="99772" x="3538538" y="3881438"/>
          <p14:tracePt t="99788" x="3498850" y="3889375"/>
          <p14:tracePt t="99830" x="3373438" y="3873500"/>
          <p14:tracePt t="99845" x="3257550" y="3873500"/>
          <p14:tracePt t="99906" x="3148013" y="3843338"/>
          <p14:tracePt t="99953" x="3038475" y="3787775"/>
          <p14:tracePt t="99983" x="2913063" y="3733800"/>
          <p14:tracePt t="100026" x="2811463" y="3694113"/>
          <p14:tracePt t="100071" x="2709863" y="3624263"/>
          <p14:tracePt t="100161" x="2733675" y="3514725"/>
          <p14:tracePt t="100192" x="2803525" y="3429000"/>
          <p14:tracePt t="100281" x="2709863" y="3375025"/>
          <p14:tracePt t="100312" x="2452688" y="3335338"/>
          <p14:tracePt t="100328" x="2335213" y="3311525"/>
          <p14:tracePt t="100386" x="2327275" y="3209925"/>
          <p14:tracePt t="100416" x="2351088" y="3116263"/>
          <p14:tracePt t="100447" x="2428875" y="3006725"/>
          <p14:tracePt t="100461" x="2530475" y="2944813"/>
          <p14:tracePt t="100478" x="2773363" y="2843213"/>
          <p14:tracePt t="100492" x="2998788" y="2811463"/>
          <p14:tracePt t="100523" x="3116263" y="2803525"/>
          <p14:tracePt t="100553" x="3225800" y="2843213"/>
          <p14:tracePt t="100582" x="3460750" y="2928938"/>
          <p14:tracePt t="100614" x="3560763" y="2976563"/>
          <p14:tracePt t="100687" x="3584575" y="3086100"/>
          <p14:tracePt t="100703" x="3600450" y="3194050"/>
          <p14:tracePt t="100720" x="3584575" y="3233738"/>
          <p14:tracePt t="100734" x="3460750" y="3287713"/>
          <p14:tracePt t="100759" x="3421063" y="3295650"/>
          <p14:tracePt t="100774" x="3287713" y="3295650"/>
          <p14:tracePt t="100780" x="3225800" y="3295650"/>
          <p14:tracePt t="100808" x="3194050" y="3287713"/>
          <p14:tracePt t="100825" x="3163888" y="3281363"/>
          <p14:tracePt t="100838" x="3140075" y="3265488"/>
          <p14:tracePt t="100854" x="3124200" y="3233738"/>
          <p14:tracePt t="100870" x="3116263" y="3201988"/>
          <p14:tracePt t="100882" x="3148013" y="3148013"/>
          <p14:tracePt t="100902" x="3170238" y="3132138"/>
          <p14:tracePt t="100914" x="3241675" y="3132138"/>
          <p14:tracePt t="100929" x="3271838" y="3140075"/>
          <p14:tracePt t="100943" x="3351213" y="3201988"/>
          <p14:tracePt t="100956" x="3397250" y="3233738"/>
          <p14:tracePt t="100977" x="3429000" y="3265488"/>
          <p14:tracePt t="100993" x="3514725" y="3389313"/>
          <p14:tracePt t="101007" x="3522663" y="3490913"/>
          <p14:tracePt t="101021" x="3498850" y="3584575"/>
          <p14:tracePt t="101034" x="3452813" y="3671888"/>
          <p14:tracePt t="101049" x="3405188" y="3717925"/>
          <p14:tracePt t="101066" x="3381375" y="3741738"/>
          <p14:tracePt t="101083" x="3217863" y="3765550"/>
          <p14:tracePt t="101097" x="3108325" y="3733800"/>
          <p14:tracePt t="101108" x="3084513" y="3717925"/>
          <p14:tracePt t="101123" x="3022600" y="3640138"/>
          <p14:tracePt t="101137" x="3014663" y="3576638"/>
          <p14:tracePt t="101155" x="3030538" y="3498850"/>
          <p14:tracePt t="101173" x="3092450" y="3375025"/>
          <p14:tracePt t="101186" x="3148013" y="3303588"/>
          <p14:tracePt t="101199" x="3209925" y="3257550"/>
          <p14:tracePt t="101223" x="3233738" y="3233738"/>
          <p14:tracePt t="101231" x="3335338" y="3201988"/>
          <p14:tracePt t="101246" x="3381375" y="3233738"/>
          <p14:tracePt t="101257" x="3421063" y="3295650"/>
          <p14:tracePt t="101271" x="3436938" y="3351213"/>
          <p14:tracePt t="101291" x="3421063" y="3490913"/>
          <p14:tracePt t="101306" x="3365500" y="3592513"/>
          <p14:tracePt t="101321" x="3319463" y="3663950"/>
          <p14:tracePt t="101334" x="3249613" y="3733800"/>
          <p14:tracePt t="101348" x="3201988" y="3779838"/>
          <p14:tracePt t="101365" x="3178175" y="3803650"/>
          <p14:tracePt t="101380" x="3140075" y="3851275"/>
          <p14:tracePt t="101545" x="3124200" y="3873500"/>
          <p14:tracePt t="101569" x="3116263" y="3889375"/>
          <p14:tracePt t="101587" x="3054350" y="3990975"/>
          <p14:tracePt t="101591" x="3014663" y="4046538"/>
          <p14:tracePt t="101606" x="2974975" y="4084638"/>
          <p14:tracePt t="101621" x="2905125" y="4140200"/>
          <p14:tracePt t="101637" x="2819400" y="4178300"/>
          <p14:tracePt t="101663" x="2717800" y="4217988"/>
          <p14:tracePt t="101678" x="2592388" y="4249738"/>
          <p14:tracePt t="101686" x="2498725" y="4271963"/>
          <p14:tracePt t="101703" x="2468563" y="4279900"/>
          <p14:tracePt t="101713" x="2397125" y="4287838"/>
          <p14:tracePt t="101735" x="2217738" y="4303713"/>
          <p14:tracePt t="101740" x="2093913" y="4295775"/>
          <p14:tracePt t="101757" x="1984375" y="4295775"/>
          <p14:tracePt t="101770" x="1920875" y="4303713"/>
          <p14:tracePt t="101784" x="1843088" y="4343400"/>
          <p14:tracePt t="101797" x="1811338" y="4397375"/>
          <p14:tracePt t="101823" x="1773238" y="4467225"/>
          <p14:tracePt t="101830" x="1757363" y="4491038"/>
          <p14:tracePt t="101851" x="1703388" y="4530725"/>
          <p14:tracePt t="101875" x="1679575" y="4530725"/>
          <p14:tracePt t="101889" x="1639888" y="4522788"/>
          <p14:tracePt t="101904" x="1585913" y="4498975"/>
          <p14:tracePt t="101933" x="1570038" y="4475163"/>
          <p14:tracePt t="101949" x="1585913" y="4397375"/>
          <p14:tracePt t="101965" x="1624013" y="4311650"/>
          <p14:tracePt t="101982" x="1663700" y="4264025"/>
          <p14:tracePt t="101998" x="1679575" y="4241800"/>
          <p14:tracePt t="102011" x="1695450" y="4210050"/>
          <p14:tracePt t="102053" x="1733550" y="4156075"/>
          <p14:tracePt t="102071" x="1757363" y="4132263"/>
          <p14:tracePt t="102088" x="1789113" y="4116388"/>
          <p14:tracePt t="102101" x="1827213" y="4108450"/>
          <p14:tracePt t="102116" x="1898650" y="4100513"/>
          <p14:tracePt t="102131" x="1928813" y="4092575"/>
          <p14:tracePt t="102147" x="1968500" y="4084638"/>
          <p14:tracePt t="102160" x="1992313" y="4076700"/>
          <p14:tracePt t="102205" x="2000250" y="4116388"/>
          <p14:tracePt t="102221" x="2006600" y="4178300"/>
          <p14:tracePt t="102249" x="2000250" y="4210050"/>
          <p14:tracePt t="102323" x="2014538" y="4178300"/>
          <p14:tracePt t="102339" x="2030413" y="4156075"/>
          <p14:tracePt t="102397" x="2000250" y="4178300"/>
          <p14:tracePt t="102417" x="1968500" y="4194175"/>
          <p14:tracePt t="102433" x="1898650" y="4233863"/>
          <p14:tracePt t="102447" x="1843088" y="4257675"/>
          <p14:tracePt t="102463" x="1811338" y="4271963"/>
          <p14:tracePt t="102477" x="1789113" y="4287838"/>
          <p14:tracePt t="102491" x="1749425" y="4279900"/>
          <p14:tracePt t="102549" x="1725613" y="4264025"/>
          <p14:tracePt t="102683" x="1773238" y="4210050"/>
          <p14:tracePt t="102699" x="1797050" y="4186238"/>
          <p14:tracePt t="102730" x="1827213" y="4178300"/>
          <p14:tracePt t="102760" x="1858963" y="4186238"/>
          <p14:tracePt t="102789" x="1898650" y="4194175"/>
          <p14:tracePt t="102806" x="1928813" y="4210050"/>
          <p14:tracePt t="102830" x="1984375" y="4210050"/>
          <p14:tracePt t="102836" x="2014538" y="4210050"/>
          <p14:tracePt t="102865" x="2046288" y="4202113"/>
          <p14:tracePt t="102880" x="2078038" y="4202113"/>
          <p14:tracePt t="102895" x="2187575" y="4194175"/>
          <p14:tracePt t="102911" x="2257425" y="4194175"/>
          <p14:tracePt t="102938" x="2289175" y="4194175"/>
          <p14:tracePt t="102952" x="2311400" y="4202113"/>
          <p14:tracePt t="102967" x="2366963" y="4233863"/>
          <p14:tracePt t="102982" x="2444750" y="4271963"/>
          <p14:tracePt t="102996" x="2506663" y="4279900"/>
          <p14:tracePt t="103011" x="2562225" y="4279900"/>
          <p14:tracePt t="103025" x="2584450" y="4271963"/>
          <p14:tracePt t="103042" x="2616200" y="4271963"/>
          <p14:tracePt t="103055" x="2647950" y="4264025"/>
          <p14:tracePt t="103071" x="2693988" y="4249738"/>
          <p14:tracePt t="103087" x="2717800" y="4241800"/>
          <p14:tracePt t="103103" x="2773363" y="4217988"/>
          <p14:tracePt t="103119" x="2827338" y="4210050"/>
          <p14:tracePt t="103134" x="2851150" y="4210050"/>
          <p14:tracePt t="103149" x="2921000" y="4233863"/>
          <p14:tracePt t="103161" x="2944813" y="4241800"/>
          <p14:tracePt t="103173" x="3014663" y="4257675"/>
          <p14:tracePt t="103191" x="3038475" y="4257675"/>
          <p14:tracePt t="103206" x="3076575" y="4241800"/>
          <p14:tracePt t="103221" x="3124200" y="4233863"/>
          <p14:tracePt t="103253" x="3170238" y="4257675"/>
          <p14:tracePt t="103267" x="3209925" y="4271963"/>
          <p14:tracePt t="103296" x="3257550" y="4257675"/>
          <p14:tracePt t="103311" x="3279775" y="4249738"/>
          <p14:tracePt t="103327" x="3303588" y="4241800"/>
          <p14:tracePt t="103341" x="3319463" y="4241800"/>
          <p14:tracePt t="103359" x="3365500" y="4241800"/>
          <p14:tracePt t="103371" x="3436938" y="4241800"/>
          <p14:tracePt t="103387" x="3482975" y="4241800"/>
          <p14:tracePt t="103401" x="3490913" y="4241800"/>
          <p14:tracePt t="103414" x="3514725" y="4233863"/>
          <p14:tracePt t="103432" x="3538538" y="4217988"/>
          <p14:tracePt t="103447" x="3554413" y="4210050"/>
          <p14:tracePt t="103461" x="3576638" y="4202113"/>
          <p14:tracePt t="103475" x="3600450" y="4210050"/>
          <p14:tracePt t="103566" x="3624263" y="4217988"/>
          <p14:tracePt t="103611" x="3640138" y="4233863"/>
          <p14:tracePt t="103642" x="3632200" y="4233863"/>
          <p14:tracePt t="103657" x="3538538" y="4225925"/>
          <p14:tracePt t="103672" x="3413125" y="4217988"/>
          <p14:tracePt t="103687" x="3257550" y="4210050"/>
          <p14:tracePt t="103701" x="3100388" y="4186238"/>
          <p14:tracePt t="103717" x="2944813" y="4170363"/>
          <p14:tracePt t="103732" x="2889250" y="4170363"/>
          <p14:tracePt t="103748" x="2686050" y="4156075"/>
          <p14:tracePt t="103775" x="2530475" y="4156075"/>
          <p14:tracePt t="103792" x="2413000" y="4164013"/>
          <p14:tracePt t="103808" x="2295525" y="4170363"/>
          <p14:tracePt t="103822" x="2179638" y="4178300"/>
          <p14:tracePt t="103835" x="2062163" y="4186238"/>
          <p14:tracePt t="103868" x="1936750" y="4217988"/>
          <p14:tracePt t="103908" x="1843088" y="4257675"/>
          <p14:tracePt t="104186" x="1789113" y="4365625"/>
          <p14:tracePt t="104262" x="1733550" y="4467225"/>
          <p14:tracePt t="104335" x="1687513" y="4568825"/>
          <p14:tracePt t="104358" x="1663700" y="4640263"/>
          <p14:tracePt t="104377" x="1631950" y="4733925"/>
          <p14:tracePt t="104383" x="1601788" y="4827588"/>
          <p14:tracePt t="104415" x="1593850" y="4857750"/>
          <p14:tracePt t="104457" x="1609725" y="4827588"/>
          <p14:tracePt t="104475" x="1624013" y="4795838"/>
          <p14:tracePt t="104501" x="1663700" y="4749800"/>
          <p14:tracePt t="104548" x="1687513" y="4718050"/>
          <p14:tracePt t="104565" x="1703388" y="4702175"/>
          <p14:tracePt t="104636" x="1709738" y="4678363"/>
          <p14:tracePt t="104682" x="1733550" y="4648200"/>
          <p14:tracePt t="104698" x="1757363" y="4624388"/>
          <p14:tracePt t="104719" x="1797050" y="4584700"/>
          <p14:tracePt t="104740" x="1811338" y="4554538"/>
          <p14:tracePt t="104848" x="1858963" y="4546600"/>
          <p14:tracePt t="104877" x="1912938" y="4522788"/>
          <p14:tracePt t="104893" x="1944688" y="4498975"/>
          <p14:tracePt t="104967" x="1992313" y="4522788"/>
          <p14:tracePt t="104985" x="2062163" y="4546600"/>
          <p14:tracePt t="105006" x="2124075" y="4560888"/>
          <p14:tracePt t="105059" x="2193925" y="4530725"/>
          <p14:tracePt t="105102" x="2225675" y="4546600"/>
          <p14:tracePt t="105133" x="2257425" y="4522788"/>
          <p14:tracePt t="105150" x="2281238" y="4498975"/>
          <p14:tracePt t="105192" x="2319338" y="4467225"/>
          <p14:tracePt t="105211" x="2351088" y="4452938"/>
          <p14:tracePt t="105233" x="2506663" y="4429125"/>
          <p14:tracePt t="105243" x="2546350" y="4421188"/>
          <p14:tracePt t="105263" x="2578100" y="4405313"/>
          <p14:tracePt t="105280" x="2616200" y="4397375"/>
          <p14:tracePt t="105294" x="2671763" y="4389438"/>
          <p14:tracePt t="105299" x="2749550" y="4397375"/>
          <p14:tracePt t="105342" x="2779713" y="4381500"/>
          <p14:tracePt t="105375" x="2811463" y="4373563"/>
          <p14:tracePt t="105402" x="2897188" y="4389438"/>
          <p14:tracePt t="105419" x="2928938" y="4397375"/>
          <p14:tracePt t="105464" x="2990850" y="4397375"/>
          <p14:tracePt t="105495" x="3022600" y="4397375"/>
          <p14:tracePt t="105510" x="3054350" y="4405313"/>
          <p14:tracePt t="105526" x="3084513" y="4421188"/>
          <p14:tracePt t="105541" x="3116263" y="4437063"/>
          <p14:tracePt t="105560" x="3148013" y="4437063"/>
          <p14:tracePt t="105580" x="3178175" y="4429125"/>
          <p14:tracePt t="105586" x="3209925" y="4413250"/>
          <p14:tracePt t="105603" x="3279775" y="4405313"/>
          <p14:tracePt t="105626" x="3319463" y="4397375"/>
          <p14:tracePt t="105631" x="3351213" y="4389438"/>
          <p14:tracePt t="105646" x="3381375" y="4389438"/>
          <p14:tracePt t="105659" x="3413125" y="4397375"/>
          <p14:tracePt t="105674" x="3482975" y="4405313"/>
          <p14:tracePt t="105690" x="3514725" y="4405313"/>
          <p14:tracePt t="105718" x="3546475" y="4397375"/>
          <p14:tracePt t="105736" x="3616325" y="4389438"/>
          <p14:tracePt t="105778" x="3678238" y="4381500"/>
          <p14:tracePt t="105794" x="3702050" y="4389438"/>
          <p14:tracePt t="105809" x="3733800" y="4405313"/>
          <p14:tracePt t="105824" x="3763963" y="4421188"/>
          <p14:tracePt t="105838" x="3795713" y="4429125"/>
          <p14:tracePt t="105871" x="3827463" y="4429125"/>
          <p14:tracePt t="105900" x="3857625" y="4429125"/>
          <p14:tracePt t="105942" x="3889375" y="4397375"/>
          <p14:tracePt t="105958" x="3913188" y="4381500"/>
          <p14:tracePt t="105973" x="3967163" y="4351338"/>
          <p14:tracePt t="106048" x="4052888" y="4335463"/>
          <p14:tracePt t="106065" x="4084638" y="4343400"/>
          <p14:tracePt t="106089" x="4116388" y="4351338"/>
          <p14:tracePt t="106106" x="4202113" y="4381500"/>
          <p14:tracePt t="106125" x="4241800" y="4365625"/>
          <p14:tracePt t="106141" x="4264025" y="4359275"/>
          <p14:tracePt t="106155" x="4287838" y="4335463"/>
          <p14:tracePt t="106197" x="4311650" y="4351338"/>
          <p14:tracePt t="106226" x="4335463" y="4381500"/>
          <p14:tracePt t="106243" x="4373563" y="4437063"/>
          <p14:tracePt t="106320" x="4389438" y="4429125"/>
          <p14:tracePt t="106347" x="4421188" y="4429125"/>
          <p14:tracePt t="106392" x="4443413" y="4413250"/>
          <p14:tracePt t="106453" x="4467225" y="4389438"/>
          <p14:tracePt t="106516" x="4475163" y="4359275"/>
          <p14:tracePt t="106543" x="4514850" y="4311650"/>
          <p14:tracePt t="106617" x="4437063" y="4303713"/>
          <p14:tracePt t="106632" x="4381500" y="4295775"/>
          <p14:tracePt t="106650" x="4349750" y="4295775"/>
          <p14:tracePt t="106665" x="4319588" y="4303713"/>
          <p14:tracePt t="106681" x="4217988" y="4327525"/>
          <p14:tracePt t="106694" x="4140200" y="4343400"/>
          <p14:tracePt t="106710" x="4076700" y="4351338"/>
          <p14:tracePt t="106724" x="4038600" y="4359275"/>
          <p14:tracePt t="106756" x="4006850" y="4365625"/>
          <p14:tracePt t="106783" x="3975100" y="4365625"/>
          <p14:tracePt t="106800" x="3913188" y="4373563"/>
          <p14:tracePt t="106813" x="3843338" y="4373563"/>
          <p14:tracePt t="106827" x="3763963" y="4381500"/>
          <p14:tracePt t="106843" x="3514725" y="4373563"/>
          <p14:tracePt t="106859" x="3482975" y="4373563"/>
          <p14:tracePt t="106874" x="3452813" y="4389438"/>
          <p14:tracePt t="106891" x="3421063" y="4413250"/>
          <p14:tracePt t="106904" x="3351213" y="4437063"/>
          <p14:tracePt t="106918" x="3241675" y="4445000"/>
          <p14:tracePt t="106947" x="3132138" y="4437063"/>
          <p14:tracePt t="106952" x="3046413" y="4429125"/>
          <p14:tracePt t="106966" x="2944813" y="4421188"/>
          <p14:tracePt t="106979" x="2897188" y="4413250"/>
          <p14:tracePt t="107021" x="2671763" y="4373563"/>
          <p14:tracePt t="107033" x="2562225" y="4359275"/>
          <p14:tracePt t="107077" x="2452688" y="4351338"/>
          <p14:tracePt t="107091" x="2335213" y="4351338"/>
          <p14:tracePt t="107151" x="2209800" y="4335463"/>
          <p14:tracePt t="107235" x="2124075" y="4279900"/>
          <p14:tracePt t="107310" x="2022475" y="4210050"/>
          <p14:tracePt t="107353" x="1944688" y="4132263"/>
          <p14:tracePt t="107416" x="1912938" y="4014788"/>
          <p14:tracePt t="107505" x="1944688" y="3897313"/>
          <p14:tracePt t="107535" x="1976438" y="3803650"/>
          <p14:tracePt t="107611" x="2046288" y="3709988"/>
          <p14:tracePt t="107642" x="2233613" y="3570288"/>
          <p14:tracePt t="107730" x="2351088" y="3592513"/>
          <p14:tracePt t="107760" x="2460625" y="3632200"/>
          <p14:tracePt t="107821" x="2546350" y="3717925"/>
          <p14:tracePt t="107849" x="2640013" y="3787775"/>
          <p14:tracePt t="107926" x="2757488" y="3819525"/>
          <p14:tracePt t="107969" x="2859088" y="3881438"/>
          <p14:tracePt t="108028" x="2905125" y="3937000"/>
          <p14:tracePt t="108060" x="2974975" y="4076700"/>
          <p14:tracePt t="108077" x="2974975" y="4116388"/>
          <p14:tracePt t="108092" x="2982913" y="4194175"/>
          <p14:tracePt t="108110" x="2982913" y="4225925"/>
          <p14:tracePt t="108150" x="2960688" y="4249738"/>
          <p14:tracePt t="108165" x="2928938" y="4271963"/>
          <p14:tracePt t="108180" x="2889250" y="4287838"/>
          <p14:tracePt t="108198" x="2819400" y="4319588"/>
          <p14:tracePt t="108210" x="2787650" y="4335463"/>
          <p14:tracePt t="108243" x="2733675" y="4351338"/>
          <p14:tracePt t="108317" x="2608263" y="4359275"/>
          <p14:tracePt t="108337" x="2484438" y="4365625"/>
          <p14:tracePt t="108348" x="2366963" y="4373563"/>
          <p14:tracePt t="108407" x="2241550" y="4373563"/>
          <p14:tracePt t="108434" x="2124075" y="4365625"/>
          <p14:tracePt t="108511" x="2014538" y="4303713"/>
          <p14:tracePt t="108527" x="1912938" y="4249738"/>
          <p14:tracePt t="108617" x="1835150" y="4164013"/>
          <p14:tracePt t="108718" x="1866900" y="4054475"/>
          <p14:tracePt t="108779" x="1968500" y="3990975"/>
          <p14:tracePt t="108796" x="2093913" y="3944938"/>
          <p14:tracePt t="108826" x="2193925" y="3921125"/>
          <p14:tracePt t="108858" x="2319338" y="3897313"/>
          <p14:tracePt t="108886" x="2436813" y="3897313"/>
          <p14:tracePt t="108929" x="2554288" y="3929063"/>
          <p14:tracePt t="108976" x="2640013" y="4006850"/>
          <p14:tracePt t="109009" x="2686050" y="4100513"/>
          <p14:tracePt t="109051" x="2733675" y="4233863"/>
          <p14:tracePt t="109067" x="2749550" y="4264025"/>
          <p14:tracePt t="109155" x="2663825" y="4343400"/>
          <p14:tracePt t="109185" x="2530475" y="4373563"/>
          <p14:tracePt t="109217" x="2413000" y="4373563"/>
          <p14:tracePt t="109240" x="2289175" y="4365625"/>
          <p14:tracePt t="109256" x="2193925" y="4359275"/>
          <p14:tracePt t="109291" x="2078038" y="4319588"/>
          <p14:tracePt t="109308" x="1984375" y="4249738"/>
          <p14:tracePt t="109439" x="1944688" y="4140200"/>
          <p14:tracePt t="109469" x="2038350" y="4046538"/>
          <p14:tracePt t="109501" x="2139950" y="3998913"/>
          <p14:tracePt t="109545" x="2249488" y="3990975"/>
          <p14:tracePt t="109562" x="2374900" y="4022725"/>
          <p14:tracePt t="109594" x="2490788" y="4062413"/>
          <p14:tracePt t="109620" x="2592388" y="4124325"/>
          <p14:tracePt t="109639" x="2835275" y="4295775"/>
          <p14:tracePt t="109654" x="2936875" y="4389438"/>
          <p14:tracePt t="109671" x="2982913" y="4475163"/>
          <p14:tracePt t="109685" x="2990850" y="4506913"/>
          <p14:tracePt t="109698" x="3006725" y="4576763"/>
          <p14:tracePt t="109737" x="2982913" y="4600575"/>
          <p14:tracePt t="109744" x="2867025" y="4624388"/>
          <p14:tracePt t="109758" x="2779713" y="4624388"/>
          <p14:tracePt t="109785" x="2663825" y="4608513"/>
          <p14:tracePt t="109830" x="2389188" y="4584700"/>
          <p14:tracePt t="109859" x="2273300" y="4568825"/>
          <p14:tracePt t="109922" x="2171700" y="4506913"/>
          <p14:tracePt t="109997" x="2100263" y="4421188"/>
          <p14:tracePt t="110191" x="2193925" y="4335463"/>
          <p14:tracePt t="110210" x="2289175" y="4287838"/>
          <p14:tracePt t="110447" x="2413000" y="4295775"/>
          <p14:tracePt t="110611" x="2436813" y="4311650"/>
          <p14:tracePt t="110656" x="2546350" y="4351338"/>
          <p14:tracePt t="111064" x="2397125" y="4335463"/>
          <p14:tracePt t="111168" x="2281238" y="4319588"/>
          <p14:tracePt t="111379" x="2389188" y="4287838"/>
          <p14:tracePt t="111408" x="2640013" y="4303713"/>
          <p14:tracePt t="111433" x="2803525" y="4303713"/>
          <p14:tracePt t="111438" x="2843213" y="4295775"/>
          <p14:tracePt t="111453" x="2874963" y="4295775"/>
          <p14:tracePt t="111500" x="2944813" y="4327525"/>
          <p14:tracePt t="111519" x="3014663" y="4343400"/>
          <p14:tracePt t="111530" x="3076575" y="4365625"/>
          <p14:tracePt t="111546" x="3108325" y="4373563"/>
          <p14:tracePt t="111561" x="3170238" y="4373563"/>
          <p14:tracePt t="111588" x="3241675" y="4359275"/>
          <p14:tracePt t="111615" x="3271838" y="4359275"/>
          <p14:tracePt t="111631" x="3303588" y="4359275"/>
          <p14:tracePt t="111649" x="3327400" y="4365625"/>
          <p14:tracePt t="111679" x="3381375" y="4327525"/>
          <p14:tracePt t="111711" x="3405188" y="4311650"/>
          <p14:tracePt t="111726" x="3467100" y="4303713"/>
          <p14:tracePt t="111740" x="3530600" y="4303713"/>
          <p14:tracePt t="111751" x="3560763" y="4295775"/>
          <p14:tracePt t="111769" x="3592513" y="4287838"/>
          <p14:tracePt t="111800" x="3648075" y="4249738"/>
          <p14:tracePt t="111828" x="3670300" y="4233863"/>
          <p14:tracePt t="111964" x="3656013" y="4264025"/>
          <p14:tracePt t="111993" x="3632200" y="4287838"/>
          <p14:tracePt t="112037" x="3600450" y="4287838"/>
          <p14:tracePt t="112056" x="3530600" y="4295775"/>
          <p14:tracePt t="112080" x="3506788" y="4295775"/>
          <p14:tracePt t="112086" x="3475038" y="4295775"/>
          <p14:tracePt t="112101" x="3397250" y="4295775"/>
          <p14:tracePt t="112116" x="3287713" y="4287838"/>
          <p14:tracePt t="112132" x="3194050" y="4287838"/>
          <p14:tracePt t="112146" x="3124200" y="4279900"/>
          <p14:tracePt t="112161" x="3062288" y="4287838"/>
          <p14:tracePt t="112183" x="3038475" y="4295775"/>
          <p14:tracePt t="112192" x="3006725" y="4303713"/>
          <p14:tracePt t="112206" x="2974975" y="4311650"/>
          <p14:tracePt t="112218" x="2905125" y="4311650"/>
          <p14:tracePt t="112243" x="2827338" y="4311650"/>
          <p14:tracePt t="112251" x="2795588" y="4311650"/>
          <p14:tracePt t="112339" x="2679700" y="4287838"/>
          <p14:tracePt t="112399" x="2554288" y="4287838"/>
          <p14:tracePt t="112445" x="2428875" y="4311650"/>
          <p14:tracePt t="112460" x="2303463" y="4327525"/>
          <p14:tracePt t="112505" x="2193925" y="4327525"/>
          <p14:tracePt t="113511" x="2265363" y="4233863"/>
          <p14:tracePt t="113597" x="2327275" y="4194175"/>
          <p14:tracePt t="113616" x="2366963" y="4164013"/>
          <p14:tracePt t="113640" x="2397125" y="4148138"/>
          <p14:tracePt t="113647" x="2405063" y="4116388"/>
          <p14:tracePt t="113690" x="2397125" y="4084638"/>
          <p14:tracePt t="113716" x="2351088" y="4046538"/>
          <p14:tracePt t="113741" x="2327275" y="4030663"/>
          <p14:tracePt t="113759" x="2241550" y="3990975"/>
          <p14:tracePt t="113774" x="2163763" y="3983038"/>
          <p14:tracePt t="113780" x="2085975" y="3975100"/>
          <p14:tracePt t="113839" x="2046288" y="3990975"/>
          <p14:tracePt t="113858" x="2014538" y="3990975"/>
          <p14:tracePt t="113872" x="1984375" y="3998913"/>
          <p14:tracePt t="113930" x="1960563" y="3998913"/>
          <p14:tracePt t="113991" x="1936750" y="4030663"/>
          <p14:tracePt t="114050" x="1952625" y="4062413"/>
          <p14:tracePt t="114067" x="1968500" y="4092575"/>
          <p14:tracePt t="114097" x="1968500" y="4156075"/>
          <p14:tracePt t="114114" x="1968500" y="4194175"/>
          <p14:tracePt t="114137" x="1968500" y="4225925"/>
          <p14:tracePt t="114152" x="1968500" y="4271963"/>
          <p14:tracePt t="114160" x="1968500" y="4295775"/>
          <p14:tracePt t="114171" x="1960563" y="4327525"/>
          <p14:tracePt t="114380" x="1936750" y="4351338"/>
          <p14:tracePt t="114412" x="1920875" y="4373563"/>
          <p14:tracePt t="114487" x="1905000" y="4397375"/>
          <p14:tracePt t="114515" x="1890713" y="4429125"/>
          <p14:tracePt t="114545" x="1851025" y="4483100"/>
          <p14:tracePt t="114576" x="1835150" y="4506913"/>
          <p14:tracePt t="114739" x="1811338" y="4491038"/>
          <p14:tracePt t="115206" x="1811338" y="4459288"/>
          <p14:tracePt t="115237" x="1811338" y="4429125"/>
          <p14:tracePt t="115447" x="1851025" y="4429125"/>
          <p14:tracePt t="115494" x="1882775" y="4437063"/>
          <p14:tracePt t="115551" x="1905000" y="4459288"/>
          <p14:tracePt t="115567" x="1936750" y="4475163"/>
          <p14:tracePt t="115584" x="1968500" y="4483100"/>
          <p14:tracePt t="115607" x="1992313" y="4491038"/>
          <p14:tracePt t="115656" x="2000250" y="4459288"/>
          <p14:tracePt t="115671" x="2006600" y="4429125"/>
          <p14:tracePt t="115717" x="2022475" y="4413250"/>
          <p14:tracePt t="115747" x="2046288" y="4389438"/>
          <p14:tracePt t="115765" x="2078038" y="4373563"/>
          <p14:tracePt t="115790" x="2132013" y="4343400"/>
          <p14:tracePt t="115807" x="2155825" y="4327525"/>
          <p14:tracePt t="115824" x="2209800" y="4295775"/>
          <p14:tracePt t="115882" x="2241550" y="4287838"/>
          <p14:tracePt t="115927" x="2273300" y="4295775"/>
          <p14:tracePt t="115989" x="2303463" y="4295775"/>
          <p14:tracePt t="116005" x="2335213" y="4295775"/>
          <p14:tracePt t="116019" x="2366963" y="4295775"/>
          <p14:tracePt t="116139" x="2374900" y="4319588"/>
          <p14:tracePt t="116153" x="2389188" y="4343400"/>
          <p14:tracePt t="116227" x="2452688" y="4359275"/>
          <p14:tracePt t="116256" x="2484438" y="4351338"/>
          <p14:tracePt t="116348" x="2514600" y="4359275"/>
          <p14:tracePt t="116466" x="2538413" y="4351338"/>
          <p14:tracePt t="116542" x="2570163" y="4351338"/>
          <p14:tracePt t="116602" x="2592388" y="4335463"/>
          <p14:tracePt t="116782" x="2632075" y="4335463"/>
          <p14:tracePt t="116811" x="2655888" y="4327525"/>
          <p14:tracePt t="116979" x="2686050" y="4335463"/>
          <p14:tracePt t="117006" x="2717800" y="4327525"/>
          <p14:tracePt t="117172" x="2741613" y="4351338"/>
          <p14:tracePt t="117204" x="2765425" y="4365625"/>
          <p14:tracePt t="117231" x="2787650" y="4381500"/>
          <p14:tracePt t="117279" x="2827338" y="4373563"/>
          <p14:tracePt t="117308" x="2889250" y="4365625"/>
          <p14:tracePt t="117323" x="2913063" y="4373563"/>
          <p14:tracePt t="117346" x="2944813" y="4381500"/>
          <p14:tracePt t="117355" x="2974975" y="4381500"/>
          <p14:tracePt t="117371" x="3006725" y="4373563"/>
          <p14:tracePt t="117384" x="3030538" y="4373563"/>
          <p14:tracePt t="117427" x="3070225" y="4365625"/>
          <p14:tracePt t="117444" x="3100388" y="4365625"/>
          <p14:tracePt t="117461" x="3132138" y="4365625"/>
          <p14:tracePt t="117476" x="3225800" y="4343400"/>
          <p14:tracePt t="117497" x="3257550" y="4327525"/>
          <p14:tracePt t="117520" x="3279775" y="4311650"/>
          <p14:tracePt t="117548" x="3327400" y="4287838"/>
          <p14:tracePt t="117579" x="3351213" y="4271963"/>
          <p14:tracePt t="117596" x="3373438" y="4257675"/>
          <p14:tracePt t="117667" x="3436938" y="4279900"/>
          <p14:tracePt t="117699" x="3467100" y="4287838"/>
          <p14:tracePt t="117718" x="3490913" y="4279900"/>
          <p14:tracePt t="117740" x="3522663" y="4271963"/>
          <p14:tracePt t="117755" x="3554413" y="4257675"/>
          <p14:tracePt t="117776" x="3584575" y="4264025"/>
          <p14:tracePt t="117833" x="3616325" y="4271963"/>
          <p14:tracePt t="117864" x="3662363" y="4311650"/>
          <p14:tracePt t="117881" x="3694113" y="4327525"/>
          <p14:tracePt t="117968" x="3717925" y="4319588"/>
          <p14:tracePt t="118015" x="3741738" y="4311650"/>
          <p14:tracePt t="118104" x="3749675" y="4335463"/>
          <p14:tracePt t="118135" x="3756025" y="4365625"/>
          <p14:tracePt t="118224" x="3795713" y="4373563"/>
          <p14:tracePt t="118241" x="3857625" y="4373563"/>
          <p14:tracePt t="118256" x="3889375" y="4381500"/>
          <p14:tracePt t="118286" x="3921125" y="4373563"/>
          <p14:tracePt t="118303" x="3951288" y="4373563"/>
          <p14:tracePt t="118325" x="4022725" y="4381500"/>
          <p14:tracePt t="118334" x="4046538" y="4389438"/>
          <p14:tracePt t="118362" x="4076700" y="4373563"/>
          <p14:tracePt t="118377" x="4092575" y="4351338"/>
          <p14:tracePt t="118449" x="4100513" y="4327525"/>
          <p14:tracePt t="118570" x="4132263" y="4327525"/>
          <p14:tracePt t="118644" x="4116388" y="4303713"/>
          <p14:tracePt t="118675" x="4092575" y="4271963"/>
          <p14:tracePt t="118693" x="4076700" y="4249738"/>
          <p14:tracePt t="118795" x="4052888" y="4264025"/>
          <p14:tracePt t="118811" x="4022725" y="4271963"/>
          <p14:tracePt t="118830" x="3990975" y="4287838"/>
          <p14:tracePt t="118845" x="3967163" y="4295775"/>
          <p14:tracePt t="118858" x="3897313" y="4295775"/>
          <p14:tracePt t="118873" x="3835400" y="4295775"/>
          <p14:tracePt t="118888" x="3795713" y="4303713"/>
          <p14:tracePt t="118903" x="3756025" y="4303713"/>
          <p14:tracePt t="118917" x="3733800" y="4311650"/>
          <p14:tracePt t="118960" x="3702050" y="4311650"/>
          <p14:tracePt t="118989" x="3670300" y="4327525"/>
          <p14:tracePt t="119003" x="3640138" y="4327525"/>
          <p14:tracePt t="119008" x="3616325" y="4335463"/>
          <p14:tracePt t="119022" x="3538538" y="4319588"/>
          <p14:tracePt t="119036" x="3506788" y="4311650"/>
          <p14:tracePt t="119050" x="3475038" y="4303713"/>
          <p14:tracePt t="119089" x="3429000" y="4311650"/>
          <p14:tracePt t="119097" x="3397250" y="4319588"/>
          <p14:tracePt t="119111" x="3343275" y="4335463"/>
          <p14:tracePt t="119122" x="3271838" y="4335463"/>
          <p14:tracePt t="119142" x="3233738" y="4327525"/>
          <p14:tracePt t="119215" x="3116263" y="4343400"/>
          <p14:tracePt t="119233" x="2998788" y="4335463"/>
          <p14:tracePt t="119260" x="2881313" y="4335463"/>
          <p14:tracePt t="119336" x="2757488" y="4335463"/>
          <p14:tracePt t="119351" x="2640013" y="4335463"/>
          <p14:tracePt t="119380" x="2530475" y="4327525"/>
          <p14:tracePt t="119424" x="2413000" y="4335463"/>
          <p14:tracePt t="119450" x="2289175" y="4343400"/>
          <p14:tracePt t="119509" x="2179638" y="4335463"/>
          <p14:tracePt t="119552" x="2062163" y="4327525"/>
          <p14:tracePt t="119605" x="2030413" y="4327525"/>
          <p14:tracePt t="119637" x="1912938" y="4327525"/>
          <p14:tracePt t="120055" x="2030413" y="4343400"/>
          <p14:tracePt t="120129" x="2147888" y="4327525"/>
          <p14:tracePt t="120160" x="2257425" y="4311650"/>
          <p14:tracePt t="120220" x="2366963" y="4287838"/>
          <p14:tracePt t="120265" x="2484438" y="4279900"/>
          <p14:tracePt t="120310" x="2600325" y="4271963"/>
          <p14:tracePt t="120372" x="2624138" y="4257675"/>
          <p14:tracePt t="120387" x="2749550" y="4233863"/>
          <p14:tracePt t="120431" x="2867025" y="4233863"/>
          <p14:tracePt t="120491" x="2982913" y="4225925"/>
          <p14:tracePt t="120551" x="3100388" y="4233863"/>
          <p14:tracePt t="120612" x="3217863" y="4241800"/>
          <p14:tracePt t="120644" x="3335338" y="4249738"/>
          <p14:tracePt t="120716" x="3452813" y="4279900"/>
          <p14:tracePt t="120777" x="3560763" y="4287838"/>
          <p14:tracePt t="120836" x="3670300" y="4311650"/>
          <p14:tracePt t="120912" x="3795713" y="4311650"/>
          <p14:tracePt t="120972" x="3897313" y="4327525"/>
          <p14:tracePt t="121045" x="4014788" y="4303713"/>
          <p14:tracePt t="121135" x="4116388" y="4233863"/>
          <p14:tracePt t="121227" x="4217988" y="4194175"/>
          <p14:tracePt t="121375" x="4335463" y="4178300"/>
          <p14:tracePt t="121437" x="4459288" y="4164013"/>
          <p14:tracePt t="121709" x="4560888" y="4186238"/>
          <p14:tracePt t="121827" x="4670425" y="4241800"/>
          <p14:tracePt t="122053" x="4616450" y="4343400"/>
          <p14:tracePt t="122114" x="4545013" y="4452938"/>
          <p14:tracePt t="122173" x="4483100" y="4538663"/>
          <p14:tracePt t="122233" x="4405313" y="4616450"/>
          <p14:tracePt t="122352" x="4279900" y="4616450"/>
          <p14:tracePt t="122413" x="4162425" y="4608513"/>
          <p14:tracePt t="122444" x="4052888" y="4560888"/>
          <p14:tracePt t="122473" x="3944938" y="4514850"/>
          <p14:tracePt t="122519" x="3835400" y="4483100"/>
          <p14:tracePt t="122547" x="3725863" y="4452938"/>
          <p14:tracePt t="122593" x="3608388" y="4445000"/>
          <p14:tracePt t="122668" x="3490913" y="4445000"/>
          <p14:tracePt t="122683" x="3381375" y="4445000"/>
          <p14:tracePt t="122724" x="3046413" y="4546600"/>
          <p14:tracePt t="122741" x="2928938" y="4568825"/>
          <p14:tracePt t="122833" x="2795588" y="4616450"/>
          <p14:tracePt t="122851" x="2663825" y="4632325"/>
          <p14:tracePt t="122879" x="2538413" y="4640263"/>
          <p14:tracePt t="122890" x="2319338" y="4662488"/>
          <p14:tracePt t="122911" x="2217738" y="4670425"/>
          <p14:tracePt t="122926" x="2116138" y="4670425"/>
          <p14:tracePt t="122975" x="2257425" y="4662488"/>
          <p14:tracePt t="123016" x="2147888" y="4670425"/>
          <p14:tracePt t="124581" x="2343150" y="4006850"/>
          <p14:tracePt t="124598" x="2303463" y="4030663"/>
          <p14:tracePt t="124611" x="2289175" y="4046538"/>
          <p14:tracePt t="124626" x="2249488" y="4108450"/>
          <p14:tracePt t="124641" x="2225675" y="4164013"/>
          <p14:tracePt t="124656" x="2209800" y="4194175"/>
          <p14:tracePt t="124671" x="2193925" y="4217988"/>
          <p14:tracePt t="124687" x="2171700" y="4241800"/>
          <p14:tracePt t="124703" x="2108200" y="4279900"/>
          <p14:tracePt t="124719" x="2085975" y="4295775"/>
          <p14:tracePt t="124734" x="2070100" y="4319588"/>
          <p14:tracePt t="124747" x="2038350" y="4389438"/>
          <p14:tracePt t="124779" x="2038350" y="4421188"/>
          <p14:tracePt t="124979" x="2054225" y="4437063"/>
          <p14:tracePt t="125019" x="2046288" y="4491038"/>
          <p14:tracePt t="125036" x="2046288" y="4514850"/>
          <p14:tracePt t="125047" x="2038350" y="4546600"/>
          <p14:tracePt t="125065" x="2030413" y="4560888"/>
          <p14:tracePt t="125080" x="2014538" y="4584700"/>
          <p14:tracePt t="125094" x="2000250" y="4584700"/>
          <p14:tracePt t="125125" x="1968500" y="4592638"/>
          <p14:tracePt t="125140" x="1952625" y="4608513"/>
          <p14:tracePt t="125234" x="1944688" y="4600575"/>
          <p14:tracePt t="125250" x="1936750" y="4576763"/>
          <p14:tracePt t="125338" x="1936750" y="4568825"/>
          <p14:tracePt t="125354" x="1936750" y="4560888"/>
          <p14:tracePt t="125367" x="1936750" y="4554538"/>
          <p14:tracePt t="125412" x="1928813" y="4546600"/>
          <p14:tracePt t="125444" x="1920875" y="4522788"/>
          <p14:tracePt t="125458" x="1920875" y="4498975"/>
          <p14:tracePt t="125473" x="1912938" y="4475163"/>
          <p14:tracePt t="125484" x="1912938" y="4452938"/>
          <p14:tracePt t="125501" x="1905000" y="4429125"/>
          <p14:tracePt t="125530" x="1858963" y="4381500"/>
          <p14:tracePt t="125561" x="1827213" y="4365625"/>
          <p14:tracePt t="125621" x="1858963" y="4359275"/>
          <p14:tracePt t="125636" x="1882775" y="4343400"/>
          <p14:tracePt t="125696" x="1920875" y="4335463"/>
          <p14:tracePt t="125725" x="1984375" y="4351338"/>
          <p14:tracePt t="125740" x="2038350" y="4359275"/>
          <p14:tracePt t="125927" x="2070100" y="4365625"/>
          <p14:tracePt t="125941" x="2093913" y="4381500"/>
          <p14:tracePt t="125954" x="2193925" y="4459288"/>
          <p14:tracePt t="125978" x="2225675" y="4506913"/>
          <p14:tracePt t="125992" x="2201863" y="4546600"/>
          <p14:tracePt t="126300" x="2171700" y="4546600"/>
          <p14:tracePt t="126328" x="2132013" y="4554538"/>
          <p14:tracePt t="126372" x="2124075" y="4514850"/>
          <p14:tracePt t="126387" x="2139950" y="4483100"/>
          <p14:tracePt t="126402" x="2147888" y="4452938"/>
          <p14:tracePt t="126433" x="2163763" y="4429125"/>
          <p14:tracePt t="126448" x="2193925" y="4405313"/>
          <p14:tracePt t="126461" x="2225675" y="4389438"/>
          <p14:tracePt t="126554" x="2225675" y="4429125"/>
          <p14:tracePt t="126569" x="2217738" y="4459288"/>
          <p14:tracePt t="126582" x="2201863" y="4491038"/>
          <p14:tracePt t="126720" x="2201863" y="4522788"/>
          <p14:tracePt t="126731" x="2187575" y="4546600"/>
          <p14:tracePt t="126748" x="2163763" y="4584700"/>
          <p14:tracePt t="126763" x="2139950" y="4608513"/>
          <p14:tracePt t="126837" x="2100263" y="4616450"/>
          <p14:tracePt t="126852" x="2014538" y="4640263"/>
          <p14:tracePt t="126883" x="1952625" y="4654550"/>
          <p14:tracePt t="126897" x="1920875" y="4662488"/>
          <p14:tracePt t="126912" x="1898650" y="4670425"/>
          <p14:tracePt t="126928" x="1843088" y="4678363"/>
          <p14:tracePt t="126943" x="1781175" y="4686300"/>
          <p14:tracePt t="126974" x="1749425" y="4686300"/>
          <p14:tracePt t="127247" x="1773238" y="4702175"/>
          <p14:tracePt t="127260" x="1811338" y="4718050"/>
          <p14:tracePt t="127291" x="1843088" y="4725988"/>
          <p14:tracePt t="127335" x="1851025" y="4733925"/>
          <p14:tracePt t="127367" x="1882775" y="4749800"/>
          <p14:tracePt t="127470" x="1858963" y="4764088"/>
          <p14:tracePt t="127484" x="1827213" y="4779963"/>
          <p14:tracePt t="127517" x="1773238" y="4811713"/>
          <p14:tracePt t="127548" x="1741488" y="4819650"/>
          <p14:tracePt t="127623" x="1725613" y="4787900"/>
          <p14:tracePt t="127678" x="1725613" y="4756150"/>
          <p14:tracePt t="127720" x="1733550" y="4725988"/>
          <p14:tracePt t="127736" x="1741488" y="4702175"/>
          <p14:tracePt t="127738" x="1765300" y="4686300"/>
          <p14:tracePt t="127749" x="1827213" y="4654550"/>
          <p14:tracePt t="127765" x="1827213" y="4648200"/>
          <p14:tracePt t="127780" x="1912938" y="4632325"/>
          <p14:tracePt t="127795" x="1960563" y="4624388"/>
          <p14:tracePt t="127810" x="1992313" y="4624388"/>
          <p14:tracePt t="127892" x="2022475" y="4632325"/>
          <p14:tracePt t="127907" x="2062163" y="4640263"/>
          <p14:tracePt t="127923" x="2132013" y="4662488"/>
          <p14:tracePt t="127954" x="2163763" y="4670425"/>
          <p14:tracePt t="128028" x="2179638" y="4686300"/>
          <p14:tracePt t="128045" x="2209800" y="4702175"/>
          <p14:tracePt t="128119" x="2249488" y="4702175"/>
          <p14:tracePt t="128149" x="2303463" y="4686300"/>
          <p14:tracePt t="128170" x="2327275" y="4686300"/>
          <p14:tracePt t="128189" x="2351088" y="4702175"/>
          <p14:tracePt t="128208" x="2389188" y="4694238"/>
          <p14:tracePt t="128241" x="2420938" y="4694238"/>
          <p14:tracePt t="128266" x="2498725" y="4694238"/>
          <p14:tracePt t="128280" x="2530475" y="4702175"/>
          <p14:tracePt t="128300" x="2592388" y="4670425"/>
          <p14:tracePt t="128329" x="2616200" y="4654550"/>
          <p14:tracePt t="128347" x="2671763" y="4648200"/>
          <p14:tracePt t="128373" x="2701925" y="4662488"/>
          <p14:tracePt t="128388" x="2749550" y="4670425"/>
          <p14:tracePt t="128398" x="2779713" y="4678363"/>
          <p14:tracePt t="128411" x="2811463" y="4686300"/>
          <p14:tracePt t="128425" x="2881313" y="4702175"/>
          <p14:tracePt t="128441" x="2913063" y="4702175"/>
          <p14:tracePt t="128462" x="2944813" y="4702175"/>
          <p14:tracePt t="128480" x="2974975" y="4702175"/>
          <p14:tracePt t="128503" x="2998788" y="4710113"/>
          <p14:tracePt t="128510" x="3030538" y="4710113"/>
          <p14:tracePt t="128535" x="3062288" y="4702175"/>
          <p14:tracePt t="128550" x="3092450" y="4702175"/>
          <p14:tracePt t="128583" x="3124200" y="4702175"/>
          <p14:tracePt t="128600" x="3155950" y="4710113"/>
          <p14:tracePt t="128625" x="3194050" y="4718050"/>
          <p14:tracePt t="128646" x="3217863" y="4702175"/>
          <p14:tracePt t="128667" x="3241675" y="4686300"/>
          <p14:tracePt t="128778" x="3271838" y="4670425"/>
          <p14:tracePt t="128840" x="3295650" y="4648200"/>
          <p14:tracePt t="128868" x="3327400" y="4640263"/>
          <p14:tracePt t="128885" x="3359150" y="4632325"/>
          <p14:tracePt t="128931" x="3389313" y="4632325"/>
          <p14:tracePt t="128945" x="3421063" y="4624388"/>
          <p14:tracePt t="128960" x="3498850" y="4616450"/>
          <p14:tracePt t="128975" x="3560763" y="4624388"/>
          <p14:tracePt t="128990" x="3592513" y="4632325"/>
          <p14:tracePt t="129006" x="3624263" y="4640263"/>
          <p14:tracePt t="129019" x="3678238" y="4654550"/>
          <p14:tracePt t="129049" x="3717925" y="4654550"/>
          <p14:tracePt t="129067" x="3741738" y="4662488"/>
          <p14:tracePt t="129095" x="3771900" y="4670425"/>
          <p14:tracePt t="129125" x="3819525" y="4694238"/>
          <p14:tracePt t="129154" x="3851275" y="4710113"/>
          <p14:tracePt t="129274" x="3881438" y="4710113"/>
          <p14:tracePt t="129303" x="3889375" y="4741863"/>
          <p14:tracePt t="129531" x="3857625" y="4756150"/>
          <p14:tracePt t="129560" x="3827463" y="4756150"/>
          <p14:tracePt t="129591" x="3725863" y="4741863"/>
          <p14:tracePt t="129710" x="3756025" y="4749800"/>
          <p14:tracePt t="129729" x="3873500" y="4756150"/>
          <p14:tracePt t="129744" x="3913188" y="4756150"/>
          <p14:tracePt t="129759" x="4014788" y="4733925"/>
          <p14:tracePt t="129780" x="4116388" y="4710113"/>
          <p14:tracePt t="129788" x="4170363" y="4702175"/>
          <p14:tracePt t="129801" x="4233863" y="4710113"/>
          <p14:tracePt t="129829" x="4271963" y="4718050"/>
          <p14:tracePt t="129844" x="4295775" y="4733925"/>
          <p14:tracePt t="129892" x="4202113" y="4779963"/>
          <p14:tracePt t="129907" x="4084638" y="4779963"/>
          <p14:tracePt t="129922" x="4022725" y="4764088"/>
          <p14:tracePt t="129947" x="3983038" y="4749800"/>
          <p14:tracePt t="129961" x="3951288" y="4749800"/>
          <p14:tracePt t="129966" x="3889375" y="4741863"/>
          <p14:tracePt t="129981" x="3857625" y="4741863"/>
          <p14:tracePt t="129995" x="3741738" y="4718050"/>
          <p14:tracePt t="130012" x="3600450" y="4686300"/>
          <p14:tracePt t="130025" x="3546475" y="4678363"/>
          <p14:tracePt t="130042" x="3452813" y="4670425"/>
          <p14:tracePt t="130085" x="3201988" y="4710113"/>
          <p14:tracePt t="130103" x="3108325" y="4756150"/>
          <p14:tracePt t="130114" x="3006725" y="4779963"/>
          <p14:tracePt t="130139" x="2952750" y="4779963"/>
          <p14:tracePt t="130148" x="2843213" y="4764088"/>
          <p14:tracePt t="130161" x="2717800" y="4741863"/>
          <p14:tracePt t="130220" x="2693988" y="4741863"/>
          <p14:tracePt t="130237" x="2570163" y="4741863"/>
          <p14:tracePt t="130250" x="2436813" y="4741863"/>
          <p14:tracePt t="130312" x="2327275" y="4749800"/>
          <p14:tracePt t="130354" x="2209800" y="4756150"/>
          <p14:tracePt t="130385" x="2093913" y="4749800"/>
          <p14:tracePt t="130475" x="1944688" y="4733925"/>
          <p14:tracePt t="130761" x="2062163" y="4733925"/>
          <p14:tracePt t="130806" x="2179638" y="4725988"/>
          <p14:tracePt t="130834" x="2303463" y="4718050"/>
          <p14:tracePt t="130925" x="2420938" y="4741863"/>
          <p14:tracePt t="130986" x="2686050" y="4787900"/>
          <p14:tracePt t="131002" x="2765425" y="4795838"/>
          <p14:tracePt t="131057" x="2843213" y="4819650"/>
          <p14:tracePt t="131071" x="2881313" y="4819650"/>
          <p14:tracePt t="131076" x="2913063" y="4827588"/>
          <p14:tracePt t="131091" x="2936875" y="4843463"/>
          <p14:tracePt t="131270" x="2905125" y="4865688"/>
          <p14:tracePt t="131404" x="2787650" y="4835525"/>
          <p14:tracePt t="131436" x="2765425" y="4835525"/>
          <p14:tracePt t="131464" x="2616200" y="4811713"/>
          <p14:tracePt t="131490" x="2514600" y="4795838"/>
          <p14:tracePt t="131737" x="2538413" y="4803775"/>
          <p14:tracePt t="131754" x="2686050" y="4843463"/>
          <p14:tracePt t="131811" x="2803525" y="4835525"/>
          <p14:tracePt t="131912" x="2827338" y="4843463"/>
          <p14:tracePt t="131976" x="3062288" y="4889500"/>
          <p14:tracePt t="131994" x="3100388" y="4889500"/>
          <p14:tracePt t="132008" x="3124200" y="4873625"/>
          <p14:tracePt t="132081" x="3163888" y="4865688"/>
          <p14:tracePt t="132098" x="3217863" y="4865688"/>
          <p14:tracePt t="132156" x="3249613" y="4843463"/>
          <p14:tracePt t="132187" x="3265488" y="4819650"/>
          <p14:tracePt t="132235" x="3295650" y="4803775"/>
          <p14:tracePt t="132292" x="3271838" y="4827588"/>
          <p14:tracePt t="132311" x="3233738" y="4857750"/>
          <p14:tracePt t="132333" x="3225800" y="4865688"/>
          <p14:tracePt t="132349" x="3155950" y="4913313"/>
          <p14:tracePt t="132372" x="3148013" y="4913313"/>
          <p14:tracePt t="132397" x="3070225" y="4929188"/>
          <p14:tracePt t="132410" x="3054350" y="4929188"/>
          <p14:tracePt t="132426" x="3022600" y="4929188"/>
          <p14:tracePt t="132441" x="2827338" y="4897438"/>
          <p14:tracePt t="132457" x="2686050" y="4889500"/>
          <p14:tracePt t="132489" x="2554288" y="4865688"/>
          <p14:tracePt t="132513" x="2420938" y="4857750"/>
          <p14:tracePt t="132521" x="2295525" y="4857750"/>
          <p14:tracePt t="132546" x="2187575" y="4835525"/>
          <p14:tracePt t="132564" x="2085975" y="4787900"/>
          <p14:tracePt t="132623" x="2070100" y="4670425"/>
          <p14:tracePt t="132655" x="2054225" y="4546600"/>
          <p14:tracePt t="132698" x="2085975" y="4445000"/>
          <p14:tracePt t="132742" x="2155825" y="4351338"/>
          <p14:tracePt t="132788" x="2225675" y="4257675"/>
          <p14:tracePt t="132834" x="2335213" y="4202113"/>
          <p14:tracePt t="132879" x="2452688" y="4217988"/>
          <p14:tracePt t="132924" x="2562225" y="4241800"/>
          <p14:tracePt t="133012" x="2663825" y="4303713"/>
          <p14:tracePt t="133043" x="2725738" y="4405313"/>
          <p14:tracePt t="133074" x="2741613" y="4514850"/>
          <p14:tracePt t="133178" x="2671763" y="4608513"/>
          <p14:tracePt t="133313" x="2570163" y="4678363"/>
          <p14:tracePt t="133329" x="2546350" y="4686300"/>
          <p14:tracePt t="133359" x="2420938" y="4749800"/>
          <p14:tracePt t="133378" x="2311400" y="4795838"/>
          <p14:tracePt t="133404" x="2193925" y="4819650"/>
          <p14:tracePt t="133434" x="2085975" y="4795838"/>
          <p14:tracePt t="133522" x="1992313" y="4733925"/>
          <p14:tracePt t="133551" x="1905000" y="4648200"/>
          <p14:tracePt t="133613" x="1882775" y="4538663"/>
          <p14:tracePt t="133672" x="1936750" y="4429125"/>
          <p14:tracePt t="133702" x="2022475" y="4343400"/>
          <p14:tracePt t="133735" x="2124075" y="4271963"/>
          <p14:tracePt t="133809" x="2233613" y="4271963"/>
          <p14:tracePt t="133836" x="2359025" y="4279900"/>
          <p14:tracePt t="133912" x="2476500" y="4343400"/>
          <p14:tracePt t="133944" x="2546350" y="4437063"/>
          <p14:tracePt t="133989" x="2632075" y="4514850"/>
          <p14:tracePt t="134019" x="2725738" y="4584700"/>
          <p14:tracePt t="134123" x="2795588" y="4686300"/>
          <p14:tracePt t="134185" x="2795588" y="4710113"/>
          <p14:tracePt t="134200" x="2779713" y="4827588"/>
          <p14:tracePt t="134287" x="2546350" y="4889500"/>
          <p14:tracePt t="134306" x="2397125" y="4913313"/>
          <p14:tracePt t="134334" x="2289175" y="4905375"/>
          <p14:tracePt t="134367" x="2163763" y="4905375"/>
          <p14:tracePt t="134393" x="2054225" y="4849813"/>
          <p14:tracePt t="134469" x="2006600" y="4741863"/>
          <p14:tracePt t="134492" x="1968500" y="4624388"/>
          <p14:tracePt t="134520" x="1976438" y="4506913"/>
          <p14:tracePt t="134535" x="2000250" y="4397375"/>
          <p14:tracePt t="134550" x="2100263" y="4295775"/>
          <p14:tracePt t="134565" x="2171700" y="4225925"/>
          <p14:tracePt t="134657" x="2382838" y="4068763"/>
          <p14:tracePt t="134735" x="2490788" y="4062413"/>
          <p14:tracePt t="134772" x="2616200" y="4062413"/>
          <p14:tracePt t="134795" x="2733675" y="4076700"/>
          <p14:tracePt t="134845" x="2795588" y="4170363"/>
          <p14:tracePt t="134876" x="2827338" y="4287838"/>
          <p14:tracePt t="134900" x="2859088" y="4405313"/>
          <p14:tracePt t="134906" x="2867025" y="4522788"/>
          <p14:tracePt t="134921" x="2835275" y="4632325"/>
          <p14:tracePt t="134935" x="2795588" y="4749800"/>
          <p14:tracePt t="135070" x="2624138" y="4827588"/>
          <p14:tracePt t="135100" x="2514600" y="4849813"/>
          <p14:tracePt t="135130" x="2351088" y="4873625"/>
          <p14:tracePt t="135159" x="2163763" y="4913313"/>
          <p14:tracePt t="135176" x="2046288" y="4945063"/>
          <p14:tracePt t="135191" x="2022475" y="4945063"/>
          <p14:tracePt t="135205" x="1912938" y="4889500"/>
          <p14:tracePt t="135264" x="1851025" y="4803775"/>
          <p14:tracePt t="135295" x="1797050" y="4678363"/>
          <p14:tracePt t="135370" x="1835150" y="4560888"/>
          <p14:tracePt t="135429" x="2038350" y="4389438"/>
          <p14:tracePt t="135445" x="2139950" y="4343400"/>
          <p14:tracePt t="135520" x="2257425" y="4327525"/>
          <p14:tracePt t="135534" x="2374900" y="4319588"/>
          <p14:tracePt t="135594" x="2484438" y="4327525"/>
          <p14:tracePt t="135625" x="2600325" y="4335463"/>
          <p14:tracePt t="135714" x="2624138" y="4452938"/>
          <p14:tracePt t="135758" x="2655888" y="4560888"/>
          <p14:tracePt t="135867" x="2608263" y="4670425"/>
          <p14:tracePt t="135941" x="2498725" y="4686300"/>
          <p14:tracePt t="135998" x="2359025" y="4670425"/>
          <p14:tracePt t="136030" x="2225675" y="4662488"/>
          <p14:tracePt t="136089" x="2132013" y="4654550"/>
          <p14:tracePt t="136239" x="2093913" y="4538663"/>
          <p14:tracePt t="136404" x="2193925" y="4335463"/>
          <p14:tracePt t="146273" x="2382838" y="4756150"/>
          <p14:tracePt t="146312" x="2389188" y="4702175"/>
          <p14:tracePt t="146356" x="2382838" y="4686300"/>
          <p14:tracePt t="146464" x="2366963" y="4686300"/>
          <p14:tracePt t="146504" x="2351088" y="4702175"/>
          <p14:tracePt t="146519" x="2335213" y="4702175"/>
          <p14:tracePt t="146533" x="2303463" y="4733925"/>
          <p14:tracePt t="146563" x="2295525" y="4764088"/>
          <p14:tracePt t="146578" x="2289175" y="4795838"/>
          <p14:tracePt t="146592" x="2249488" y="4897438"/>
          <p14:tracePt t="146607" x="2233613" y="4929188"/>
          <p14:tracePt t="146622" x="2217738" y="5014913"/>
          <p14:tracePt t="146637" x="2209800" y="5045075"/>
          <p14:tracePt t="146654" x="2193925" y="5084763"/>
          <p14:tracePt t="146669" x="2171700" y="5140325"/>
          <p14:tracePt t="146684" x="2132013" y="5210175"/>
          <p14:tracePt t="146699" x="2116138" y="5233988"/>
          <p14:tracePt t="146713" x="2085975" y="5272088"/>
          <p14:tracePt t="146728" x="2062163" y="5327650"/>
          <p14:tracePt t="146742" x="2054225" y="5357813"/>
          <p14:tracePt t="146773" x="2038350" y="5413375"/>
          <p14:tracePt t="146788" x="2022475" y="5443538"/>
          <p14:tracePt t="146803" x="2022475" y="5451475"/>
          <p14:tracePt t="146886" x="2030413" y="5459413"/>
          <p14:tracePt t="146903" x="2046288" y="5483225"/>
          <p14:tracePt t="147081" x="2022475" y="5467350"/>
          <p14:tracePt t="147110" x="2006600" y="5443538"/>
          <p14:tracePt t="147123" x="1984375" y="5421313"/>
          <p14:tracePt t="147139" x="1952625" y="5373688"/>
          <p14:tracePt t="147154" x="1936750" y="5349875"/>
          <p14:tracePt t="147168" x="1905000" y="5335588"/>
          <p14:tracePt t="147184" x="1882775" y="5311775"/>
          <p14:tracePt t="147198" x="1804988" y="5287963"/>
          <p14:tracePt t="147212" x="1765300" y="5272088"/>
          <p14:tracePt t="147259" x="1725613" y="5272088"/>
          <p14:tracePt t="147317" x="1749425" y="5287963"/>
          <p14:tracePt t="147332" x="1811338" y="5311775"/>
          <p14:tracePt t="147348" x="1874838" y="5311775"/>
          <p14:tracePt t="147362" x="1882775" y="5311775"/>
          <p14:tracePt t="147377" x="1976438" y="5327650"/>
          <p14:tracePt t="147393" x="2070100" y="5327650"/>
          <p14:tracePt t="147500" x="2022475" y="5311775"/>
          <p14:tracePt t="147531" x="2006600" y="5295900"/>
          <p14:tracePt t="147594" x="2022475" y="5280025"/>
          <p14:tracePt t="147608" x="2054225" y="5280025"/>
          <p14:tracePt t="147625" x="2093913" y="5287963"/>
          <p14:tracePt t="147640" x="2193925" y="5303838"/>
          <p14:tracePt t="147678" x="2225675" y="5303838"/>
          <p14:tracePt t="147725" x="2233613" y="5303838"/>
          <p14:tracePt t="147758" x="2265363" y="5287963"/>
          <p14:tracePt t="147773" x="2265363" y="5272088"/>
          <p14:tracePt t="147789" x="2217738" y="5186363"/>
          <p14:tracePt t="147814" x="2193925" y="5154613"/>
          <p14:tracePt t="147846" x="2179638" y="5124450"/>
          <p14:tracePt t="147908" x="2155825" y="5162550"/>
          <p14:tracePt t="148012" x="2062163" y="5233988"/>
          <p14:tracePt t="148041" x="1968500" y="5280025"/>
          <p14:tracePt t="148353" x="2078038" y="5381625"/>
          <p14:tracePt t="148369" x="2147888" y="5443538"/>
          <p14:tracePt t="148385" x="2193925" y="5491163"/>
          <p14:tracePt t="148398" x="2217738" y="5530850"/>
          <p14:tracePt t="148428" x="2225675" y="5561013"/>
          <p14:tracePt t="148473" x="2273300" y="5632450"/>
          <p14:tracePt t="148504" x="2273300" y="5624513"/>
          <p14:tracePt t="148549" x="2420938" y="5600700"/>
          <p14:tracePt t="148564" x="2498725" y="5568950"/>
          <p14:tracePt t="148581" x="2530475" y="5545138"/>
          <p14:tracePt t="148594" x="2554288" y="5522913"/>
          <p14:tracePt t="148683" x="2578100" y="5475288"/>
          <p14:tracePt t="148698" x="2600325" y="5443538"/>
          <p14:tracePt t="148759" x="2592388" y="5451475"/>
          <p14:tracePt t="148774" x="2546350" y="5514975"/>
          <p14:tracePt t="148820" x="2522538" y="5553075"/>
          <p14:tracePt t="148832" x="2490788" y="5584825"/>
          <p14:tracePt t="149032" x="2490788" y="5537200"/>
          <p14:tracePt t="149046" x="2522538" y="5514975"/>
          <p14:tracePt t="149117" x="2530475" y="5514975"/>
          <p14:tracePt t="149130" x="2562225" y="5561013"/>
          <p14:tracePt t="149146" x="2578100" y="5600700"/>
          <p14:tracePt t="149175" x="2498725" y="5740400"/>
          <p14:tracePt t="149205" x="2397125" y="5881688"/>
          <p14:tracePt t="149257" x="2366963" y="5889625"/>
          <p14:tracePt t="149274" x="2249488" y="5921375"/>
          <p14:tracePt t="149298" x="2108200" y="5905500"/>
          <p14:tracePt t="149349" x="2070100" y="5803900"/>
          <p14:tracePt t="149368" x="2062163" y="5780088"/>
          <p14:tracePt t="149392" x="2046288" y="5632450"/>
          <p14:tracePt t="149438" x="2124075" y="5522913"/>
          <p14:tracePt t="149469" x="2241550" y="5437188"/>
          <p14:tracePt t="149500" x="2343150" y="5381625"/>
          <p14:tracePt t="149528" x="2460625" y="5373688"/>
          <p14:tracePt t="149559" x="2578100" y="5405438"/>
          <p14:tracePt t="149664" x="2624138" y="5507038"/>
          <p14:tracePt t="149695" x="2584450" y="5608638"/>
          <p14:tracePt t="149741" x="2484438" y="5694363"/>
          <p14:tracePt t="149844" x="2405063" y="5600700"/>
          <p14:tracePt t="149920" x="2389188" y="5459413"/>
          <p14:tracePt t="149978" x="2468563" y="5327650"/>
          <p14:tracePt t="150009" x="2570163" y="5248275"/>
          <p14:tracePt t="150041" x="2671763" y="5194300"/>
          <p14:tracePt t="150070" x="2795588" y="5194300"/>
          <p14:tracePt t="150100" x="2905125" y="5226050"/>
          <p14:tracePt t="150128" x="3014663" y="5272088"/>
          <p14:tracePt t="150205" x="3054350" y="5389563"/>
          <p14:tracePt t="150264" x="2944813" y="5537200"/>
          <p14:tracePt t="150294" x="2905125" y="5576888"/>
          <p14:tracePt t="150311" x="2819400" y="5678488"/>
          <p14:tracePt t="150343" x="2671763" y="5795963"/>
          <p14:tracePt t="150362" x="2554288" y="5873750"/>
          <p14:tracePt t="150384" x="2405063" y="5897563"/>
          <p14:tracePt t="150490" x="2303463" y="5819775"/>
          <p14:tracePt t="150519" x="2289175" y="5686425"/>
          <p14:tracePt t="150537" x="2295525" y="5632450"/>
          <p14:tracePt t="150550" x="2374900" y="5397500"/>
          <p14:tracePt t="150577" x="2420938" y="5287963"/>
          <p14:tracePt t="150639" x="2498725" y="5194300"/>
          <p14:tracePt t="150669" x="2578100" y="5124450"/>
          <p14:tracePt t="150697" x="2779713" y="5076825"/>
          <p14:tracePt t="150716" x="2889250" y="5053013"/>
          <p14:tracePt t="150744" x="2998788" y="5045075"/>
          <p14:tracePt t="150771" x="3116263" y="5060950"/>
          <p14:tracePt t="150790" x="3132138" y="5068888"/>
          <p14:tracePt t="150806" x="3225800" y="5140325"/>
          <p14:tracePt t="150822" x="3319463" y="5218113"/>
          <p14:tracePt t="150866" x="3365500" y="5327650"/>
          <p14:tracePt t="150894" x="3365500" y="5349875"/>
          <p14:tracePt t="150910" x="3365500" y="5499100"/>
          <p14:tracePt t="150941" x="3343275" y="5616575"/>
          <p14:tracePt t="150970" x="3257550" y="5740400"/>
          <p14:tracePt t="151000" x="3225800" y="5780088"/>
          <p14:tracePt t="151016" x="3116263" y="5881688"/>
          <p14:tracePt t="151044" x="3030538" y="5967413"/>
          <p14:tracePt t="151135" x="2779713" y="5975350"/>
          <p14:tracePt t="151164" x="2640013" y="5999163"/>
          <p14:tracePt t="151182" x="2546350" y="6015038"/>
          <p14:tracePt t="151283" x="2468563" y="5935663"/>
          <p14:tracePt t="151330" x="2490788" y="5834063"/>
          <p14:tracePt t="151359" x="2452688" y="5710238"/>
          <p14:tracePt t="151390" x="2484438" y="5592763"/>
          <p14:tracePt t="151419" x="2554288" y="5491163"/>
          <p14:tracePt t="151465" x="2578100" y="5475288"/>
          <p14:tracePt t="151511" x="2725738" y="5437188"/>
          <p14:tracePt t="151540" x="2851150" y="5413375"/>
          <p14:tracePt t="151584" x="2968625" y="5397500"/>
          <p14:tracePt t="151602" x="3092450" y="5389563"/>
          <p14:tracePt t="151634" x="3186113" y="5365750"/>
          <p14:tracePt t="151660" x="3303588" y="5349875"/>
          <p14:tracePt t="151781" x="3319463" y="5373688"/>
          <p14:tracePt t="151809" x="3351213" y="5483225"/>
          <p14:tracePt t="151869" x="3319463" y="5662613"/>
          <p14:tracePt t="151913" x="3311525" y="5686425"/>
          <p14:tracePt t="151927" x="3257550" y="5795963"/>
          <p14:tracePt t="152006" x="3116263" y="5819775"/>
          <p14:tracePt t="152034" x="2867025" y="5772150"/>
          <p14:tracePt t="152111" x="2749550" y="5686425"/>
          <p14:tracePt t="152127" x="2600325" y="5616575"/>
          <p14:tracePt t="152142" x="2530475" y="5545138"/>
          <p14:tracePt t="152186" x="2538413" y="5429250"/>
          <p14:tracePt t="152202" x="2562225" y="5272088"/>
          <p14:tracePt t="152234" x="2608263" y="5154613"/>
          <p14:tracePt t="152259" x="2655888" y="5053013"/>
          <p14:tracePt t="152269" x="2686050" y="4945063"/>
          <p14:tracePt t="152309" x="2787650" y="4827588"/>
          <p14:tracePt t="152409" x="2889250" y="4779963"/>
          <p14:tracePt t="152436" x="3038475" y="4827588"/>
          <p14:tracePt t="152463" x="3163888" y="4913313"/>
          <p14:tracePt t="152478" x="3257550" y="5030788"/>
          <p14:tracePt t="152509" x="3335338" y="5132388"/>
          <p14:tracePt t="152523" x="3397250" y="5218113"/>
          <p14:tracePt t="152548" x="3405188" y="5233988"/>
          <p14:tracePt t="152572" x="3452813" y="5303838"/>
          <p14:tracePt t="152579" x="3467100" y="5467350"/>
          <p14:tracePt t="152604" x="3405188" y="5522913"/>
          <p14:tracePt t="152630" x="3319463" y="5537200"/>
          <p14:tracePt t="152649" x="3209925" y="5553075"/>
          <p14:tracePt t="152655" x="3124200" y="5568950"/>
          <p14:tracePt t="152681" x="3030538" y="5600700"/>
          <p14:tracePt t="152698" x="2936875" y="5608638"/>
          <p14:tracePt t="152713" x="2874963" y="5600700"/>
          <p14:tracePt t="152728" x="2867025" y="5600700"/>
          <p14:tracePt t="152773" x="2701925" y="5530850"/>
          <p14:tracePt t="152801" x="2592388" y="5483225"/>
          <p14:tracePt t="152878" x="2608263" y="5365750"/>
          <p14:tracePt t="152908" x="2616200" y="5341938"/>
          <p14:tracePt t="152925" x="2655888" y="5226050"/>
          <p14:tracePt t="152952" x="2725738" y="5132388"/>
          <p14:tracePt t="152984" x="2835275" y="5084763"/>
          <p14:tracePt t="153006" x="2944813" y="5060950"/>
          <p14:tracePt t="153012" x="3092450" y="5045075"/>
          <p14:tracePt t="153028" x="3163888" y="5060950"/>
          <p14:tracePt t="153043" x="3217863" y="5108575"/>
          <p14:tracePt t="153057" x="3265488" y="5170488"/>
          <p14:tracePt t="153072" x="3295650" y="5226050"/>
          <p14:tracePt t="153089" x="3319463" y="5295900"/>
          <p14:tracePt t="153103" x="3343275" y="5413375"/>
          <p14:tracePt t="153117" x="3351213" y="5459413"/>
          <p14:tracePt t="153135" x="3351213" y="5545138"/>
          <p14:tracePt t="153146" x="3351213" y="5576888"/>
          <p14:tracePt t="153164" x="3335338" y="5632450"/>
          <p14:tracePt t="153180" x="3295650" y="5694363"/>
          <p14:tracePt t="153198" x="3249613" y="5803900"/>
          <p14:tracePt t="153210" x="3178175" y="5897563"/>
          <p14:tracePt t="153225" x="3132138" y="5951538"/>
          <p14:tracePt t="153240" x="3076575" y="6007100"/>
          <p14:tracePt t="153261" x="3022600" y="6037263"/>
          <p14:tracePt t="153270" x="2921000" y="6069013"/>
          <p14:tracePt t="153283" x="2811463" y="6108700"/>
          <p14:tracePt t="153295" x="2709863" y="6162675"/>
          <p14:tracePt t="153325" x="2522538" y="6232525"/>
          <p14:tracePt t="153337" x="2514600" y="6232525"/>
          <p14:tracePt t="153401" x="2413000" y="6162675"/>
          <p14:tracePt t="153420" x="2335213" y="6084888"/>
          <p14:tracePt t="153461" x="2295525" y="5975350"/>
          <p14:tracePt t="153491" x="2311400" y="5857875"/>
          <p14:tracePt t="153510" x="2335213" y="5740400"/>
          <p14:tracePt t="153552" x="2343150" y="5718175"/>
          <p14:tracePt t="153571" x="2397125" y="5608638"/>
          <p14:tracePt t="153600" x="2420938" y="5592763"/>
          <p14:tracePt t="153622" x="2436813" y="5576888"/>
          <p14:tracePt t="153628" x="2538413" y="5499100"/>
          <p14:tracePt t="153641" x="2647950" y="5443538"/>
          <p14:tracePt t="153658" x="2671763" y="5437188"/>
          <p14:tracePt t="153673" x="2921000" y="5389563"/>
          <p14:tracePt t="153686" x="3046413" y="5389563"/>
          <p14:tracePt t="153702" x="3108325" y="5397500"/>
          <p14:tracePt t="153718" x="3148013" y="5421313"/>
          <p14:tracePt t="153733" x="3279775" y="5530850"/>
          <p14:tracePt t="153749" x="3303588" y="5561013"/>
          <p14:tracePt t="153763" x="3351213" y="5624513"/>
          <p14:tracePt t="153777" x="3389313" y="5670550"/>
          <p14:tracePt t="153792" x="3413125" y="5678488"/>
          <p14:tracePt t="153825" x="3460750" y="5718175"/>
          <p14:tracePt t="153868" x="3452813" y="5827713"/>
          <p14:tracePt t="153885" x="3452813" y="5834063"/>
          <p14:tracePt t="153899" x="3405188" y="5913438"/>
          <p14:tracePt t="153915" x="3365500" y="5959475"/>
          <p14:tracePt t="153930" x="3343275" y="5983288"/>
          <p14:tracePt t="153944" x="3279775" y="6029325"/>
          <p14:tracePt t="153957" x="3201988" y="6084888"/>
          <p14:tracePt t="153974" x="3140075" y="6130925"/>
          <p14:tracePt t="154000" x="3108325" y="6154738"/>
          <p14:tracePt t="154016" x="3084513" y="6170613"/>
          <p14:tracePt t="154033" x="3062288" y="6170613"/>
          <p14:tracePt t="154048" x="3038475" y="6162675"/>
          <p14:tracePt t="154065" x="2990850" y="6130925"/>
          <p14:tracePt t="154079" x="2921000" y="6100763"/>
          <p14:tracePt t="154094" x="2843213" y="6053138"/>
          <p14:tracePt t="154110" x="2803525" y="6022975"/>
          <p14:tracePt t="154152" x="2765425" y="5913438"/>
          <p14:tracePt t="154183" x="2749550" y="5865813"/>
          <p14:tracePt t="154199" x="2686050" y="5726113"/>
          <p14:tracePt t="154230" x="2655888" y="5499100"/>
          <p14:tracePt t="154258" x="2663825" y="5349875"/>
          <p14:tracePt t="154286" x="2671763" y="5327650"/>
          <p14:tracePt t="154318" x="2679700" y="5194300"/>
          <p14:tracePt t="154367" x="2733675" y="5092700"/>
          <p14:tracePt t="154453" x="2851150" y="5076825"/>
          <p14:tracePt t="154498" x="3054350" y="5116513"/>
          <p14:tracePt t="154521" x="3155950" y="5146675"/>
          <p14:tracePt t="154538" x="3225800" y="5170488"/>
          <p14:tracePt t="154544" x="3257550" y="5194300"/>
          <p14:tracePt t="154574" x="3287713" y="5210175"/>
          <p14:tracePt t="154600" x="3359150" y="5264150"/>
          <p14:tracePt t="154632" x="3397250" y="5319713"/>
          <p14:tracePt t="154646" x="3467100" y="5389563"/>
          <p14:tracePt t="154664" x="3498850" y="5421313"/>
          <p14:tracePt t="154680" x="3538538" y="5437188"/>
          <p14:tracePt t="154693" x="3568700" y="5451475"/>
          <p14:tracePt t="154708" x="3600450" y="5483225"/>
          <p14:tracePt t="154737" x="3608388" y="5514975"/>
          <p14:tracePt t="154755" x="3592513" y="5553075"/>
          <p14:tracePt t="154770" x="3568700" y="5584825"/>
          <p14:tracePt t="154784" x="3490913" y="5662613"/>
          <p14:tracePt t="154798" x="3467100" y="5678488"/>
          <p14:tracePt t="154816" x="3421063" y="5710238"/>
          <p14:tracePt t="154830" x="3365500" y="5732463"/>
          <p14:tracePt t="154843" x="3303588" y="5740400"/>
          <p14:tracePt t="154857" x="3249613" y="5748338"/>
          <p14:tracePt t="154876" x="3132138" y="5764213"/>
          <p14:tracePt t="154890" x="3070225" y="5772150"/>
          <p14:tracePt t="154900" x="3022600" y="5803900"/>
          <p14:tracePt t="154918" x="2960688" y="5842000"/>
          <p14:tracePt t="154932" x="2881313" y="5897563"/>
          <p14:tracePt t="154948" x="2874963" y="5897563"/>
          <p14:tracePt t="155070" x="2765425" y="5865813"/>
          <p14:tracePt t="155142" x="2663825" y="5756275"/>
          <p14:tracePt t="155186" x="2632075" y="5616575"/>
          <p14:tracePt t="155232" x="2616200" y="5491163"/>
          <p14:tracePt t="155265" x="2608263" y="5373688"/>
          <p14:tracePt t="155352" x="2655888" y="5264150"/>
          <p14:tracePt t="155414" x="2765425" y="5194300"/>
          <p14:tracePt t="155489" x="2874963" y="5194300"/>
          <p14:tracePt t="155548" x="2897188" y="5202238"/>
          <p14:tracePt t="155563" x="3014663" y="5241925"/>
          <p14:tracePt t="155608" x="3038475" y="5248275"/>
          <p14:tracePt t="155624" x="3163888" y="5272088"/>
          <p14:tracePt t="155645" x="3178175" y="5272088"/>
          <p14:tracePt t="155656" x="3271838" y="5295900"/>
          <p14:tracePt t="155671" x="3343275" y="5327650"/>
          <p14:tracePt t="155684" x="3397250" y="5341938"/>
          <p14:tracePt t="155700" x="3452813" y="5357813"/>
          <p14:tracePt t="155717" x="3482975" y="5357813"/>
          <p14:tracePt t="155732" x="3546475" y="5373688"/>
          <p14:tracePt t="155762" x="3576638" y="5389563"/>
          <p14:tracePt t="155785" x="3600450" y="5413375"/>
          <p14:tracePt t="155791" x="3624263" y="5491163"/>
          <p14:tracePt t="155805" x="3632200" y="5545138"/>
          <p14:tracePt t="155817" x="3632200" y="5624513"/>
          <p14:tracePt t="155830" x="3632200" y="5654675"/>
          <p14:tracePt t="155849" x="3608388" y="5756275"/>
          <p14:tracePt t="155864" x="3568700" y="5827713"/>
          <p14:tracePt t="155876" x="3522663" y="5889625"/>
          <p14:tracePt t="155894" x="3467100" y="5935663"/>
          <p14:tracePt t="155921" x="3444875" y="5959475"/>
          <p14:tracePt t="155937" x="3381375" y="5999163"/>
          <p14:tracePt t="155953" x="3359150" y="6015038"/>
          <p14:tracePt t="155969" x="3233738" y="6045200"/>
          <p14:tracePt t="155984" x="3170238" y="6061075"/>
          <p14:tracePt t="155998" x="3132138" y="6069013"/>
          <p14:tracePt t="156014" x="3076575" y="6092825"/>
          <p14:tracePt t="156031" x="2974975" y="6122988"/>
          <p14:tracePt t="156043" x="2928938" y="6130925"/>
          <p14:tracePt t="156106" x="2905125" y="6138863"/>
          <p14:tracePt t="156133" x="2787650" y="6138863"/>
          <p14:tracePt t="156149" x="2757488" y="6138863"/>
          <p14:tracePt t="156162" x="2584450" y="6100763"/>
          <p14:tracePt t="156226" x="2522538" y="5991225"/>
          <p14:tracePt t="156253" x="2468563" y="5881688"/>
          <p14:tracePt t="156269" x="2428875" y="5740400"/>
          <p14:tracePt t="156298" x="2444750" y="5624513"/>
          <p14:tracePt t="156313" x="2498725" y="5514975"/>
          <p14:tracePt t="156374" x="2562225" y="5421313"/>
          <p14:tracePt t="156402" x="2640013" y="5335588"/>
          <p14:tracePt t="156434" x="2717800" y="5295900"/>
          <p14:tracePt t="156451" x="2859088" y="5241925"/>
          <p14:tracePt t="156509" x="3006725" y="5233988"/>
          <p14:tracePt t="156553" x="3124200" y="5248275"/>
          <p14:tracePt t="156593" x="3225800" y="5272088"/>
          <p14:tracePt t="156605" x="3365500" y="5303838"/>
          <p14:tracePt t="156623" x="3436938" y="5319713"/>
          <p14:tracePt t="156636" x="3490913" y="5335588"/>
          <p14:tracePt t="156652" x="3522663" y="5341938"/>
          <p14:tracePt t="156749" x="3475038" y="5349875"/>
          <p14:tracePt t="156765" x="3467100" y="5349875"/>
          <p14:tracePt t="156854" x="3373438" y="5421313"/>
          <p14:tracePt t="156885" x="3279775" y="5499100"/>
          <p14:tracePt t="156915" x="3265488" y="5522913"/>
          <p14:tracePt t="156932" x="3178175" y="5608638"/>
          <p14:tracePt t="156963" x="3076575" y="5710238"/>
          <p14:tracePt t="157084" x="3054350" y="5710238"/>
          <p14:tracePt t="157111" x="2928938" y="5686425"/>
          <p14:tracePt t="157125" x="2787650" y="5638800"/>
          <p14:tracePt t="157140" x="2655888" y="5600700"/>
          <p14:tracePt t="157186" x="2616200" y="5491163"/>
          <p14:tracePt t="157232" x="2554288" y="5389563"/>
          <p14:tracePt t="157336" x="2608263" y="5256213"/>
          <p14:tracePt t="157365" x="2717800" y="5154613"/>
          <p14:tracePt t="157395" x="2741613" y="5140325"/>
          <p14:tracePt t="157413" x="2843213" y="5084763"/>
          <p14:tracePt t="157441" x="2960688" y="5053013"/>
          <p14:tracePt t="157486" x="3084513" y="5053013"/>
          <p14:tracePt t="157505" x="3108325" y="5060950"/>
          <p14:tracePt t="157518" x="3132138" y="5068888"/>
          <p14:tracePt t="157534" x="3241675" y="5100638"/>
          <p14:tracePt t="157571" x="3265488" y="5108575"/>
          <p14:tracePt t="157578" x="3413125" y="5146675"/>
          <p14:tracePt t="157606" x="3429000" y="5154613"/>
          <p14:tracePt t="157668" x="3538538" y="5202238"/>
          <p14:tracePt t="157695" x="3640138" y="5280025"/>
          <p14:tracePt t="157712" x="3717925" y="5341938"/>
          <p14:tracePt t="157727" x="3763963" y="5397500"/>
          <p14:tracePt t="157746" x="3763963" y="5413375"/>
          <p14:tracePt t="157769" x="3779838" y="5451475"/>
          <p14:tracePt t="157782" x="3787775" y="5537200"/>
          <p14:tracePt t="157790" x="3787775" y="5568950"/>
          <p14:tracePt t="157803" x="3779838" y="5600700"/>
          <p14:tracePt t="157831" x="3763963" y="5662613"/>
          <p14:tracePt t="157864" x="3678238" y="5740400"/>
          <p14:tracePt t="157889" x="3670300" y="5748338"/>
          <p14:tracePt t="157907" x="3514725" y="5803900"/>
          <p14:tracePt t="157982" x="3373438" y="5764213"/>
          <p14:tracePt t="157997" x="3225800" y="5732463"/>
          <p14:tracePt t="158011" x="3116263" y="5710238"/>
          <p14:tracePt t="158044" x="2974975" y="5718175"/>
          <p14:tracePt t="158087" x="2819400" y="5710238"/>
          <p14:tracePt t="158104" x="2663825" y="5694363"/>
          <p14:tracePt t="158222" x="2616200" y="5576888"/>
          <p14:tracePt t="158267" x="2647950" y="5467350"/>
          <p14:tracePt t="158312" x="2679700" y="5349875"/>
          <p14:tracePt t="158356" x="2725738" y="5280025"/>
          <p14:tracePt t="158374" x="2795588" y="5186363"/>
          <p14:tracePt t="158418" x="2897188" y="5116513"/>
          <p14:tracePt t="158446" x="3038475" y="5068888"/>
          <p14:tracePt t="158476" x="3155950" y="5060950"/>
          <p14:tracePt t="158508" x="3335338" y="5076825"/>
          <p14:tracePt t="158537" x="3452813" y="5108575"/>
          <p14:tracePt t="158582" x="3648075" y="5170488"/>
          <p14:tracePt t="158599" x="3827463" y="5233988"/>
          <p14:tracePt t="158614" x="3865563" y="5248275"/>
          <p14:tracePt t="158628" x="3897313" y="5256213"/>
          <p14:tracePt t="158645" x="3929063" y="5264150"/>
          <p14:tracePt t="158687" x="3967163" y="5311775"/>
          <p14:tracePt t="158706" x="3967163" y="5357813"/>
          <p14:tracePt t="158719" x="3944938" y="5421313"/>
          <p14:tracePt t="158743" x="3929063" y="5459413"/>
          <p14:tracePt t="158761" x="3851275" y="5646738"/>
          <p14:tracePt t="158776" x="3827463" y="5694363"/>
          <p14:tracePt t="158793" x="3763963" y="5873750"/>
          <p14:tracePt t="158809" x="3717925" y="5991225"/>
          <p14:tracePt t="158833" x="3686175" y="6069013"/>
          <p14:tracePt t="158840" x="3662363" y="6108700"/>
          <p14:tracePt t="158854" x="3624263" y="6162675"/>
          <p14:tracePt t="158867" x="3568700" y="6202363"/>
          <p14:tracePt t="158888" x="3530600" y="6210300"/>
          <p14:tracePt t="158900" x="3498850" y="6224588"/>
          <p14:tracePt t="158956" x="3381375" y="6186488"/>
          <p14:tracePt t="159001" x="3241675" y="6162675"/>
          <p14:tracePt t="159031" x="3124200" y="6130925"/>
          <p14:tracePt t="159061" x="2982913" y="6092825"/>
          <p14:tracePt t="159091" x="2843213" y="6037263"/>
          <p14:tracePt t="159110" x="2827338" y="6029325"/>
          <p14:tracePt t="159132" x="2701925" y="5967413"/>
          <p14:tracePt t="159141" x="2616200" y="5873750"/>
          <p14:tracePt t="159154" x="2562225" y="5772150"/>
          <p14:tracePt t="159168" x="2514600" y="5654675"/>
          <p14:tracePt t="159185" x="2484438" y="5545138"/>
          <p14:tracePt t="159200" x="2420938" y="5443538"/>
          <p14:tracePt t="159244" x="2420938" y="5327650"/>
          <p14:tracePt t="159277" x="2444750" y="5210175"/>
          <p14:tracePt t="159765" x="3319463" y="5943600"/>
          <p14:tracePt t="159796" x="3201988" y="5983288"/>
          <p14:tracePt t="159831" x="2944813" y="6007100"/>
          <p14:tracePt t="159908" x="2851150" y="5927725"/>
          <p14:tracePt t="159942" x="2624138" y="5772150"/>
          <p14:tracePt t="160019" x="2640013" y="5726113"/>
          <p14:tracePt t="160046" x="2671763" y="5568950"/>
          <p14:tracePt t="160063" x="2655888" y="5413375"/>
          <p14:tracePt t="160077" x="2693988" y="5287963"/>
          <p14:tracePt t="160123" x="2717800" y="5146675"/>
          <p14:tracePt t="160159" x="2725738" y="5022850"/>
          <p14:tracePt t="160199" x="2811463" y="4945063"/>
          <p14:tracePt t="160243" x="2843213" y="4937125"/>
          <p14:tracePt t="160266" x="3076575" y="4889500"/>
          <p14:tracePt t="160281" x="3186113" y="4929188"/>
          <p14:tracePt t="160333" x="3279775" y="4999038"/>
          <p14:tracePt t="160353" x="3351213" y="5100638"/>
          <p14:tracePt t="160437" x="3287713" y="5194300"/>
          <p14:tracePt t="160476" x="3271838" y="5218113"/>
          <p14:tracePt t="160498" x="3178175" y="5341938"/>
          <p14:tracePt t="160520" x="3116263" y="5443538"/>
          <p14:tracePt t="160575" x="2974975" y="5537200"/>
          <p14:tracePt t="160683" x="2867025" y="5592763"/>
          <p14:tracePt t="160778" x="2749550" y="5638800"/>
          <p14:tracePt t="160832" x="2624138" y="5654675"/>
          <p14:tracePt t="160870" x="2506663" y="5646738"/>
          <p14:tracePt t="160878" x="2359025" y="5632450"/>
          <p14:tracePt t="160962" x="2273300" y="5553075"/>
          <p14:tracePt t="160987" x="2155825" y="5507038"/>
          <p14:tracePt t="161225" x="2124075" y="5507038"/>
          <p14:tracePt t="161240" x="2006600" y="5483225"/>
          <p14:tracePt t="161280" x="2132013" y="5483225"/>
          <p14:tracePt t="161337" x="2000250" y="5483225"/>
          <p14:tracePt t="161390" x="2030413" y="5483225"/>
          <p14:tracePt t="161491" x="2147888" y="5459413"/>
          <p14:tracePt t="161721" x="2273300" y="5491163"/>
          <p14:tracePt t="161804" x="2295525" y="5507038"/>
          <p14:tracePt t="161819" x="2436813" y="5545138"/>
          <p14:tracePt t="161909" x="2554288" y="5530850"/>
          <p14:tracePt t="161925" x="2671763" y="5514975"/>
          <p14:tracePt t="161997" x="2787650" y="5553075"/>
          <p14:tracePt t="162090" x="2819400" y="5553075"/>
          <p14:tracePt t="162143" x="2960688" y="5576888"/>
          <p14:tracePt t="162173" x="3084513" y="5600700"/>
          <p14:tracePt t="162259" x="3108325" y="5584825"/>
          <p14:tracePt t="162276" x="3132138" y="5576888"/>
          <p14:tracePt t="162285" x="3241675" y="5522913"/>
          <p14:tracePt t="162359" x="3351213" y="5475288"/>
          <p14:tracePt t="162409" x="3373438" y="5467350"/>
          <p14:tracePt t="162428" x="3490913" y="5437188"/>
          <p14:tracePt t="162480" x="3608388" y="5429250"/>
          <p14:tracePt t="162514" x="3632200" y="5421313"/>
          <p14:tracePt t="162540" x="3686175" y="5421313"/>
          <p14:tracePt t="162562" x="3803650" y="5413375"/>
          <p14:tracePt t="162824" x="3678238" y="5405438"/>
          <p14:tracePt t="162841" x="3560763" y="5381625"/>
          <p14:tracePt t="162863" x="3397250" y="5381625"/>
          <p14:tracePt t="162878" x="3271838" y="5381625"/>
          <p14:tracePt t="162906" x="3140075" y="5405438"/>
          <p14:tracePt t="162935" x="3006725" y="5389563"/>
          <p14:tracePt t="162953" x="2859088" y="5373688"/>
          <p14:tracePt t="162968" x="2693988" y="5349875"/>
          <p14:tracePt t="163073" x="2546350" y="5335588"/>
          <p14:tracePt t="163171" x="2484438" y="5341938"/>
          <p14:tracePt t="163193" x="2343150" y="5349875"/>
          <p14:tracePt t="163269" x="2319338" y="5357813"/>
          <p14:tracePt t="163419" x="2217738" y="5443538"/>
          <p14:tracePt t="163457" x="2327275" y="5507038"/>
          <p14:tracePt t="163568" x="2444750" y="5568950"/>
          <p14:tracePt t="163697" x="2554288" y="5624513"/>
          <p14:tracePt t="163777" x="2671763" y="5662613"/>
          <p14:tracePt t="163893" x="2701925" y="5662613"/>
          <p14:tracePt t="163951" x="2811463" y="5686425"/>
          <p14:tracePt t="164055" x="2843213" y="5686425"/>
          <p14:tracePt t="164064" x="2960688" y="5678488"/>
          <p14:tracePt t="164080" x="3084513" y="5654675"/>
          <p14:tracePt t="164167" x="3201988" y="5654675"/>
          <p14:tracePt t="164219" x="3225800" y="5646738"/>
          <p14:tracePt t="164230" x="3335338" y="5592763"/>
          <p14:tracePt t="164287" x="3452813" y="5530850"/>
          <p14:tracePt t="164371" x="3568700" y="5514975"/>
          <p14:tracePt t="164422" x="3592513" y="5507038"/>
          <p14:tracePt t="164431" x="3717925" y="5507038"/>
          <p14:tracePt t="164468" x="3843338" y="5499100"/>
          <p14:tracePt t="164493" x="3983038" y="5467350"/>
          <p14:tracePt t="164527" x="4006850" y="5467350"/>
          <p14:tracePt t="164536" x="4132263" y="5459413"/>
          <p14:tracePt t="164806" x="4006850" y="5459413"/>
          <p14:tracePt t="164837" x="3763963" y="5443538"/>
          <p14:tracePt t="164899" x="3648075" y="5421313"/>
          <p14:tracePt t="167574" x="2179638" y="5726113"/>
          <p14:tracePt t="167598" x="2187575" y="5732463"/>
          <p14:tracePt t="167612" x="2241550" y="5740400"/>
          <p14:tracePt t="167626" x="2273300" y="5740400"/>
          <p14:tracePt t="167641" x="2351088" y="5726113"/>
          <p14:tracePt t="167741" x="2382838" y="5718175"/>
          <p14:tracePt t="167763" x="2444750" y="5694363"/>
          <p14:tracePt t="167771" x="2468563" y="5686425"/>
          <p14:tracePt t="167822" x="2530475" y="5694363"/>
          <p14:tracePt t="167836" x="2562225" y="5702300"/>
          <p14:tracePt t="167854" x="2624138" y="5740400"/>
          <p14:tracePt t="167871" x="2686050" y="5780088"/>
          <p14:tracePt t="167884" x="2741613" y="5803900"/>
          <p14:tracePt t="167898" x="2779713" y="5795963"/>
          <p14:tracePt t="167913" x="2843213" y="5780088"/>
          <p14:tracePt t="167927" x="2874963" y="5764213"/>
          <p14:tracePt t="167942" x="2944813" y="5726113"/>
          <p14:tracePt t="167957" x="3014663" y="5702300"/>
          <p14:tracePt t="167972" x="3084513" y="5678488"/>
          <p14:tracePt t="167987" x="3155950" y="5662613"/>
          <p14:tracePt t="168003" x="3217863" y="5646738"/>
          <p14:tracePt t="168033" x="3311525" y="5646738"/>
          <p14:tracePt t="168056" x="3373438" y="5646738"/>
          <p14:tracePt t="168073" x="3421063" y="5654675"/>
          <p14:tracePt t="168087" x="3452813" y="5654675"/>
          <p14:tracePt t="168111" x="3482975" y="5654675"/>
          <p14:tracePt t="168121" x="3514725" y="5646738"/>
          <p14:tracePt t="168136" x="3546475" y="5632450"/>
          <p14:tracePt t="168153" x="3576638" y="5608638"/>
          <p14:tracePt t="168169" x="3616325" y="5592763"/>
          <p14:tracePt t="168188" x="3656013" y="5576888"/>
          <p14:tracePt t="168206" x="3733800" y="5568950"/>
          <p14:tracePt t="168216" x="3763963" y="5568950"/>
          <p14:tracePt t="168226" x="3851275" y="5600700"/>
          <p14:tracePt t="168242" x="3921125" y="5616575"/>
          <p14:tracePt t="168256" x="3967163" y="5638800"/>
          <p14:tracePt t="168272" x="4006850" y="5662613"/>
          <p14:tracePt t="168287" x="4052888" y="5702300"/>
          <p14:tracePt t="168303" x="4076700" y="5718175"/>
          <p14:tracePt t="168319" x="4132263" y="5764213"/>
          <p14:tracePt t="168334" x="4162425" y="5795963"/>
          <p14:tracePt t="168349" x="4186238" y="5819775"/>
          <p14:tracePt t="168373" x="4202113" y="5842000"/>
          <p14:tracePt t="168396" x="4225925" y="5834063"/>
          <p14:tracePt t="168407" x="4256088" y="5834063"/>
          <p14:tracePt t="168448" x="4279900" y="5827713"/>
          <p14:tracePt t="168487" x="4264025" y="5849938"/>
          <p14:tracePt t="168500" x="4210050" y="5889625"/>
          <p14:tracePt t="168527" x="4124325" y="5897563"/>
          <p14:tracePt t="168542" x="4014788" y="5921375"/>
          <p14:tracePt t="168558" x="3905250" y="5935663"/>
          <p14:tracePt t="168572" x="3779838" y="5959475"/>
          <p14:tracePt t="168587" x="3648075" y="5967413"/>
          <p14:tracePt t="168610" x="3530600" y="5975350"/>
          <p14:tracePt t="168627" x="3460750" y="5975350"/>
          <p14:tracePt t="168641" x="3452813" y="5975350"/>
          <p14:tracePt t="168657" x="3217863" y="5967413"/>
          <p14:tracePt t="168671" x="3022600" y="5959475"/>
          <p14:tracePt t="168688" x="2897188" y="5967413"/>
          <p14:tracePt t="168702" x="2757488" y="5975350"/>
          <p14:tracePt t="168717" x="2686050" y="5991225"/>
          <p14:tracePt t="168731" x="2632075" y="6007100"/>
          <p14:tracePt t="168746" x="2530475" y="6029325"/>
          <p14:tracePt t="168762" x="2452688" y="6053138"/>
          <p14:tracePt t="168786" x="2397125" y="6069013"/>
          <p14:tracePt t="168791" x="2389188" y="6069013"/>
          <p14:tracePt t="168881" x="2343150" y="6084888"/>
          <p14:tracePt t="168912" x="2217738" y="6108700"/>
          <p14:tracePt t="169045" x="2225675" y="6108700"/>
          <p14:tracePt t="169063" x="2289175" y="6084888"/>
          <p14:tracePt t="169079" x="2319338" y="6076950"/>
          <p14:tracePt t="169107" x="2382838" y="6053138"/>
          <p14:tracePt t="169124" x="2506663" y="6029325"/>
          <p14:tracePt t="169138" x="2570163" y="6029325"/>
          <p14:tracePt t="169152" x="2655888" y="6022975"/>
          <p14:tracePt t="169167" x="2686050" y="6022975"/>
          <p14:tracePt t="169213" x="2725738" y="6029325"/>
          <p14:tracePt t="169230" x="2765425" y="6029325"/>
          <p14:tracePt t="169245" x="2835275" y="6037263"/>
          <p14:tracePt t="169267" x="2897188" y="6053138"/>
          <p14:tracePt t="169318" x="2928938" y="6045200"/>
          <p14:tracePt t="169342" x="2936875" y="6045200"/>
          <p14:tracePt t="169353" x="3030538" y="6015038"/>
          <p14:tracePt t="169391" x="3070225" y="6022975"/>
          <p14:tracePt t="169435" x="3100388" y="6037263"/>
          <p14:tracePt t="169467" x="3124200" y="6061075"/>
          <p14:tracePt t="169487" x="3140075" y="6092825"/>
          <p14:tracePt t="169526" x="3140075" y="6122988"/>
          <p14:tracePt t="169557" x="3132138" y="6154738"/>
          <p14:tracePt t="169618" x="3116263" y="6186488"/>
          <p14:tracePt t="169648" x="3092450" y="6210300"/>
          <p14:tracePt t="169677" x="3070225" y="6224588"/>
          <p14:tracePt t="169708" x="3046413" y="6240463"/>
          <p14:tracePt t="169728" x="3022600" y="6256338"/>
          <p14:tracePt t="169747" x="2982913" y="6272213"/>
          <p14:tracePt t="169754" x="2928938" y="6280150"/>
          <p14:tracePt t="169783" x="2874963" y="6280150"/>
          <p14:tracePt t="169811" x="2819400" y="6256338"/>
          <p14:tracePt t="169842" x="2787650" y="6248400"/>
          <p14:tracePt t="169855" x="2765425" y="6186488"/>
          <p14:tracePt t="169873" x="2757488" y="6162675"/>
          <p14:tracePt t="169890" x="2749550" y="6130925"/>
          <p14:tracePt t="169919" x="2749550" y="6100763"/>
          <p14:tracePt t="169964" x="2733675" y="5991225"/>
          <p14:tracePt t="170001" x="2725738" y="5959475"/>
          <p14:tracePt t="170007" x="2733675" y="5803900"/>
          <p14:tracePt t="170023" x="2741613" y="5772150"/>
          <p14:tracePt t="170037" x="2749550" y="5732463"/>
          <p14:tracePt t="170071" x="2779713" y="5718175"/>
          <p14:tracePt t="170087" x="2819400" y="5702300"/>
          <p14:tracePt t="170100" x="2859088" y="5686425"/>
          <p14:tracePt t="170125" x="2928938" y="5678488"/>
          <p14:tracePt t="170141" x="2960688" y="5678488"/>
          <p14:tracePt t="170146" x="3014663" y="5678488"/>
          <p14:tracePt t="170160" x="3046413" y="5670550"/>
          <p14:tracePt t="170173" x="3116263" y="5662613"/>
          <p14:tracePt t="170187" x="3148013" y="5654675"/>
          <p14:tracePt t="170201" x="3225800" y="5654675"/>
          <p14:tracePt t="170215" x="3271838" y="5670550"/>
          <p14:tracePt t="170230" x="3303588" y="5678488"/>
          <p14:tracePt t="170249" x="3351213" y="5710238"/>
          <p14:tracePt t="170263" x="3389313" y="5748338"/>
          <p14:tracePt t="170278" x="3429000" y="5795963"/>
          <p14:tracePt t="170292" x="3467100" y="5842000"/>
          <p14:tracePt t="170310" x="3482975" y="5881688"/>
          <p14:tracePt t="170368" x="3460750" y="5913438"/>
          <p14:tracePt t="170382" x="3436938" y="5935663"/>
          <p14:tracePt t="170394" x="3405188" y="5967413"/>
          <p14:tracePt t="170409" x="3381375" y="5991225"/>
          <p14:tracePt t="170430" x="3335338" y="6029325"/>
          <p14:tracePt t="170446" x="3311525" y="6045200"/>
          <p14:tracePt t="170459" x="3209925" y="6092825"/>
          <p14:tracePt t="170472" x="3186113" y="6108700"/>
          <p14:tracePt t="170485" x="3155950" y="6116638"/>
          <p14:tracePt t="170501" x="3116263" y="6122988"/>
          <p14:tracePt t="170527" x="3108325" y="6116638"/>
          <p14:tracePt t="170534" x="2998788" y="6076950"/>
          <p14:tracePt t="170544" x="2944813" y="6053138"/>
          <p14:tracePt t="170561" x="2897188" y="6029325"/>
          <p14:tracePt t="170589" x="2874963" y="6015038"/>
          <p14:tracePt t="170597" x="2851150" y="5967413"/>
          <p14:tracePt t="170608" x="2843213" y="5935663"/>
          <p14:tracePt t="170621" x="2835275" y="5873750"/>
          <p14:tracePt t="170636" x="2835275" y="5842000"/>
          <p14:tracePt t="170662" x="2819400" y="5780088"/>
          <p14:tracePt t="170669" x="2827338" y="5678488"/>
          <p14:tracePt t="170681" x="2827338" y="5654675"/>
          <p14:tracePt t="170698" x="2811463" y="5537200"/>
          <p14:tracePt t="170711" x="2811463" y="5530850"/>
          <p14:tracePt t="170741" x="2843213" y="5373688"/>
          <p14:tracePt t="170774" x="2889250" y="5264150"/>
          <p14:tracePt t="170846" x="3006725" y="5202238"/>
          <p14:tracePt t="170861" x="3124200" y="5162550"/>
          <p14:tracePt t="170877" x="3271838" y="5186363"/>
          <p14:tracePt t="170896" x="3335338" y="5210175"/>
          <p14:tracePt t="170918" x="3351213" y="5218113"/>
          <p14:tracePt t="170924" x="3490913" y="5241925"/>
          <p14:tracePt t="170937" x="3576638" y="5256213"/>
          <p14:tracePt t="170965" x="3608388" y="5272088"/>
          <p14:tracePt t="170997" x="3648075" y="5319713"/>
          <p14:tracePt t="171014" x="3656013" y="5349875"/>
          <p14:tracePt t="171033" x="3670300" y="5499100"/>
          <p14:tracePt t="171045" x="3670300" y="5568950"/>
          <p14:tracePt t="171058" x="3670300" y="5584825"/>
          <p14:tracePt t="171072" x="3662363" y="5632450"/>
          <p14:tracePt t="171082" x="3648075" y="5694363"/>
          <p14:tracePt t="171089" x="3624263" y="5732463"/>
          <p14:tracePt t="171102" x="3568700" y="5795963"/>
          <p14:tracePt t="171119" x="3546475" y="5819775"/>
          <p14:tracePt t="171131" x="3460750" y="5873750"/>
          <p14:tracePt t="171151" x="3389313" y="5921375"/>
          <p14:tracePt t="171161" x="3373438" y="5927725"/>
          <p14:tracePt t="171177" x="3241675" y="5975350"/>
          <p14:tracePt t="171192" x="3209925" y="5983288"/>
          <p14:tracePt t="171208" x="3108325" y="5991225"/>
          <p14:tracePt t="171221" x="3054350" y="5983288"/>
          <p14:tracePt t="171231" x="3022600" y="5975350"/>
          <p14:tracePt t="171241" x="2968625" y="5967413"/>
          <p14:tracePt t="171254" x="2827338" y="5959475"/>
          <p14:tracePt t="171270" x="2779713" y="5959475"/>
          <p14:tracePt t="171310" x="2717800" y="5943600"/>
          <p14:tracePt t="171371" x="2679700" y="5827713"/>
          <p14:tracePt t="171402" x="2647950" y="5710238"/>
          <p14:tracePt t="171417" x="2663825" y="5592763"/>
          <p14:tracePt t="171446" x="2693988" y="5483225"/>
          <p14:tracePt t="171478" x="2741613" y="5365750"/>
          <p14:tracePt t="171521" x="2835275" y="5287963"/>
          <p14:tracePt t="171569" x="2859088" y="5280025"/>
          <p14:tracePt t="171583" x="3062288" y="5256213"/>
          <p14:tracePt t="171600" x="3225800" y="5272088"/>
          <p14:tracePt t="171617" x="3311525" y="5303838"/>
          <p14:tracePt t="171637" x="3359150" y="5327650"/>
          <p14:tracePt t="171652" x="3490913" y="5397500"/>
          <p14:tracePt t="171661" x="3530600" y="5421313"/>
          <p14:tracePt t="171674" x="3592513" y="5451475"/>
          <p14:tracePt t="171689" x="3616325" y="5475288"/>
          <p14:tracePt t="171703" x="3640138" y="5537200"/>
          <p14:tracePt t="171719" x="3640138" y="5545138"/>
          <p14:tracePt t="171733" x="3648075" y="5576888"/>
          <p14:tracePt t="171748" x="3648075" y="5678488"/>
          <p14:tracePt t="171768" x="3640138" y="5678488"/>
          <p14:tracePt t="171777" x="3624263" y="5772150"/>
          <p14:tracePt t="171793" x="3576638" y="5881688"/>
          <p14:tracePt t="171818" x="3554413" y="5913438"/>
          <p14:tracePt t="171833" x="3498850" y="5975350"/>
          <p14:tracePt t="171838" x="3452813" y="6022975"/>
          <p14:tracePt t="171869" x="3421063" y="6037263"/>
          <p14:tracePt t="171886" x="3397250" y="6045200"/>
          <p14:tracePt t="171898" x="3303588" y="6061075"/>
          <p14:tracePt t="171914" x="3209925" y="6053138"/>
          <p14:tracePt t="171930" x="3155950" y="6045200"/>
          <p14:tracePt t="171951" x="3046413" y="6015038"/>
          <p14:tracePt t="171966" x="3022600" y="6007100"/>
          <p14:tracePt t="171987" x="3014663" y="6007100"/>
          <p14:tracePt t="172003" x="2974975" y="6007100"/>
          <p14:tracePt t="172017" x="2944813" y="5999163"/>
          <p14:tracePt t="172021" x="2913063" y="5983288"/>
          <p14:tracePt t="172035" x="2867025" y="5927725"/>
          <p14:tracePt t="172048" x="2859088" y="5913438"/>
          <p14:tracePt t="172065" x="2859088" y="5897563"/>
          <p14:tracePt t="172089" x="2881313" y="5740400"/>
          <p14:tracePt t="172108" x="2905125" y="5694363"/>
          <p14:tracePt t="172127" x="2936875" y="5646738"/>
          <p14:tracePt t="172142" x="2944813" y="5608638"/>
          <p14:tracePt t="172169" x="2960688" y="5600700"/>
          <p14:tracePt t="172184" x="3014663" y="5522913"/>
          <p14:tracePt t="172199" x="3076575" y="5467350"/>
          <p14:tracePt t="172217" x="3084513" y="5459413"/>
          <p14:tracePt t="172229" x="3194050" y="5443538"/>
          <p14:tracePt t="172249" x="3225800" y="5437188"/>
          <p14:tracePt t="172262" x="3257550" y="5429250"/>
          <p14:tracePt t="172274" x="3311525" y="5437188"/>
          <p14:tracePt t="172288" x="3359150" y="5475288"/>
          <p14:tracePt t="172303" x="3405188" y="5514975"/>
          <p14:tracePt t="172321" x="3405188" y="5522913"/>
          <p14:tracePt t="172334" x="3506788" y="5600700"/>
          <p14:tracePt t="172348" x="3568700" y="5646738"/>
          <p14:tracePt t="172367" x="3608388" y="5678488"/>
          <p14:tracePt t="172378" x="3662363" y="5726113"/>
          <p14:tracePt t="172398" x="3702050" y="5772150"/>
          <p14:tracePt t="172411" x="3741738" y="5819775"/>
          <p14:tracePt t="172427" x="3763963" y="5857875"/>
          <p14:tracePt t="172445" x="3779838" y="5889625"/>
          <p14:tracePt t="172456" x="3771900" y="5959475"/>
          <p14:tracePt t="172474" x="3756025" y="5983288"/>
          <p14:tracePt t="172484" x="3733800" y="6007100"/>
          <p14:tracePt t="172509" x="3656013" y="6069013"/>
          <p14:tracePt t="172515" x="3600450" y="6108700"/>
          <p14:tracePt t="172536" x="3576638" y="6122988"/>
          <p14:tracePt t="172545" x="3514725" y="6154738"/>
          <p14:tracePt t="172560" x="3482975" y="6170613"/>
          <p14:tracePt t="172573" x="3413125" y="6178550"/>
          <p14:tracePt t="172590" x="3381375" y="6178550"/>
          <p14:tracePt t="172607" x="3359150" y="6170613"/>
          <p14:tracePt t="172628" x="3311525" y="6146800"/>
          <p14:tracePt t="172634" x="3279775" y="6130925"/>
          <p14:tracePt t="172648" x="3225800" y="6108700"/>
          <p14:tracePt t="172664" x="3170238" y="6084888"/>
          <p14:tracePt t="172682" x="3148013" y="6069013"/>
          <p14:tracePt t="172707" x="3116263" y="6037263"/>
          <p14:tracePt t="172721" x="3062288" y="5967413"/>
          <p14:tracePt t="172738" x="3022600" y="5913438"/>
          <p14:tracePt t="172754" x="3022600" y="5905500"/>
          <p14:tracePt t="172762" x="2998788" y="5873750"/>
          <p14:tracePt t="172771" x="2982913" y="5834063"/>
          <p14:tracePt t="172783" x="2974975" y="5803900"/>
          <p14:tracePt t="172813" x="2982913" y="5772150"/>
          <p14:tracePt t="172826" x="2998788" y="5740400"/>
          <p14:tracePt t="172831" x="3022600" y="5718175"/>
          <p14:tracePt t="172858" x="3054350" y="5678488"/>
          <p14:tracePt t="172873" x="3100388" y="5638800"/>
          <p14:tracePt t="172890" x="3124200" y="5624513"/>
          <p14:tracePt t="172906" x="3225800" y="5576888"/>
          <p14:tracePt t="172920" x="3265488" y="5561013"/>
          <p14:tracePt t="172949" x="3335338" y="5568950"/>
          <p14:tracePt t="172977" x="3397250" y="5568950"/>
          <p14:tracePt t="173008" x="3460750" y="5553075"/>
          <p14:tracePt t="173025" x="3490913" y="5553075"/>
          <p14:tracePt t="173039" x="3592513" y="5561013"/>
          <p14:tracePt t="173055" x="3624263" y="5576888"/>
          <p14:tracePt t="173069" x="3648075" y="5600700"/>
          <p14:tracePt t="173082" x="3678238" y="5624513"/>
          <p14:tracePt t="173101" x="3702050" y="5646738"/>
          <p14:tracePt t="173115" x="3725863" y="5670550"/>
          <p14:tracePt t="173127" x="3756025" y="5710238"/>
          <p14:tracePt t="173137" x="3795713" y="5819775"/>
          <p14:tracePt t="173153" x="3811588" y="5897563"/>
          <p14:tracePt t="173166" x="3819525" y="5951538"/>
          <p14:tracePt t="173188" x="3827463" y="5975350"/>
          <p14:tracePt t="173192" x="3827463" y="5999163"/>
          <p14:tracePt t="173205" x="3819525" y="6037263"/>
          <p14:tracePt t="173219" x="3811588" y="6053138"/>
          <p14:tracePt t="173234" x="3756025" y="6092825"/>
          <p14:tracePt t="173250" x="3725863" y="6108700"/>
          <p14:tracePt t="173267" x="3600450" y="6154738"/>
          <p14:tracePt t="173283" x="3554413" y="6162675"/>
          <p14:tracePt t="173295" x="3436938" y="6170613"/>
          <p14:tracePt t="173322" x="3351213" y="6100763"/>
          <p14:tracePt t="173337" x="3279775" y="6053138"/>
          <p14:tracePt t="173354" x="3271838" y="6045200"/>
          <p14:tracePt t="173372" x="3084513" y="5975350"/>
          <p14:tracePt t="173384" x="2960688" y="5927725"/>
          <p14:tracePt t="173399" x="2960688" y="5921375"/>
          <p14:tracePt t="173414" x="2928938" y="5905500"/>
          <p14:tracePt t="173457" x="2928938" y="5881688"/>
          <p14:tracePt t="173488" x="2913063" y="5756275"/>
          <p14:tracePt t="173501" x="2913063" y="5732463"/>
          <p14:tracePt t="173518" x="2928938" y="5616575"/>
          <p14:tracePt t="173546" x="2982913" y="5507038"/>
          <p14:tracePt t="173563" x="3084513" y="5365750"/>
          <p14:tracePt t="173579" x="3132138" y="5319713"/>
          <p14:tracePt t="173592" x="3257550" y="5218113"/>
          <p14:tracePt t="173611" x="3327400" y="5194300"/>
          <p14:tracePt t="173626" x="3421063" y="5210175"/>
          <p14:tracePt t="173638" x="3546475" y="5233988"/>
          <p14:tracePt t="173654" x="3624263" y="5264150"/>
          <p14:tracePt t="173671" x="3656013" y="5280025"/>
          <p14:tracePt t="173683" x="3686175" y="5311775"/>
          <p14:tracePt t="173698" x="3741738" y="5381625"/>
          <p14:tracePt t="173719" x="3741738" y="5389563"/>
          <p14:tracePt t="173732" x="3756025" y="5537200"/>
          <p14:tracePt t="173747" x="3749675" y="5576888"/>
          <p14:tracePt t="173761" x="3702050" y="5670550"/>
          <p14:tracePt t="173776" x="3592513" y="5764213"/>
          <p14:tracePt t="173790" x="3538538" y="5795963"/>
          <p14:tracePt t="173809" x="3482975" y="5834063"/>
          <p14:tracePt t="173831" x="3327400" y="5905500"/>
          <p14:tracePt t="173838" x="3295650" y="5921375"/>
          <p14:tracePt t="173850" x="3225800" y="5927725"/>
          <p14:tracePt t="173866" x="3186113" y="5913438"/>
          <p14:tracePt t="173889" x="3116263" y="5881688"/>
          <p14:tracePt t="173894" x="3054350" y="5857875"/>
          <p14:tracePt t="173911" x="2998788" y="5795963"/>
          <p14:tracePt t="173943" x="3006725" y="5764213"/>
          <p14:tracePt t="173964" x="2998788" y="5732463"/>
          <p14:tracePt t="173971" x="2998788" y="5686425"/>
          <p14:tracePt t="173986" x="2990850" y="5654675"/>
          <p14:tracePt t="173998" x="2974975" y="5568950"/>
          <p14:tracePt t="174015" x="2944813" y="5475288"/>
          <p14:tracePt t="174030" x="2928938" y="5443538"/>
          <p14:tracePt t="174059" x="2921000" y="5405438"/>
          <p14:tracePt t="174133" x="2897188" y="5295900"/>
          <p14:tracePt t="174163" x="2928938" y="5178425"/>
          <p14:tracePt t="174195" x="2990850" y="5045075"/>
          <p14:tracePt t="174226" x="3155950" y="4857750"/>
          <p14:tracePt t="174270" x="3249613" y="4787900"/>
          <p14:tracePt t="174299" x="3482975" y="4702175"/>
          <p14:tracePt t="174330" x="3600450" y="4702175"/>
          <p14:tracePt t="174345" x="3670300" y="4733925"/>
          <p14:tracePt t="174361" x="3709988" y="4764088"/>
          <p14:tracePt t="174376" x="3749675" y="4811713"/>
          <p14:tracePt t="174406" x="3763963" y="4843463"/>
          <p14:tracePt t="174421" x="3771900" y="4873625"/>
          <p14:tracePt t="174449" x="3749675" y="4937125"/>
          <p14:tracePt t="174465" x="3717925" y="4999038"/>
          <p14:tracePt t="174482" x="3694113" y="5053013"/>
          <p14:tracePt t="174508" x="3632200" y="5140325"/>
          <p14:tracePt t="174529" x="3568700" y="5210175"/>
          <p14:tracePt t="174545" x="3522663" y="5241925"/>
          <p14:tracePt t="174562" x="3490913" y="5264150"/>
          <p14:tracePt t="174572" x="3482975" y="5272088"/>
          <p14:tracePt t="174599" x="3452813" y="5295900"/>
          <p14:tracePt t="174885" x="3429000" y="5311775"/>
          <p14:tracePt t="174904" x="3413125" y="5327650"/>
          <p14:tracePt t="174915" x="3303588" y="5381625"/>
          <p14:tracePt t="174976" x="3194050" y="5373688"/>
          <p14:tracePt t="175006" x="3084513" y="5341938"/>
          <p14:tracePt t="175036" x="2974975" y="5272088"/>
          <p14:tracePt t="175067" x="2874963" y="5194300"/>
          <p14:tracePt t="175095" x="2765425" y="5140325"/>
          <p14:tracePt t="175261" x="2867025" y="5092700"/>
          <p14:tracePt t="175305" x="2990850" y="5068888"/>
          <p14:tracePt t="175321" x="3014663" y="5068888"/>
          <p14:tracePt t="175337" x="3170238" y="5053013"/>
          <p14:tracePt t="175368" x="3249613" y="5060950"/>
          <p14:tracePt t="175383" x="3397250" y="5068888"/>
          <p14:tracePt t="175396" x="3568700" y="5132388"/>
          <p14:tracePt t="175413" x="3640138" y="5170488"/>
          <p14:tracePt t="175427" x="3702050" y="5202238"/>
          <p14:tracePt t="175443" x="3725863" y="5226050"/>
          <p14:tracePt t="175457" x="3733800" y="5256213"/>
          <p14:tracePt t="175470" x="3733800" y="5311775"/>
          <p14:tracePt t="175486" x="3694113" y="5349875"/>
          <p14:tracePt t="175501" x="3686175" y="5349875"/>
          <p14:tracePt t="175520" x="3584575" y="5397500"/>
          <p14:tracePt t="175532" x="3522663" y="5421313"/>
          <p14:tracePt t="175561" x="3405188" y="5451475"/>
          <p14:tracePt t="175575" x="3287713" y="5467350"/>
          <p14:tracePt t="175588" x="3163888" y="5459413"/>
          <p14:tracePt t="175607" x="3132138" y="5451475"/>
          <p14:tracePt t="175622" x="2998788" y="5429250"/>
          <p14:tracePt t="175694" x="2974975" y="5311775"/>
          <p14:tracePt t="175770" x="3054350" y="5218113"/>
          <p14:tracePt t="175830" x="3178175" y="5256213"/>
          <p14:tracePt t="175843" x="3327400" y="5311775"/>
          <p14:tracePt t="175864" x="3413125" y="5349875"/>
          <p14:tracePt t="175878" x="3436938" y="5373688"/>
          <p14:tracePt t="175891" x="3467100" y="5421313"/>
          <p14:tracePt t="175923" x="3538538" y="5507038"/>
          <p14:tracePt t="175947" x="3568700" y="5537200"/>
          <p14:tracePt t="175956" x="3616325" y="5638800"/>
          <p14:tracePt t="175968" x="3616325" y="5710238"/>
          <p14:tracePt t="175983" x="3616325" y="5788025"/>
          <p14:tracePt t="175999" x="3600450" y="5889625"/>
          <p14:tracePt t="176014" x="3576638" y="5975350"/>
          <p14:tracePt t="176026" x="3530600" y="6053138"/>
          <p14:tracePt t="176052" x="3475038" y="6116638"/>
          <p14:tracePt t="176058" x="3429000" y="6138863"/>
          <p14:tracePt t="176075" x="3373438" y="6170613"/>
          <p14:tracePt t="176087" x="3295650" y="6202363"/>
          <p14:tracePt t="176098" x="3249613" y="6218238"/>
          <p14:tracePt t="176105" x="3163888" y="6240463"/>
          <p14:tracePt t="176130" x="3132138" y="6248400"/>
          <p14:tracePt t="176146" x="3100388" y="6256338"/>
          <p14:tracePt t="176158" x="3070225" y="6256338"/>
          <p14:tracePt t="176162" x="2990850" y="6224588"/>
          <p14:tracePt t="176175" x="2936875" y="6178550"/>
          <p14:tracePt t="176196" x="2859088" y="6108700"/>
          <p14:tracePt t="176223" x="2787650" y="6007100"/>
          <p14:tracePt t="176246" x="2725738" y="5881688"/>
          <p14:tracePt t="176282" x="2725738" y="5827713"/>
          <p14:tracePt t="176299" x="2733675" y="5702300"/>
          <p14:tracePt t="176314" x="2811463" y="5522913"/>
          <p14:tracePt t="176356" x="2897188" y="5443538"/>
          <p14:tracePt t="176374" x="2990850" y="5381625"/>
          <p14:tracePt t="176391" x="3217863" y="5327650"/>
          <p14:tracePt t="176405" x="3319463" y="5335588"/>
          <p14:tracePt t="176417" x="3365500" y="5365750"/>
          <p14:tracePt t="176432" x="3405188" y="5413375"/>
          <p14:tracePt t="176462" x="3467100" y="5514975"/>
          <p14:tracePt t="176478" x="3475038" y="5545138"/>
          <p14:tracePt t="176494" x="3498850" y="5616575"/>
          <p14:tracePt t="176510" x="3514725" y="5654675"/>
          <p14:tracePt t="176523" x="3522663" y="5686425"/>
          <p14:tracePt t="176538" x="3530600" y="5718175"/>
          <p14:tracePt t="176552" x="3514725" y="5756275"/>
          <p14:tracePt t="176578" x="3490913" y="5788025"/>
          <p14:tracePt t="176586" x="3405188" y="5881688"/>
          <p14:tracePt t="176595" x="3365500" y="5927725"/>
          <p14:tracePt t="176630" x="3335338" y="5935663"/>
          <p14:tracePt t="176649" x="3265488" y="5935663"/>
          <p14:tracePt t="176661" x="3217863" y="5935663"/>
          <p14:tracePt t="176679" x="3186113" y="5927725"/>
          <p14:tracePt t="176689" x="3155950" y="5921375"/>
          <p14:tracePt t="176729" x="3132138" y="5905500"/>
          <p14:tracePt t="176748" x="3038475" y="5834063"/>
          <p14:tracePt t="176764" x="2944813" y="5764213"/>
          <p14:tracePt t="176806" x="2881313" y="5662613"/>
          <p14:tracePt t="176851" x="2897188" y="5537200"/>
          <p14:tracePt t="176881" x="2944813" y="5405438"/>
          <p14:tracePt t="176899" x="2998788" y="5295900"/>
          <p14:tracePt t="176927" x="3084513" y="5202238"/>
          <p14:tracePt t="176973" x="3209925" y="5154613"/>
          <p14:tracePt t="176990" x="3279775" y="5132388"/>
          <p14:tracePt t="177013" x="3444875" y="5092700"/>
          <p14:tracePt t="177020" x="3475038" y="5100638"/>
          <p14:tracePt t="177033" x="3546475" y="5132388"/>
          <p14:tracePt t="177047" x="3576638" y="5146675"/>
          <p14:tracePt t="177064" x="3624263" y="5202238"/>
          <p14:tracePt t="177087" x="3624263" y="5210175"/>
          <p14:tracePt t="177096" x="3670300" y="5295900"/>
          <p14:tracePt t="177111" x="3670300" y="5303838"/>
          <p14:tracePt t="177125" x="3717925" y="5413375"/>
          <p14:tracePt t="177138" x="3749675" y="5499100"/>
          <p14:tracePt t="177151" x="3756025" y="5592763"/>
          <p14:tracePt t="177167" x="3756025" y="5632450"/>
          <p14:tracePt t="177183" x="3749675" y="5702300"/>
          <p14:tracePt t="177197" x="3741738" y="5732463"/>
          <p14:tracePt t="177214" x="3709988" y="5795963"/>
          <p14:tracePt t="177230" x="3640138" y="5873750"/>
          <p14:tracePt t="177241" x="3592513" y="5913438"/>
          <p14:tracePt t="177253" x="3560763" y="5927725"/>
          <p14:tracePt t="177267" x="3538538" y="5943600"/>
          <p14:tracePt t="177285" x="3490913" y="5951538"/>
          <p14:tracePt t="177298" x="3467100" y="5959475"/>
          <p14:tracePt t="177319" x="3460750" y="5959475"/>
          <p14:tracePt t="177335" x="3287713" y="5943600"/>
          <p14:tracePt t="177351" x="3271838" y="5943600"/>
          <p14:tracePt t="177374" x="3209925" y="5943600"/>
          <p14:tracePt t="177382" x="3178175" y="5951538"/>
          <p14:tracePt t="177407" x="3124200" y="5927725"/>
          <p14:tracePt t="177422" x="3092450" y="5897563"/>
          <p14:tracePt t="177440" x="3046413" y="5842000"/>
          <p14:tracePt t="177456" x="2960688" y="5756275"/>
          <p14:tracePt t="177471" x="2889250" y="5702300"/>
          <p14:tracePt t="177515" x="2913063" y="5646738"/>
          <p14:tracePt t="177542" x="2974975" y="5522913"/>
          <p14:tracePt t="177561" x="2990850" y="5483225"/>
          <p14:tracePt t="177575" x="3038475" y="5437188"/>
          <p14:tracePt t="177598" x="3070225" y="5413375"/>
          <p14:tracePt t="177614" x="3178175" y="5389563"/>
          <p14:tracePt t="177629" x="3279775" y="5381625"/>
          <p14:tracePt t="177637" x="3351213" y="5373688"/>
          <p14:tracePt t="177649" x="3413125" y="5357813"/>
          <p14:tracePt t="177666" x="3475038" y="5357813"/>
          <p14:tracePt t="177681" x="3538538" y="5357813"/>
          <p14:tracePt t="177693" x="3600450" y="5357813"/>
          <p14:tracePt t="177725" x="3624263" y="5373688"/>
          <p14:tracePt t="177740" x="3656013" y="5389563"/>
          <p14:tracePt t="177757" x="3725863" y="5467350"/>
          <p14:tracePt t="177772" x="3763963" y="5514975"/>
          <p14:tracePt t="177785" x="3787775" y="5545138"/>
          <p14:tracePt t="177812" x="3819525" y="5592763"/>
          <p14:tracePt t="177837" x="3835400" y="5624513"/>
          <p14:tracePt t="177846" x="3851275" y="5654675"/>
          <p14:tracePt t="177861" x="3835400" y="5732463"/>
          <p14:tracePt t="177874" x="3811588" y="5803900"/>
          <p14:tracePt t="177890" x="3803650" y="5811838"/>
          <p14:tracePt t="177902" x="3741738" y="5889625"/>
          <p14:tracePt t="177922" x="3725863" y="5905500"/>
          <p14:tracePt t="177932" x="3554413" y="5967413"/>
          <p14:tracePt t="177947" x="3506788" y="5967413"/>
          <p14:tracePt t="177965" x="3421063" y="5959475"/>
          <p14:tracePt t="177994" x="3389313" y="5951538"/>
          <p14:tracePt t="178007" x="3249613" y="5865813"/>
          <p14:tracePt t="178024" x="3241675" y="5857875"/>
          <p14:tracePt t="178040" x="3163888" y="5795963"/>
          <p14:tracePt t="178055" x="3084513" y="5748338"/>
          <p14:tracePt t="178069" x="3022600" y="5718175"/>
          <p14:tracePt t="178098" x="2968625" y="5678488"/>
          <p14:tracePt t="178115" x="2944813" y="5662613"/>
          <p14:tracePt t="178130" x="2944813" y="5600700"/>
          <p14:tracePt t="178145" x="2960688" y="5537200"/>
          <p14:tracePt t="178159" x="2974975" y="5514975"/>
          <p14:tracePt t="178189" x="3006725" y="5451475"/>
          <p14:tracePt t="178207" x="3092450" y="5327650"/>
          <p14:tracePt t="178220" x="3140075" y="5272088"/>
          <p14:tracePt t="178236" x="3178175" y="5210175"/>
          <p14:tracePt t="178251" x="3257550" y="5116513"/>
          <p14:tracePt t="178281" x="3279775" y="5084763"/>
          <p14:tracePt t="178297" x="3311525" y="5068888"/>
          <p14:tracePt t="178309" x="3351213" y="5053013"/>
          <p14:tracePt t="178324" x="3381375" y="5053013"/>
          <p14:tracePt t="178338" x="3482975" y="5108575"/>
          <p14:tracePt t="178353" x="3530600" y="5132388"/>
          <p14:tracePt t="178372" x="3624263" y="5186363"/>
          <p14:tracePt t="178402" x="3686175" y="5218113"/>
          <p14:tracePt t="178415" x="3756025" y="5248275"/>
          <p14:tracePt t="178431" x="3787775" y="5264150"/>
          <p14:tracePt t="178448" x="3889375" y="5303838"/>
          <p14:tracePt t="178460" x="3921125" y="5311775"/>
          <p14:tracePt t="178473" x="3975100" y="5335588"/>
          <p14:tracePt t="178490" x="4006850" y="5349875"/>
          <p14:tracePt t="178503" x="4030663" y="5365750"/>
          <p14:tracePt t="178519" x="4038600" y="5389563"/>
          <p14:tracePt t="178538" x="4038600" y="5467350"/>
          <p14:tracePt t="178548" x="4014788" y="5537200"/>
          <p14:tracePt t="178565" x="3967163" y="5608638"/>
          <p14:tracePt t="178580" x="3905250" y="5670550"/>
          <p14:tracePt t="178594" x="3827463" y="5772150"/>
          <p14:tracePt t="178607" x="3795713" y="5819775"/>
          <p14:tracePt t="178623" x="3709988" y="5959475"/>
          <p14:tracePt t="178640" x="3648075" y="6015038"/>
          <p14:tracePt t="178657" x="3560763" y="6045200"/>
          <p14:tracePt t="178672" x="3429000" y="6069013"/>
          <p14:tracePt t="178687" x="3287713" y="6076950"/>
          <p14:tracePt t="178699" x="3170238" y="6084888"/>
          <p14:tracePt t="178716" x="3092450" y="6092825"/>
          <p14:tracePt t="178730" x="3006725" y="6084888"/>
          <p14:tracePt t="178750" x="2952750" y="6069013"/>
          <p14:tracePt t="178761" x="2881313" y="6029325"/>
          <p14:tracePt t="178776" x="2795588" y="5991225"/>
          <p14:tracePt t="178789" x="2779713" y="5983288"/>
          <p14:tracePt t="178804" x="2701925" y="5935663"/>
          <p14:tracePt t="178847" x="2647950" y="5834063"/>
          <p14:tracePt t="178880" x="2640013" y="5811838"/>
          <p14:tracePt t="178893" x="2624138" y="5686425"/>
          <p14:tracePt t="178925" x="2655888" y="5568950"/>
          <p14:tracePt t="178955" x="2679700" y="5553075"/>
          <p14:tracePt t="178971" x="2773363" y="5467350"/>
          <p14:tracePt t="178986" x="2795588" y="5451475"/>
          <p14:tracePt t="179002" x="3054350" y="5327650"/>
          <p14:tracePt t="179016" x="3076575" y="5319713"/>
          <p14:tracePt t="179031" x="3265488" y="5303838"/>
          <p14:tracePt t="179044" x="3311525" y="5311775"/>
          <p14:tracePt t="179062" x="3381375" y="5311775"/>
          <p14:tracePt t="179075" x="3467100" y="5327650"/>
          <p14:tracePt t="179089" x="3546475" y="5365750"/>
          <p14:tracePt t="179112" x="3584575" y="5389563"/>
          <p14:tracePt t="179121" x="3624263" y="5451475"/>
          <p14:tracePt t="179136" x="3670300" y="5584825"/>
          <p14:tracePt t="179152" x="3678238" y="5624513"/>
          <p14:tracePt t="179166" x="3678238" y="5654675"/>
          <p14:tracePt t="179181" x="3662363" y="5718175"/>
          <p14:tracePt t="179194" x="3656013" y="5748338"/>
          <p14:tracePt t="179208" x="3632200" y="5811838"/>
          <p14:tracePt t="179240" x="3584575" y="5865813"/>
          <p14:tracePt t="179257" x="3522663" y="5889625"/>
          <p14:tracePt t="179271" x="3436938" y="5921375"/>
          <p14:tracePt t="179285" x="3351213" y="5927725"/>
          <p14:tracePt t="179301" x="3279775" y="5943600"/>
          <p14:tracePt t="179315" x="3241675" y="5943600"/>
          <p14:tracePt t="179333" x="3209925" y="5951538"/>
          <p14:tracePt t="179347" x="3148013" y="5943600"/>
          <p14:tracePt t="179362" x="3084513" y="5905500"/>
          <p14:tracePt t="179374" x="3038475" y="5873750"/>
          <p14:tracePt t="179389" x="3006725" y="5834063"/>
          <p14:tracePt t="179408" x="2998788" y="5819775"/>
          <p14:tracePt t="179419" x="2982913" y="5795963"/>
          <p14:tracePt t="179434" x="2960688" y="5732463"/>
          <p14:tracePt t="179464" x="2928938" y="5678488"/>
          <p14:tracePt t="179480" x="2936875" y="5592763"/>
          <p14:tracePt t="179496" x="2968625" y="5530850"/>
          <p14:tracePt t="179511" x="3006725" y="5491163"/>
          <p14:tracePt t="179528" x="3046413" y="5459413"/>
          <p14:tracePt t="179541" x="3140075" y="5405438"/>
          <p14:tracePt t="179558" x="3217863" y="5389563"/>
          <p14:tracePt t="179581" x="3257550" y="5389563"/>
          <p14:tracePt t="179587" x="3287713" y="5389563"/>
          <p14:tracePt t="179601" x="3351213" y="5397500"/>
          <p14:tracePt t="179617" x="3389313" y="5413375"/>
          <p14:tracePt t="179631" x="3429000" y="5429250"/>
          <p14:tracePt t="179654" x="3482975" y="5475288"/>
          <p14:tracePt t="179669" x="3522663" y="5522913"/>
          <p14:tracePt t="179691" x="3538538" y="5553075"/>
          <p14:tracePt t="179707" x="3576638" y="5608638"/>
          <p14:tracePt t="179722" x="3608388" y="5632450"/>
          <p14:tracePt t="179738" x="3640138" y="5646738"/>
          <p14:tracePt t="179750" x="3662363" y="5662613"/>
          <p14:tracePt t="179780" x="3725863" y="5694363"/>
          <p14:tracePt t="179797" x="3749675" y="5702300"/>
          <p14:tracePt t="179810" x="3787775" y="5710238"/>
          <p14:tracePt t="179884" x="3749675" y="5764213"/>
          <p14:tracePt t="179900" x="3694113" y="5811838"/>
          <p14:tracePt t="179916" x="3640138" y="5842000"/>
          <p14:tracePt t="179931" x="3600450" y="5865813"/>
          <p14:tracePt t="179947" x="3514725" y="5905500"/>
          <p14:tracePt t="179960" x="3436938" y="5921375"/>
          <p14:tracePt t="179974" x="3389313" y="5913438"/>
          <p14:tracePt t="179995" x="3225800" y="5834063"/>
          <p14:tracePt t="180005" x="3194050" y="5819775"/>
          <p14:tracePt t="180029" x="3084513" y="5764213"/>
          <p14:tracePt t="180041" x="3038475" y="5740400"/>
          <p14:tracePt t="180049" x="2859088" y="5584825"/>
          <p14:tracePt t="180096" x="2843213" y="5561013"/>
          <p14:tracePt t="180113" x="2827338" y="5443538"/>
          <p14:tracePt t="180139" x="2897188" y="5349875"/>
          <p14:tracePt t="180152" x="3006725" y="5303838"/>
          <p14:tracePt t="180185" x="3335338" y="5287963"/>
          <p14:tracePt t="180202" x="3397250" y="5287963"/>
          <p14:tracePt t="180215" x="3482975" y="5341938"/>
          <p14:tracePt t="180244" x="3514725" y="5451475"/>
          <p14:tracePt t="180259" x="3514725" y="5467350"/>
          <p14:tracePt t="180277" x="3482975" y="5537200"/>
          <p14:tracePt t="180291" x="3397250" y="5608638"/>
          <p14:tracePt t="180308" x="3343275" y="5638800"/>
          <p14:tracePt t="180321" x="3225800" y="5670550"/>
          <p14:tracePt t="180382" x="3279775" y="5632450"/>
          <p14:tracePt t="180398" x="3397250" y="5530850"/>
          <p14:tracePt t="180413" x="3467100" y="5483225"/>
          <p14:tracePt t="180429" x="3522663" y="5443538"/>
          <p14:tracePt t="180444" x="3592513" y="5413375"/>
          <p14:tracePt t="180458" x="3632200" y="5413375"/>
          <p14:tracePt t="180486" x="3686175" y="5514975"/>
          <p14:tracePt t="180501" x="3694113" y="5545138"/>
          <p14:tracePt t="180520" x="3686175" y="5576888"/>
          <p14:tracePt t="180534" x="3656013" y="5638800"/>
          <p14:tracePt t="180547" x="3600450" y="5670550"/>
          <p14:tracePt t="180562" x="3554413" y="5678488"/>
          <p14:tracePt t="180575" x="3522663" y="5678488"/>
          <p14:tracePt t="180623" x="3514725" y="5654675"/>
          <p14:tracePt t="180666" x="3514725" y="5646738"/>
          <p14:tracePt t="180696" x="3514725" y="5624513"/>
          <p14:tracePt t="180771" x="3530600" y="5646738"/>
          <p14:tracePt t="180799" x="3554413" y="5662613"/>
          <p14:tracePt t="180860" x="3546475" y="5694363"/>
          <p14:tracePt t="181116" x="3429000" y="5678488"/>
          <p14:tracePt t="190957" x="4154488" y="5537200"/>
          <p14:tracePt t="190967" x="4162425" y="5530850"/>
          <p14:tracePt t="191266" x="4202113" y="5537200"/>
          <p14:tracePt t="191273" x="4241800" y="5553075"/>
          <p14:tracePt t="191284" x="4279900" y="5584825"/>
          <p14:tracePt t="191292" x="4357688" y="5616575"/>
          <p14:tracePt t="191317" x="4475163" y="5686425"/>
          <p14:tracePt t="191331" x="4646613" y="5764213"/>
          <p14:tracePt t="191354" x="4897438" y="5913438"/>
          <p14:tracePt t="191359" x="4999038" y="5991225"/>
          <p14:tracePt t="191375" x="5092700" y="6092825"/>
          <p14:tracePt t="191379" x="5138738" y="6202363"/>
          <p14:tracePt t="191406" x="5186363" y="6630988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9E4133-9BC9-4631-9577-24A9A1301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  <a:cs typeface="Calibri Light"/>
              </a:rPr>
              <a:t>Other Considerations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4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5D01E168-FCA2-4A75-B276-B8AD2CE5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08" y="1629089"/>
            <a:ext cx="2226312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FAA6-6318-45F5-96D0-735A8D88B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"Permissionless Innovation"!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You don’t have to limit yourself to </a:t>
            </a:r>
            <a:r>
              <a:rPr lang="en-US" sz="2000" dirty="0" err="1">
                <a:solidFill>
                  <a:srgbClr val="000000"/>
                </a:solidFill>
                <a:cs typeface="Calibri"/>
              </a:rPr>
              <a:t>SenseHAT</a:t>
            </a:r>
            <a:r>
              <a:rPr lang="en-US" sz="2000" dirty="0">
                <a:solidFill>
                  <a:srgbClr val="000000"/>
                </a:solidFill>
                <a:cs typeface="Calibri"/>
              </a:rPr>
              <a:t>/RPi or module technologies. You can integrate other devices/ systems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cs typeface="Calibri"/>
              </a:rPr>
              <a:t>We used Python but you can use any other programming languages/ frameworks if you want. (Remember, the RPi can run Node/Java/JavaScript)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Have a look at other IoT project examples for inspiration.</a:t>
            </a:r>
          </a:p>
          <a:p>
            <a:r>
              <a:rPr lang="en-US" sz="2000" dirty="0">
                <a:solidFill>
                  <a:srgbClr val="000000"/>
                </a:solidFill>
                <a:cs typeface="Calibri"/>
              </a:rPr>
              <a:t>It's OK to "simulate" sensors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cs typeface="Calibri"/>
              </a:rPr>
              <a:t>Use Packet Tracer</a:t>
            </a:r>
          </a:p>
          <a:p>
            <a:pPr marL="1028700" lvl="2" indent="-342900"/>
            <a:r>
              <a:rPr lang="en-US" sz="1200" dirty="0">
                <a:solidFill>
                  <a:srgbClr val="000000"/>
                </a:solidFill>
                <a:cs typeface="Calibri"/>
              </a:rPr>
              <a:t>We </a:t>
            </a:r>
            <a:r>
              <a:rPr lang="en-US" sz="1200" dirty="0" err="1">
                <a:solidFill>
                  <a:srgbClr val="000000"/>
                </a:solidFill>
                <a:cs typeface="Calibri"/>
              </a:rPr>
              <a:t>realise</a:t>
            </a:r>
            <a:r>
              <a:rPr lang="en-US" sz="1200" dirty="0">
                <a:solidFill>
                  <a:srgbClr val="000000"/>
                </a:solidFill>
                <a:cs typeface="Calibri"/>
              </a:rPr>
              <a:t> you don’t have a lab at your disposal. You can simulate data (e.g. GPS location.)</a:t>
            </a:r>
          </a:p>
        </p:txBody>
      </p:sp>
    </p:spTree>
    <p:extLst>
      <p:ext uri="{BB962C8B-B14F-4D97-AF65-F5344CB8AC3E}">
        <p14:creationId xmlns:p14="http://schemas.microsoft.com/office/powerpoint/2010/main" val="2758643238"/>
      </p:ext>
    </p:extLst>
  </p:cSld>
  <p:clrMapOvr>
    <a:masterClrMapping/>
  </p:clrMapOvr>
  <p:extLst>
    <p:ext uri="{3A86A75C-4F4B-4683-9AE1-C65F6400EC91}">
      <p14:laserTraceLst xmlns:p14="http://schemas.microsoft.com/office/powerpoint/2010/main">
        <p14:tracePtLst>
          <p14:tracePt t="3986" x="6794500" y="2687638"/>
          <p14:tracePt t="4049" x="6802438" y="2671763"/>
          <p14:tracePt t="4141" x="6802438" y="2647950"/>
          <p14:tracePt t="4156" x="6818313" y="2600325"/>
          <p14:tracePt t="4172" x="6834188" y="2586038"/>
          <p14:tracePt t="4196" x="6873875" y="2554288"/>
          <p14:tracePt t="4208" x="6927850" y="2522538"/>
          <p14:tracePt t="4217" x="6951663" y="2514600"/>
          <p14:tracePt t="4231" x="7021513" y="2492375"/>
          <p14:tracePt t="4246" x="7053263" y="2476500"/>
          <p14:tracePt t="4262" x="7099300" y="2468563"/>
          <p14:tracePt t="4277" x="7131050" y="2506663"/>
          <p14:tracePt t="4300" x="7146925" y="2522538"/>
          <p14:tracePt t="4309" x="7162800" y="2546350"/>
          <p14:tracePt t="4334" x="7169150" y="2578100"/>
          <p14:tracePt t="4350" x="7169150" y="2608263"/>
          <p14:tracePt t="4365" x="7154863" y="2663825"/>
          <p14:tracePt t="4403" x="7131050" y="2717800"/>
          <p14:tracePt t="4417" x="7115175" y="2765425"/>
          <p14:tracePt t="4427" x="7075488" y="2819400"/>
          <p14:tracePt t="4451" x="7053263" y="2835275"/>
          <p14:tracePt t="4460" x="7029450" y="2859088"/>
          <p14:tracePt t="4475" x="6997700" y="2867025"/>
          <p14:tracePt t="4487" x="6967538" y="2882900"/>
          <p14:tracePt t="4502" x="6935788" y="2897188"/>
          <p14:tracePt t="4517" x="6904038" y="2913063"/>
          <p14:tracePt t="4559" x="6865938" y="2913063"/>
          <p14:tracePt t="4574" x="6834188" y="2905125"/>
          <p14:tracePt t="4586" x="6810375" y="2897188"/>
          <p14:tracePt t="4603" x="6786563" y="2882900"/>
          <p14:tracePt t="4666" x="6818313" y="2936875"/>
          <p14:tracePt t="4690" x="6826250" y="2960688"/>
          <p14:tracePt t="4713" x="6834188" y="2976563"/>
          <p14:tracePt t="4735" x="6858000" y="2984500"/>
          <p14:tracePt t="4772" x="6880225" y="2984500"/>
          <p14:tracePt t="4813" x="6904038" y="2976563"/>
          <p14:tracePt t="4843" x="6935788" y="2960688"/>
          <p14:tracePt t="4859" x="6959600" y="2944813"/>
          <p14:tracePt t="4882" x="7045325" y="2867025"/>
          <p14:tracePt t="4904" x="7107238" y="2795588"/>
          <p14:tracePt t="4921" x="7131050" y="2781300"/>
          <p14:tracePt t="4934" x="7154863" y="2765425"/>
          <p14:tracePt t="4949" x="7208838" y="2765425"/>
          <p14:tracePt t="4967" x="7240588" y="2765425"/>
          <p14:tracePt t="4980" x="7318375" y="2765425"/>
          <p14:tracePt t="4998" x="7358063" y="2757488"/>
          <p14:tracePt t="5013" x="7427913" y="2749550"/>
          <p14:tracePt t="5037" x="7481888" y="2749550"/>
          <p14:tracePt t="5051" x="7513638" y="2757488"/>
          <p14:tracePt t="5060" x="7567613" y="2773363"/>
          <p14:tracePt t="5073" x="7639050" y="2773363"/>
          <p14:tracePt t="5085" x="7669213" y="2765425"/>
          <p14:tracePt t="5109" x="7748588" y="2733675"/>
          <p14:tracePt t="5119" x="7794625" y="2717800"/>
          <p14:tracePt t="5229" x="7724775" y="2749550"/>
          <p14:tracePt t="5258" x="7700963" y="2765425"/>
          <p14:tracePt t="5287" x="7669213" y="2781300"/>
          <p14:tracePt t="5318" x="7646988" y="2795588"/>
          <p14:tracePt t="5369" x="7623175" y="2819400"/>
          <p14:tracePt t="5401" x="7607300" y="2843213"/>
          <p14:tracePt t="5446" x="7575550" y="2867025"/>
          <p14:tracePt t="5462" x="7553325" y="2874963"/>
          <p14:tracePt t="5479" x="7521575" y="2882900"/>
          <p14:tracePt t="5499" x="7497763" y="2874963"/>
          <p14:tracePt t="5525" x="7481888" y="2867025"/>
          <p14:tracePt t="5554" x="7459663" y="2859088"/>
          <p14:tracePt t="5577" x="7412038" y="2843213"/>
          <p14:tracePt t="5584" x="7380288" y="2835275"/>
          <p14:tracePt t="5597" x="7364413" y="2819400"/>
          <p14:tracePt t="5614" x="7342188" y="2811463"/>
          <p14:tracePt t="5632" x="7326313" y="2789238"/>
          <p14:tracePt t="5673" x="7302500" y="2733675"/>
          <p14:tracePt t="5695" x="7270750" y="2693988"/>
          <p14:tracePt t="5714" x="7256463" y="2679700"/>
          <p14:tracePt t="5730" x="7224713" y="2647950"/>
          <p14:tracePt t="5761" x="7208838" y="2632075"/>
          <p14:tracePt t="5807" x="7177088" y="2624138"/>
          <p14:tracePt t="5852" x="7154863" y="2632075"/>
          <p14:tracePt t="5868" x="7131050" y="2632075"/>
          <p14:tracePt t="5885" x="7099300" y="2640013"/>
          <p14:tracePt t="5909" x="7083425" y="2663825"/>
          <p14:tracePt t="6166" x="7334250" y="2655888"/>
          <p14:tracePt t="6184" x="7364413" y="2655888"/>
          <p14:tracePt t="6199" x="7443788" y="2693988"/>
          <p14:tracePt t="6237" x="7505700" y="2717800"/>
          <p14:tracePt t="6248" x="7545388" y="2733675"/>
          <p14:tracePt t="6259" x="7583488" y="2741613"/>
          <p14:tracePt t="6275" x="7615238" y="2741613"/>
          <p14:tracePt t="6290" x="7646988" y="2741613"/>
          <p14:tracePt t="6320" x="7677150" y="2733675"/>
          <p14:tracePt t="6466" x="7685088" y="2765425"/>
          <p14:tracePt t="6486" x="7669213" y="2789238"/>
          <p14:tracePt t="6633" x="7700963" y="2781300"/>
          <p14:tracePt t="6706" x="7732713" y="2765425"/>
          <p14:tracePt t="6842" x="7740650" y="2795588"/>
          <p14:tracePt t="6873" x="7740650" y="2827338"/>
          <p14:tracePt t="6991" x="7762875" y="2819400"/>
          <p14:tracePt t="7054" x="7794625" y="2827338"/>
          <p14:tracePt t="7232" x="7778750" y="2851150"/>
          <p14:tracePt t="7266" x="7732713" y="2890838"/>
          <p14:tracePt t="7280" x="7677150" y="2905125"/>
          <p14:tracePt t="7354" x="7677150" y="2874963"/>
          <p14:tracePt t="7370" x="7693025" y="2851150"/>
          <p14:tracePt t="7384" x="7708900" y="2819400"/>
          <p14:tracePt t="7400" x="7724775" y="2795588"/>
          <p14:tracePt t="7414" x="7740650" y="2773363"/>
          <p14:tracePt t="7430" x="7762875" y="2741613"/>
          <p14:tracePt t="7459" x="7778750" y="2709863"/>
          <p14:tracePt t="7487" x="7794625" y="2693988"/>
          <p14:tracePt t="7493" x="7810500" y="2679700"/>
          <p14:tracePt t="7623" x="7810500" y="2709863"/>
          <p14:tracePt t="7657" x="7818438" y="2781300"/>
          <p14:tracePt t="7670" x="7834313" y="2835275"/>
          <p14:tracePt t="7689" x="7850188" y="2867025"/>
          <p14:tracePt t="7714" x="7888288" y="2928938"/>
          <p14:tracePt t="7848" x="7856538" y="2905125"/>
          <p14:tracePt t="7907" x="7834313" y="2897188"/>
          <p14:tracePt t="7940" x="7810500" y="2890838"/>
          <p14:tracePt t="7961" x="7778750" y="2882900"/>
          <p14:tracePt t="7977" x="7754938" y="2882900"/>
          <p14:tracePt t="7999" x="7732713" y="2882900"/>
          <p14:tracePt t="8027" x="7700963" y="2882900"/>
          <p14:tracePt t="8058" x="7669213" y="2882900"/>
          <p14:tracePt t="8074" x="7639050" y="2890838"/>
          <p14:tracePt t="8210" x="7661275" y="2867025"/>
          <p14:tracePt t="8250" x="7693025" y="2851150"/>
          <p14:tracePt t="8265" x="7724775" y="2827338"/>
          <p14:tracePt t="8278" x="7786688" y="2811463"/>
          <p14:tracePt t="8293" x="7818438" y="2803525"/>
          <p14:tracePt t="8301" x="7842250" y="2795588"/>
          <p14:tracePt t="8315" x="7872413" y="2781300"/>
          <p14:tracePt t="8330" x="7904163" y="2757488"/>
          <p14:tracePt t="8353" x="7927975" y="2733675"/>
          <p14:tracePt t="8779" x="8037513" y="2757488"/>
          <p14:tracePt t="8839" x="8153400" y="2757488"/>
          <p14:tracePt t="8855" x="8240713" y="2757488"/>
          <p14:tracePt t="8870" x="8334375" y="2765425"/>
          <p14:tracePt t="8885" x="8364538" y="2773363"/>
          <p14:tracePt t="9050" x="8340725" y="2789238"/>
          <p14:tracePt t="9221" x="8326438" y="2827338"/>
          <p14:tracePt t="9268" x="8302625" y="2843213"/>
          <p14:tracePt t="9286" x="8270875" y="2859088"/>
          <p14:tracePt t="9379" x="8153400" y="2851150"/>
          <p14:tracePt t="9832" x="8161338" y="2741613"/>
          <p14:tracePt t="10024" x="8278813" y="2717800"/>
          <p14:tracePt t="10070" x="8388350" y="2693988"/>
          <p14:tracePt t="10115" x="8497888" y="2655888"/>
          <p14:tracePt t="10162" x="8607425" y="2640013"/>
          <p14:tracePt t="10236" x="8724900" y="2640013"/>
          <p14:tracePt t="10378" x="8832850" y="2671763"/>
          <p14:tracePt t="10463" x="8942388" y="2717800"/>
          <p14:tracePt t="10640" x="8990013" y="2819400"/>
          <p14:tracePt t="10733" x="8950325" y="2936875"/>
          <p14:tracePt t="10927" x="8848725" y="2990850"/>
          <p14:tracePt t="10956" x="8739188" y="3046413"/>
          <p14:tracePt t="10973" x="8631238" y="3086100"/>
          <p14:tracePt t="11003" x="8396288" y="3132138"/>
          <p14:tracePt t="11032" x="8161338" y="3132138"/>
          <p14:tracePt t="11048" x="8045450" y="3155950"/>
          <p14:tracePt t="11079" x="7927975" y="3171825"/>
          <p14:tracePt t="11107" x="7802563" y="3171825"/>
          <p14:tracePt t="11121" x="7559675" y="3132138"/>
          <p14:tracePt t="11136" x="7443788" y="3100388"/>
          <p14:tracePt t="13367" x="7842250" y="3038475"/>
          <p14:tracePt t="13382" x="8083550" y="2990850"/>
          <p14:tracePt t="13394" x="8247063" y="2952750"/>
          <p14:tracePt t="13419" x="8348663" y="2921000"/>
          <p14:tracePt t="13443" x="8428038" y="2905125"/>
          <p14:tracePt t="13448" x="8535988" y="2859088"/>
          <p14:tracePt t="13487" x="8505825" y="2867025"/>
          <p14:tracePt t="13500" x="8404225" y="2874963"/>
          <p14:tracePt t="13516" x="8334375" y="2874963"/>
          <p14:tracePt t="13545" x="8208963" y="2859088"/>
          <p14:tracePt t="13560" x="8083550" y="2819400"/>
          <p14:tracePt t="13575" x="7966075" y="2781300"/>
          <p14:tracePt t="13604" x="7842250" y="2749550"/>
          <p14:tracePt t="13628" x="7716838" y="2725738"/>
          <p14:tracePt t="13646" x="7607300" y="2709863"/>
          <p14:tracePt t="13659" x="7481888" y="2709863"/>
          <p14:tracePt t="13670" x="7358063" y="2709863"/>
          <p14:tracePt t="13680" x="7216775" y="2709863"/>
          <p14:tracePt t="13710" x="7099300" y="2733675"/>
          <p14:tracePt t="13755" x="6997700" y="2819400"/>
          <p14:tracePt t="13772" x="6927850" y="2921000"/>
          <p14:tracePt t="13803" x="6880225" y="3030538"/>
          <p14:tracePt t="13849" x="6858000" y="3148013"/>
          <p14:tracePt t="13910" x="6818313" y="3257550"/>
          <p14:tracePt t="13970" x="6794500" y="3375025"/>
          <p14:tracePt t="14734" x="6911975" y="3343275"/>
          <p14:tracePt t="14901" x="7021513" y="3295650"/>
          <p14:tracePt t="14929" x="7131050" y="3241675"/>
          <p14:tracePt t="15188" x="7248525" y="3273425"/>
          <p14:tracePt t="15231" x="7318375" y="3295650"/>
          <p14:tracePt t="15352" x="7334250" y="3335338"/>
          <p14:tracePt t="15460" x="7380288" y="3327400"/>
          <p14:tracePt t="15503" x="7412038" y="3327400"/>
          <p14:tracePt t="15533" x="7443788" y="3319463"/>
          <p14:tracePt t="15551" x="7466013" y="3303588"/>
          <p14:tracePt t="15654" x="7489825" y="3287713"/>
          <p14:tracePt t="15863" x="7521575" y="3295650"/>
          <p14:tracePt t="15904" x="7559675" y="3295650"/>
          <p14:tracePt t="15932" x="7591425" y="3295650"/>
          <p14:tracePt t="15978" x="7631113" y="3295650"/>
          <p14:tracePt t="16029" x="7669213" y="3303588"/>
          <p14:tracePt t="16089" x="7700963" y="3311525"/>
          <p14:tracePt t="16134" x="7754938" y="3311525"/>
          <p14:tracePt t="16151" x="7786688" y="3303588"/>
          <p14:tracePt t="16163" x="7810500" y="3295650"/>
          <p14:tracePt t="16179" x="7850188" y="3287713"/>
          <p14:tracePt t="16227" x="7880350" y="3295650"/>
          <p14:tracePt t="16244" x="7920038" y="3295650"/>
          <p14:tracePt t="16283" x="7950200" y="3295650"/>
          <p14:tracePt t="16298" x="7974013" y="3287713"/>
          <p14:tracePt t="16376" x="8005763" y="3265488"/>
          <p14:tracePt t="16647" x="8029575" y="3287713"/>
          <p14:tracePt t="16676" x="8083550" y="3327400"/>
          <p14:tracePt t="16693" x="8107363" y="3343275"/>
          <p14:tracePt t="16720" x="8123238" y="3359150"/>
          <p14:tracePt t="16766" x="8123238" y="3381375"/>
          <p14:tracePt t="16782" x="8115300" y="3413125"/>
          <p14:tracePt t="16828" x="8115300" y="3444875"/>
          <p14:tracePt t="16856" x="8115300" y="3476625"/>
          <p14:tracePt t="16931" x="8131175" y="3490913"/>
          <p14:tracePt t="16992" x="8139113" y="3522663"/>
          <p14:tracePt t="17008" x="8131175" y="3554413"/>
          <p14:tracePt t="17024" x="8115300" y="3584575"/>
          <p14:tracePt t="17047" x="8091488" y="3608388"/>
          <p14:tracePt t="17142" x="8059738" y="3592513"/>
          <p14:tracePt t="17160" x="8037513" y="3576638"/>
          <p14:tracePt t="17174" x="7981950" y="3562350"/>
          <p14:tracePt t="17189" x="7943850" y="3570288"/>
          <p14:tracePt t="17207" x="7880350" y="3584575"/>
          <p14:tracePt t="17246" x="7786688" y="3608388"/>
          <p14:tracePt t="17260" x="7724775" y="3616325"/>
          <p14:tracePt t="17287" x="7654925" y="3608388"/>
          <p14:tracePt t="17351" x="7639050" y="3522663"/>
          <p14:tracePt t="17412" x="7700963" y="3468688"/>
          <p14:tracePt t="17427" x="7770813" y="3405188"/>
          <p14:tracePt t="17443" x="7794625" y="3389313"/>
          <p14:tracePt t="17457" x="7826375" y="3389313"/>
          <p14:tracePt t="17472" x="7856538" y="3381375"/>
          <p14:tracePt t="17550" x="7888288" y="3381375"/>
          <p14:tracePt t="17572" x="7912100" y="3405188"/>
          <p14:tracePt t="17579" x="7927975" y="3429000"/>
          <p14:tracePt t="17594" x="7935913" y="3460750"/>
          <p14:tracePt t="17667" x="7920038" y="3490913"/>
          <p14:tracePt t="17736" x="7904163" y="3514725"/>
          <p14:tracePt t="17757" x="7888288" y="3538538"/>
          <p14:tracePt t="17772" x="7864475" y="3562350"/>
          <p14:tracePt t="17817" x="7826375" y="3576638"/>
          <p14:tracePt t="17834" x="7802563" y="3592513"/>
          <p14:tracePt t="17907" x="7786688" y="3570288"/>
          <p14:tracePt t="17924" x="7778750" y="3546475"/>
          <p14:tracePt t="17952" x="7740650" y="3506788"/>
          <p14:tracePt t="17997" x="7708900" y="3506788"/>
          <p14:tracePt t="18036" x="7685088" y="3522663"/>
          <p14:tracePt t="18045" x="7654925" y="3538538"/>
          <p14:tracePt t="18134" x="7639050" y="3554413"/>
          <p14:tracePt t="18164" x="7607300" y="3570288"/>
          <p14:tracePt t="18238" x="7669213" y="3600450"/>
          <p14:tracePt t="18266" x="7762875" y="3616325"/>
          <p14:tracePt t="18286" x="7794625" y="3608388"/>
          <p14:tracePt t="18297" x="7856538" y="3600450"/>
          <p14:tracePt t="18312" x="7888288" y="3608388"/>
          <p14:tracePt t="18403" x="7958138" y="3600450"/>
          <p14:tracePt t="18419" x="7997825" y="3592513"/>
          <p14:tracePt t="18463" x="8021638" y="3576638"/>
          <p14:tracePt t="18481" x="8059738" y="3562350"/>
          <p14:tracePt t="18597" x="8161338" y="3514725"/>
          <p14:tracePt t="18673" x="8278813" y="3482975"/>
          <p14:tracePt t="18718" x="8396288" y="3460750"/>
          <p14:tracePt t="18762" x="8513763" y="3444875"/>
          <p14:tracePt t="18837" x="8623300" y="3436938"/>
          <p14:tracePt t="18898" x="8731250" y="3413125"/>
          <p14:tracePt t="18957" x="8848725" y="3381375"/>
          <p14:tracePt t="19018" x="8966200" y="3375025"/>
          <p14:tracePt t="19079" x="9091613" y="3381375"/>
          <p14:tracePt t="19097" x="9217025" y="3389313"/>
          <p14:tracePt t="19124" x="9324975" y="3405188"/>
          <p14:tracePt t="19169" x="9426575" y="3452813"/>
          <p14:tracePt t="19186" x="9536113" y="3498850"/>
          <p14:tracePt t="19317" x="9653588" y="3522663"/>
          <p14:tracePt t="19363" x="9755188" y="3554413"/>
          <p14:tracePt t="19408" x="9872663" y="3554413"/>
          <p14:tracePt t="19470" x="9990138" y="3498850"/>
          <p14:tracePt t="19497" x="10091738" y="3468688"/>
          <p14:tracePt t="19559" x="10207625" y="3498850"/>
          <p14:tracePt t="19650" x="10317163" y="3522663"/>
          <p14:tracePt t="19949" x="10410825" y="3576638"/>
          <p14:tracePt t="20549" x="10293350" y="3616325"/>
          <p14:tracePt t="20759" x="10177463" y="3608388"/>
          <p14:tracePt t="20879" x="10052050" y="3616325"/>
          <p14:tracePt t="20909" x="9942513" y="3608388"/>
          <p14:tracePt t="20998" x="9825038" y="3584575"/>
          <p14:tracePt t="21103" x="9707563" y="3570288"/>
          <p14:tracePt t="21901" x="9825038" y="3546475"/>
          <p14:tracePt t="21916" x="9918700" y="3522663"/>
          <p14:tracePt t="21933" x="9982200" y="3506788"/>
          <p14:tracePt t="21991" x="10059988" y="3522663"/>
          <p14:tracePt t="22022" x="10113963" y="3530600"/>
          <p14:tracePt t="22047" x="10177463" y="3522663"/>
          <p14:tracePt t="22063" x="10199688" y="3514725"/>
          <p14:tracePt t="22111" x="10207625" y="3546475"/>
          <p14:tracePt t="22200" x="10239375" y="3546475"/>
          <p14:tracePt t="22217" x="10271125" y="3554413"/>
          <p14:tracePt t="22231" x="10309225" y="3570288"/>
          <p14:tracePt t="22247" x="10340975" y="3584575"/>
          <p14:tracePt t="22260" x="10380663" y="3584575"/>
          <p14:tracePt t="22292" x="10410825" y="3576638"/>
          <p14:tracePt t="22311" x="10442575" y="3570288"/>
          <p14:tracePt t="22338" x="10458450" y="3538538"/>
          <p14:tracePt t="22380" x="10482263" y="3514725"/>
          <p14:tracePt t="22457" x="10496550" y="3490913"/>
          <p14:tracePt t="22651" x="10496550" y="3522663"/>
          <p14:tracePt t="22816" x="10488613" y="3554413"/>
          <p14:tracePt t="22849" x="10482263" y="3584575"/>
          <p14:tracePt t="22876" x="10466388" y="3608388"/>
          <p14:tracePt t="24092" x="10458450" y="3546475"/>
          <p14:tracePt t="25159" x="10356850" y="3490913"/>
          <p14:tracePt t="25984" x="10247313" y="3468688"/>
          <p14:tracePt t="26104" x="10121900" y="3452813"/>
          <p14:tracePt t="26165" x="10004425" y="3452813"/>
          <p14:tracePt t="26194" x="9880600" y="3444875"/>
          <p14:tracePt t="26227" x="9771063" y="3436938"/>
          <p14:tracePt t="26281" x="9520238" y="3413125"/>
          <p14:tracePt t="26329" x="9412288" y="3389313"/>
          <p14:tracePt t="26374" x="9302750" y="3375025"/>
          <p14:tracePt t="26404" x="9185275" y="3351213"/>
          <p14:tracePt t="26437" x="9067800" y="3343275"/>
          <p14:tracePt t="26465" x="8958263" y="3343275"/>
          <p14:tracePt t="26631" x="9021763" y="3233738"/>
          <p14:tracePt t="26690" x="9121775" y="3163888"/>
          <p14:tracePt t="26765" x="9201150" y="3070225"/>
          <p14:tracePt t="26796" x="9294813" y="2998788"/>
          <p14:tracePt t="26840" x="9380538" y="2936875"/>
          <p14:tracePt t="26977" x="9490075" y="2960688"/>
          <p14:tracePt t="27023" x="9607550" y="2976563"/>
          <p14:tracePt t="27111" x="9723438" y="2976563"/>
          <p14:tracePt t="27141" x="9832975" y="2968625"/>
          <p14:tracePt t="27230" x="9958388" y="2960688"/>
          <p14:tracePt t="27277" x="10067925" y="2952750"/>
          <p14:tracePt t="27321" x="10191750" y="2952750"/>
          <p14:tracePt t="27352" x="10301288" y="2952750"/>
          <p14:tracePt t="27426" x="10418763" y="2976563"/>
          <p14:tracePt t="27455" x="10536238" y="2990850"/>
          <p14:tracePt t="27502" x="10661650" y="2998788"/>
          <p14:tracePt t="27531" x="10771188" y="3006725"/>
          <p14:tracePt t="27590" x="10895013" y="3014663"/>
          <p14:tracePt t="27772" x="10966450" y="3108325"/>
          <p14:tracePt t="27861" x="11004550" y="3217863"/>
          <p14:tracePt t="27879" x="11028363" y="3327400"/>
          <p14:tracePt t="27921" x="11060113" y="3444875"/>
          <p14:tracePt t="28041" x="11020425" y="3546475"/>
          <p14:tracePt t="28191" x="10942638" y="3624263"/>
          <p14:tracePt t="28250" x="10841038" y="3686175"/>
          <p14:tracePt t="28277" x="10739438" y="3749675"/>
          <p14:tracePt t="28357" x="10621963" y="3749675"/>
          <p14:tracePt t="28389" x="10504488" y="3757613"/>
          <p14:tracePt t="28447" x="10387013" y="3779838"/>
          <p14:tracePt t="28479" x="10279063" y="3795713"/>
          <p14:tracePt t="28552" x="10153650" y="3771900"/>
          <p14:tracePt t="28568" x="10028238" y="3749675"/>
          <p14:tracePt t="28584" x="9918700" y="3741738"/>
          <p14:tracePt t="28642" x="9809163" y="3717925"/>
          <p14:tracePt t="28660" x="9693275" y="3702050"/>
          <p14:tracePt t="28673" x="9575800" y="3678238"/>
          <p14:tracePt t="28700" x="9356725" y="3648075"/>
          <p14:tracePt t="28779" x="9239250" y="3616325"/>
          <p14:tracePt t="28796" x="9129713" y="3584575"/>
          <p14:tracePt t="28912" x="9043988" y="3530600"/>
          <p14:tracePt t="29122" x="9021763" y="3421063"/>
          <p14:tracePt t="29317" x="9059863" y="3303588"/>
          <p14:tracePt t="29466" x="9075738" y="3194050"/>
          <p14:tracePt t="29677" x="9099550" y="3078163"/>
          <p14:tracePt t="30309" x="9115425" y="2952750"/>
          <p14:tracePt t="30370" x="9223375" y="2867025"/>
          <p14:tracePt t="30399" x="9317038" y="2795588"/>
          <p14:tracePt t="30503" x="9412288" y="2835275"/>
          <p14:tracePt t="30593" x="9536113" y="2867025"/>
          <p14:tracePt t="30699" x="9653588" y="2913063"/>
          <p14:tracePt t="30804" x="9771063" y="2944813"/>
          <p14:tracePt t="30880" x="9902825" y="2976563"/>
          <p14:tracePt t="31135" x="9974263" y="3078163"/>
          <p14:tracePt t="31315" x="9966325" y="3179763"/>
          <p14:tracePt t="31524" x="9942513" y="3295650"/>
          <p14:tracePt t="31735" x="9896475" y="3405188"/>
          <p14:tracePt t="32109" x="9645650" y="3319463"/>
          <p14:tracePt t="44925" x="8872538" y="4124325"/>
          <p14:tracePt t="44940" x="8739188" y="4124325"/>
          <p14:tracePt t="44955" x="8685213" y="4148138"/>
          <p14:tracePt t="44968" x="8669338" y="4178300"/>
          <p14:tracePt t="44983" x="8661400" y="4202113"/>
          <p14:tracePt t="45012" x="8631238" y="4210050"/>
          <p14:tracePt t="45028" x="8599488" y="4202113"/>
          <p14:tracePt t="45053" x="8575675" y="4186238"/>
          <p14:tracePt t="45082" x="8489950" y="4164013"/>
          <p14:tracePt t="45105" x="8505825" y="4210050"/>
          <p14:tracePt t="45172" x="8513763" y="4186238"/>
          <p14:tracePt t="45198" x="8543925" y="4092575"/>
          <p14:tracePt t="45230" x="8615363" y="4046538"/>
          <p14:tracePt t="45242" x="8645525" y="4046538"/>
          <p14:tracePt t="45260" x="8770938" y="4054475"/>
          <p14:tracePt t="45271" x="8794750" y="4062413"/>
          <p14:tracePt t="45284" x="8888413" y="4092575"/>
          <p14:tracePt t="45298" x="8920163" y="4100513"/>
          <p14:tracePt t="45313" x="8966200" y="4116388"/>
          <p14:tracePt t="45328" x="8990013" y="4132263"/>
          <p14:tracePt t="45342" x="9013825" y="4140200"/>
          <p14:tracePt t="45360" x="9059863" y="4170363"/>
          <p14:tracePt t="45375" x="9075738" y="4194175"/>
          <p14:tracePt t="45419" x="9075738" y="4217988"/>
          <p14:tracePt t="45514" x="9075738" y="4241800"/>
          <p14:tracePt t="45530" x="9083675" y="4271963"/>
          <p14:tracePt t="45545" x="9091613" y="4303713"/>
          <p14:tracePt t="45557" x="9099550" y="4335463"/>
          <p14:tracePt t="45585" x="9153525" y="4389438"/>
          <p14:tracePt t="45599" x="9177338" y="4405313"/>
          <p14:tracePt t="45614" x="9209088" y="4421188"/>
          <p14:tracePt t="45666" x="9137650" y="4381500"/>
          <p14:tracePt t="45677" x="9075738" y="4351338"/>
          <p14:tracePt t="45691" x="9051925" y="4335463"/>
          <p14:tracePt t="45707" x="8990013" y="4319588"/>
          <p14:tracePt t="45736" x="8872538" y="4311650"/>
          <p14:tracePt t="45751" x="8810625" y="4303713"/>
          <p14:tracePt t="45766" x="8739188" y="4295775"/>
          <p14:tracePt t="45781" x="8669338" y="4295775"/>
          <p14:tracePt t="45814" x="8591550" y="4295775"/>
          <p14:tracePt t="45826" x="8583613" y="4303713"/>
          <p14:tracePt t="45841" x="8458200" y="4319588"/>
          <p14:tracePt t="45856" x="8404225" y="4335463"/>
          <p14:tracePt t="45872" x="8372475" y="4343400"/>
          <p14:tracePt t="45887" x="8294688" y="4351338"/>
          <p14:tracePt t="45900" x="8208963" y="4365625"/>
          <p14:tracePt t="45916" x="8123238" y="4373563"/>
          <p14:tracePt t="45931" x="8091488" y="4373563"/>
          <p14:tracePt t="45947" x="8021638" y="4381500"/>
          <p14:tracePt t="45961" x="7989888" y="4381500"/>
          <p14:tracePt t="45976" x="7950200" y="4389438"/>
          <p14:tracePt t="46008" x="7920038" y="4397375"/>
          <p14:tracePt t="46052" x="7888288" y="4413250"/>
          <p14:tracePt t="46102" x="7856538" y="4429125"/>
          <p14:tracePt t="46120" x="7826375" y="4429125"/>
          <p14:tracePt t="46134" x="7802563" y="4429125"/>
          <p14:tracePt t="46142" x="7770813" y="4429125"/>
          <p14:tracePt t="46144" x="7748588" y="4429125"/>
          <p14:tracePt t="46155" x="7677150" y="4429125"/>
          <p14:tracePt t="46200" x="7646988" y="4429125"/>
          <p14:tracePt t="46215" x="7615238" y="4445000"/>
          <p14:tracePt t="46247" x="7567613" y="4506913"/>
          <p14:tracePt t="46263" x="7553325" y="4538663"/>
          <p14:tracePt t="46280" x="7545388" y="4568825"/>
          <p14:tracePt t="46312" x="7529513" y="4600575"/>
          <p14:tracePt t="46354" x="7497763" y="4600575"/>
          <p14:tracePt t="46368" x="7473950" y="4592638"/>
          <p14:tracePt t="46384" x="7459663" y="4584700"/>
          <p14:tracePt t="46402" x="7435850" y="4584700"/>
          <p14:tracePt t="46444" x="7412038" y="4608513"/>
          <p14:tracePt t="46461" x="7388225" y="4632325"/>
          <p14:tracePt t="46489" x="7358063" y="4640263"/>
          <p14:tracePt t="46536" x="7342188" y="4632325"/>
          <p14:tracePt t="46548" x="7318375" y="4608513"/>
          <p14:tracePt t="46565" x="7310438" y="4584700"/>
          <p14:tracePt t="46579" x="7310438" y="4560888"/>
          <p14:tracePt t="46593" x="7310438" y="4538663"/>
          <p14:tracePt t="46624" x="7326313" y="4514850"/>
          <p14:tracePt t="46655" x="7350125" y="4491038"/>
          <p14:tracePt t="46684" x="7364413" y="4467225"/>
          <p14:tracePt t="46789" x="7372350" y="4437063"/>
          <p14:tracePt t="46819" x="7380288" y="4405313"/>
          <p14:tracePt t="46834" x="7388225" y="4381500"/>
          <p14:tracePt t="46866" x="7404100" y="4365625"/>
          <p14:tracePt t="46910" x="7435850" y="4319588"/>
          <p14:tracePt t="47065" x="7427913" y="4295775"/>
          <p14:tracePt t="47083" x="7427913" y="4264025"/>
          <p14:tracePt t="47094" x="7443788" y="4210050"/>
          <p14:tracePt t="47110" x="7459663" y="4178300"/>
          <p14:tracePt t="47125" x="7466013" y="4156075"/>
          <p14:tracePt t="47143" x="7505700" y="4100513"/>
          <p14:tracePt t="47163" x="7529513" y="4076700"/>
          <p14:tracePt t="47172" x="7615238" y="4014788"/>
          <p14:tracePt t="47186" x="7677150" y="3998913"/>
          <p14:tracePt t="47212" x="7762875" y="3975100"/>
          <p14:tracePt t="47229" x="7794625" y="3975100"/>
          <p14:tracePt t="47244" x="7826375" y="3983038"/>
          <p14:tracePt t="47284" x="7842250" y="3998913"/>
          <p14:tracePt t="47307" x="7834313" y="4030663"/>
          <p14:tracePt t="47330" x="7818438" y="4054475"/>
          <p14:tracePt t="47346" x="7716838" y="4100513"/>
          <p14:tracePt t="47352" x="7654925" y="4124325"/>
          <p14:tracePt t="47366" x="7591425" y="4132263"/>
          <p14:tracePt t="47380" x="7559675" y="4132263"/>
          <p14:tracePt t="47419" x="7529513" y="4116388"/>
          <p14:tracePt t="47427" x="7505700" y="4092575"/>
          <p14:tracePt t="47457" x="7489825" y="4062413"/>
          <p14:tracePt t="47487" x="7489825" y="4030663"/>
          <p14:tracePt t="47501" x="7489825" y="4006850"/>
          <p14:tracePt t="47516" x="7497763" y="3975100"/>
          <p14:tracePt t="47531" x="7505700" y="3913188"/>
          <p14:tracePt t="47544" x="7521575" y="3851275"/>
          <p14:tracePt t="47558" x="7521575" y="3819525"/>
          <p14:tracePt t="47571" x="7537450" y="3749675"/>
          <p14:tracePt t="47603" x="7583488" y="3702050"/>
          <p14:tracePt t="47627" x="7615238" y="3686175"/>
          <p14:tracePt t="47637" x="7646988" y="3686175"/>
          <p14:tracePt t="47657" x="7677150" y="3678238"/>
          <p14:tracePt t="47667" x="7748588" y="3678238"/>
          <p14:tracePt t="47689" x="7770813" y="3678238"/>
          <p14:tracePt t="47705" x="7834313" y="3686175"/>
          <p14:tracePt t="47710" x="7896225" y="3694113"/>
          <p14:tracePt t="47726" x="7966075" y="3709988"/>
          <p14:tracePt t="47746" x="8029575" y="3733800"/>
          <p14:tracePt t="47756" x="8059738" y="3741738"/>
          <p14:tracePt t="47770" x="8161338" y="3765550"/>
          <p14:tracePt t="47784" x="8232775" y="3771900"/>
          <p14:tracePt t="47806" x="8334375" y="3765550"/>
          <p14:tracePt t="47819" x="8372475" y="3771900"/>
          <p14:tracePt t="47834" x="8435975" y="3787775"/>
          <p14:tracePt t="47855" x="8489950" y="3811588"/>
          <p14:tracePt t="47870" x="8615363" y="3881438"/>
          <p14:tracePt t="47889" x="8716963" y="3937000"/>
          <p14:tracePt t="47904" x="8755063" y="3960813"/>
          <p14:tracePt t="47917" x="8880475" y="4054475"/>
          <p14:tracePt t="47934" x="8904288" y="4068763"/>
          <p14:tracePt t="47954" x="8926513" y="4084638"/>
          <p14:tracePt t="47991" x="8966200" y="4092575"/>
          <p14:tracePt t="48145" x="8990013" y="4124325"/>
          <p14:tracePt t="48166" x="9005888" y="4156075"/>
          <p14:tracePt t="48177" x="9013825" y="4186238"/>
          <p14:tracePt t="48191" x="9021763" y="4210050"/>
          <p14:tracePt t="48249" x="9051925" y="4202113"/>
          <p14:tracePt t="48283" x="9083675" y="4210050"/>
          <p14:tracePt t="48311" x="9145588" y="4225925"/>
          <p14:tracePt t="48326" x="9177338" y="4225925"/>
          <p14:tracePt t="48341" x="9201150" y="4217988"/>
          <p14:tracePt t="48373" x="9231313" y="4217988"/>
          <p14:tracePt t="48460" x="9201150" y="4217988"/>
          <p14:tracePt t="48475" x="9169400" y="4233863"/>
          <p14:tracePt t="48504" x="9107488" y="4257675"/>
          <p14:tracePt t="48579" x="9036050" y="4241800"/>
          <p14:tracePt t="48596" x="9005888" y="4233863"/>
          <p14:tracePt t="48612" x="8974138" y="4217988"/>
          <p14:tracePt t="48628" x="8942388" y="4202113"/>
          <p14:tracePt t="48682" x="8880475" y="4178300"/>
          <p14:tracePt t="48691" x="8848725" y="4170363"/>
          <p14:tracePt t="48708" x="8826500" y="4156075"/>
          <p14:tracePt t="48784" x="8794750" y="4156075"/>
          <p14:tracePt t="48822" x="8709025" y="4156075"/>
          <p14:tracePt t="48838" x="8669338" y="4164013"/>
          <p14:tracePt t="48850" x="8607425" y="4178300"/>
          <p14:tracePt t="48865" x="8575675" y="4186238"/>
          <p14:tracePt t="48898" x="8543925" y="4194175"/>
          <p14:tracePt t="48924" x="8482013" y="4194175"/>
          <p14:tracePt t="48938" x="8420100" y="4178300"/>
          <p14:tracePt t="48943" x="8326438" y="4156075"/>
          <p14:tracePt t="48960" x="8255000" y="4140200"/>
          <p14:tracePt t="49000" x="8232775" y="4116388"/>
          <p14:tracePt t="49032" x="8145463" y="4092575"/>
          <p14:tracePt t="49046" x="8107363" y="4084638"/>
          <p14:tracePt t="49061" x="8083550" y="4084638"/>
          <p14:tracePt t="49076" x="8045450" y="4076700"/>
          <p14:tracePt t="49241" x="8161338" y="4038600"/>
          <p14:tracePt t="49286" x="8278813" y="4038600"/>
          <p14:tracePt t="49317" x="8513763" y="4062413"/>
          <p14:tracePt t="49332" x="8543925" y="4062413"/>
          <p14:tracePt t="49347" x="8645525" y="4076700"/>
          <p14:tracePt t="49361" x="8685213" y="4076700"/>
          <p14:tracePt t="49390" x="8724900" y="4068763"/>
          <p14:tracePt t="49409" x="8763000" y="4068763"/>
          <p14:tracePt t="49424" x="8856663" y="4062413"/>
          <p14:tracePt t="49438" x="8888413" y="4062413"/>
          <p14:tracePt t="49453" x="8958263" y="4046538"/>
          <p14:tracePt t="49475" x="8990013" y="4030663"/>
          <p14:tracePt t="49555" x="9099550" y="3998913"/>
          <p14:tracePt t="49617" x="9223375" y="3990975"/>
          <p14:tracePt t="49677" x="9412288" y="4022725"/>
          <p14:tracePt t="49701" x="9482138" y="4038600"/>
          <p14:tracePt t="49707" x="9629775" y="4068763"/>
          <p14:tracePt t="49733" x="9701213" y="4068763"/>
          <p14:tracePt t="49748" x="9731375" y="4068763"/>
          <p14:tracePt t="49755" x="9763125" y="4062413"/>
          <p14:tracePt t="49782" x="9825038" y="4054475"/>
          <p14:tracePt t="49798" x="9856788" y="4046538"/>
          <p14:tracePt t="49812" x="9910763" y="4038600"/>
          <p14:tracePt t="49830" x="9950450" y="4038600"/>
          <p14:tracePt t="49845" x="10004425" y="4030663"/>
          <p14:tracePt t="49900" x="10036175" y="4014788"/>
          <p14:tracePt t="49917" x="10067925" y="4014788"/>
          <p14:tracePt t="50036" x="10161588" y="4030663"/>
          <p14:tracePt t="50155" x="10036175" y="4038600"/>
          <p14:tracePt t="50185" x="9786938" y="4030663"/>
          <p14:tracePt t="50203" x="9677400" y="4030663"/>
          <p14:tracePt t="50228" x="9559925" y="4022725"/>
          <p14:tracePt t="50263" x="9356725" y="4062413"/>
          <p14:tracePt t="50286" x="9223375" y="4092575"/>
          <p14:tracePt t="50306" x="9075738" y="4100513"/>
          <p14:tracePt t="50321" x="8974138" y="4100513"/>
          <p14:tracePt t="50339" x="8942388" y="4100513"/>
          <p14:tracePt t="50353" x="8880475" y="4116388"/>
          <p14:tracePt t="50368" x="8848725" y="4132263"/>
          <p14:tracePt t="50384" x="8770938" y="4178300"/>
          <p14:tracePt t="50405" x="8709025" y="4194175"/>
          <p14:tracePt t="50414" x="8669338" y="4210050"/>
          <p14:tracePt t="50427" x="8599488" y="4233863"/>
          <p14:tracePt t="50489" x="8505825" y="4241800"/>
          <p14:tracePt t="50506" x="8412163" y="4257675"/>
          <p14:tracePt t="50549" x="8302625" y="4287838"/>
          <p14:tracePt t="50571" x="8201025" y="4319588"/>
          <p14:tracePt t="50587" x="8177213" y="4327525"/>
          <p14:tracePt t="50602" x="8059738" y="4359275"/>
          <p14:tracePt t="50610" x="7950200" y="4373563"/>
          <p14:tracePt t="50623" x="7834313" y="4389438"/>
          <p14:tracePt t="50654" x="7716838" y="4397375"/>
          <p14:tracePt t="50697" x="7607300" y="4413250"/>
          <p14:tracePt t="50802" x="7489825" y="4429125"/>
          <p14:tracePt t="50833" x="7372350" y="4452938"/>
          <p14:tracePt t="50892" x="7264400" y="4483100"/>
          <p14:tracePt t="51191" x="7146925" y="4483100"/>
          <p14:tracePt t="51836" x="7264400" y="4452938"/>
          <p14:tracePt t="51883" x="7388225" y="4421188"/>
          <p14:tracePt t="51901" x="7505700" y="4405313"/>
          <p14:tracePt t="51928" x="7623175" y="4389438"/>
          <p14:tracePt t="51945" x="7740650" y="4373563"/>
          <p14:tracePt t="51971" x="7856538" y="4351338"/>
          <p14:tracePt t="51989" x="7974013" y="4319588"/>
          <p14:tracePt t="52019" x="8083550" y="4257675"/>
          <p14:tracePt t="52035" x="8185150" y="4210050"/>
          <p14:tracePt t="52079" x="8302625" y="4164013"/>
          <p14:tracePt t="52212" x="8388350" y="4225925"/>
          <p14:tracePt t="52288" x="8466138" y="4319588"/>
          <p14:tracePt t="52394" x="8466138" y="4445000"/>
          <p14:tracePt t="54015" x="8482013" y="4319588"/>
          <p14:tracePt t="54089" x="8396288" y="4233863"/>
          <p14:tracePt t="54118" x="8294688" y="4178300"/>
          <p14:tracePt t="54137" x="8193088" y="4132263"/>
          <p14:tracePt t="54163" x="8075613" y="4092575"/>
          <p14:tracePt t="54210" x="7974013" y="4076700"/>
          <p14:tracePt t="54240" x="7850188" y="4076700"/>
          <p14:tracePt t="54450" x="7943850" y="4164013"/>
          <p14:tracePt t="54495" x="8045450" y="4217988"/>
          <p14:tracePt t="54540" x="8161338" y="4249738"/>
          <p14:tracePt t="54584" x="8270875" y="4257675"/>
          <p14:tracePt t="54691" x="8364538" y="4327525"/>
          <p14:tracePt t="54780" x="8482013" y="4351338"/>
          <p14:tracePt t="54826" x="8591550" y="4397375"/>
          <p14:tracePt t="54856" x="8693150" y="4445000"/>
          <p14:tracePt t="54976" x="8786813" y="4506913"/>
          <p14:tracePt t="55411" x="8904288" y="4467225"/>
          <p14:tracePt t="55455" x="9013825" y="4452938"/>
          <p14:tracePt t="55501" x="9129713" y="4445000"/>
          <p14:tracePt t="55560" x="9255125" y="4445000"/>
          <p14:tracePt t="55636" x="9404350" y="4475163"/>
          <p14:tracePt t="55755" x="9520238" y="4498975"/>
          <p14:tracePt t="55832" x="9629775" y="4483100"/>
          <p14:tracePt t="56145" x="9739313" y="4491038"/>
          <p14:tracePt t="56177" x="9872663" y="4491038"/>
          <p14:tracePt t="56238" x="9990138" y="4467225"/>
          <p14:tracePt t="56252" x="10098088" y="4429125"/>
          <p14:tracePt t="56267" x="10207625" y="4381500"/>
          <p14:tracePt t="56342" x="10317163" y="4359275"/>
          <p14:tracePt t="56432" x="10418763" y="4413250"/>
          <p14:tracePt t="57027" x="10309225" y="4413250"/>
          <p14:tracePt t="57045" x="10191750" y="4429125"/>
          <p14:tracePt t="57108" x="9840913" y="4389438"/>
          <p14:tracePt t="57125" x="9747250" y="4381500"/>
          <p14:tracePt t="57178" x="9629775" y="4351338"/>
          <p14:tracePt t="57194" x="9498013" y="4319588"/>
          <p14:tracePt t="57274" x="9388475" y="4335463"/>
          <p14:tracePt t="57394" x="9263063" y="4351338"/>
          <p14:tracePt t="57470" x="9161463" y="4373563"/>
          <p14:tracePt t="57526" x="9051925" y="4359275"/>
          <p14:tracePt t="57571" x="8942388" y="4359275"/>
          <p14:tracePt t="59429" x="7669213" y="3960813"/>
          <p14:tracePt t="59443" x="7794625" y="3921125"/>
          <p14:tracePt t="59457" x="7989888" y="3867150"/>
          <p14:tracePt t="59471" x="8029575" y="3859213"/>
          <p14:tracePt t="59473" x="8075613" y="3851275"/>
          <p14:tracePt t="59486" x="8185150" y="3843338"/>
          <p14:tracePt t="59503" x="8240713" y="3843338"/>
          <p14:tracePt t="59517" x="8270875" y="3859213"/>
          <p14:tracePt t="59532" x="8294688" y="3873500"/>
          <p14:tracePt t="59546" x="8318500" y="3897313"/>
          <p14:tracePt t="59561" x="8334375" y="3921125"/>
          <p14:tracePt t="59576" x="8340725" y="3952875"/>
          <p14:tracePt t="59591" x="8294688" y="3990975"/>
          <p14:tracePt t="59606" x="8224838" y="4014788"/>
          <p14:tracePt t="59630" x="8139113" y="4022725"/>
          <p14:tracePt t="59651" x="8021638" y="4014788"/>
          <p14:tracePt t="59654" x="7989888" y="4014788"/>
          <p14:tracePt t="59667" x="7912100" y="4006850"/>
          <p14:tracePt t="59697" x="7872413" y="4006850"/>
          <p14:tracePt t="59711" x="7810500" y="3967163"/>
          <p14:tracePt t="59726" x="7810500" y="3944938"/>
          <p14:tracePt t="59741" x="7850188" y="3843338"/>
          <p14:tracePt t="59757" x="7935913" y="3771900"/>
          <p14:tracePt t="59772" x="7997825" y="3757613"/>
          <p14:tracePt t="59786" x="8145463" y="3725863"/>
          <p14:tracePt t="59802" x="8247063" y="3702050"/>
          <p14:tracePt t="59818" x="8318500" y="3671888"/>
          <p14:tracePt t="59832" x="8364538" y="3640138"/>
          <p14:tracePt t="59863" x="8404225" y="3640138"/>
          <p14:tracePt t="59891" x="8513763" y="3671888"/>
          <p14:tracePt t="59906" x="8535988" y="3678238"/>
          <p14:tracePt t="59921" x="8583613" y="3717925"/>
          <p14:tracePt t="59936" x="8623300" y="3765550"/>
          <p14:tracePt t="59953" x="8653463" y="3859213"/>
          <p14:tracePt t="59977" x="8653463" y="3921125"/>
          <p14:tracePt t="60000" x="8645525" y="3975100"/>
          <p14:tracePt t="60005" x="8615363" y="4084638"/>
          <p14:tracePt t="60013" x="8599488" y="4156075"/>
          <p14:tracePt t="60026" x="8583613" y="4178300"/>
          <p14:tracePt t="60042" x="8497888" y="4257675"/>
          <p14:tracePt t="60056" x="8372475" y="4303713"/>
          <p14:tracePt t="60072" x="8232775" y="4311650"/>
          <p14:tracePt t="60086" x="8091488" y="4279900"/>
          <p14:tracePt t="60103" x="7927975" y="4202113"/>
          <p14:tracePt t="60118" x="7802563" y="4116388"/>
          <p14:tracePt t="60132" x="7754938" y="4062413"/>
          <p14:tracePt t="60147" x="7732713" y="3967163"/>
          <p14:tracePt t="60161" x="7732713" y="3937000"/>
          <p14:tracePt t="60176" x="7802563" y="3749675"/>
          <p14:tracePt t="60191" x="7912100" y="3671888"/>
          <p14:tracePt t="60217" x="7997825" y="3616325"/>
          <p14:tracePt t="60237" x="8169275" y="3522663"/>
          <p14:tracePt t="60245" x="8412163" y="3436938"/>
          <p14:tracePt t="60255" x="8474075" y="3429000"/>
          <p14:tracePt t="60270" x="8794750" y="3444875"/>
          <p14:tracePt t="60283" x="8912225" y="3468688"/>
          <p14:tracePt t="60298" x="9028113" y="3498850"/>
          <p14:tracePt t="60311" x="9137650" y="3576638"/>
          <p14:tracePt t="60327" x="9177338" y="3656013"/>
          <p14:tracePt t="60342" x="9161463" y="3725863"/>
          <p14:tracePt t="60368" x="9115425" y="3787775"/>
          <p14:tracePt t="60383" x="8904288" y="3921125"/>
          <p14:tracePt t="60403" x="8677275" y="3975100"/>
          <p14:tracePt t="60420" x="8466138" y="4030663"/>
          <p14:tracePt t="60427" x="8348663" y="4062413"/>
          <p14:tracePt t="60443" x="8240713" y="4092575"/>
          <p14:tracePt t="60456" x="8131175" y="4140200"/>
          <p14:tracePt t="60472" x="7997825" y="4164013"/>
          <p14:tracePt t="60486" x="7950200" y="4164013"/>
          <p14:tracePt t="60526" x="7935913" y="4116388"/>
          <p14:tracePt t="60534" x="7966075" y="4046538"/>
          <p14:tracePt t="60548" x="8059738" y="3983038"/>
          <p14:tracePt t="60561" x="8115300" y="3975100"/>
          <p14:tracePt t="60576" x="8216900" y="3975100"/>
          <p14:tracePt t="60604" x="8240713" y="3990975"/>
          <p14:tracePt t="60620" x="8224838" y="4046538"/>
          <p14:tracePt t="60634" x="8161338" y="4092575"/>
          <p14:tracePt t="60651" x="8091488" y="4132263"/>
          <p14:tracePt t="60667" x="7981950" y="4156075"/>
          <p14:tracePt t="60708" x="7864475" y="4170363"/>
          <p14:tracePt t="60845" x="7762875" y="4241800"/>
          <p14:tracePt t="60863" x="7654925" y="4303713"/>
          <p14:tracePt t="60887" x="7553325" y="4343400"/>
          <p14:tracePt t="60901" x="7435850" y="4389438"/>
          <p14:tracePt t="60909" x="7318375" y="4429125"/>
          <p14:tracePt t="60931" x="7107238" y="4514850"/>
          <p14:tracePt t="61069" x="7099300" y="4560888"/>
          <p14:tracePt t="61130" x="7075488" y="4600575"/>
          <p14:tracePt t="61154" x="7053263" y="4632325"/>
          <p14:tracePt t="61178" x="7045325" y="4640263"/>
          <p14:tracePt t="61205" x="6951663" y="4725988"/>
          <p14:tracePt t="61266" x="6981825" y="4733925"/>
          <p14:tracePt t="61312" x="7021513" y="4733925"/>
          <p14:tracePt t="61371" x="7045325" y="4764088"/>
          <p14:tracePt t="61402" x="7021513" y="4795838"/>
          <p14:tracePt t="61565" x="6997700" y="4811713"/>
          <p14:tracePt t="61626" x="6973888" y="4819650"/>
          <p14:tracePt t="61987" x="7053263" y="4741863"/>
          <p14:tracePt t="62152" x="7162800" y="4702175"/>
          <p14:tracePt t="62511" x="7294563" y="4678363"/>
          <p14:tracePt t="62540" x="7412038" y="4662488"/>
          <p14:tracePt t="62752" x="7294563" y="4640263"/>
          <p14:tracePt t="62873" x="7404100" y="4584700"/>
          <p14:tracePt t="62905" x="7521575" y="4530725"/>
          <p14:tracePt t="62929" x="7623175" y="4483100"/>
          <p14:tracePt t="62935" x="7748588" y="4445000"/>
          <p14:tracePt t="62962" x="7864475" y="4413250"/>
          <p14:tracePt t="62994" x="7974013" y="4373563"/>
          <p14:tracePt t="63039" x="8091488" y="4359275"/>
          <p14:tracePt t="63067" x="8216900" y="4359275"/>
          <p14:tracePt t="63098" x="8326438" y="4351338"/>
          <p14:tracePt t="63128" x="8442325" y="4343400"/>
          <p14:tracePt t="63146" x="8567738" y="4335463"/>
          <p14:tracePt t="63172" x="8677275" y="4311650"/>
          <p14:tracePt t="63219" x="8794750" y="4303713"/>
          <p14:tracePt t="63474" x="8677275" y="4343400"/>
          <p14:tracePt t="63503" x="8583613" y="4397375"/>
          <p14:tracePt t="63534" x="8474075" y="4445000"/>
          <p14:tracePt t="63549" x="8364538" y="4498975"/>
          <p14:tracePt t="63577" x="8270875" y="4568825"/>
          <p14:tracePt t="63609" x="8177213" y="4640263"/>
          <p14:tracePt t="63637" x="8045450" y="4702175"/>
          <p14:tracePt t="63669" x="7935913" y="4741863"/>
          <p14:tracePt t="63699" x="7834313" y="4795838"/>
          <p14:tracePt t="63759" x="7716838" y="4779963"/>
          <p14:tracePt t="63805" x="7599363" y="4756150"/>
          <p14:tracePt t="63862" x="7489825" y="4733925"/>
          <p14:tracePt t="63880" x="7372350" y="4694238"/>
          <p14:tracePt t="63909" x="7264400" y="4654550"/>
          <p14:tracePt t="63926" x="7154863" y="4624388"/>
          <p14:tracePt t="63953" x="7037388" y="4600575"/>
          <p14:tracePt t="64028" x="6935788" y="4538663"/>
          <p14:tracePt t="64226" x="6834188" y="4498975"/>
          <p14:tracePt t="64284" x="6716713" y="4467225"/>
          <p14:tracePt t="64388" x="6607175" y="4467225"/>
          <p14:tracePt t="64568" x="6497638" y="4437063"/>
          <p14:tracePt t="64583" x="6381750" y="4421188"/>
          <p14:tracePt t="64661" x="6264275" y="4421188"/>
          <p14:tracePt t="64749" x="6146800" y="4413250"/>
          <p14:tracePt t="64974" x="6069013" y="4506913"/>
          <p14:tracePt t="65111" x="6037263" y="4624388"/>
          <p14:tracePt t="65136" x="6029325" y="4648200"/>
          <p14:tracePt t="65150" x="5991225" y="4795838"/>
          <p14:tracePt t="65563" x="6107113" y="4835525"/>
          <p14:tracePt t="65621" x="6256338" y="4835525"/>
          <p14:tracePt t="65860" x="6365875" y="4889500"/>
          <p14:tracePt t="72917" x="7380288" y="4546600"/>
          <p14:tracePt t="72924" x="7302500" y="4640263"/>
          <p14:tracePt t="72940" x="7216775" y="4733925"/>
          <p14:tracePt t="72952" x="7192963" y="4749800"/>
          <p14:tracePt t="72959" x="7083425" y="4811713"/>
          <p14:tracePt t="72998" x="6981825" y="4857750"/>
          <p14:tracePt t="73012" x="6951663" y="4873625"/>
          <p14:tracePt t="73020" x="6842125" y="4897438"/>
          <p14:tracePt t="73099" x="6810375" y="4913313"/>
          <p14:tracePt t="73134" x="6826250" y="4889500"/>
          <p14:tracePt t="73142" x="6850063" y="4843463"/>
          <p14:tracePt t="73155" x="6904038" y="4803775"/>
          <p14:tracePt t="73166" x="6935788" y="4795838"/>
          <p14:tracePt t="73178" x="6973888" y="4787900"/>
          <p14:tracePt t="73277" x="6981825" y="4819650"/>
          <p14:tracePt t="73307" x="6997700" y="4857750"/>
          <p14:tracePt t="73330" x="6997700" y="4865688"/>
          <p14:tracePt t="73340" x="6989763" y="4897438"/>
          <p14:tracePt t="73363" x="6967538" y="4929188"/>
          <p14:tracePt t="73428" x="6943725" y="4951413"/>
          <p14:tracePt t="73459" x="6919913" y="4967288"/>
          <p14:tracePt t="73910" x="6888163" y="4959350"/>
          <p14:tracePt t="73953" x="6865938" y="4945063"/>
          <p14:tracePt t="73998" x="6834188" y="4937125"/>
          <p14:tracePt t="74013" x="6810375" y="4929188"/>
          <p14:tracePt t="74162" x="6834188" y="4913313"/>
          <p14:tracePt t="74344" x="6865938" y="4913313"/>
          <p14:tracePt t="74390" x="6896100" y="4905375"/>
          <p14:tracePt t="74432" x="6927850" y="4913313"/>
          <p14:tracePt t="74493" x="6959600" y="4905375"/>
          <p14:tracePt t="74525" x="6981825" y="4873625"/>
          <p14:tracePt t="74599" x="7005638" y="4849813"/>
          <p14:tracePt t="74763" x="7045325" y="4849813"/>
          <p14:tracePt t="74793" x="7083425" y="4849813"/>
          <p14:tracePt t="74824" x="7115175" y="4835525"/>
          <p14:tracePt t="74868" x="7154863" y="4843463"/>
          <p14:tracePt t="74899" x="7185025" y="4865688"/>
          <p14:tracePt t="75003" x="7192963" y="4905375"/>
          <p14:tracePt t="75169" x="7200900" y="4937125"/>
          <p14:tracePt t="75470" x="7224713" y="4951413"/>
          <p14:tracePt t="75558" x="7232650" y="4983163"/>
          <p14:tracePt t="75678" x="7256463" y="5006975"/>
          <p14:tracePt t="75889" x="7286625" y="4991100"/>
          <p14:tracePt t="76340" x="7294563" y="4967288"/>
          <p14:tracePt t="76369" x="7286625" y="4937125"/>
          <p14:tracePt t="76428" x="7326313" y="4929188"/>
          <p14:tracePt t="76458" x="7380288" y="4873625"/>
          <p14:tracePt t="76491" x="7404100" y="4811713"/>
          <p14:tracePt t="76516" x="7419975" y="4787900"/>
          <p14:tracePt t="76522" x="7435850" y="4756150"/>
          <p14:tracePt t="76539" x="7443788" y="4725988"/>
          <p14:tracePt t="76558" x="7459663" y="4670425"/>
          <p14:tracePt t="76657" x="7489825" y="4662488"/>
          <p14:tracePt t="76685" x="7567613" y="4670425"/>
          <p14:tracePt t="76701" x="7623175" y="4686300"/>
          <p14:tracePt t="76731" x="7654925" y="4686300"/>
          <p14:tracePt t="76760" x="7685088" y="4678363"/>
          <p14:tracePt t="76778" x="7740650" y="4640263"/>
          <p14:tracePt t="76790" x="7762875" y="4616450"/>
          <p14:tracePt t="76823" x="7770813" y="4592638"/>
          <p14:tracePt t="76864" x="7748588" y="4584700"/>
          <p14:tracePt t="76881" x="7623175" y="4560888"/>
          <p14:tracePt t="76897" x="7559675" y="4560888"/>
          <p14:tracePt t="76987" x="7623175" y="4554538"/>
          <p14:tracePt t="77015" x="7685088" y="4546600"/>
          <p14:tracePt t="77031" x="7724775" y="4546600"/>
          <p14:tracePt t="77047" x="7786688" y="4568825"/>
          <p14:tracePt t="77061" x="7842250" y="4616450"/>
          <p14:tracePt t="77078" x="7880350" y="4654550"/>
          <p14:tracePt t="77091" x="7896225" y="4678363"/>
          <p14:tracePt t="77107" x="7927975" y="4725988"/>
          <p14:tracePt t="77136" x="7974013" y="4779963"/>
          <p14:tracePt t="77152" x="7997825" y="4811713"/>
          <p14:tracePt t="77166" x="8013700" y="4835525"/>
          <p14:tracePt t="77210" x="8013700" y="4865688"/>
          <p14:tracePt t="77228" x="8005763" y="4897438"/>
          <p14:tracePt t="77257" x="7981950" y="4921250"/>
          <p14:tracePt t="77281" x="7966075" y="4945063"/>
          <p14:tracePt t="77289" x="7935913" y="4991100"/>
          <p14:tracePt t="77308" x="7935913" y="5030788"/>
          <p14:tracePt t="77325" x="7927975" y="5053013"/>
          <p14:tracePt t="77376" x="7896225" y="5053013"/>
          <p14:tracePt t="77399" x="7864475" y="5053013"/>
          <p14:tracePt t="77406" x="7834313" y="5053013"/>
          <p14:tracePt t="77422" x="7810500" y="5053013"/>
          <p14:tracePt t="77437" x="7778750" y="5038725"/>
          <p14:tracePt t="77682" x="7762875" y="5014913"/>
          <p14:tracePt t="77766" x="7754938" y="4991100"/>
          <p14:tracePt t="77812" x="7770813" y="4967288"/>
          <p14:tracePt t="77843" x="7786688" y="4937125"/>
          <p14:tracePt t="77868" x="7810500" y="4921250"/>
          <p14:tracePt t="77873" x="7834313" y="4905375"/>
          <p14:tracePt t="77889" x="7904163" y="4889500"/>
          <p14:tracePt t="77904" x="7935913" y="4889500"/>
          <p14:tracePt t="77918" x="7966075" y="4889500"/>
          <p14:tracePt t="77954" x="7997825" y="4897438"/>
          <p14:tracePt t="77990" x="8029575" y="4889500"/>
          <p14:tracePt t="78113" x="8059738" y="4897438"/>
          <p14:tracePt t="78141" x="8083550" y="4913313"/>
          <p14:tracePt t="78160" x="8107363" y="4929188"/>
          <p14:tracePt t="78173" x="8139113" y="4945063"/>
          <p14:tracePt t="78232" x="8161338" y="4929188"/>
          <p14:tracePt t="78250" x="8193088" y="4921250"/>
          <p14:tracePt t="78265" x="8255000" y="4897438"/>
          <p14:tracePt t="78297" x="8294688" y="4881563"/>
          <p14:tracePt t="78308" x="8348663" y="4865688"/>
          <p14:tracePt t="78336" x="8380413" y="4865688"/>
          <p14:tracePt t="78442" x="8404225" y="4857750"/>
          <p14:tracePt t="78473" x="8466138" y="4843463"/>
          <p14:tracePt t="78498" x="8497888" y="4835525"/>
          <p14:tracePt t="78505" x="8559800" y="4827588"/>
          <p14:tracePt t="78520" x="8631238" y="4811713"/>
          <p14:tracePt t="78539" x="8661400" y="4803775"/>
          <p14:tracePt t="78549" x="8685213" y="4819650"/>
          <p14:tracePt t="78563" x="8709025" y="4889500"/>
          <p14:tracePt t="78588" x="8709025" y="4929188"/>
          <p14:tracePt t="78625" x="8701088" y="5053013"/>
          <p14:tracePt t="78646" x="8755063" y="5186363"/>
          <p14:tracePt t="78663" x="8950325" y="5357813"/>
          <p14:tracePt t="101075" x="8450263" y="5124450"/>
          <p14:tracePt t="101089" x="8513763" y="5100638"/>
          <p14:tracePt t="101134" x="8631238" y="5108575"/>
          <p14:tracePt t="101180" x="8701088" y="5194300"/>
          <p14:tracePt t="101234" x="8677275" y="5311775"/>
          <p14:tracePt t="101260" x="8599488" y="5405438"/>
          <p14:tracePt t="101271" x="8396288" y="5483225"/>
          <p14:tracePt t="101284" x="8286750" y="5467350"/>
          <p14:tracePt t="101322" x="8169275" y="5437188"/>
          <p14:tracePt t="101382" x="8161338" y="5413375"/>
          <p14:tracePt t="101397" x="8153400" y="5295900"/>
          <p14:tracePt t="101405" x="8177213" y="5218113"/>
          <p14:tracePt t="101421" x="8201025" y="5162550"/>
          <p14:tracePt t="101435" x="8286750" y="5092700"/>
          <p14:tracePt t="101449" x="8334375" y="5084763"/>
          <p14:tracePt t="101548" x="8364538" y="5194300"/>
          <p14:tracePt t="101592" x="8356600" y="5226050"/>
          <p14:tracePt t="101622" x="8318500" y="5335588"/>
          <p14:tracePt t="101649" x="8232775" y="5429250"/>
          <p14:tracePt t="101670" x="8091488" y="5491163"/>
          <p14:tracePt t="101695" x="7981950" y="5522913"/>
          <p14:tracePt t="101729" x="7834313" y="5561013"/>
          <p14:tracePt t="101757" x="7810500" y="5561013"/>
          <p14:tracePt t="101777" x="7685088" y="5545138"/>
          <p14:tracePt t="101802" x="7661275" y="5530850"/>
          <p14:tracePt t="101819" x="7591425" y="5507038"/>
          <p14:tracePt t="101833" x="7559675" y="5507038"/>
          <p14:tracePt t="101864" x="7537450" y="5491163"/>
          <p14:tracePt t="101893" x="7435850" y="5437188"/>
          <p14:tracePt t="101998" x="7318375" y="5389563"/>
          <p14:tracePt t="102162" x="7294563" y="5381625"/>
          <p14:tracePt t="102180" x="7192963" y="5327650"/>
          <p14:tracePt t="102284" x="7162800" y="5327650"/>
          <p14:tracePt t="102301" x="7037388" y="5327650"/>
          <p14:tracePt t="102329" x="6927850" y="5349875"/>
          <p14:tracePt t="102389" x="6802438" y="5357813"/>
          <p14:tracePt t="102613" x="6764338" y="5241925"/>
          <p14:tracePt t="102672" x="6716713" y="5146675"/>
          <p14:tracePt t="102749" x="6700838" y="5030788"/>
          <p14:tracePt t="102823" x="6708775" y="4913313"/>
          <p14:tracePt t="102930" x="6623050" y="4881563"/>
          <p14:tracePt t="103020" x="6591300" y="4889500"/>
          <p14:tracePt t="103037" x="6483350" y="4905375"/>
          <p14:tracePt t="103063" x="6381750" y="4951413"/>
          <p14:tracePt t="103140" x="6272213" y="4999038"/>
          <p14:tracePt t="103169" x="6170613" y="5060950"/>
          <p14:tracePt t="103215" x="6069013" y="5108575"/>
          <p14:tracePt t="104911" x="6373813" y="6084888"/>
          <p14:tracePt t="104920" x="6264275" y="6015038"/>
          <p14:tracePt t="104930" x="6192838" y="5927725"/>
          <p14:tracePt t="104950" x="6130925" y="5740400"/>
          <p14:tracePt t="104969" x="6122988" y="5718175"/>
          <p14:tracePt t="104976" x="6115050" y="5600700"/>
          <p14:tracePt t="105020" x="6138863" y="5475288"/>
          <p14:tracePt t="105044" x="6216650" y="5381625"/>
          <p14:tracePt t="105105" x="6310313" y="5311775"/>
          <p14:tracePt t="105120" x="6373813" y="5256213"/>
          <p14:tracePt t="105148" x="6381750" y="5202238"/>
          <p14:tracePt t="105196" x="6365875" y="5226050"/>
          <p14:tracePt t="105214" x="6342063" y="5264150"/>
          <p14:tracePt t="105236" x="6326188" y="5295900"/>
          <p14:tracePt t="105243" x="6318250" y="5327650"/>
          <p14:tracePt t="105258" x="6318250" y="5341938"/>
          <p14:tracePt t="105274" x="6294438" y="5451475"/>
          <p14:tracePt t="105299" x="6294438" y="5491163"/>
          <p14:tracePt t="105304" x="6294438" y="5530850"/>
          <p14:tracePt t="105318" x="6288088" y="5561013"/>
          <p14:tracePt t="105361" x="6288088" y="5576888"/>
          <p14:tracePt t="105377" x="6288088" y="5608638"/>
          <p14:tracePt t="105466" x="6248400" y="5608638"/>
          <p14:tracePt t="105527" x="6208713" y="5616575"/>
          <p14:tracePt t="105601" x="6170613" y="5616575"/>
          <p14:tracePt t="105676" x="6138863" y="5592763"/>
          <p14:tracePt t="105704" x="6092825" y="5522913"/>
          <p14:tracePt t="105735" x="6076950" y="5499100"/>
          <p14:tracePt t="105746" x="6045200" y="5429250"/>
          <p14:tracePt t="105783" x="6013450" y="5413375"/>
          <p14:tracePt t="105811" x="5983288" y="5421313"/>
          <p14:tracePt t="105842" x="5951538" y="5443538"/>
          <p14:tracePt t="105858" x="5943600" y="5475288"/>
          <p14:tracePt t="105901" x="5943600" y="5483225"/>
          <p14:tracePt t="105918" x="5943600" y="5491163"/>
          <p14:tracePt t="105935" x="5959475" y="5514975"/>
          <p14:tracePt t="106143" x="5983288" y="5499100"/>
          <p14:tracePt t="106622" x="5873750" y="5413375"/>
          <p14:tracePt t="106667" x="5857875" y="5389563"/>
          <p14:tracePt t="106683" x="5694363" y="5068888"/>
          <p14:tracePt t="116688" x="8161338" y="5718175"/>
          <p14:tracePt t="116695" x="8115300" y="5662613"/>
          <p14:tracePt t="116719" x="7989888" y="5443538"/>
          <p14:tracePt t="116733" x="7950200" y="5381625"/>
          <p14:tracePt t="116748" x="7935913" y="5365750"/>
          <p14:tracePt t="116762" x="7912100" y="5341938"/>
          <p14:tracePt t="116777" x="7842250" y="5335588"/>
          <p14:tracePt t="116793" x="7794625" y="5349875"/>
          <p14:tracePt t="116809" x="7770813" y="5357813"/>
          <p14:tracePt t="116855" x="7754938" y="5341938"/>
          <p14:tracePt t="116884" x="7700963" y="5357813"/>
          <p14:tracePt t="116898" x="7669213" y="5381625"/>
          <p14:tracePt t="116913" x="7646988" y="5413375"/>
          <p14:tracePt t="116942" x="7623175" y="5553075"/>
          <p14:tracePt t="116966" x="7623175" y="5670550"/>
          <p14:tracePt t="116983" x="7631113" y="5702300"/>
          <p14:tracePt t="116994" x="7669213" y="5842000"/>
          <p14:tracePt t="117003" x="7716838" y="5935663"/>
          <p14:tracePt t="117019" x="7770813" y="5991225"/>
          <p14:tracePt t="117033" x="7818438" y="5999163"/>
          <p14:tracePt t="117048" x="7856538" y="5999163"/>
          <p14:tracePt t="117063" x="7880350" y="5991225"/>
          <p14:tracePt t="117078" x="7904163" y="5983288"/>
          <p14:tracePt t="117092" x="7935913" y="5975350"/>
          <p14:tracePt t="117109" x="7974013" y="5975350"/>
          <p14:tracePt t="117125" x="8005763" y="5983288"/>
          <p14:tracePt t="117142" x="8037513" y="5983288"/>
          <p14:tracePt t="117157" x="8067675" y="5983288"/>
          <p14:tracePt t="117168" x="8099425" y="5983288"/>
          <p14:tracePt t="117183" x="8131175" y="5975350"/>
          <p14:tracePt t="117198" x="8153400" y="5967413"/>
          <p14:tracePt t="117212" x="8169275" y="5967413"/>
          <p14:tracePt t="117229" x="8208963" y="5943600"/>
          <p14:tracePt t="117340" x="8208963" y="5927725"/>
          <p14:tracePt t="117492" x="8193088" y="5897563"/>
          <p14:tracePt t="117509" x="8131175" y="5827713"/>
          <p14:tracePt t="117525" x="8107363" y="5811838"/>
          <p14:tracePt t="117540" x="8051800" y="5756275"/>
          <p14:tracePt t="117556" x="7989888" y="5718175"/>
          <p14:tracePt t="117579" x="7950200" y="5710238"/>
          <p14:tracePt t="117592" x="7920038" y="5694363"/>
          <p14:tracePt t="117627" x="7888288" y="5678488"/>
          <p14:tracePt t="117641" x="7693025" y="5670550"/>
          <p14:tracePt t="117658" x="7661275" y="5686425"/>
          <p14:tracePt t="117673" x="7623175" y="5694363"/>
          <p14:tracePt t="117689" x="7599363" y="5702300"/>
          <p14:tracePt t="117723" x="7567613" y="5718175"/>
          <p14:tracePt t="117747" x="7459663" y="5726113"/>
          <p14:tracePt t="117792" x="7443788" y="5710238"/>
          <p14:tracePt t="117822" x="7419975" y="5694363"/>
          <p14:tracePt t="117852" x="7396163" y="5686425"/>
          <p14:tracePt t="117884" x="7364413" y="5694363"/>
          <p14:tracePt t="117926" x="7326313" y="5694363"/>
          <p14:tracePt t="117957" x="7294563" y="5702300"/>
          <p14:tracePt t="118107" x="7270750" y="5678488"/>
          <p14:tracePt t="118140" x="7248525" y="5662613"/>
          <p14:tracePt t="118167" x="7208838" y="5654675"/>
          <p14:tracePt t="118243" x="7177088" y="5654675"/>
          <p14:tracePt t="118274" x="7154863" y="5654675"/>
          <p14:tracePt t="118421" x="7138988" y="5638800"/>
          <p14:tracePt t="118439" x="7146925" y="5624513"/>
          <p14:tracePt t="118452" x="7154863" y="5568950"/>
          <p14:tracePt t="118574" x="7138988" y="5608638"/>
          <p14:tracePt t="118600" x="7123113" y="5632450"/>
          <p14:tracePt t="118609" x="7099300" y="5654675"/>
          <p14:tracePt t="118623" x="7075488" y="5670550"/>
          <p14:tracePt t="118635" x="7061200" y="5686425"/>
          <p14:tracePt t="118647" x="7037388" y="5702300"/>
          <p14:tracePt t="118828" x="7013575" y="5726113"/>
          <p14:tracePt t="118932" x="7021513" y="5764213"/>
          <p14:tracePt t="119008" x="7053263" y="5780088"/>
          <p14:tracePt t="119038" x="7083425" y="5772150"/>
          <p14:tracePt t="119084" x="7107238" y="5764213"/>
          <p14:tracePt t="119158" x="7138988" y="5772150"/>
          <p14:tracePt t="119175" x="7162800" y="5788025"/>
          <p14:tracePt t="119204" x="7208838" y="5834063"/>
          <p14:tracePt t="119234" x="7240588" y="5865813"/>
          <p14:tracePt t="119294" x="7270750" y="5865813"/>
          <p14:tracePt t="119325" x="7302500" y="5849938"/>
          <p14:tracePt t="119354" x="7334250" y="5842000"/>
          <p14:tracePt t="119370" x="7358063" y="5819775"/>
          <p14:tracePt t="119503" x="7388225" y="5819775"/>
          <p14:tracePt t="119520" x="7419975" y="5811838"/>
          <p14:tracePt t="119549" x="7443788" y="5811838"/>
          <p14:tracePt t="119565" x="7459663" y="5803900"/>
          <p14:tracePt t="119581" x="7481888" y="5795963"/>
          <p14:tracePt t="119595" x="7513638" y="5811838"/>
          <p14:tracePt t="119608" x="7545388" y="5827713"/>
          <p14:tracePt t="119621" x="7583488" y="5842000"/>
          <p14:tracePt t="119656" x="7615238" y="5857875"/>
          <p14:tracePt t="119697" x="7639050" y="5873750"/>
          <p14:tracePt t="119731" x="7669213" y="5873750"/>
          <p14:tracePt t="119757" x="7700963" y="5865813"/>
          <p14:tracePt t="119777" x="7732713" y="5857875"/>
          <p14:tracePt t="119834" x="7762875" y="5849938"/>
          <p14:tracePt t="119852" x="7786688" y="5842000"/>
          <p14:tracePt t="119864" x="7810500" y="5842000"/>
          <p14:tracePt t="119910" x="7818438" y="5849938"/>
          <p14:tracePt t="119925" x="7850188" y="5849938"/>
          <p14:tracePt t="119955" x="7880350" y="5842000"/>
          <p14:tracePt t="119969" x="7912100" y="5842000"/>
          <p14:tracePt t="119999" x="7943850" y="5842000"/>
          <p14:tracePt t="120029" x="7981950" y="5849938"/>
          <p14:tracePt t="120056" x="8013700" y="5849938"/>
          <p14:tracePt t="120089" x="8037513" y="5842000"/>
          <p14:tracePt t="120149" x="8067675" y="5827713"/>
          <p14:tracePt t="120165" x="8099425" y="5819775"/>
          <p14:tracePt t="120180" x="8107363" y="5819775"/>
          <p14:tracePt t="120196" x="8131175" y="5811838"/>
          <p14:tracePt t="120210" x="8161338" y="5803900"/>
          <p14:tracePt t="120224" x="8185150" y="5803900"/>
          <p14:tracePt t="120237" x="8208963" y="5795963"/>
          <p14:tracePt t="120406" x="8240713" y="5764213"/>
          <p14:tracePt t="120432" x="8270875" y="5732463"/>
          <p14:tracePt t="120444" x="8294688" y="5718175"/>
          <p14:tracePt t="120459" x="8318500" y="5710238"/>
          <p14:tracePt t="120496" x="8340725" y="5710238"/>
          <p14:tracePt t="120541" x="8364538" y="5702300"/>
          <p14:tracePt t="120719" x="8356600" y="5726113"/>
          <p14:tracePt t="120753" x="8340725" y="5756275"/>
          <p14:tracePt t="120775" x="8318500" y="5803900"/>
          <p14:tracePt t="120780" x="8302625" y="5819775"/>
          <p14:tracePt t="120825" x="8278813" y="5834063"/>
          <p14:tracePt t="120900" x="8247063" y="5834063"/>
          <p14:tracePt t="120945" x="8208963" y="5819775"/>
          <p14:tracePt t="120977" x="8123238" y="5811838"/>
          <p14:tracePt t="121000" x="8091488" y="5811838"/>
          <p14:tracePt t="121007" x="8045450" y="5819775"/>
          <p14:tracePt t="121024" x="7989888" y="5819775"/>
          <p14:tracePt t="121034" x="7966075" y="5827713"/>
          <p14:tracePt t="121046" x="7927975" y="5842000"/>
          <p14:tracePt t="121056" x="7896225" y="5849938"/>
          <p14:tracePt t="121070" x="7864475" y="5865813"/>
          <p14:tracePt t="121091" x="7826375" y="5873750"/>
          <p14:tracePt t="121108" x="7786688" y="5881688"/>
          <p14:tracePt t="121123" x="7762875" y="5889625"/>
          <p14:tracePt t="121142" x="7740650" y="5889625"/>
          <p14:tracePt t="121158" x="7716838" y="5897563"/>
          <p14:tracePt t="121173" x="7654925" y="5881688"/>
          <p14:tracePt t="121188" x="7623175" y="5873750"/>
          <p14:tracePt t="121213" x="7559675" y="5842000"/>
          <p14:tracePt t="121232" x="7529513" y="5827713"/>
          <p14:tracePt t="121248" x="7473950" y="5811838"/>
          <p14:tracePt t="121262" x="7443788" y="5811838"/>
          <p14:tracePt t="121277" x="7364413" y="5803900"/>
          <p14:tracePt t="121292" x="7302500" y="5788025"/>
          <p14:tracePt t="121307" x="7270750" y="5780088"/>
          <p14:tracePt t="121319" x="7240588" y="5780088"/>
          <p14:tracePt t="121365" x="7200900" y="5772150"/>
          <p14:tracePt t="121384" x="7146925" y="5772150"/>
          <p14:tracePt t="121410" x="7115175" y="5772150"/>
          <p14:tracePt t="121425" x="7091363" y="5772150"/>
          <p14:tracePt t="121442" x="7045325" y="5788025"/>
          <p14:tracePt t="121472" x="7021513" y="5803900"/>
          <p14:tracePt t="121498" x="6959600" y="5827713"/>
          <p14:tracePt t="121505" x="6919913" y="5827713"/>
          <p14:tracePt t="121529" x="6888163" y="5842000"/>
          <p14:tracePt t="121545" x="6858000" y="5857875"/>
          <p14:tracePt t="121584" x="6826250" y="5881688"/>
          <p14:tracePt t="121592" x="6786563" y="5905500"/>
          <p14:tracePt t="121876" x="6764338" y="5913438"/>
          <p14:tracePt t="121895" x="6740525" y="5913438"/>
          <p14:tracePt t="122056" x="6708775" y="5913438"/>
          <p14:tracePt t="122087" x="6684963" y="5905500"/>
          <p14:tracePt t="122117" x="6615113" y="5921375"/>
          <p14:tracePt t="122134" x="6583363" y="5927725"/>
          <p14:tracePt t="122282" x="6553200" y="5921375"/>
          <p14:tracePt t="122852" x="6403975" y="5897563"/>
          <p14:tracePt t="122897" x="6280150" y="5827713"/>
          <p14:tracePt t="135937" x="6497638" y="4811713"/>
          <p14:tracePt t="135952" x="6483350" y="4795838"/>
          <p14:tracePt t="135966" x="6483350" y="4772025"/>
          <p14:tracePt t="136009" x="6475413" y="4819650"/>
          <p14:tracePt t="136026" x="6443663" y="4929188"/>
          <p14:tracePt t="136040" x="6427788" y="5014913"/>
          <p14:tracePt t="136056" x="6411913" y="5092700"/>
          <p14:tracePt t="136071" x="6396038" y="5162550"/>
          <p14:tracePt t="136087" x="6381750" y="5226050"/>
          <p14:tracePt t="136101" x="6381750" y="5264150"/>
          <p14:tracePt t="136115" x="6373813" y="5327650"/>
          <p14:tracePt t="136130" x="6381750" y="5443538"/>
          <p14:tracePt t="136145" x="6396038" y="5530850"/>
          <p14:tracePt t="136160" x="6411913" y="5608638"/>
          <p14:tracePt t="136175" x="6427788" y="5646738"/>
          <p14:tracePt t="136189" x="6435725" y="5678488"/>
          <p14:tracePt t="136205" x="6451600" y="5694363"/>
          <p14:tracePt t="136222" x="6475413" y="5686425"/>
          <p14:tracePt t="136237" x="6521450" y="5662613"/>
          <p14:tracePt t="136251" x="6553200" y="5638800"/>
          <p14:tracePt t="136265" x="6623050" y="5584825"/>
          <p14:tracePt t="136310" x="6646863" y="5608638"/>
          <p14:tracePt t="136363" x="6670675" y="5638800"/>
          <p14:tracePt t="136391" x="6684963" y="5662613"/>
          <p14:tracePt t="136431" x="6708775" y="5686425"/>
          <p14:tracePt t="136514" x="6724650" y="5710238"/>
          <p14:tracePt t="136532" x="6740525" y="5740400"/>
          <p14:tracePt t="136548" x="6748463" y="5772150"/>
          <p14:tracePt t="136556" x="6748463" y="5819775"/>
          <p14:tracePt t="136595" x="6732588" y="5849938"/>
          <p14:tracePt t="136694" x="6724650" y="5849938"/>
          <p14:tracePt t="136726" x="6708775" y="5881688"/>
          <p14:tracePt t="136739" x="6692900" y="5913438"/>
          <p14:tracePt t="136829" x="6692900" y="5943600"/>
          <p14:tracePt t="136890" x="6700838" y="5975350"/>
          <p14:tracePt t="136920" x="6708775" y="6022975"/>
          <p14:tracePt t="136949" x="6708775" y="6053138"/>
          <p14:tracePt t="136980" x="6708775" y="6084888"/>
          <p14:tracePt t="137084" x="6678613" y="6069013"/>
          <p14:tracePt t="137114" x="6654800" y="6045200"/>
          <p14:tracePt t="137371" x="6630988" y="6069013"/>
          <p14:tracePt t="137461" x="6591300" y="6092825"/>
          <p14:tracePt t="137483" x="6561138" y="6116638"/>
          <p14:tracePt t="137521" x="6529388" y="6138863"/>
          <p14:tracePt t="137656" x="6553200" y="6100763"/>
          <p14:tracePt t="137791" x="6561138" y="6130925"/>
          <p14:tracePt t="137821" x="6577013" y="6154738"/>
          <p14:tracePt t="137838" x="6607175" y="6178550"/>
          <p14:tracePt t="137881" x="6630988" y="6162675"/>
          <p14:tracePt t="137898" x="6662738" y="6130925"/>
          <p14:tracePt t="137923" x="6684963" y="6108700"/>
          <p14:tracePt t="137935" x="6708775" y="6092825"/>
          <p14:tracePt t="137971" x="6740525" y="6084888"/>
          <p14:tracePt t="138000" x="6778625" y="6076950"/>
          <p14:tracePt t="138017" x="6802438" y="6076950"/>
          <p14:tracePt t="138031" x="6826250" y="6069013"/>
          <p14:tracePt t="138153" x="6786563" y="6069013"/>
          <p14:tracePt t="138177" x="6708775" y="6053138"/>
          <p14:tracePt t="138182" x="6591300" y="6007100"/>
          <p14:tracePt t="138200" x="6521450" y="5959475"/>
          <p14:tracePt t="138212" x="6467475" y="5905500"/>
          <p14:tracePt t="138228" x="6419850" y="5849938"/>
          <p14:tracePt t="138243" x="6326188" y="5748338"/>
          <p14:tracePt t="138267" x="6264275" y="5670550"/>
          <p14:tracePt t="138287" x="6107113" y="5443538"/>
          <p14:tracePt t="138301" x="6013450" y="5335588"/>
          <p14:tracePt t="138317" x="5967413" y="5280025"/>
          <p14:tracePt t="138329" x="5903913" y="5218113"/>
          <p14:tracePt t="138360" x="5818188" y="5132388"/>
          <p14:tracePt t="138375" x="5740400" y="5076825"/>
          <p14:tracePt t="138384" x="5678488" y="5053013"/>
          <p14:tracePt t="138395" x="5614988" y="5030788"/>
          <p14:tracePt t="138407" x="5553075" y="4991100"/>
          <p14:tracePt t="138423" x="5537200" y="4967288"/>
          <p14:tracePt t="138466" x="5443538" y="4905375"/>
          <p14:tracePt t="138675" x="5545138" y="4959350"/>
          <p14:tracePt t="138722" x="5654675" y="5014913"/>
          <p14:tracePt t="138749" x="5702300" y="5030788"/>
          <p14:tracePt t="138767" x="5818188" y="5060950"/>
          <p14:tracePt t="138796" x="5935663" y="5100638"/>
          <p14:tracePt t="138812" x="6037263" y="5146675"/>
          <p14:tracePt t="138844" x="6154738" y="5170488"/>
          <p14:tracePt t="138871" x="6294438" y="5210175"/>
          <p14:tracePt t="138917" x="6435725" y="5256213"/>
          <p14:tracePt t="138947" x="6545263" y="5295900"/>
          <p14:tracePt t="139022" x="6569075" y="5311775"/>
          <p14:tracePt t="139046" x="6662738" y="5373688"/>
          <p14:tracePt t="139067" x="6678613" y="5389563"/>
          <p14:tracePt t="139084" x="6700838" y="5405438"/>
          <p14:tracePt t="139104" x="6794500" y="5514975"/>
          <p14:tracePt t="139142" x="6865938" y="5608638"/>
          <p14:tracePt t="139351" x="6981825" y="5632450"/>
          <p14:tracePt t="139563" x="7091363" y="5632450"/>
          <p14:tracePt t="139681" x="7115175" y="5632450"/>
          <p14:tracePt t="140043" x="7069138" y="5522913"/>
          <p14:tracePt t="140103" x="6981825" y="5437188"/>
          <p14:tracePt t="140134" x="6896100" y="5357813"/>
          <p14:tracePt t="140158" x="6794500" y="5303838"/>
          <p14:tracePt t="140189" x="6684963" y="5287963"/>
          <p14:tracePt t="140239" x="6662738" y="5280025"/>
          <p14:tracePt t="140257" x="6545263" y="5272088"/>
          <p14:tracePt t="140283" x="6427788" y="5264150"/>
          <p14:tracePt t="140313" x="6318250" y="5264150"/>
          <p14:tracePt t="140628" x="6334125" y="5287963"/>
          <p14:tracePt t="140644" x="6411913" y="5373688"/>
          <p14:tracePt t="140717" x="6537325" y="5451475"/>
          <p14:tracePt t="140808" x="6646863" y="5475288"/>
          <p14:tracePt t="140913" x="6764338" y="5437188"/>
          <p14:tracePt t="140973" x="6880225" y="5405438"/>
          <p14:tracePt t="141017" x="6981825" y="5397500"/>
          <p14:tracePt t="141196" x="7037388" y="5499100"/>
          <p14:tracePt t="141317" x="7037388" y="5632450"/>
          <p14:tracePt t="142458" x="7115175" y="5530850"/>
          <p14:tracePt t="142670" x="7005638" y="5475288"/>
          <p14:tracePt t="142790" x="6981825" y="5467350"/>
          <p14:tracePt t="142818" x="6865938" y="5467350"/>
          <p14:tracePt t="142864" x="6748463" y="5491163"/>
          <p14:tracePt t="142940" x="6724650" y="5491163"/>
          <p14:tracePt t="143000" x="6583363" y="5459413"/>
          <p14:tracePt t="143075" x="6553200" y="5459413"/>
          <p14:tracePt t="143091" x="6435725" y="5483225"/>
          <p14:tracePt t="143541" x="6553200" y="5499100"/>
          <p14:tracePt t="143585" x="6662738" y="5475288"/>
          <p14:tracePt t="143645" x="6778625" y="5443538"/>
          <p14:tracePt t="146369" x="6959600" y="5311775"/>
          <p14:tracePt t="146375" x="6943725" y="5280025"/>
          <p14:tracePt t="146447" x="6935788" y="5272088"/>
          <p14:tracePt t="146455" x="6927850" y="5194300"/>
          <p14:tracePt t="146603" x="6919913" y="5162550"/>
          <p14:tracePt t="146620" x="6888163" y="5146675"/>
          <p14:tracePt t="146637" x="6858000" y="5132388"/>
          <p14:tracePt t="146660" x="6842125" y="5124450"/>
          <p14:tracePt t="146693" x="6818313" y="5116513"/>
          <p14:tracePt t="146718" x="6802438" y="5116513"/>
          <p14:tracePt t="146726" x="6778625" y="5116513"/>
          <p14:tracePt t="146751" x="6724650" y="5116513"/>
          <p14:tracePt t="146798" x="6692900" y="5124450"/>
          <p14:tracePt t="146829" x="6670675" y="5132388"/>
          <p14:tracePt t="146846" x="6638925" y="5140325"/>
          <p14:tracePt t="146868" x="6607175" y="5140325"/>
          <p14:tracePt t="146887" x="6577013" y="5140325"/>
          <p14:tracePt t="146903" x="6537325" y="5140325"/>
          <p14:tracePt t="146917" x="6513513" y="5140325"/>
          <p14:tracePt t="146935" x="6505575" y="5146675"/>
          <p14:tracePt t="146950" x="6489700" y="5154613"/>
          <p14:tracePt t="146964" x="6459538" y="5170488"/>
          <p14:tracePt t="146979" x="6419850" y="5178425"/>
          <p14:tracePt t="146993" x="6357938" y="5170488"/>
          <p14:tracePt t="147011" x="6334125" y="5170488"/>
          <p14:tracePt t="147027" x="6264275" y="5162550"/>
          <p14:tracePt t="147069" x="6232525" y="5154613"/>
          <p14:tracePt t="147112" x="6192838" y="5146675"/>
          <p14:tracePt t="147175" x="6170613" y="5178425"/>
          <p14:tracePt t="147219" x="6122988" y="5226050"/>
          <p14:tracePt t="147235" x="6107113" y="5233988"/>
          <p14:tracePt t="147250" x="6076950" y="5256213"/>
          <p14:tracePt t="147271" x="6053138" y="5280025"/>
          <p14:tracePt t="147281" x="6045200" y="5287963"/>
          <p14:tracePt t="147293" x="5999163" y="5373688"/>
          <p14:tracePt t="147307" x="5975350" y="5437188"/>
          <p14:tracePt t="147317" x="5967413" y="5467350"/>
          <p14:tracePt t="147375" x="5943600" y="5530850"/>
          <p14:tracePt t="147392" x="5943600" y="5561013"/>
          <p14:tracePt t="147426" x="5935663" y="5592763"/>
          <p14:tracePt t="147441" x="5927725" y="5624513"/>
          <p14:tracePt t="147474" x="5903913" y="5678488"/>
          <p14:tracePt t="147493" x="5903913" y="5710238"/>
          <p14:tracePt t="147507" x="5903913" y="5740400"/>
          <p14:tracePt t="147522" x="5919788" y="5772150"/>
          <p14:tracePt t="147548" x="5943600" y="5795963"/>
          <p14:tracePt t="147594" x="5983288" y="5819775"/>
          <p14:tracePt t="147641" x="6005513" y="5849938"/>
          <p14:tracePt t="147669" x="6029325" y="5881688"/>
          <p14:tracePt t="147715" x="6061075" y="5905500"/>
          <p14:tracePt t="147758" x="6069013" y="5905500"/>
          <p14:tracePt t="147777" x="6092825" y="5921375"/>
          <p14:tracePt t="147804" x="6138863" y="5943600"/>
          <p14:tracePt t="147850" x="6154738" y="5943600"/>
          <p14:tracePt t="147869" x="6240463" y="5927725"/>
          <p14:tracePt t="147888" x="6272213" y="5927725"/>
          <p14:tracePt t="147910" x="6280150" y="5927725"/>
          <p14:tracePt t="147928" x="6318250" y="5921375"/>
          <p14:tracePt t="147949" x="6326188" y="5913438"/>
          <p14:tracePt t="147958" x="6373813" y="5873750"/>
          <p14:tracePt t="147980" x="6388100" y="5873750"/>
          <p14:tracePt t="147987" x="6427788" y="5865813"/>
          <p14:tracePt t="148001" x="6497638" y="5865813"/>
          <p14:tracePt t="148134" x="6483350" y="5897563"/>
          <p14:tracePt t="148224" x="6451600" y="5905500"/>
          <p14:tracePt t="148255" x="6411913" y="5897563"/>
          <p14:tracePt t="148283" x="6326188" y="5849938"/>
          <p14:tracePt t="148302" x="6294438" y="5842000"/>
          <p14:tracePt t="148467" x="6272213" y="5834063"/>
          <p14:tracePt t="148481" x="6178550" y="5764213"/>
          <p14:tracePt t="148554" x="6130925" y="5654675"/>
          <p14:tracePt t="148614" x="6099175" y="5537200"/>
          <p14:tracePt t="148674" x="6084888" y="5514975"/>
          <p14:tracePt t="148691" x="6029325" y="5413375"/>
          <p14:tracePt t="148824" x="6021388" y="5295900"/>
          <p14:tracePt t="149274" x="6037263" y="5280025"/>
          <p14:tracePt t="149305" x="6130925" y="5202238"/>
          <p14:tracePt t="149366" x="6216650" y="5132388"/>
          <p14:tracePt t="150087" x="6138863" y="5210175"/>
          <p14:tracePt t="150387" x="6264275" y="5108575"/>
          <p14:tracePt t="150401" x="6294438" y="5092700"/>
          <p14:tracePt t="150448" x="6294438" y="5100638"/>
          <p14:tracePt t="150474" x="6302375" y="5132388"/>
          <p14:tracePt t="150552" x="6318250" y="5162550"/>
          <p14:tracePt t="150569" x="6334125" y="5194300"/>
          <p14:tracePt t="150585" x="6350000" y="5210175"/>
          <p14:tracePt t="150655" x="6357938" y="5233988"/>
          <p14:tracePt t="150704" x="6350000" y="5256213"/>
          <p14:tracePt t="150733" x="6310313" y="5311775"/>
          <p14:tracePt t="150749" x="6294438" y="5327650"/>
          <p14:tracePt t="150763" x="6264275" y="5341938"/>
          <p14:tracePt t="150801" x="6232525" y="5341938"/>
          <p14:tracePt t="150823" x="6200775" y="5349875"/>
          <p14:tracePt t="150842" x="6192838" y="5349875"/>
          <p14:tracePt t="150860" x="6138863" y="5389563"/>
          <p14:tracePt t="150883" x="6115050" y="5405438"/>
          <p14:tracePt t="150927" x="6115050" y="5437188"/>
          <p14:tracePt t="150943" x="6115050" y="5467350"/>
          <p14:tracePt t="150987" x="6115050" y="5507038"/>
          <p14:tracePt t="151003" x="6115050" y="5545138"/>
          <p14:tracePt t="151020" x="6122988" y="5584825"/>
          <p14:tracePt t="151034" x="6138863" y="5638800"/>
          <p14:tracePt t="151048" x="6154738" y="5686425"/>
          <p14:tracePt t="151062" x="6162675" y="5718175"/>
          <p14:tracePt t="151077" x="6170613" y="5718175"/>
          <p14:tracePt t="151092" x="6186488" y="5748338"/>
          <p14:tracePt t="151118" x="6208713" y="5764213"/>
          <p14:tracePt t="151153" x="6224588" y="5795963"/>
          <p14:tracePt t="151170" x="6240463" y="5827713"/>
          <p14:tracePt t="151201" x="6248400" y="5849938"/>
          <p14:tracePt t="151241" x="6264275" y="5889625"/>
          <p14:tracePt t="151407" x="6288088" y="5881688"/>
          <p14:tracePt t="151430" x="6318250" y="5873750"/>
          <p14:tracePt t="151460" x="6334125" y="5873750"/>
          <p14:tracePt t="151477" x="6365875" y="5881688"/>
          <p14:tracePt t="151650" x="6373813" y="5842000"/>
          <p14:tracePt t="151678" x="6365875" y="5819775"/>
          <p14:tracePt t="151707" x="6342063" y="5788025"/>
          <p14:tracePt t="151734" x="6318250" y="5756275"/>
          <p14:tracePt t="151770" x="6310313" y="5756275"/>
          <p14:tracePt t="151786" x="6288088" y="5732463"/>
          <p14:tracePt t="151800" x="6240463" y="5686425"/>
          <p14:tracePt t="151815" x="6216650" y="5662613"/>
          <p14:tracePt t="151829" x="6170613" y="5616575"/>
          <p14:tracePt t="151847" x="6146800" y="5600700"/>
          <p14:tracePt t="151879" x="6122988" y="5584825"/>
          <p14:tracePt t="151914" x="6107113" y="5561013"/>
          <p14:tracePt t="151920" x="6092825" y="5507038"/>
          <p14:tracePt t="152000" x="6092825" y="5475288"/>
          <p14:tracePt t="152014" x="6092825" y="5467350"/>
          <p14:tracePt t="152029" x="6084888" y="5381625"/>
          <p14:tracePt t="152046" x="6084888" y="5349875"/>
          <p14:tracePt t="152062" x="6092825" y="5311775"/>
          <p14:tracePt t="152074" x="6107113" y="5280025"/>
          <p14:tracePt t="152091" x="6115050" y="5256213"/>
          <p14:tracePt t="152119" x="6122988" y="5226050"/>
          <p14:tracePt t="152135" x="6146800" y="5154613"/>
          <p14:tracePt t="152150" x="6146800" y="5124450"/>
          <p14:tracePt t="152165" x="6146800" y="5092700"/>
          <p14:tracePt t="152234" x="6170613" y="5140325"/>
          <p14:tracePt t="152338" x="6200775" y="5146675"/>
          <p14:tracePt t="152355" x="6232525" y="5154613"/>
          <p14:tracePt t="152371" x="6264275" y="5146675"/>
          <p14:tracePt t="152386" x="6294438" y="5146675"/>
          <p14:tracePt t="152443" x="6334125" y="5132388"/>
          <p14:tracePt t="152504" x="6373813" y="5124450"/>
          <p14:tracePt t="152716" x="6342063" y="5132388"/>
          <p14:tracePt t="152757" x="6302375" y="5124450"/>
          <p14:tracePt t="152769" x="6264275" y="5140325"/>
          <p14:tracePt t="152791" x="6256338" y="5140325"/>
          <p14:tracePt t="152809" x="6186488" y="5154613"/>
          <p14:tracePt t="152827" x="6162675" y="5146675"/>
          <p14:tracePt t="152908" x="6138863" y="5162550"/>
          <p14:tracePt t="152956" x="6130925" y="5194300"/>
          <p14:tracePt t="152982" x="6130925" y="5256213"/>
          <p14:tracePt t="153000" x="6138863" y="5287963"/>
          <p14:tracePt t="153017" x="6146800" y="5319713"/>
          <p14:tracePt t="153057" x="6154738" y="5357813"/>
          <p14:tracePt t="153074" x="6154738" y="5405438"/>
          <p14:tracePt t="153094" x="6154738" y="5443538"/>
          <p14:tracePt t="153117" x="6162675" y="5514975"/>
          <p14:tracePt t="153128" x="6162675" y="5545138"/>
          <p14:tracePt t="153165" x="6154738" y="5616575"/>
          <p14:tracePt t="153182" x="6146800" y="5646738"/>
          <p14:tracePt t="153196" x="6138863" y="5670550"/>
          <p14:tracePt t="153255" x="6130925" y="5718175"/>
          <p14:tracePt t="153343" x="6107113" y="5772150"/>
          <p14:tracePt t="153509" x="6146800" y="5756275"/>
          <p14:tracePt t="153568" x="6154738" y="5756275"/>
          <p14:tracePt t="153599" x="6186488" y="5740400"/>
          <p14:tracePt t="153614" x="6216650" y="5732463"/>
          <p14:tracePt t="153825" x="6224588" y="5710238"/>
          <p14:tracePt t="153855" x="6232525" y="5678488"/>
          <p14:tracePt t="153928" x="6186488" y="5568950"/>
          <p14:tracePt t="153947" x="6170613" y="5545138"/>
          <p14:tracePt t="157347" x="7466013" y="5146675"/>
          <p14:tracePt t="157361" x="7505700" y="5341938"/>
          <p14:tracePt t="157375" x="7505700" y="5413375"/>
          <p14:tracePt t="157390" x="7473950" y="5553075"/>
          <p14:tracePt t="157405" x="7459663" y="5592763"/>
          <p14:tracePt t="157428" x="7358063" y="5662613"/>
          <p14:tracePt t="157445" x="7256463" y="5686425"/>
          <p14:tracePt t="157455" x="7216775" y="5694363"/>
          <p14:tracePt t="157466" x="7131050" y="5718175"/>
          <p14:tracePt t="157480" x="7091363" y="5726113"/>
          <p14:tracePt t="157519" x="7061200" y="5710238"/>
          <p14:tracePt t="157549" x="7061200" y="5670550"/>
          <p14:tracePt t="157562" x="7075488" y="5616575"/>
          <p14:tracePt t="157575" x="7131050" y="5514975"/>
          <p14:tracePt t="157590" x="7177088" y="5499100"/>
          <p14:tracePt t="157603" x="7200900" y="5483225"/>
          <p14:tracePt t="157619" x="7232650" y="5499100"/>
          <p14:tracePt t="157634" x="7270750" y="5568950"/>
          <p14:tracePt t="157649" x="7286625" y="5600700"/>
          <p14:tracePt t="157664" x="7302500" y="5632450"/>
          <p14:tracePt t="157678" x="7302500" y="5732463"/>
          <p14:tracePt t="157695" x="7286625" y="5795963"/>
          <p14:tracePt t="157755" x="7342188" y="5670550"/>
          <p14:tracePt t="157769" x="7396163" y="5576888"/>
          <p14:tracePt t="157775" x="7427913" y="5522913"/>
          <p14:tracePt t="157787" x="7505700" y="5443538"/>
          <p14:tracePt t="157799" x="7559675" y="5397500"/>
          <p14:tracePt t="157952" x="7466013" y="5459413"/>
          <p14:tracePt t="157981" x="7224713" y="5475288"/>
          <p14:tracePt t="157993" x="7005638" y="5429250"/>
          <p14:tracePt t="158005" x="6888163" y="5405438"/>
          <p14:tracePt t="158021" x="6764338" y="5389563"/>
          <p14:tracePt t="158036" x="6646863" y="5389563"/>
          <p14:tracePt t="158192" x="6537325" y="5451475"/>
          <p14:tracePt t="158208" x="6411913" y="5530850"/>
          <p14:tracePt t="158255" x="6302375" y="5584825"/>
          <p14:tracePt t="158298" x="6200775" y="5646738"/>
          <p14:tracePt t="158315" x="6178550" y="5662613"/>
          <p14:tracePt t="158328" x="6045200" y="5780088"/>
          <p14:tracePt t="158344" x="5967413" y="5865813"/>
          <p14:tracePt t="158374" x="5818188" y="6053138"/>
          <p14:tracePt t="158388" x="5724525" y="6146800"/>
          <p14:tracePt t="158404" x="5608638" y="6248400"/>
          <p14:tracePt t="158541" x="5630863" y="6122988"/>
          <p14:tracePt t="158565" x="5670550" y="6015038"/>
          <p14:tracePt t="158580" x="5780088" y="5873750"/>
          <p14:tracePt t="158778" x="5897563" y="5748338"/>
          <p14:tracePt t="158989" x="5903913" y="5726113"/>
          <p14:tracePt t="159019" x="5959475" y="5616575"/>
          <p14:tracePt t="159276" x="6045200" y="5537200"/>
          <p14:tracePt t="159303" x="6154738" y="5475288"/>
          <p14:tracePt t="159335" x="6264275" y="5443538"/>
          <p14:tracePt t="159380" x="6373813" y="5397500"/>
          <p14:tracePt t="159410" x="6489700" y="5365750"/>
          <p14:tracePt t="159754" x="6373813" y="5280025"/>
          <p14:tracePt t="159876" x="6373813" y="5256213"/>
          <p14:tracePt t="159899" x="6365875" y="5140325"/>
          <p14:tracePt t="160085" x="6264275" y="5100638"/>
          <p14:tracePt t="160115" x="6146800" y="5068888"/>
          <p14:tracePt t="160249" x="6029325" y="5084763"/>
          <p14:tracePt t="160477" x="6013450" y="5108575"/>
          <p14:tracePt t="160504" x="5983288" y="5146675"/>
          <p14:tracePt t="160520" x="5935663" y="5256213"/>
          <p14:tracePt t="160537" x="5897563" y="5405438"/>
          <p14:tracePt t="160567" x="5889625" y="5522913"/>
          <p14:tracePt t="160627" x="5903913" y="5638800"/>
          <p14:tracePt t="160672" x="5903913" y="5772150"/>
          <p14:tracePt t="160865" x="5911850" y="5795963"/>
          <p14:tracePt t="160882" x="5959475" y="5897563"/>
          <p14:tracePt t="160941" x="5975350" y="5921375"/>
          <p14:tracePt t="160956" x="6099175" y="6015038"/>
          <p14:tracePt t="160982" x="6208713" y="6069013"/>
          <p14:tracePt t="160989" x="6334125" y="6092825"/>
          <p14:tracePt t="161012" x="6483350" y="6108700"/>
          <p14:tracePt t="161028" x="6607175" y="6100763"/>
          <p14:tracePt t="161044" x="6724650" y="6100763"/>
          <p14:tracePt t="161060" x="6850063" y="6084888"/>
          <p14:tracePt t="161619" x="6740525" y="6015038"/>
          <p14:tracePt t="161655" x="6607175" y="5959475"/>
          <p14:tracePt t="161671" x="6583363" y="5951538"/>
          <p14:tracePt t="161686" x="6467475" y="5905500"/>
          <p14:tracePt t="161701" x="6435725" y="5897563"/>
          <p14:tracePt t="161722" x="6388100" y="5881688"/>
          <p14:tracePt t="161746" x="6240463" y="5842000"/>
          <p14:tracePt t="161767" x="6122988" y="5803900"/>
          <p14:tracePt t="161791" x="5983288" y="5764213"/>
          <p14:tracePt t="161845" x="5959475" y="5756275"/>
          <p14:tracePt t="161857" x="5857875" y="5702300"/>
          <p14:tracePt t="161872" x="5834063" y="5694363"/>
          <p14:tracePt t="161915" x="5810250" y="5678488"/>
          <p14:tracePt t="161944" x="5708650" y="5616575"/>
          <p14:tracePt t="161992" x="5686425" y="5608638"/>
          <p14:tracePt t="162008" x="5576888" y="5545138"/>
          <p14:tracePt t="162231" x="5622925" y="5413375"/>
          <p14:tracePt t="162280" x="5670550" y="5303838"/>
          <p14:tracePt t="162322" x="5686425" y="5287963"/>
          <p14:tracePt t="162350" x="5764213" y="5194300"/>
          <p14:tracePt t="162426" x="5780088" y="5170488"/>
          <p14:tracePt t="162442" x="5788025" y="5146675"/>
          <p14:tracePt t="162457" x="5881688" y="5030788"/>
          <p14:tracePt t="162743" x="5999163" y="5060950"/>
          <p14:tracePt t="162790" x="6122988" y="5092700"/>
          <p14:tracePt t="162812" x="6232525" y="5116513"/>
          <p14:tracePt t="167736" x="6684963" y="5702300"/>
          <p14:tracePt t="167764" x="6802438" y="5678488"/>
          <p14:tracePt t="167778" x="6834188" y="5662613"/>
          <p14:tracePt t="167794" x="6880225" y="5616575"/>
          <p14:tracePt t="167824" x="6943725" y="5576888"/>
          <p14:tracePt t="167853" x="6973888" y="5568950"/>
          <p14:tracePt t="167884" x="7013575" y="5568950"/>
          <p14:tracePt t="167899" x="7083425" y="5600700"/>
          <p14:tracePt t="167914" x="7115175" y="5616575"/>
          <p14:tracePt t="167929" x="7131050" y="5624513"/>
          <p14:tracePt t="167982" x="7123113" y="5638800"/>
          <p14:tracePt t="168000" x="7115175" y="5646738"/>
          <p14:tracePt t="168014" x="7099300" y="5686425"/>
          <p14:tracePt t="168022" x="7099300" y="5694363"/>
          <p14:tracePt t="168033" x="7107238" y="5740400"/>
          <p14:tracePt t="168066" x="7162800" y="5788025"/>
          <p14:tracePt t="168099" x="7177088" y="5795963"/>
          <p14:tracePt t="168147" x="7138988" y="5764213"/>
          <p14:tracePt t="168153" x="7115175" y="5756275"/>
          <p14:tracePt t="168161" x="7099300" y="5740400"/>
          <p14:tracePt t="168183" x="7083425" y="5732463"/>
          <p14:tracePt t="168266" x="7061200" y="5740400"/>
          <p14:tracePt t="168306" x="7029450" y="5740400"/>
          <p14:tracePt t="168327" x="6989763" y="5756275"/>
          <p14:tracePt t="168332" x="6959600" y="5756275"/>
          <p14:tracePt t="168348" x="6927850" y="5772150"/>
          <p14:tracePt t="168374" x="6888163" y="5780088"/>
          <p14:tracePt t="168393" x="6858000" y="5780088"/>
          <p14:tracePt t="168411" x="6794500" y="5772150"/>
          <p14:tracePt t="168426" x="6764338" y="5756275"/>
          <p14:tracePt t="168441" x="6692900" y="5718175"/>
          <p14:tracePt t="168455" x="6654800" y="5702300"/>
          <p14:tracePt t="168469" x="6607175" y="5686425"/>
          <p14:tracePt t="168515" x="6577013" y="5670550"/>
          <p14:tracePt t="168561" x="6475413" y="5662613"/>
          <p14:tracePt t="168576" x="6411913" y="5654675"/>
          <p14:tracePt t="168591" x="6381750" y="5646738"/>
          <p14:tracePt t="168603" x="6280150" y="5632450"/>
          <p14:tracePt t="168619" x="6248400" y="5624513"/>
          <p14:tracePt t="168634" x="6208713" y="5616575"/>
          <p14:tracePt t="168665" x="6170613" y="5608638"/>
          <p14:tracePt t="168704" x="6162675" y="5568950"/>
          <p14:tracePt t="168720" x="6186488" y="5507038"/>
          <p14:tracePt t="168744" x="6310313" y="5429250"/>
          <p14:tracePt t="168756" x="6350000" y="5413375"/>
          <p14:tracePt t="168770" x="6381750" y="5389563"/>
          <p14:tracePt t="168785" x="6475413" y="5341938"/>
          <p14:tracePt t="168845" x="6443663" y="5373688"/>
          <p14:tracePt t="168861" x="6419850" y="5389563"/>
          <p14:tracePt t="168877" x="6403975" y="5421313"/>
          <p14:tracePt t="168928" x="6427788" y="5429250"/>
          <p14:tracePt t="168945" x="6459538" y="5421313"/>
          <p14:tracePt t="168957" x="6561138" y="5365750"/>
          <p14:tracePt t="168969" x="6662738" y="5327650"/>
          <p14:tracePt t="168984" x="6740525" y="5295900"/>
          <p14:tracePt t="168997" x="6772275" y="5287963"/>
          <p14:tracePt t="169011" x="6826250" y="5280025"/>
          <p14:tracePt t="169095" x="6764338" y="5341938"/>
          <p14:tracePt t="169111" x="6692900" y="5373688"/>
          <p14:tracePt t="169126" x="6569075" y="5413375"/>
          <p14:tracePt t="169143" x="6537325" y="5413375"/>
          <p14:tracePt t="169166" x="6505575" y="5413375"/>
          <p14:tracePt t="169198" x="6497638" y="5389563"/>
          <p14:tracePt t="169218" x="6521450" y="5341938"/>
          <p14:tracePt t="169237" x="6545263" y="5319713"/>
          <p14:tracePt t="169257" x="6591300" y="5280025"/>
          <p14:tracePt t="169273" x="6615113" y="5264150"/>
          <p14:tracePt t="169284" x="6646863" y="5248275"/>
          <p14:tracePt t="169292" x="6678613" y="5233988"/>
          <p14:tracePt t="169306" x="6708775" y="5248275"/>
          <p14:tracePt t="169321" x="6748463" y="5264150"/>
          <p14:tracePt t="169335" x="6802438" y="5295900"/>
          <p14:tracePt t="169366" x="6850063" y="5327650"/>
          <p14:tracePt t="169388" x="6873875" y="5341938"/>
          <p14:tracePt t="169408" x="6904038" y="5357813"/>
          <p14:tracePt t="169441" x="6888163" y="5413375"/>
          <p14:tracePt t="169468" x="6802438" y="5475288"/>
          <p14:tracePt t="169489" x="6778625" y="5483225"/>
          <p14:tracePt t="169501" x="6623050" y="5514975"/>
          <p14:tracePt t="169516" x="6553200" y="5530850"/>
          <p14:tracePt t="169554" x="6505575" y="5507038"/>
          <p14:tracePt t="169573" x="6475413" y="5491163"/>
          <p14:tracePt t="169588" x="6403975" y="5429250"/>
          <p14:tracePt t="169607" x="6381750" y="5405438"/>
          <p14:tracePt t="169627" x="6350000" y="5349875"/>
          <p14:tracePt t="169635" x="6326188" y="5295900"/>
          <p14:tracePt t="169658" x="6310313" y="5233988"/>
          <p14:tracePt t="169664" x="6310313" y="5202238"/>
          <p14:tracePt t="169677" x="6302375" y="5132388"/>
          <p14:tracePt t="169722" x="6318250" y="5100638"/>
          <p14:tracePt t="169754" x="6342063" y="5068888"/>
          <p14:tracePt t="169771" x="6357938" y="5053013"/>
          <p14:tracePt t="169859" x="6326188" y="5060950"/>
          <p14:tracePt t="169885" x="6294438" y="5060950"/>
          <p14:tracePt t="169907" x="6256338" y="5053013"/>
          <p14:tracePt t="169980" x="6232525" y="5076825"/>
          <p14:tracePt t="170008" x="6200775" y="5100638"/>
          <p14:tracePt t="170040" x="6170613" y="5116513"/>
          <p14:tracePt t="170067" x="6146800" y="5146675"/>
          <p14:tracePt t="170237" x="6130925" y="5162550"/>
          <p14:tracePt t="170260" x="5983288" y="5280025"/>
          <p14:tracePt t="170268" x="5983288" y="5311775"/>
          <p14:tracePt t="170290" x="5999163" y="5349875"/>
          <p14:tracePt t="170297" x="6005513" y="5381625"/>
          <p14:tracePt t="170323" x="6021388" y="5475288"/>
          <p14:tracePt t="170385" x="6005513" y="5499100"/>
          <p14:tracePt t="170429" x="5959475" y="5561013"/>
          <p14:tracePt t="170445" x="5943600" y="5584825"/>
          <p14:tracePt t="170460" x="5951538" y="5632450"/>
          <p14:tracePt t="170477" x="5951538" y="5686425"/>
          <p14:tracePt t="170497" x="5951538" y="5718175"/>
          <p14:tracePt t="170527" x="5975350" y="5764213"/>
          <p14:tracePt t="170547" x="5983288" y="5795963"/>
          <p14:tracePt t="170626" x="5983288" y="5834063"/>
          <p14:tracePt t="170655" x="5991225" y="5873750"/>
          <p14:tracePt t="170684" x="6005513" y="5913438"/>
          <p14:tracePt t="170702" x="6021388" y="5943600"/>
          <p14:tracePt t="170719" x="6037263" y="5975350"/>
          <p14:tracePt t="170760" x="6061075" y="5983288"/>
          <p14:tracePt t="170788" x="6092825" y="5975350"/>
          <p14:tracePt t="170804" x="6138863" y="5967413"/>
          <p14:tracePt t="170819" x="6170613" y="5959475"/>
          <p14:tracePt t="170833" x="6216650" y="5951538"/>
          <p14:tracePt t="170847" x="6248400" y="5943600"/>
          <p14:tracePt t="170852" x="6294438" y="5927725"/>
          <p14:tracePt t="170867" x="6326188" y="5921375"/>
          <p14:tracePt t="170910" x="6334125" y="5921375"/>
          <p14:tracePt t="171135" x="6288088" y="5873750"/>
          <p14:tracePt t="171153" x="6280150" y="5873750"/>
          <p14:tracePt t="171168" x="6216650" y="5827713"/>
          <p14:tracePt t="171212" x="6192838" y="5803900"/>
          <p14:tracePt t="171242" x="6186488" y="5795963"/>
          <p14:tracePt t="171269" x="6154738" y="5772150"/>
          <p14:tracePt t="171285" x="6130925" y="5748338"/>
          <p14:tracePt t="171297" x="6107113" y="5732463"/>
          <p14:tracePt t="171304" x="6076950" y="5718175"/>
          <p14:tracePt t="171331" x="6045200" y="5710238"/>
          <p14:tracePt t="171376" x="5999163" y="5678488"/>
          <p14:tracePt t="171437" x="5919788" y="5662613"/>
          <p14:tracePt t="171660" x="5897563" y="5545138"/>
          <p14:tracePt t="171691" x="5881688" y="5405438"/>
          <p14:tracePt t="171752" x="5873750" y="5373688"/>
          <p14:tracePt t="171783" x="5865813" y="5248275"/>
          <p14:tracePt t="171826" x="5873750" y="5140325"/>
          <p14:tracePt t="172141" x="5959475" y="5076825"/>
          <p14:tracePt t="172190" x="6076950" y="5038725"/>
          <p14:tracePt t="172228" x="6099175" y="5030788"/>
          <p14:tracePt t="172241" x="6216650" y="4991100"/>
          <p14:tracePt t="172454" x="6310313" y="5014913"/>
          <p14:tracePt t="173028" x="6248400" y="4905375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1591</Words>
  <Application>Microsoft Office PowerPoint</Application>
  <PresentationFormat>Widescreen</PresentationFormat>
  <Paragraphs>159</Paragraphs>
  <Slides>17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ui-sans-serif</vt:lpstr>
      <vt:lpstr>office theme</vt:lpstr>
      <vt:lpstr>Assignment 2 Specification</vt:lpstr>
      <vt:lpstr>Context</vt:lpstr>
      <vt:lpstr> Requirements: Include the different layers (Sensors, processing,Network , Application) in a connected Project.</vt:lpstr>
      <vt:lpstr>Proposed Timeline(5 Weeks)</vt:lpstr>
      <vt:lpstr>Proposal Document</vt:lpstr>
      <vt:lpstr>Git and GitHub</vt:lpstr>
      <vt:lpstr>Scope</vt:lpstr>
      <vt:lpstr>Final Project Submission</vt:lpstr>
      <vt:lpstr>Project Graphic</vt:lpstr>
      <vt:lpstr>Proposed Timeline </vt:lpstr>
      <vt:lpstr>Grade Spectrum Guide</vt:lpstr>
      <vt:lpstr>What Releases might look like:</vt:lpstr>
      <vt:lpstr>What Releases might look like:</vt:lpstr>
      <vt:lpstr>What Releases might look like:</vt:lpstr>
      <vt:lpstr>What Releases might look like:</vt:lpstr>
      <vt:lpstr>Sample Project Ideas</vt:lpstr>
      <vt:lpstr>Other Considerations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 Walsh</dc:creator>
  <cp:lastModifiedBy>Frank Walsh</cp:lastModifiedBy>
  <cp:revision>90</cp:revision>
  <dcterms:created xsi:type="dcterms:W3CDTF">2013-07-15T20:26:40Z</dcterms:created>
  <dcterms:modified xsi:type="dcterms:W3CDTF">2026-05-07T18:59:04Z</dcterms:modified>
</cp:coreProperties>
</file>