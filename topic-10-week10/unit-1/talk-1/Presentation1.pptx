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7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88" y="53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26DE8-B920-4D4C-B2F6-8869A1D41495}" type="datetimeFigureOut">
              <a:rPr lang="en-IE" smtClean="0"/>
              <a:t>02/12/2024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69943A-4099-4E42-9056-E98AA5503A5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67222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9943A-4099-4E42-9056-E98AA5503A5B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65212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53D92-A478-94BA-AEB0-73473FDB2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328EE6-31F0-1790-A73B-6939B8B69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6D959-B694-3712-4FA8-D734D5DE5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02/12/2024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CDC55-3106-BF10-126E-5ED373E23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9418A-A1C9-5C02-40D5-2AB7C429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17734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54FAC-33D2-1221-D581-882BC4DC7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AE343-8F0D-DEAF-C9EE-21C4D7C2B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9BF80-B6FF-7C1D-1ABA-E8A0D086A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02/12/2024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C7C3D-7C21-8E50-D849-A483FBC21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DB686-C03B-9756-5083-1C684E68A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77164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C75A3-09AA-D0F1-F461-EBAA3ADE5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9BEA5-4867-D194-0ACC-D4121742E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320EE-3EDE-524E-2FC5-C06630663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02/12/2024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9890D-6F88-8488-F9F3-FCB6C0AE1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300D2-06AB-0901-9C6F-1D139B39B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26230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422FB-6550-2B27-129A-1DFBE3EB9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96F3A-4FB1-6DB2-7000-67F21A52AD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034E13-AB36-8702-1F1F-C73C773EE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33950-FB16-3722-C1C5-643A2159E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02/12/2024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F9E4F-4226-ACFA-840F-8284E86CE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41FB5-7F1A-3DFF-409D-6600A506A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31048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74C3F-32C0-49DD-C2D1-DCFC72165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1278C-BCD5-3371-0AAE-36C98D322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A1761-E994-E79B-8A32-FA9E9F9CA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11241E-E480-4445-7F9E-4BACE4499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0CEAB7-D75D-1C05-0A2A-64EECF9FD5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9EE8DF-ACB8-7F4D-A897-8405F0476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02/12/2024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F1B0A-C599-C29B-3A3A-96FC3BA5B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CB985E-CAC8-4717-D26B-B23B0CF8D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59844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BD3C0-8807-1F57-2713-87D9C9C4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87BD41-1175-F815-F4B1-90C936960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02/12/2024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65784-2CB7-4E01-B613-2D4F388B1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59DB49-1067-7F3C-BF5F-97DD6BF55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02409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CF2FB0-AA39-594A-904C-F594B022E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02/12/2024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096B10-11FA-5A04-2159-C46125B38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2C334-38E2-DACF-8773-1566EE9AF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79209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5DE7A-82DB-E174-DB0F-644285038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C3259-2823-EB14-2463-CC0E97E9A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D8D9B-3117-C259-F130-A2DDFFC8B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7CDBE-DD6F-2C14-2D72-1E2BA576D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02/12/2024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9EFEF-899B-CB93-4421-5107746EE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6F7B3-096D-51DB-F829-483EBD54D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10618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13C60-9D22-3E9E-67B1-39AE0CEB5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E1DC85-2598-64EF-4CCB-C87B975D7E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BF939B-CF33-5C13-E604-ACFBF5A09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8B2FA-7001-C84A-2CA1-0182A6854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02/12/2024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A47F6-5AA9-8283-F7C3-C6A684767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98AF0-98F4-D6C4-FEF5-0BA962EC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14572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B3312-D9C6-7D48-18E6-D3648CB7F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29F39-E20C-BC28-5DDE-E0A048C7D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E9F40-E58F-9E3B-6E0C-FDF8A1A3A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02/12/2024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9AA4C-8224-86CE-15D7-3F2DC8C3B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EBE3F-0270-B4F4-7502-368C52E55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6761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E8320C-2782-3E61-B16E-99D3E38712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D6B26C-7213-10B9-5F5F-732165685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C47A6-F251-D9ED-C86B-CFD2AD56F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4A75C-CC5C-47A2-B76F-314E0B373A42}" type="datetimeFigureOut">
              <a:rPr lang="en-IE" smtClean="0"/>
              <a:t>02/12/2024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EEA7B-0A11-9D16-397D-EC78C40CC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86D3F-4AD7-5CB1-C17A-5E86343F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49380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B31AA9-FB44-E0B7-A655-8791C7917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FC6CA-AA9F-CA98-6237-61027D10E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52668-CFF7-9127-D989-0C812E759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4A75C-CC5C-47A2-B76F-314E0B373A42}" type="datetimeFigureOut">
              <a:rPr lang="en-IE" smtClean="0"/>
              <a:t>02/12/2024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4CA09-553F-D776-DECC-4A99EAE878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287F0-8628-FF83-CE12-F3785AF09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584E1A-DEFB-40D9-8918-C9F94692D9A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523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6EA48D-CC25-13EB-1CFA-38F41DF28977}"/>
              </a:ext>
            </a:extLst>
          </p:cNvPr>
          <p:cNvSpPr/>
          <p:nvPr/>
        </p:nvSpPr>
        <p:spPr>
          <a:xfrm>
            <a:off x="1452558" y="2687273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Motion Sensor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4975D7-AEB2-8477-40B2-92B3A422B250}"/>
              </a:ext>
            </a:extLst>
          </p:cNvPr>
          <p:cNvSpPr/>
          <p:nvPr/>
        </p:nvSpPr>
        <p:spPr>
          <a:xfrm>
            <a:off x="4756534" y="2050296"/>
            <a:ext cx="2259106" cy="19453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Event Broker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F7DED9-D128-EEC5-7B0D-5EE37138FE88}"/>
              </a:ext>
            </a:extLst>
          </p:cNvPr>
          <p:cNvSpPr/>
          <p:nvPr/>
        </p:nvSpPr>
        <p:spPr>
          <a:xfrm>
            <a:off x="9187444" y="968670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Security Lights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B6A8BEE-51FB-00F6-B3BD-ED7D627EBB04}"/>
              </a:ext>
            </a:extLst>
          </p:cNvPr>
          <p:cNvSpPr/>
          <p:nvPr/>
        </p:nvSpPr>
        <p:spPr>
          <a:xfrm>
            <a:off x="9187444" y="2687273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Camera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EF3184-9E82-5FF9-BC30-C1B09114002C}"/>
              </a:ext>
            </a:extLst>
          </p:cNvPr>
          <p:cNvSpPr/>
          <p:nvPr/>
        </p:nvSpPr>
        <p:spPr>
          <a:xfrm>
            <a:off x="9249508" y="4405876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Push Notification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911C299-1823-1A58-6178-0A4352B84137}"/>
              </a:ext>
            </a:extLst>
          </p:cNvPr>
          <p:cNvSpPr/>
          <p:nvPr/>
        </p:nvSpPr>
        <p:spPr>
          <a:xfrm>
            <a:off x="3214881" y="2912012"/>
            <a:ext cx="1464694" cy="5169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Publish</a:t>
            </a:r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3E6164A5-8DF2-5BDB-0AE9-8F7F50922DD7}"/>
              </a:ext>
            </a:extLst>
          </p:cNvPr>
          <p:cNvSpPr/>
          <p:nvPr/>
        </p:nvSpPr>
        <p:spPr>
          <a:xfrm rot="20100503">
            <a:off x="7027808" y="1780600"/>
            <a:ext cx="2147470" cy="53939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Subscribes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B97C4FE4-8AA2-4AD3-21FE-C011AAB004C9}"/>
              </a:ext>
            </a:extLst>
          </p:cNvPr>
          <p:cNvSpPr/>
          <p:nvPr/>
        </p:nvSpPr>
        <p:spPr>
          <a:xfrm>
            <a:off x="7092599" y="2889608"/>
            <a:ext cx="1879125" cy="53939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Subscribes</a:t>
            </a:r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A0F0AE4F-00DB-57CD-08D5-83B298CC5B06}"/>
              </a:ext>
            </a:extLst>
          </p:cNvPr>
          <p:cNvSpPr/>
          <p:nvPr/>
        </p:nvSpPr>
        <p:spPr>
          <a:xfrm rot="1235365">
            <a:off x="7075780" y="3954347"/>
            <a:ext cx="2147470" cy="53939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Subscribes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2FC4DE7-5302-5548-2DFD-9DCB90692F11}"/>
              </a:ext>
            </a:extLst>
          </p:cNvPr>
          <p:cNvSpPr/>
          <p:nvPr/>
        </p:nvSpPr>
        <p:spPr>
          <a:xfrm>
            <a:off x="9249508" y="5549217"/>
            <a:ext cx="1685364" cy="896471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Future Process</a:t>
            </a:r>
          </a:p>
        </p:txBody>
      </p:sp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586CA41E-DBF7-3457-6ED2-802A06E25856}"/>
              </a:ext>
            </a:extLst>
          </p:cNvPr>
          <p:cNvSpPr/>
          <p:nvPr/>
        </p:nvSpPr>
        <p:spPr>
          <a:xfrm rot="2071318">
            <a:off x="6442264" y="4800524"/>
            <a:ext cx="2892098" cy="53939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Subscribes</a:t>
            </a:r>
          </a:p>
        </p:txBody>
      </p:sp>
    </p:spTree>
    <p:extLst>
      <p:ext uri="{BB962C8B-B14F-4D97-AF65-F5344CB8AC3E}">
        <p14:creationId xmlns:p14="http://schemas.microsoft.com/office/powerpoint/2010/main" val="4230461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32594-AA8B-5B4B-4DBE-15023F5BC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838566D-644F-0D2E-186C-53AFD413B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82" y="2111260"/>
            <a:ext cx="4314931" cy="277529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BDF5B97-2495-5B97-E48A-905F76779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393" y="2729641"/>
            <a:ext cx="5247226" cy="1842359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A300A89F-BA7D-F582-F9BF-73CF633F7F63}"/>
              </a:ext>
            </a:extLst>
          </p:cNvPr>
          <p:cNvSpPr/>
          <p:nvPr/>
        </p:nvSpPr>
        <p:spPr>
          <a:xfrm>
            <a:off x="4936113" y="3247949"/>
            <a:ext cx="1159887" cy="8558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9B629F49-7699-5D3E-4753-30B1A6AC4161}"/>
              </a:ext>
            </a:extLst>
          </p:cNvPr>
          <p:cNvSpPr/>
          <p:nvPr/>
        </p:nvSpPr>
        <p:spPr>
          <a:xfrm>
            <a:off x="4936113" y="751243"/>
            <a:ext cx="1159887" cy="8558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DDB4752-EEC4-C17C-FE5D-E7E1266E1ECA}"/>
              </a:ext>
            </a:extLst>
          </p:cNvPr>
          <p:cNvSpPr/>
          <p:nvPr/>
        </p:nvSpPr>
        <p:spPr>
          <a:xfrm>
            <a:off x="892454" y="446227"/>
            <a:ext cx="3438144" cy="13825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Condition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0E4A214-09F1-6244-7DA4-B4DADCA99945}"/>
              </a:ext>
            </a:extLst>
          </p:cNvPr>
          <p:cNvSpPr/>
          <p:nvPr/>
        </p:nvSpPr>
        <p:spPr>
          <a:xfrm>
            <a:off x="6882384" y="446226"/>
            <a:ext cx="3438144" cy="13825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Action(s)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93193A4-C831-3460-5D7A-6C04A143B564}"/>
              </a:ext>
            </a:extLst>
          </p:cNvPr>
          <p:cNvSpPr/>
          <p:nvPr/>
        </p:nvSpPr>
        <p:spPr>
          <a:xfrm>
            <a:off x="331950" y="2104498"/>
            <a:ext cx="4522769" cy="239834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571F5BF-2396-6273-1649-0B6817255947}"/>
              </a:ext>
            </a:extLst>
          </p:cNvPr>
          <p:cNvSpPr/>
          <p:nvPr/>
        </p:nvSpPr>
        <p:spPr>
          <a:xfrm>
            <a:off x="6539621" y="2063071"/>
            <a:ext cx="4522769" cy="239834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78313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6B3E0A1-BC2F-CCDA-65EA-D0C6F22E9187}"/>
              </a:ext>
            </a:extLst>
          </p:cNvPr>
          <p:cNvSpPr/>
          <p:nvPr/>
        </p:nvSpPr>
        <p:spPr>
          <a:xfrm>
            <a:off x="5221175" y="2748378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Motion Sensor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AD4DAD-AD57-7C79-EE39-E2576FFEB6D3}"/>
              </a:ext>
            </a:extLst>
          </p:cNvPr>
          <p:cNvSpPr/>
          <p:nvPr/>
        </p:nvSpPr>
        <p:spPr>
          <a:xfrm>
            <a:off x="9195819" y="1352213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Security Lights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7887EB-72A3-A55B-FE9B-0FBCC833A379}"/>
              </a:ext>
            </a:extLst>
          </p:cNvPr>
          <p:cNvSpPr/>
          <p:nvPr/>
        </p:nvSpPr>
        <p:spPr>
          <a:xfrm>
            <a:off x="9187444" y="2687273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Camera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47CB199-0FB2-F2C7-F016-A6457592ABFD}"/>
              </a:ext>
            </a:extLst>
          </p:cNvPr>
          <p:cNvSpPr/>
          <p:nvPr/>
        </p:nvSpPr>
        <p:spPr>
          <a:xfrm>
            <a:off x="9195819" y="3887305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Push Notification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FF10DB36-D2B5-D0DB-2286-3D3AEA2124EA}"/>
              </a:ext>
            </a:extLst>
          </p:cNvPr>
          <p:cNvSpPr/>
          <p:nvPr/>
        </p:nvSpPr>
        <p:spPr>
          <a:xfrm rot="20100503">
            <a:off x="7008770" y="1931124"/>
            <a:ext cx="2216342" cy="53939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Request/</a:t>
            </a:r>
            <a:r>
              <a:rPr lang="en-IE" dirty="0" err="1"/>
              <a:t>Resp</a:t>
            </a:r>
            <a:endParaRPr lang="en-IE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AF95AC-1F0D-26D5-12E7-FDBFDAE5D8A0}"/>
              </a:ext>
            </a:extLst>
          </p:cNvPr>
          <p:cNvSpPr/>
          <p:nvPr/>
        </p:nvSpPr>
        <p:spPr>
          <a:xfrm>
            <a:off x="9235297" y="5057551"/>
            <a:ext cx="1685364" cy="896471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Future Process</a:t>
            </a:r>
          </a:p>
        </p:txBody>
      </p: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534B35A6-2C81-326B-CEE3-CE1321D698EC}"/>
              </a:ext>
            </a:extLst>
          </p:cNvPr>
          <p:cNvSpPr/>
          <p:nvPr/>
        </p:nvSpPr>
        <p:spPr>
          <a:xfrm>
            <a:off x="6998587" y="2889608"/>
            <a:ext cx="2096809" cy="53939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Request/</a:t>
            </a:r>
            <a:r>
              <a:rPr lang="en-IE" dirty="0" err="1"/>
              <a:t>Resp</a:t>
            </a:r>
            <a:endParaRPr lang="en-IE" dirty="0"/>
          </a:p>
        </p:txBody>
      </p:sp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DD9FED42-2B4B-6227-D51D-9AFA1F0E18AD}"/>
              </a:ext>
            </a:extLst>
          </p:cNvPr>
          <p:cNvSpPr/>
          <p:nvPr/>
        </p:nvSpPr>
        <p:spPr>
          <a:xfrm rot="1346277">
            <a:off x="6881922" y="3752637"/>
            <a:ext cx="2330139" cy="53939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Request/</a:t>
            </a:r>
            <a:r>
              <a:rPr lang="en-IE" dirty="0" err="1"/>
              <a:t>Resp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11699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BEDAD-8DC1-1C8E-D363-5DE8DEF3D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0C767B-74DE-ECF1-55F6-E81FF19CC7CA}"/>
              </a:ext>
            </a:extLst>
          </p:cNvPr>
          <p:cNvSpPr/>
          <p:nvPr/>
        </p:nvSpPr>
        <p:spPr>
          <a:xfrm>
            <a:off x="5221175" y="2748378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Motion Sensor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65010C-E214-BC57-E26E-4C916ACD5064}"/>
              </a:ext>
            </a:extLst>
          </p:cNvPr>
          <p:cNvSpPr/>
          <p:nvPr/>
        </p:nvSpPr>
        <p:spPr>
          <a:xfrm>
            <a:off x="9195819" y="1352213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Security Lights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197A64-855D-09F1-ECBD-A21F3C8E8833}"/>
              </a:ext>
            </a:extLst>
          </p:cNvPr>
          <p:cNvSpPr/>
          <p:nvPr/>
        </p:nvSpPr>
        <p:spPr>
          <a:xfrm>
            <a:off x="9187444" y="2687273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Camera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C40B81F-F9AB-48C5-D3EE-E4371AE05569}"/>
              </a:ext>
            </a:extLst>
          </p:cNvPr>
          <p:cNvSpPr/>
          <p:nvPr/>
        </p:nvSpPr>
        <p:spPr>
          <a:xfrm>
            <a:off x="9195819" y="3887305"/>
            <a:ext cx="1685364" cy="896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Push Notification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E454A4F4-E659-D319-D2FD-31677DFDEAE0}"/>
              </a:ext>
            </a:extLst>
          </p:cNvPr>
          <p:cNvSpPr/>
          <p:nvPr/>
        </p:nvSpPr>
        <p:spPr>
          <a:xfrm rot="20100503">
            <a:off x="7008770" y="1931124"/>
            <a:ext cx="2216342" cy="53939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Request/</a:t>
            </a:r>
            <a:r>
              <a:rPr lang="en-IE" dirty="0" err="1"/>
              <a:t>Resp</a:t>
            </a:r>
            <a:endParaRPr lang="en-IE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36F50CC-F6F0-5F21-8E2A-D073981A876E}"/>
              </a:ext>
            </a:extLst>
          </p:cNvPr>
          <p:cNvSpPr/>
          <p:nvPr/>
        </p:nvSpPr>
        <p:spPr>
          <a:xfrm>
            <a:off x="9235297" y="5057551"/>
            <a:ext cx="1685364" cy="896471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Future Process</a:t>
            </a:r>
          </a:p>
        </p:txBody>
      </p: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9C615EBA-1C31-CE93-B0C4-B8FDD7E7C015}"/>
              </a:ext>
            </a:extLst>
          </p:cNvPr>
          <p:cNvSpPr/>
          <p:nvPr/>
        </p:nvSpPr>
        <p:spPr>
          <a:xfrm>
            <a:off x="6998587" y="2889608"/>
            <a:ext cx="2096809" cy="53939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Request/</a:t>
            </a:r>
            <a:r>
              <a:rPr lang="en-IE" dirty="0" err="1"/>
              <a:t>Resp</a:t>
            </a:r>
            <a:endParaRPr lang="en-IE" dirty="0"/>
          </a:p>
        </p:txBody>
      </p:sp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0D242211-A080-4DE4-A8E2-B173BC8A2FB1}"/>
              </a:ext>
            </a:extLst>
          </p:cNvPr>
          <p:cNvSpPr/>
          <p:nvPr/>
        </p:nvSpPr>
        <p:spPr>
          <a:xfrm rot="1346277">
            <a:off x="6881922" y="3752637"/>
            <a:ext cx="2330139" cy="53939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Request/</a:t>
            </a:r>
            <a:r>
              <a:rPr lang="en-IE" dirty="0" err="1"/>
              <a:t>Resp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788742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hermometer with solid fill">
            <a:extLst>
              <a:ext uri="{FF2B5EF4-FFF2-40B4-BE49-F238E27FC236}">
                <a16:creationId xmlns:a16="http://schemas.microsoft.com/office/drawing/2014/main" id="{3D5C1A06-D0BD-6DF7-B849-36ECC98FDD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8626" y="3496840"/>
            <a:ext cx="914400" cy="914400"/>
          </a:xfrm>
        </p:spPr>
      </p:pic>
      <p:pic>
        <p:nvPicPr>
          <p:cNvPr id="7" name="Graphic 6" descr="Do Not Washing Machine with solid fill">
            <a:extLst>
              <a:ext uri="{FF2B5EF4-FFF2-40B4-BE49-F238E27FC236}">
                <a16:creationId xmlns:a16="http://schemas.microsoft.com/office/drawing/2014/main" id="{F21B12F0-28EE-44EF-39BB-8A4FC47800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4266" y="4619895"/>
            <a:ext cx="914400" cy="9144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B55E32E-2D02-02A3-1E55-0A1281B0B319}"/>
              </a:ext>
            </a:extLst>
          </p:cNvPr>
          <p:cNvSpPr/>
          <p:nvPr/>
        </p:nvSpPr>
        <p:spPr>
          <a:xfrm>
            <a:off x="902126" y="3197332"/>
            <a:ext cx="1687651" cy="2595914"/>
          </a:xfrm>
          <a:prstGeom prst="round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1761F7-33BA-0D78-1094-E817832FF616}"/>
              </a:ext>
            </a:extLst>
          </p:cNvPr>
          <p:cNvSpPr/>
          <p:nvPr/>
        </p:nvSpPr>
        <p:spPr>
          <a:xfrm>
            <a:off x="3327816" y="3197332"/>
            <a:ext cx="4212236" cy="2595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45294A-F543-2460-D7C7-64DAD6AA570B}"/>
              </a:ext>
            </a:extLst>
          </p:cNvPr>
          <p:cNvSpPr txBox="1"/>
          <p:nvPr/>
        </p:nvSpPr>
        <p:spPr>
          <a:xfrm>
            <a:off x="943575" y="2718360"/>
            <a:ext cx="1805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Event Producers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D491D1-34D9-8AF0-BC37-73933BF70E21}"/>
              </a:ext>
            </a:extLst>
          </p:cNvPr>
          <p:cNvSpPr/>
          <p:nvPr/>
        </p:nvSpPr>
        <p:spPr>
          <a:xfrm>
            <a:off x="3650105" y="3429000"/>
            <a:ext cx="3387777" cy="85818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Event Channel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F89337-D213-57B1-73A2-A18285DB72B7}"/>
              </a:ext>
            </a:extLst>
          </p:cNvPr>
          <p:cNvSpPr/>
          <p:nvPr/>
        </p:nvSpPr>
        <p:spPr>
          <a:xfrm>
            <a:off x="5413948" y="4518855"/>
            <a:ext cx="1623934" cy="103849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Event Processor</a:t>
            </a:r>
          </a:p>
        </p:txBody>
      </p:sp>
      <p:sp>
        <p:nvSpPr>
          <p:cNvPr id="9" name="Flowchart: Magnetic Disk 8">
            <a:extLst>
              <a:ext uri="{FF2B5EF4-FFF2-40B4-BE49-F238E27FC236}">
                <a16:creationId xmlns:a16="http://schemas.microsoft.com/office/drawing/2014/main" id="{578CE8EA-E1DD-79F8-616F-525CD80BB1E3}"/>
              </a:ext>
            </a:extLst>
          </p:cNvPr>
          <p:cNvSpPr/>
          <p:nvPr/>
        </p:nvSpPr>
        <p:spPr>
          <a:xfrm>
            <a:off x="3762531" y="4619895"/>
            <a:ext cx="1469036" cy="776564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Event DB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2677B4-374B-A6C0-1602-0C1A193D073E}"/>
              </a:ext>
            </a:extLst>
          </p:cNvPr>
          <p:cNvSpPr/>
          <p:nvPr/>
        </p:nvSpPr>
        <p:spPr>
          <a:xfrm>
            <a:off x="8117172" y="3164393"/>
            <a:ext cx="1687651" cy="2595914"/>
          </a:xfrm>
          <a:prstGeom prst="round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BAE86A-467F-D2EA-8680-FC6CB4908A9A}"/>
              </a:ext>
            </a:extLst>
          </p:cNvPr>
          <p:cNvSpPr txBox="1"/>
          <p:nvPr/>
        </p:nvSpPr>
        <p:spPr>
          <a:xfrm>
            <a:off x="8006696" y="2765760"/>
            <a:ext cx="1945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Event Consumers</a:t>
            </a:r>
          </a:p>
        </p:txBody>
      </p:sp>
      <p:pic>
        <p:nvPicPr>
          <p:cNvPr id="13" name="Graphic 12" descr="Programmer female with solid fill">
            <a:extLst>
              <a:ext uri="{FF2B5EF4-FFF2-40B4-BE49-F238E27FC236}">
                <a16:creationId xmlns:a16="http://schemas.microsoft.com/office/drawing/2014/main" id="{4C468FB0-49F3-98A6-2A61-E92C692A01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11293" y="3301584"/>
            <a:ext cx="914400" cy="914400"/>
          </a:xfrm>
          <a:prstGeom prst="rect">
            <a:avLst/>
          </a:prstGeom>
        </p:spPr>
      </p:pic>
      <p:pic>
        <p:nvPicPr>
          <p:cNvPr id="15" name="Graphic 14" descr="Robot Hand with solid fill">
            <a:extLst>
              <a:ext uri="{FF2B5EF4-FFF2-40B4-BE49-F238E27FC236}">
                <a16:creationId xmlns:a16="http://schemas.microsoft.com/office/drawing/2014/main" id="{3B3C7094-2CDB-A9CB-88E0-4319A048135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10585" y="4335851"/>
            <a:ext cx="737881" cy="737881"/>
          </a:xfrm>
          <a:prstGeom prst="rect">
            <a:avLst/>
          </a:prstGeom>
        </p:spPr>
      </p:pic>
      <p:pic>
        <p:nvPicPr>
          <p:cNvPr id="17" name="Graphic 16" descr="Syncing cloud with solid fill">
            <a:extLst>
              <a:ext uri="{FF2B5EF4-FFF2-40B4-BE49-F238E27FC236}">
                <a16:creationId xmlns:a16="http://schemas.microsoft.com/office/drawing/2014/main" id="{69F9B65E-9E16-8069-7C02-83C1C2A0385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11293" y="4972967"/>
            <a:ext cx="914400" cy="914400"/>
          </a:xfrm>
          <a:prstGeom prst="rect">
            <a:avLst/>
          </a:prstGeom>
        </p:spPr>
      </p:pic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C5D136C5-B276-2788-0291-653842CA119D}"/>
              </a:ext>
            </a:extLst>
          </p:cNvPr>
          <p:cNvSpPr/>
          <p:nvPr/>
        </p:nvSpPr>
        <p:spPr>
          <a:xfrm>
            <a:off x="2620324" y="4129790"/>
            <a:ext cx="676944" cy="49010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DB0C0969-E953-DEC1-093A-BB69DB351CEB}"/>
              </a:ext>
            </a:extLst>
          </p:cNvPr>
          <p:cNvSpPr/>
          <p:nvPr/>
        </p:nvSpPr>
        <p:spPr>
          <a:xfrm>
            <a:off x="7531295" y="4259456"/>
            <a:ext cx="627032" cy="47166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095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Widescreen</PresentationFormat>
  <Paragraphs>35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Walsh</dc:creator>
  <cp:lastModifiedBy>Frank Walsh</cp:lastModifiedBy>
  <cp:revision>3</cp:revision>
  <dcterms:created xsi:type="dcterms:W3CDTF">2024-11-29T13:06:47Z</dcterms:created>
  <dcterms:modified xsi:type="dcterms:W3CDTF">2024-12-02T10:28:40Z</dcterms:modified>
</cp:coreProperties>
</file>