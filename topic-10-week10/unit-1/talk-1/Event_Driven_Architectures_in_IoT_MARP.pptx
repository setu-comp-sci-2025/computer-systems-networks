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57" r:id="rId4"/>
    <p:sldId id="258" r:id="rId5"/>
    <p:sldId id="259" r:id="rId6"/>
    <p:sldId id="28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CFC5D-9A5E-483D-8BD4-46525AFB8C46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EBD541-1B65-434D-B2D6-AFFE7537BCB1}">
      <dgm:prSet/>
      <dgm:spPr/>
      <dgm:t>
        <a:bodyPr/>
        <a:lstStyle/>
        <a:p>
          <a:r>
            <a:rPr lang="en-IE"/>
            <a:t>Event Driven Architectures (EDA)</a:t>
          </a:r>
          <a:endParaRPr lang="en-US"/>
        </a:p>
      </dgm:t>
    </dgm:pt>
    <dgm:pt modelId="{57EB9C2A-8CDC-43E4-B6EA-0DFCCE0573BD}" type="parTrans" cxnId="{D9611C01-9BC6-472E-9A7F-D071BDCCD21B}">
      <dgm:prSet/>
      <dgm:spPr/>
      <dgm:t>
        <a:bodyPr/>
        <a:lstStyle/>
        <a:p>
          <a:endParaRPr lang="en-US"/>
        </a:p>
      </dgm:t>
    </dgm:pt>
    <dgm:pt modelId="{ACA2CA82-F9DC-4DB3-B184-030D08DFB4ED}" type="sibTrans" cxnId="{D9611C01-9BC6-472E-9A7F-D071BDCCD21B}">
      <dgm:prSet/>
      <dgm:spPr/>
      <dgm:t>
        <a:bodyPr/>
        <a:lstStyle/>
        <a:p>
          <a:endParaRPr lang="en-US"/>
        </a:p>
      </dgm:t>
    </dgm:pt>
    <dgm:pt modelId="{B8085181-DF3C-4204-97EC-3D623A7781B3}">
      <dgm:prSet/>
      <dgm:spPr/>
      <dgm:t>
        <a:bodyPr/>
        <a:lstStyle/>
        <a:p>
          <a:r>
            <a:rPr lang="en-IE"/>
            <a:t>Key Components of EDA</a:t>
          </a:r>
          <a:endParaRPr lang="en-US"/>
        </a:p>
      </dgm:t>
    </dgm:pt>
    <dgm:pt modelId="{8F29D63C-70F5-44B8-BA53-9BEB8E1E632C}" type="parTrans" cxnId="{21821445-F4B4-44DA-AB44-8C48EAF9AFCA}">
      <dgm:prSet/>
      <dgm:spPr/>
      <dgm:t>
        <a:bodyPr/>
        <a:lstStyle/>
        <a:p>
          <a:endParaRPr lang="en-US"/>
        </a:p>
      </dgm:t>
    </dgm:pt>
    <dgm:pt modelId="{792C4F44-91AB-4A4D-8FC2-96EBB49FA98D}" type="sibTrans" cxnId="{21821445-F4B4-44DA-AB44-8C48EAF9AFCA}">
      <dgm:prSet/>
      <dgm:spPr/>
      <dgm:t>
        <a:bodyPr/>
        <a:lstStyle/>
        <a:p>
          <a:endParaRPr lang="en-US"/>
        </a:p>
      </dgm:t>
    </dgm:pt>
    <dgm:pt modelId="{AB1F2F09-AB83-489A-A595-1283664D2FF3}">
      <dgm:prSet/>
      <dgm:spPr/>
      <dgm:t>
        <a:bodyPr/>
        <a:lstStyle/>
        <a:p>
          <a:r>
            <a:rPr lang="en-IE"/>
            <a:t>Benefits of EDA</a:t>
          </a:r>
          <a:endParaRPr lang="en-US"/>
        </a:p>
      </dgm:t>
    </dgm:pt>
    <dgm:pt modelId="{6BFDB0C9-4C09-44EA-8B24-58B5C932B7B6}" type="parTrans" cxnId="{37E8158D-BE1D-496D-9527-1578A1C95B93}">
      <dgm:prSet/>
      <dgm:spPr/>
      <dgm:t>
        <a:bodyPr/>
        <a:lstStyle/>
        <a:p>
          <a:endParaRPr lang="en-US"/>
        </a:p>
      </dgm:t>
    </dgm:pt>
    <dgm:pt modelId="{960E4402-B9E9-4DB1-80E6-57D38B1A00FB}" type="sibTrans" cxnId="{37E8158D-BE1D-496D-9527-1578A1C95B93}">
      <dgm:prSet/>
      <dgm:spPr/>
      <dgm:t>
        <a:bodyPr/>
        <a:lstStyle/>
        <a:p>
          <a:endParaRPr lang="en-US"/>
        </a:p>
      </dgm:t>
    </dgm:pt>
    <dgm:pt modelId="{FB032065-DA3F-44D4-97D5-C09FF936C414}">
      <dgm:prSet/>
      <dgm:spPr/>
      <dgm:t>
        <a:bodyPr/>
        <a:lstStyle/>
        <a:p>
          <a:r>
            <a:rPr lang="en-IE"/>
            <a:t>EDA Examples</a:t>
          </a:r>
          <a:endParaRPr lang="en-US"/>
        </a:p>
      </dgm:t>
    </dgm:pt>
    <dgm:pt modelId="{7B548292-35DB-474D-BCC1-0E8FC7F11A77}" type="parTrans" cxnId="{E0AF3B79-B10E-4097-81AE-F9244FB1D942}">
      <dgm:prSet/>
      <dgm:spPr/>
      <dgm:t>
        <a:bodyPr/>
        <a:lstStyle/>
        <a:p>
          <a:endParaRPr lang="en-US"/>
        </a:p>
      </dgm:t>
    </dgm:pt>
    <dgm:pt modelId="{56925E36-2453-4CFC-950A-C396FBF18211}" type="sibTrans" cxnId="{E0AF3B79-B10E-4097-81AE-F9244FB1D942}">
      <dgm:prSet/>
      <dgm:spPr/>
      <dgm:t>
        <a:bodyPr/>
        <a:lstStyle/>
        <a:p>
          <a:endParaRPr lang="en-US"/>
        </a:p>
      </dgm:t>
    </dgm:pt>
    <dgm:pt modelId="{5A6D1A6E-F104-493D-9AD2-415522B1739B}">
      <dgm:prSet/>
      <dgm:spPr/>
      <dgm:t>
        <a:bodyPr/>
        <a:lstStyle/>
        <a:p>
          <a:r>
            <a:rPr lang="en-IE"/>
            <a:t>Smart Home</a:t>
          </a:r>
          <a:endParaRPr lang="en-US"/>
        </a:p>
      </dgm:t>
    </dgm:pt>
    <dgm:pt modelId="{B45849F4-9051-47C3-9AC7-548D01B01DB4}" type="parTrans" cxnId="{E500917C-D0DC-48CD-AC9E-C250245EDE73}">
      <dgm:prSet/>
      <dgm:spPr/>
      <dgm:t>
        <a:bodyPr/>
        <a:lstStyle/>
        <a:p>
          <a:endParaRPr lang="en-US"/>
        </a:p>
      </dgm:t>
    </dgm:pt>
    <dgm:pt modelId="{E790C795-AE9C-4970-8F98-B20EFD604B4A}" type="sibTrans" cxnId="{E500917C-D0DC-48CD-AC9E-C250245EDE73}">
      <dgm:prSet/>
      <dgm:spPr/>
      <dgm:t>
        <a:bodyPr/>
        <a:lstStyle/>
        <a:p>
          <a:endParaRPr lang="en-US"/>
        </a:p>
      </dgm:t>
    </dgm:pt>
    <dgm:pt modelId="{524A218A-4EC8-4CBF-8B2B-AD33CD755739}">
      <dgm:prSet/>
      <dgm:spPr/>
      <dgm:t>
        <a:bodyPr/>
        <a:lstStyle/>
        <a:p>
          <a:r>
            <a:rPr lang="en-IE"/>
            <a:t>Proactive Mainenance</a:t>
          </a:r>
          <a:endParaRPr lang="en-US"/>
        </a:p>
      </dgm:t>
    </dgm:pt>
    <dgm:pt modelId="{ED4D7263-5863-4B49-A103-0C538C856A6C}" type="parTrans" cxnId="{515485BE-4ECE-4289-BAE4-1028314440C9}">
      <dgm:prSet/>
      <dgm:spPr/>
      <dgm:t>
        <a:bodyPr/>
        <a:lstStyle/>
        <a:p>
          <a:endParaRPr lang="en-US"/>
        </a:p>
      </dgm:t>
    </dgm:pt>
    <dgm:pt modelId="{204EBC64-F298-48D3-A672-D2B65E2F43B5}" type="sibTrans" cxnId="{515485BE-4ECE-4289-BAE4-1028314440C9}">
      <dgm:prSet/>
      <dgm:spPr/>
      <dgm:t>
        <a:bodyPr/>
        <a:lstStyle/>
        <a:p>
          <a:endParaRPr lang="en-US"/>
        </a:p>
      </dgm:t>
    </dgm:pt>
    <dgm:pt modelId="{9019E59E-F5A8-4DDA-88EB-98DB6FB8C9CF}">
      <dgm:prSet/>
      <dgm:spPr/>
      <dgm:t>
        <a:bodyPr/>
        <a:lstStyle/>
        <a:p>
          <a:r>
            <a:rPr lang="en-IE" dirty="0"/>
            <a:t>Lab Example</a:t>
          </a:r>
          <a:endParaRPr lang="en-US" dirty="0"/>
        </a:p>
      </dgm:t>
    </dgm:pt>
    <dgm:pt modelId="{1FF07E44-2AA1-4F95-B781-C7E798BF628A}" type="parTrans" cxnId="{A81C4C31-AF38-4017-B5BC-001D77747A63}">
      <dgm:prSet/>
      <dgm:spPr/>
      <dgm:t>
        <a:bodyPr/>
        <a:lstStyle/>
        <a:p>
          <a:endParaRPr lang="en-US"/>
        </a:p>
      </dgm:t>
    </dgm:pt>
    <dgm:pt modelId="{7F013DE0-E16A-4E0D-ADBA-6D092217C749}" type="sibTrans" cxnId="{A81C4C31-AF38-4017-B5BC-001D77747A63}">
      <dgm:prSet/>
      <dgm:spPr/>
      <dgm:t>
        <a:bodyPr/>
        <a:lstStyle/>
        <a:p>
          <a:endParaRPr lang="en-US"/>
        </a:p>
      </dgm:t>
    </dgm:pt>
    <dgm:pt modelId="{3179D279-44E0-49FC-9F12-070ED1D2A6AB}" type="pres">
      <dgm:prSet presAssocID="{85FCFC5D-9A5E-483D-8BD4-46525AFB8C46}" presName="linear" presStyleCnt="0">
        <dgm:presLayoutVars>
          <dgm:dir/>
          <dgm:animLvl val="lvl"/>
          <dgm:resizeHandles val="exact"/>
        </dgm:presLayoutVars>
      </dgm:prSet>
      <dgm:spPr/>
    </dgm:pt>
    <dgm:pt modelId="{925BF414-8D79-4E2D-9F14-1D9B1305B101}" type="pres">
      <dgm:prSet presAssocID="{16EBD541-1B65-434D-B2D6-AFFE7537BCB1}" presName="parentLin" presStyleCnt="0"/>
      <dgm:spPr/>
    </dgm:pt>
    <dgm:pt modelId="{5EABE500-30B2-4308-995C-C43AA2D31F20}" type="pres">
      <dgm:prSet presAssocID="{16EBD541-1B65-434D-B2D6-AFFE7537BCB1}" presName="parentLeftMargin" presStyleLbl="node1" presStyleIdx="0" presStyleCnt="5"/>
      <dgm:spPr/>
    </dgm:pt>
    <dgm:pt modelId="{DF0D58DB-43FA-458C-AA46-587D1580DBE2}" type="pres">
      <dgm:prSet presAssocID="{16EBD541-1B65-434D-B2D6-AFFE7537BCB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D20BFEF-8619-4418-866A-9436DD007BEA}" type="pres">
      <dgm:prSet presAssocID="{16EBD541-1B65-434D-B2D6-AFFE7537BCB1}" presName="negativeSpace" presStyleCnt="0"/>
      <dgm:spPr/>
    </dgm:pt>
    <dgm:pt modelId="{75D49D4F-B4CC-4D56-9038-53799F6D0FAE}" type="pres">
      <dgm:prSet presAssocID="{16EBD541-1B65-434D-B2D6-AFFE7537BCB1}" presName="childText" presStyleLbl="conFgAcc1" presStyleIdx="0" presStyleCnt="5">
        <dgm:presLayoutVars>
          <dgm:bulletEnabled val="1"/>
        </dgm:presLayoutVars>
      </dgm:prSet>
      <dgm:spPr/>
    </dgm:pt>
    <dgm:pt modelId="{0A46DACD-5C45-4872-B3E2-EB8D0A3F1AA5}" type="pres">
      <dgm:prSet presAssocID="{ACA2CA82-F9DC-4DB3-B184-030D08DFB4ED}" presName="spaceBetweenRectangles" presStyleCnt="0"/>
      <dgm:spPr/>
    </dgm:pt>
    <dgm:pt modelId="{1FA95B0F-645E-46D7-A4A1-646B85E2A8E7}" type="pres">
      <dgm:prSet presAssocID="{B8085181-DF3C-4204-97EC-3D623A7781B3}" presName="parentLin" presStyleCnt="0"/>
      <dgm:spPr/>
    </dgm:pt>
    <dgm:pt modelId="{BB35036A-0D85-4022-BF8D-EC81BA8E461B}" type="pres">
      <dgm:prSet presAssocID="{B8085181-DF3C-4204-97EC-3D623A7781B3}" presName="parentLeftMargin" presStyleLbl="node1" presStyleIdx="0" presStyleCnt="5"/>
      <dgm:spPr/>
    </dgm:pt>
    <dgm:pt modelId="{581D006B-0846-4683-9443-8C43EEC65472}" type="pres">
      <dgm:prSet presAssocID="{B8085181-DF3C-4204-97EC-3D623A7781B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6142850-9BEF-4540-9B0F-886FC6238CEA}" type="pres">
      <dgm:prSet presAssocID="{B8085181-DF3C-4204-97EC-3D623A7781B3}" presName="negativeSpace" presStyleCnt="0"/>
      <dgm:spPr/>
    </dgm:pt>
    <dgm:pt modelId="{CCD154DE-06BD-4EC4-B03F-DA20FDAF2847}" type="pres">
      <dgm:prSet presAssocID="{B8085181-DF3C-4204-97EC-3D623A7781B3}" presName="childText" presStyleLbl="conFgAcc1" presStyleIdx="1" presStyleCnt="5">
        <dgm:presLayoutVars>
          <dgm:bulletEnabled val="1"/>
        </dgm:presLayoutVars>
      </dgm:prSet>
      <dgm:spPr/>
    </dgm:pt>
    <dgm:pt modelId="{5255CD1A-5920-4601-BCAD-565DBE9AB7DA}" type="pres">
      <dgm:prSet presAssocID="{792C4F44-91AB-4A4D-8FC2-96EBB49FA98D}" presName="spaceBetweenRectangles" presStyleCnt="0"/>
      <dgm:spPr/>
    </dgm:pt>
    <dgm:pt modelId="{AE20167A-24C5-4504-8735-95D35BA3E71E}" type="pres">
      <dgm:prSet presAssocID="{AB1F2F09-AB83-489A-A595-1283664D2FF3}" presName="parentLin" presStyleCnt="0"/>
      <dgm:spPr/>
    </dgm:pt>
    <dgm:pt modelId="{158CE26C-A318-45A3-B596-ADB1D63DD977}" type="pres">
      <dgm:prSet presAssocID="{AB1F2F09-AB83-489A-A595-1283664D2FF3}" presName="parentLeftMargin" presStyleLbl="node1" presStyleIdx="1" presStyleCnt="5"/>
      <dgm:spPr/>
    </dgm:pt>
    <dgm:pt modelId="{BDEEB6F0-FFBD-4B31-A7B7-A608B9E0FB76}" type="pres">
      <dgm:prSet presAssocID="{AB1F2F09-AB83-489A-A595-1283664D2F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A1EE1A2-0154-42C9-A3EF-68016CA5249F}" type="pres">
      <dgm:prSet presAssocID="{AB1F2F09-AB83-489A-A595-1283664D2FF3}" presName="negativeSpace" presStyleCnt="0"/>
      <dgm:spPr/>
    </dgm:pt>
    <dgm:pt modelId="{E7EB3AB2-C8B3-43EE-9D76-F2556881C62B}" type="pres">
      <dgm:prSet presAssocID="{AB1F2F09-AB83-489A-A595-1283664D2FF3}" presName="childText" presStyleLbl="conFgAcc1" presStyleIdx="2" presStyleCnt="5">
        <dgm:presLayoutVars>
          <dgm:bulletEnabled val="1"/>
        </dgm:presLayoutVars>
      </dgm:prSet>
      <dgm:spPr/>
    </dgm:pt>
    <dgm:pt modelId="{4BB0E32D-F7DB-4A01-823A-3DD403AA545E}" type="pres">
      <dgm:prSet presAssocID="{960E4402-B9E9-4DB1-80E6-57D38B1A00FB}" presName="spaceBetweenRectangles" presStyleCnt="0"/>
      <dgm:spPr/>
    </dgm:pt>
    <dgm:pt modelId="{3E4C5AD1-DCAE-44F1-A598-F09B35D66DAB}" type="pres">
      <dgm:prSet presAssocID="{FB032065-DA3F-44D4-97D5-C09FF936C414}" presName="parentLin" presStyleCnt="0"/>
      <dgm:spPr/>
    </dgm:pt>
    <dgm:pt modelId="{CE120900-A771-470C-A4C8-05DCB4FFDECC}" type="pres">
      <dgm:prSet presAssocID="{FB032065-DA3F-44D4-97D5-C09FF936C414}" presName="parentLeftMargin" presStyleLbl="node1" presStyleIdx="2" presStyleCnt="5"/>
      <dgm:spPr/>
    </dgm:pt>
    <dgm:pt modelId="{24D6666A-9D1D-4807-ADC1-72C71EB82CD7}" type="pres">
      <dgm:prSet presAssocID="{FB032065-DA3F-44D4-97D5-C09FF936C4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A3D2132-D72D-4020-9420-B8CEFEB3D037}" type="pres">
      <dgm:prSet presAssocID="{FB032065-DA3F-44D4-97D5-C09FF936C414}" presName="negativeSpace" presStyleCnt="0"/>
      <dgm:spPr/>
    </dgm:pt>
    <dgm:pt modelId="{A8D8B5D0-FC60-43D1-9145-B525787F4C10}" type="pres">
      <dgm:prSet presAssocID="{FB032065-DA3F-44D4-97D5-C09FF936C414}" presName="childText" presStyleLbl="conFgAcc1" presStyleIdx="3" presStyleCnt="5">
        <dgm:presLayoutVars>
          <dgm:bulletEnabled val="1"/>
        </dgm:presLayoutVars>
      </dgm:prSet>
      <dgm:spPr/>
    </dgm:pt>
    <dgm:pt modelId="{E271ACFB-E8BB-4060-9AA4-FAA17FE8906A}" type="pres">
      <dgm:prSet presAssocID="{56925E36-2453-4CFC-950A-C396FBF18211}" presName="spaceBetweenRectangles" presStyleCnt="0"/>
      <dgm:spPr/>
    </dgm:pt>
    <dgm:pt modelId="{62B2D39F-A528-4DBF-9AE5-705AF9E06619}" type="pres">
      <dgm:prSet presAssocID="{9019E59E-F5A8-4DDA-88EB-98DB6FB8C9CF}" presName="parentLin" presStyleCnt="0"/>
      <dgm:spPr/>
    </dgm:pt>
    <dgm:pt modelId="{5C7EEE56-628C-41A1-90B2-F876A3B63C02}" type="pres">
      <dgm:prSet presAssocID="{9019E59E-F5A8-4DDA-88EB-98DB6FB8C9CF}" presName="parentLeftMargin" presStyleLbl="node1" presStyleIdx="3" presStyleCnt="5"/>
      <dgm:spPr/>
    </dgm:pt>
    <dgm:pt modelId="{5508AF47-0982-4B7A-8583-572DE5591128}" type="pres">
      <dgm:prSet presAssocID="{9019E59E-F5A8-4DDA-88EB-98DB6FB8C9C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A706ED3-C577-45B0-A2E1-C6F245345EB4}" type="pres">
      <dgm:prSet presAssocID="{9019E59E-F5A8-4DDA-88EB-98DB6FB8C9CF}" presName="negativeSpace" presStyleCnt="0"/>
      <dgm:spPr/>
    </dgm:pt>
    <dgm:pt modelId="{6A08BD00-2B2C-479F-99F7-493DBED9734C}" type="pres">
      <dgm:prSet presAssocID="{9019E59E-F5A8-4DDA-88EB-98DB6FB8C9C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9611C01-9BC6-472E-9A7F-D071BDCCD21B}" srcId="{85FCFC5D-9A5E-483D-8BD4-46525AFB8C46}" destId="{16EBD541-1B65-434D-B2D6-AFFE7537BCB1}" srcOrd="0" destOrd="0" parTransId="{57EB9C2A-8CDC-43E4-B6EA-0DFCCE0573BD}" sibTransId="{ACA2CA82-F9DC-4DB3-B184-030D08DFB4ED}"/>
    <dgm:cxn modelId="{BE3E5004-2C8F-401F-A583-DC9A7EF63FF7}" type="presOf" srcId="{85FCFC5D-9A5E-483D-8BD4-46525AFB8C46}" destId="{3179D279-44E0-49FC-9F12-070ED1D2A6AB}" srcOrd="0" destOrd="0" presId="urn:microsoft.com/office/officeart/2005/8/layout/list1"/>
    <dgm:cxn modelId="{F939DD1E-FE73-4F13-AFE3-33C4F00B457F}" type="presOf" srcId="{524A218A-4EC8-4CBF-8B2B-AD33CD755739}" destId="{A8D8B5D0-FC60-43D1-9145-B525787F4C10}" srcOrd="0" destOrd="1" presId="urn:microsoft.com/office/officeart/2005/8/layout/list1"/>
    <dgm:cxn modelId="{BB15E324-C1C2-4FB3-86A6-2A6AC53D11C1}" type="presOf" srcId="{B8085181-DF3C-4204-97EC-3D623A7781B3}" destId="{BB35036A-0D85-4022-BF8D-EC81BA8E461B}" srcOrd="0" destOrd="0" presId="urn:microsoft.com/office/officeart/2005/8/layout/list1"/>
    <dgm:cxn modelId="{A81C4C31-AF38-4017-B5BC-001D77747A63}" srcId="{85FCFC5D-9A5E-483D-8BD4-46525AFB8C46}" destId="{9019E59E-F5A8-4DDA-88EB-98DB6FB8C9CF}" srcOrd="4" destOrd="0" parTransId="{1FF07E44-2AA1-4F95-B781-C7E798BF628A}" sibTransId="{7F013DE0-E16A-4E0D-ADBA-6D092217C749}"/>
    <dgm:cxn modelId="{B3FA3B3C-9D33-4698-B825-0A83BE947775}" type="presOf" srcId="{9019E59E-F5A8-4DDA-88EB-98DB6FB8C9CF}" destId="{5C7EEE56-628C-41A1-90B2-F876A3B63C02}" srcOrd="0" destOrd="0" presId="urn:microsoft.com/office/officeart/2005/8/layout/list1"/>
    <dgm:cxn modelId="{21821445-F4B4-44DA-AB44-8C48EAF9AFCA}" srcId="{85FCFC5D-9A5E-483D-8BD4-46525AFB8C46}" destId="{B8085181-DF3C-4204-97EC-3D623A7781B3}" srcOrd="1" destOrd="0" parTransId="{8F29D63C-70F5-44B8-BA53-9BEB8E1E632C}" sibTransId="{792C4F44-91AB-4A4D-8FC2-96EBB49FA98D}"/>
    <dgm:cxn modelId="{3857A367-D2B9-49E4-980C-DFD9B9AD604F}" type="presOf" srcId="{16EBD541-1B65-434D-B2D6-AFFE7537BCB1}" destId="{5EABE500-30B2-4308-995C-C43AA2D31F20}" srcOrd="0" destOrd="0" presId="urn:microsoft.com/office/officeart/2005/8/layout/list1"/>
    <dgm:cxn modelId="{31677B4A-00D3-4058-AE02-3DC78C213DDF}" type="presOf" srcId="{B8085181-DF3C-4204-97EC-3D623A7781B3}" destId="{581D006B-0846-4683-9443-8C43EEC65472}" srcOrd="1" destOrd="0" presId="urn:microsoft.com/office/officeart/2005/8/layout/list1"/>
    <dgm:cxn modelId="{4ED9F64D-78FD-4178-A73F-2883C8209D5E}" type="presOf" srcId="{5A6D1A6E-F104-493D-9AD2-415522B1739B}" destId="{A8D8B5D0-FC60-43D1-9145-B525787F4C10}" srcOrd="0" destOrd="0" presId="urn:microsoft.com/office/officeart/2005/8/layout/list1"/>
    <dgm:cxn modelId="{E4F1926E-6EC4-4356-8CEE-A7668AF5C413}" type="presOf" srcId="{FB032065-DA3F-44D4-97D5-C09FF936C414}" destId="{24D6666A-9D1D-4807-ADC1-72C71EB82CD7}" srcOrd="1" destOrd="0" presId="urn:microsoft.com/office/officeart/2005/8/layout/list1"/>
    <dgm:cxn modelId="{E0AF3B79-B10E-4097-81AE-F9244FB1D942}" srcId="{85FCFC5D-9A5E-483D-8BD4-46525AFB8C46}" destId="{FB032065-DA3F-44D4-97D5-C09FF936C414}" srcOrd="3" destOrd="0" parTransId="{7B548292-35DB-474D-BCC1-0E8FC7F11A77}" sibTransId="{56925E36-2453-4CFC-950A-C396FBF18211}"/>
    <dgm:cxn modelId="{E500917C-D0DC-48CD-AC9E-C250245EDE73}" srcId="{FB032065-DA3F-44D4-97D5-C09FF936C414}" destId="{5A6D1A6E-F104-493D-9AD2-415522B1739B}" srcOrd="0" destOrd="0" parTransId="{B45849F4-9051-47C3-9AC7-548D01B01DB4}" sibTransId="{E790C795-AE9C-4970-8F98-B20EFD604B4A}"/>
    <dgm:cxn modelId="{86A3E080-01FA-4996-9626-3F874FC1A061}" type="presOf" srcId="{AB1F2F09-AB83-489A-A595-1283664D2FF3}" destId="{BDEEB6F0-FFBD-4B31-A7B7-A608B9E0FB76}" srcOrd="1" destOrd="0" presId="urn:microsoft.com/office/officeart/2005/8/layout/list1"/>
    <dgm:cxn modelId="{37E8158D-BE1D-496D-9527-1578A1C95B93}" srcId="{85FCFC5D-9A5E-483D-8BD4-46525AFB8C46}" destId="{AB1F2F09-AB83-489A-A595-1283664D2FF3}" srcOrd="2" destOrd="0" parTransId="{6BFDB0C9-4C09-44EA-8B24-58B5C932B7B6}" sibTransId="{960E4402-B9E9-4DB1-80E6-57D38B1A00FB}"/>
    <dgm:cxn modelId="{E2C1A1A2-75CB-4F92-A237-7CE75F5E0B5C}" type="presOf" srcId="{AB1F2F09-AB83-489A-A595-1283664D2FF3}" destId="{158CE26C-A318-45A3-B596-ADB1D63DD977}" srcOrd="0" destOrd="0" presId="urn:microsoft.com/office/officeart/2005/8/layout/list1"/>
    <dgm:cxn modelId="{515485BE-4ECE-4289-BAE4-1028314440C9}" srcId="{FB032065-DA3F-44D4-97D5-C09FF936C414}" destId="{524A218A-4EC8-4CBF-8B2B-AD33CD755739}" srcOrd="1" destOrd="0" parTransId="{ED4D7263-5863-4B49-A103-0C538C856A6C}" sibTransId="{204EBC64-F298-48D3-A672-D2B65E2F43B5}"/>
    <dgm:cxn modelId="{F0D63ED9-ECEA-44D2-80D2-739EE94F7395}" type="presOf" srcId="{FB032065-DA3F-44D4-97D5-C09FF936C414}" destId="{CE120900-A771-470C-A4C8-05DCB4FFDECC}" srcOrd="0" destOrd="0" presId="urn:microsoft.com/office/officeart/2005/8/layout/list1"/>
    <dgm:cxn modelId="{8A4577F5-94A6-4946-8443-02B9EE8C49EF}" type="presOf" srcId="{16EBD541-1B65-434D-B2D6-AFFE7537BCB1}" destId="{DF0D58DB-43FA-458C-AA46-587D1580DBE2}" srcOrd="1" destOrd="0" presId="urn:microsoft.com/office/officeart/2005/8/layout/list1"/>
    <dgm:cxn modelId="{E4F9E6FB-C736-4434-BD81-13F4F2FE5F05}" type="presOf" srcId="{9019E59E-F5A8-4DDA-88EB-98DB6FB8C9CF}" destId="{5508AF47-0982-4B7A-8583-572DE5591128}" srcOrd="1" destOrd="0" presId="urn:microsoft.com/office/officeart/2005/8/layout/list1"/>
    <dgm:cxn modelId="{4BB2A011-1037-40BF-B0E6-E9E53C3DC93F}" type="presParOf" srcId="{3179D279-44E0-49FC-9F12-070ED1D2A6AB}" destId="{925BF414-8D79-4E2D-9F14-1D9B1305B101}" srcOrd="0" destOrd="0" presId="urn:microsoft.com/office/officeart/2005/8/layout/list1"/>
    <dgm:cxn modelId="{35A86293-12B5-4B54-8DC5-F0941EF3C26C}" type="presParOf" srcId="{925BF414-8D79-4E2D-9F14-1D9B1305B101}" destId="{5EABE500-30B2-4308-995C-C43AA2D31F20}" srcOrd="0" destOrd="0" presId="urn:microsoft.com/office/officeart/2005/8/layout/list1"/>
    <dgm:cxn modelId="{C6450499-A8C7-4BCF-80BD-3869C97D614E}" type="presParOf" srcId="{925BF414-8D79-4E2D-9F14-1D9B1305B101}" destId="{DF0D58DB-43FA-458C-AA46-587D1580DBE2}" srcOrd="1" destOrd="0" presId="urn:microsoft.com/office/officeart/2005/8/layout/list1"/>
    <dgm:cxn modelId="{F2D55D48-215F-4F4A-B60C-EDB2308EE9AF}" type="presParOf" srcId="{3179D279-44E0-49FC-9F12-070ED1D2A6AB}" destId="{4D20BFEF-8619-4418-866A-9436DD007BEA}" srcOrd="1" destOrd="0" presId="urn:microsoft.com/office/officeart/2005/8/layout/list1"/>
    <dgm:cxn modelId="{FD817CF0-826E-4D58-A3F2-857A4C89826B}" type="presParOf" srcId="{3179D279-44E0-49FC-9F12-070ED1D2A6AB}" destId="{75D49D4F-B4CC-4D56-9038-53799F6D0FAE}" srcOrd="2" destOrd="0" presId="urn:microsoft.com/office/officeart/2005/8/layout/list1"/>
    <dgm:cxn modelId="{E7CB2CBE-FA9F-4061-BA27-D70BF2854AFF}" type="presParOf" srcId="{3179D279-44E0-49FC-9F12-070ED1D2A6AB}" destId="{0A46DACD-5C45-4872-B3E2-EB8D0A3F1AA5}" srcOrd="3" destOrd="0" presId="urn:microsoft.com/office/officeart/2005/8/layout/list1"/>
    <dgm:cxn modelId="{9898FA83-E39B-4066-9082-910AE27B920C}" type="presParOf" srcId="{3179D279-44E0-49FC-9F12-070ED1D2A6AB}" destId="{1FA95B0F-645E-46D7-A4A1-646B85E2A8E7}" srcOrd="4" destOrd="0" presId="urn:microsoft.com/office/officeart/2005/8/layout/list1"/>
    <dgm:cxn modelId="{2BAB1169-D5EF-4B70-ABCC-51CFED125978}" type="presParOf" srcId="{1FA95B0F-645E-46D7-A4A1-646B85E2A8E7}" destId="{BB35036A-0D85-4022-BF8D-EC81BA8E461B}" srcOrd="0" destOrd="0" presId="urn:microsoft.com/office/officeart/2005/8/layout/list1"/>
    <dgm:cxn modelId="{16113F54-B6AD-44E7-8031-93A4F74EF380}" type="presParOf" srcId="{1FA95B0F-645E-46D7-A4A1-646B85E2A8E7}" destId="{581D006B-0846-4683-9443-8C43EEC65472}" srcOrd="1" destOrd="0" presId="urn:microsoft.com/office/officeart/2005/8/layout/list1"/>
    <dgm:cxn modelId="{96A9BAE8-24AC-4AC2-9AB5-56D01D8F47A9}" type="presParOf" srcId="{3179D279-44E0-49FC-9F12-070ED1D2A6AB}" destId="{E6142850-9BEF-4540-9B0F-886FC6238CEA}" srcOrd="5" destOrd="0" presId="urn:microsoft.com/office/officeart/2005/8/layout/list1"/>
    <dgm:cxn modelId="{4E1AB587-EBB1-4498-91E6-98FDAC4ED517}" type="presParOf" srcId="{3179D279-44E0-49FC-9F12-070ED1D2A6AB}" destId="{CCD154DE-06BD-4EC4-B03F-DA20FDAF2847}" srcOrd="6" destOrd="0" presId="urn:microsoft.com/office/officeart/2005/8/layout/list1"/>
    <dgm:cxn modelId="{0BA3680A-71EB-4B35-A282-BD07B191F541}" type="presParOf" srcId="{3179D279-44E0-49FC-9F12-070ED1D2A6AB}" destId="{5255CD1A-5920-4601-BCAD-565DBE9AB7DA}" srcOrd="7" destOrd="0" presId="urn:microsoft.com/office/officeart/2005/8/layout/list1"/>
    <dgm:cxn modelId="{CDE60DAA-D58E-476A-8EE8-BA8294E591C5}" type="presParOf" srcId="{3179D279-44E0-49FC-9F12-070ED1D2A6AB}" destId="{AE20167A-24C5-4504-8735-95D35BA3E71E}" srcOrd="8" destOrd="0" presId="urn:microsoft.com/office/officeart/2005/8/layout/list1"/>
    <dgm:cxn modelId="{D026EFD3-2E08-4ACA-8A00-A3D870F6B4F5}" type="presParOf" srcId="{AE20167A-24C5-4504-8735-95D35BA3E71E}" destId="{158CE26C-A318-45A3-B596-ADB1D63DD977}" srcOrd="0" destOrd="0" presId="urn:microsoft.com/office/officeart/2005/8/layout/list1"/>
    <dgm:cxn modelId="{D691166A-38D6-4FEF-A885-5E8557E8515B}" type="presParOf" srcId="{AE20167A-24C5-4504-8735-95D35BA3E71E}" destId="{BDEEB6F0-FFBD-4B31-A7B7-A608B9E0FB76}" srcOrd="1" destOrd="0" presId="urn:microsoft.com/office/officeart/2005/8/layout/list1"/>
    <dgm:cxn modelId="{5E0CCF36-69F5-42FB-A34C-7F3C69D70199}" type="presParOf" srcId="{3179D279-44E0-49FC-9F12-070ED1D2A6AB}" destId="{0A1EE1A2-0154-42C9-A3EF-68016CA5249F}" srcOrd="9" destOrd="0" presId="urn:microsoft.com/office/officeart/2005/8/layout/list1"/>
    <dgm:cxn modelId="{651EF3C2-A3EE-4B65-AE97-CB747B0D7239}" type="presParOf" srcId="{3179D279-44E0-49FC-9F12-070ED1D2A6AB}" destId="{E7EB3AB2-C8B3-43EE-9D76-F2556881C62B}" srcOrd="10" destOrd="0" presId="urn:microsoft.com/office/officeart/2005/8/layout/list1"/>
    <dgm:cxn modelId="{F6067DEE-1095-4DB9-A396-D30944692673}" type="presParOf" srcId="{3179D279-44E0-49FC-9F12-070ED1D2A6AB}" destId="{4BB0E32D-F7DB-4A01-823A-3DD403AA545E}" srcOrd="11" destOrd="0" presId="urn:microsoft.com/office/officeart/2005/8/layout/list1"/>
    <dgm:cxn modelId="{7371AABF-B26A-4BCD-B4B0-654132CE9283}" type="presParOf" srcId="{3179D279-44E0-49FC-9F12-070ED1D2A6AB}" destId="{3E4C5AD1-DCAE-44F1-A598-F09B35D66DAB}" srcOrd="12" destOrd="0" presId="urn:microsoft.com/office/officeart/2005/8/layout/list1"/>
    <dgm:cxn modelId="{4927CBA6-1BF6-4F54-902E-8EDEE477DC8F}" type="presParOf" srcId="{3E4C5AD1-DCAE-44F1-A598-F09B35D66DAB}" destId="{CE120900-A771-470C-A4C8-05DCB4FFDECC}" srcOrd="0" destOrd="0" presId="urn:microsoft.com/office/officeart/2005/8/layout/list1"/>
    <dgm:cxn modelId="{17E0BC46-74A8-4EF5-AAC1-85558D1637D1}" type="presParOf" srcId="{3E4C5AD1-DCAE-44F1-A598-F09B35D66DAB}" destId="{24D6666A-9D1D-4807-ADC1-72C71EB82CD7}" srcOrd="1" destOrd="0" presId="urn:microsoft.com/office/officeart/2005/8/layout/list1"/>
    <dgm:cxn modelId="{2447918E-818E-4395-B9EE-C44BCE5B5228}" type="presParOf" srcId="{3179D279-44E0-49FC-9F12-070ED1D2A6AB}" destId="{1A3D2132-D72D-4020-9420-B8CEFEB3D037}" srcOrd="13" destOrd="0" presId="urn:microsoft.com/office/officeart/2005/8/layout/list1"/>
    <dgm:cxn modelId="{6F84DB19-08F1-4FD0-8836-35DDD56BCF50}" type="presParOf" srcId="{3179D279-44E0-49FC-9F12-070ED1D2A6AB}" destId="{A8D8B5D0-FC60-43D1-9145-B525787F4C10}" srcOrd="14" destOrd="0" presId="urn:microsoft.com/office/officeart/2005/8/layout/list1"/>
    <dgm:cxn modelId="{50DF07FB-BC20-4431-91D2-5D34F32F64B9}" type="presParOf" srcId="{3179D279-44E0-49FC-9F12-070ED1D2A6AB}" destId="{E271ACFB-E8BB-4060-9AA4-FAA17FE8906A}" srcOrd="15" destOrd="0" presId="urn:microsoft.com/office/officeart/2005/8/layout/list1"/>
    <dgm:cxn modelId="{8E872A2A-B6C1-488F-893B-86FDBFA091D5}" type="presParOf" srcId="{3179D279-44E0-49FC-9F12-070ED1D2A6AB}" destId="{62B2D39F-A528-4DBF-9AE5-705AF9E06619}" srcOrd="16" destOrd="0" presId="urn:microsoft.com/office/officeart/2005/8/layout/list1"/>
    <dgm:cxn modelId="{0E9C2E8B-1967-478D-9ECF-2593DB0E3583}" type="presParOf" srcId="{62B2D39F-A528-4DBF-9AE5-705AF9E06619}" destId="{5C7EEE56-628C-41A1-90B2-F876A3B63C02}" srcOrd="0" destOrd="0" presId="urn:microsoft.com/office/officeart/2005/8/layout/list1"/>
    <dgm:cxn modelId="{03F2CF3C-2F02-4D73-B6F8-3A05399CE1C7}" type="presParOf" srcId="{62B2D39F-A528-4DBF-9AE5-705AF9E06619}" destId="{5508AF47-0982-4B7A-8583-572DE5591128}" srcOrd="1" destOrd="0" presId="urn:microsoft.com/office/officeart/2005/8/layout/list1"/>
    <dgm:cxn modelId="{12F782D3-930B-4E18-BF48-8012FF838FE3}" type="presParOf" srcId="{3179D279-44E0-49FC-9F12-070ED1D2A6AB}" destId="{4A706ED3-C577-45B0-A2E1-C6F245345EB4}" srcOrd="17" destOrd="0" presId="urn:microsoft.com/office/officeart/2005/8/layout/list1"/>
    <dgm:cxn modelId="{FD71A58B-CE84-4CAD-9160-28CFFBC11F63}" type="presParOf" srcId="{3179D279-44E0-49FC-9F12-070ED1D2A6AB}" destId="{6A08BD00-2B2C-479F-99F7-493DBED9734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49D4F-B4CC-4D56-9038-53799F6D0FAE}">
      <dsp:nvSpPr>
        <dsp:cNvPr id="0" name=""/>
        <dsp:cNvSpPr/>
      </dsp:nvSpPr>
      <dsp:spPr>
        <a:xfrm>
          <a:off x="0" y="364932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0D58DB-43FA-458C-AA46-587D1580DBE2}">
      <dsp:nvSpPr>
        <dsp:cNvPr id="0" name=""/>
        <dsp:cNvSpPr/>
      </dsp:nvSpPr>
      <dsp:spPr>
        <a:xfrm>
          <a:off x="333341" y="5497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Event Driven Architectures (EDA)</a:t>
          </a:r>
          <a:endParaRPr lang="en-US" sz="2100" kern="1200"/>
        </a:p>
      </dsp:txBody>
      <dsp:txXfrm>
        <a:off x="363603" y="85234"/>
        <a:ext cx="4606259" cy="559396"/>
      </dsp:txXfrm>
    </dsp:sp>
    <dsp:sp modelId="{CCD154DE-06BD-4EC4-B03F-DA20FDAF2847}">
      <dsp:nvSpPr>
        <dsp:cNvPr id="0" name=""/>
        <dsp:cNvSpPr/>
      </dsp:nvSpPr>
      <dsp:spPr>
        <a:xfrm>
          <a:off x="0" y="1317492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D006B-0846-4683-9443-8C43EEC65472}">
      <dsp:nvSpPr>
        <dsp:cNvPr id="0" name=""/>
        <dsp:cNvSpPr/>
      </dsp:nvSpPr>
      <dsp:spPr>
        <a:xfrm>
          <a:off x="333341" y="100753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Key Components of EDA</a:t>
          </a:r>
          <a:endParaRPr lang="en-US" sz="2100" kern="1200"/>
        </a:p>
      </dsp:txBody>
      <dsp:txXfrm>
        <a:off x="363603" y="1037794"/>
        <a:ext cx="4606259" cy="559396"/>
      </dsp:txXfrm>
    </dsp:sp>
    <dsp:sp modelId="{E7EB3AB2-C8B3-43EE-9D76-F2556881C62B}">
      <dsp:nvSpPr>
        <dsp:cNvPr id="0" name=""/>
        <dsp:cNvSpPr/>
      </dsp:nvSpPr>
      <dsp:spPr>
        <a:xfrm>
          <a:off x="0" y="2270052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EB6F0-FFBD-4B31-A7B7-A608B9E0FB76}">
      <dsp:nvSpPr>
        <dsp:cNvPr id="0" name=""/>
        <dsp:cNvSpPr/>
      </dsp:nvSpPr>
      <dsp:spPr>
        <a:xfrm>
          <a:off x="333341" y="196009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Benefits of EDA</a:t>
          </a:r>
          <a:endParaRPr lang="en-US" sz="2100" kern="1200"/>
        </a:p>
      </dsp:txBody>
      <dsp:txXfrm>
        <a:off x="363603" y="1990354"/>
        <a:ext cx="4606259" cy="559396"/>
      </dsp:txXfrm>
    </dsp:sp>
    <dsp:sp modelId="{A8D8B5D0-FC60-43D1-9145-B525787F4C10}">
      <dsp:nvSpPr>
        <dsp:cNvPr id="0" name=""/>
        <dsp:cNvSpPr/>
      </dsp:nvSpPr>
      <dsp:spPr>
        <a:xfrm>
          <a:off x="0" y="3222612"/>
          <a:ext cx="6666833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100" kern="1200"/>
            <a:t>Smart Home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100" kern="1200"/>
            <a:t>Proactive Mainenance</a:t>
          </a:r>
          <a:endParaRPr lang="en-US" sz="2100" kern="1200"/>
        </a:p>
      </dsp:txBody>
      <dsp:txXfrm>
        <a:off x="0" y="3222612"/>
        <a:ext cx="6666833" cy="1223775"/>
      </dsp:txXfrm>
    </dsp:sp>
    <dsp:sp modelId="{24D6666A-9D1D-4807-ADC1-72C71EB82CD7}">
      <dsp:nvSpPr>
        <dsp:cNvPr id="0" name=""/>
        <dsp:cNvSpPr/>
      </dsp:nvSpPr>
      <dsp:spPr>
        <a:xfrm>
          <a:off x="333341" y="2912652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/>
            <a:t>EDA Examples</a:t>
          </a:r>
          <a:endParaRPr lang="en-US" sz="2100" kern="1200"/>
        </a:p>
      </dsp:txBody>
      <dsp:txXfrm>
        <a:off x="363603" y="2942914"/>
        <a:ext cx="4606259" cy="559396"/>
      </dsp:txXfrm>
    </dsp:sp>
    <dsp:sp modelId="{6A08BD00-2B2C-479F-99F7-493DBED9734C}">
      <dsp:nvSpPr>
        <dsp:cNvPr id="0" name=""/>
        <dsp:cNvSpPr/>
      </dsp:nvSpPr>
      <dsp:spPr>
        <a:xfrm>
          <a:off x="0" y="4869747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8AF47-0982-4B7A-8583-572DE5591128}">
      <dsp:nvSpPr>
        <dsp:cNvPr id="0" name=""/>
        <dsp:cNvSpPr/>
      </dsp:nvSpPr>
      <dsp:spPr>
        <a:xfrm>
          <a:off x="333341" y="4559787"/>
          <a:ext cx="4666783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100" kern="1200" dirty="0"/>
            <a:t>Lab Example</a:t>
          </a:r>
          <a:endParaRPr lang="en-US" sz="2100" kern="1200" dirty="0"/>
        </a:p>
      </dsp:txBody>
      <dsp:txXfrm>
        <a:off x="363603" y="4590049"/>
        <a:ext cx="4606259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72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It doesn’t specify exact classes, function names, or programming languages, but it does define:</a:t>
            </a:r>
          </a:p>
          <a:p>
            <a:r>
              <a:rPr lang="en-GB" b="1" dirty="0"/>
              <a:t>Main components</a:t>
            </a:r>
            <a:r>
              <a:rPr lang="en-GB" dirty="0"/>
              <a:t> (e.g., UI, business logic, data store)</a:t>
            </a:r>
          </a:p>
          <a:p>
            <a:r>
              <a:rPr lang="en-GB" b="1" dirty="0"/>
              <a:t>How they communicate</a:t>
            </a:r>
            <a:r>
              <a:rPr lang="en-GB" dirty="0"/>
              <a:t> (e.g., events, APIs, message queues)</a:t>
            </a:r>
          </a:p>
          <a:p>
            <a:r>
              <a:rPr lang="en-GB" b="1" dirty="0"/>
              <a:t>Responsibility boundaries</a:t>
            </a:r>
            <a:r>
              <a:rPr lang="en-GB" dirty="0"/>
              <a:t> (who does what, and where)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5170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FB35B-AEED-22F5-3564-4D271E17FC98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A79B326-9534-A109-7DBF-1D8DAB920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3235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65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737F7-3D25-056C-8A27-60E11EC56D35}"/>
              </a:ext>
            </a:extLst>
          </p:cNvPr>
          <p:cNvSpPr txBox="1"/>
          <p:nvPr/>
        </p:nvSpPr>
        <p:spPr>
          <a:xfrm>
            <a:off x="859168" y="575753"/>
            <a:ext cx="6107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Software Architecture Pattern?????</a:t>
            </a:r>
            <a:endParaRPr lang="en-IE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D59E0-ADA9-4AB3-08E1-608F815DD7E4}"/>
              </a:ext>
            </a:extLst>
          </p:cNvPr>
          <p:cNvSpPr txBox="1"/>
          <p:nvPr/>
        </p:nvSpPr>
        <p:spPr>
          <a:xfrm>
            <a:off x="704723" y="1397076"/>
            <a:ext cx="7543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software architecture pattern</a:t>
            </a:r>
            <a:r>
              <a:rPr lang="en-GB" dirty="0"/>
              <a:t> is a reusable solution to a design problem in software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blueprint for how to structure the big pieces of an application and how they interact.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Some popular software architecture patterns: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Layered (n-tier)</a:t>
            </a:r>
            <a:r>
              <a:rPr lang="en-GB" dirty="0"/>
              <a:t> – UI → business logic → data access →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Client–Server</a:t>
            </a:r>
            <a:r>
              <a:rPr lang="en-GB" dirty="0"/>
              <a:t> – clients send requests to a central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Microservices</a:t>
            </a:r>
            <a:r>
              <a:rPr lang="en-GB" dirty="0"/>
              <a:t> – many small, independent services communicating over the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Event-Driven</a:t>
            </a:r>
            <a:r>
              <a:rPr lang="en-GB" dirty="0"/>
              <a:t> – components react to and emit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Patterns help with </a:t>
            </a:r>
            <a:r>
              <a:rPr lang="en-GB" b="1" dirty="0"/>
              <a:t>maintainability, scalability, testability, and communication</a:t>
            </a:r>
            <a:r>
              <a:rPr lang="en-GB" dirty="0"/>
              <a:t>—because everyone on the team can say “we’re using a layered architecture” and immediately share a mental model of how the system is structured.</a:t>
            </a:r>
          </a:p>
        </p:txBody>
      </p:sp>
    </p:spTree>
    <p:extLst>
      <p:ext uri="{BB962C8B-B14F-4D97-AF65-F5344CB8AC3E}">
        <p14:creationId xmlns:p14="http://schemas.microsoft.com/office/powerpoint/2010/main" val="417190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Widescreen</PresentationFormat>
  <Paragraphs>47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Frank X Walsh</cp:lastModifiedBy>
  <cp:revision>3</cp:revision>
  <dcterms:created xsi:type="dcterms:W3CDTF">2024-12-02T11:39:27Z</dcterms:created>
  <dcterms:modified xsi:type="dcterms:W3CDTF">2025-11-24T09:53:44Z</dcterms:modified>
</cp:coreProperties>
</file>