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9" r:id="rId3"/>
    <p:sldId id="260" r:id="rId4"/>
    <p:sldId id="261" r:id="rId5"/>
    <p:sldId id="276" r:id="rId6"/>
    <p:sldId id="262" r:id="rId7"/>
    <p:sldId id="263" r:id="rId8"/>
    <p:sldId id="287" r:id="rId9"/>
    <p:sldId id="290" r:id="rId10"/>
    <p:sldId id="267" r:id="rId11"/>
    <p:sldId id="268" r:id="rId12"/>
    <p:sldId id="291" r:id="rId13"/>
    <p:sldId id="257" r:id="rId14"/>
    <p:sldId id="270" r:id="rId15"/>
    <p:sldId id="271" r:id="rId16"/>
    <p:sldId id="292" r:id="rId17"/>
    <p:sldId id="293" r:id="rId18"/>
    <p:sldId id="294" r:id="rId19"/>
    <p:sldId id="295" r:id="rId20"/>
    <p:sldId id="265" r:id="rId21"/>
    <p:sldId id="296" r:id="rId22"/>
    <p:sldId id="297" r:id="rId23"/>
    <p:sldId id="298" r:id="rId24"/>
    <p:sldId id="299" r:id="rId25"/>
    <p:sldId id="300" r:id="rId26"/>
    <p:sldId id="301" r:id="rId27"/>
    <p:sldId id="264" r:id="rId28"/>
    <p:sldId id="302" r:id="rId29"/>
    <p:sldId id="303" r:id="rId30"/>
    <p:sldId id="304" r:id="rId31"/>
    <p:sldId id="283" r:id="rId32"/>
    <p:sldId id="266" r:id="rId33"/>
    <p:sldId id="269" r:id="rId34"/>
    <p:sldId id="30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1" autoAdjust="0"/>
    <p:restoredTop sz="94660"/>
  </p:normalViewPr>
  <p:slideViewPr>
    <p:cSldViewPr snapToGrid="0">
      <p:cViewPr varScale="1">
        <p:scale>
          <a:sx n="113" d="100"/>
          <a:sy n="113" d="100"/>
        </p:scale>
        <p:origin x="19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svg"/><Relationship Id="rId16" Type="http://schemas.openxmlformats.org/officeDocument/2006/relationships/image" Target="../media/image49.svg"/><Relationship Id="rId1" Type="http://schemas.openxmlformats.org/officeDocument/2006/relationships/image" Target="../media/image34.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5.svg"/><Relationship Id="rId16" Type="http://schemas.openxmlformats.org/officeDocument/2006/relationships/image" Target="../media/image49.svg"/><Relationship Id="rId1" Type="http://schemas.openxmlformats.org/officeDocument/2006/relationships/image" Target="../media/image34.png"/><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 Id="rId14" Type="http://schemas.openxmlformats.org/officeDocument/2006/relationships/image" Target="../media/image4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CAF59-BC4B-4F8A-8F2A-B17AC4C6A196}"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4D1E79D-26EF-4EF6-B558-CA287D2110C3}">
      <dgm:prSet/>
      <dgm:spPr/>
      <dgm:t>
        <a:bodyPr/>
        <a:lstStyle/>
        <a:p>
          <a:pPr>
            <a:lnSpc>
              <a:spcPct val="100000"/>
            </a:lnSpc>
            <a:defRPr b="1"/>
          </a:pPr>
          <a:r>
            <a:rPr lang="en-US" dirty="0"/>
            <a:t>Similar API &amp; UI for all supported hardware &amp; devices</a:t>
          </a:r>
        </a:p>
      </dgm:t>
    </dgm:pt>
    <dgm:pt modelId="{1CC4E6B7-8D83-4C8D-BB37-8095024B3B44}" type="parTrans" cxnId="{9C88E0E0-11E7-4EEB-A61A-91498B752543}">
      <dgm:prSet/>
      <dgm:spPr/>
      <dgm:t>
        <a:bodyPr/>
        <a:lstStyle/>
        <a:p>
          <a:endParaRPr lang="en-US"/>
        </a:p>
      </dgm:t>
    </dgm:pt>
    <dgm:pt modelId="{6C08630E-2717-4AC4-A2A0-EE02B453614B}" type="sibTrans" cxnId="{9C88E0E0-11E7-4EEB-A61A-91498B752543}">
      <dgm:prSet/>
      <dgm:spPr/>
      <dgm:t>
        <a:bodyPr/>
        <a:lstStyle/>
        <a:p>
          <a:endParaRPr lang="en-US"/>
        </a:p>
      </dgm:t>
    </dgm:pt>
    <dgm:pt modelId="{14D27D12-CD0B-4B58-A706-59F3DA4AF9BA}">
      <dgm:prSet/>
      <dgm:spPr/>
      <dgm:t>
        <a:bodyPr/>
        <a:lstStyle/>
        <a:p>
          <a:pPr>
            <a:lnSpc>
              <a:spcPct val="100000"/>
            </a:lnSpc>
            <a:defRPr b="1"/>
          </a:pPr>
          <a:r>
            <a:rPr lang="en-US"/>
            <a:t>Connections/ Protocols:</a:t>
          </a:r>
          <a:endParaRPr lang="en-US" dirty="0"/>
        </a:p>
      </dgm:t>
    </dgm:pt>
    <dgm:pt modelId="{2C219104-66C0-4719-89C7-88D780479FE1}" type="parTrans" cxnId="{83E502E6-640D-4FB5-BDDE-6443764C5771}">
      <dgm:prSet/>
      <dgm:spPr/>
      <dgm:t>
        <a:bodyPr/>
        <a:lstStyle/>
        <a:p>
          <a:endParaRPr lang="en-US"/>
        </a:p>
      </dgm:t>
    </dgm:pt>
    <dgm:pt modelId="{FDDE8AA3-0C05-422B-9F6C-05DEF2FFB9C1}" type="sibTrans" cxnId="{83E502E6-640D-4FB5-BDDE-6443764C5771}">
      <dgm:prSet/>
      <dgm:spPr/>
      <dgm:t>
        <a:bodyPr/>
        <a:lstStyle/>
        <a:p>
          <a:endParaRPr lang="en-US"/>
        </a:p>
      </dgm:t>
    </dgm:pt>
    <dgm:pt modelId="{73C05FA7-CB37-4305-9101-43261F39E604}">
      <dgm:prSet/>
      <dgm:spPr/>
      <dgm:t>
        <a:bodyPr/>
        <a:lstStyle/>
        <a:p>
          <a:pPr>
            <a:lnSpc>
              <a:spcPct val="100000"/>
            </a:lnSpc>
          </a:pPr>
          <a:r>
            <a:rPr lang="en-US" dirty="0" err="1"/>
            <a:t>WiFi</a:t>
          </a:r>
          <a:endParaRPr lang="en-US" dirty="0"/>
        </a:p>
      </dgm:t>
    </dgm:pt>
    <dgm:pt modelId="{E7F8D838-35D8-436E-BFAD-3C7E56287F1F}" type="parTrans" cxnId="{CF63456F-6FBB-42D7-BD62-30FA08A93957}">
      <dgm:prSet/>
      <dgm:spPr/>
      <dgm:t>
        <a:bodyPr/>
        <a:lstStyle/>
        <a:p>
          <a:endParaRPr lang="en-US"/>
        </a:p>
      </dgm:t>
    </dgm:pt>
    <dgm:pt modelId="{7F7308D6-A8DD-4193-B968-27E0437D478C}" type="sibTrans" cxnId="{CF63456F-6FBB-42D7-BD62-30FA08A93957}">
      <dgm:prSet/>
      <dgm:spPr/>
      <dgm:t>
        <a:bodyPr/>
        <a:lstStyle/>
        <a:p>
          <a:endParaRPr lang="en-US"/>
        </a:p>
      </dgm:t>
    </dgm:pt>
    <dgm:pt modelId="{DE73CBF1-3283-47E2-B161-8506954C059A}">
      <dgm:prSet/>
      <dgm:spPr/>
      <dgm:t>
        <a:bodyPr/>
        <a:lstStyle/>
        <a:p>
          <a:pPr>
            <a:lnSpc>
              <a:spcPct val="100000"/>
            </a:lnSpc>
          </a:pPr>
          <a:r>
            <a:rPr lang="en-US"/>
            <a:t>Bluetooth and BLE</a:t>
          </a:r>
        </a:p>
      </dgm:t>
    </dgm:pt>
    <dgm:pt modelId="{F439DCC4-7D59-4375-865A-93E89234C2FD}" type="parTrans" cxnId="{E103E527-9538-435B-8D63-8C5B8CFCE377}">
      <dgm:prSet/>
      <dgm:spPr/>
      <dgm:t>
        <a:bodyPr/>
        <a:lstStyle/>
        <a:p>
          <a:endParaRPr lang="en-US"/>
        </a:p>
      </dgm:t>
    </dgm:pt>
    <dgm:pt modelId="{7B5C0033-C984-4422-8B6C-65010D122C98}" type="sibTrans" cxnId="{E103E527-9538-435B-8D63-8C5B8CFCE377}">
      <dgm:prSet/>
      <dgm:spPr/>
      <dgm:t>
        <a:bodyPr/>
        <a:lstStyle/>
        <a:p>
          <a:endParaRPr lang="en-US"/>
        </a:p>
      </dgm:t>
    </dgm:pt>
    <dgm:pt modelId="{5E1CBE60-BEA0-4F15-AD6E-841F0F7550ED}">
      <dgm:prSet/>
      <dgm:spPr/>
      <dgm:t>
        <a:bodyPr/>
        <a:lstStyle/>
        <a:p>
          <a:pPr>
            <a:lnSpc>
              <a:spcPct val="100000"/>
            </a:lnSpc>
          </a:pPr>
          <a:r>
            <a:rPr lang="en-US" dirty="0"/>
            <a:t>Ethernet</a:t>
          </a:r>
        </a:p>
      </dgm:t>
    </dgm:pt>
    <dgm:pt modelId="{FE7AC347-96AE-46A6-9B89-8DBCB60F9BDB}" type="parTrans" cxnId="{A13FF810-887A-46C7-81EA-DEB34E7E5EC6}">
      <dgm:prSet/>
      <dgm:spPr/>
      <dgm:t>
        <a:bodyPr/>
        <a:lstStyle/>
        <a:p>
          <a:endParaRPr lang="en-US"/>
        </a:p>
      </dgm:t>
    </dgm:pt>
    <dgm:pt modelId="{9726C976-F3AB-4286-ACD9-4A0B78189020}" type="sibTrans" cxnId="{A13FF810-887A-46C7-81EA-DEB34E7E5EC6}">
      <dgm:prSet/>
      <dgm:spPr/>
      <dgm:t>
        <a:bodyPr/>
        <a:lstStyle/>
        <a:p>
          <a:endParaRPr lang="en-US"/>
        </a:p>
      </dgm:t>
    </dgm:pt>
    <dgm:pt modelId="{F9C231E3-3833-4721-9FFE-9B160ED40E5F}">
      <dgm:prSet/>
      <dgm:spPr/>
      <dgm:t>
        <a:bodyPr/>
        <a:lstStyle/>
        <a:p>
          <a:pPr>
            <a:lnSpc>
              <a:spcPct val="100000"/>
            </a:lnSpc>
          </a:pPr>
          <a:r>
            <a:rPr lang="en-US"/>
            <a:t>USB (Serial)</a:t>
          </a:r>
        </a:p>
      </dgm:t>
    </dgm:pt>
    <dgm:pt modelId="{76FA48C7-4099-4524-998A-79F9CC39EFB8}" type="parTrans" cxnId="{FC59FDA5-457A-4714-8696-231608978541}">
      <dgm:prSet/>
      <dgm:spPr/>
      <dgm:t>
        <a:bodyPr/>
        <a:lstStyle/>
        <a:p>
          <a:endParaRPr lang="en-US"/>
        </a:p>
      </dgm:t>
    </dgm:pt>
    <dgm:pt modelId="{0FD60F0B-8CC2-481E-8B8E-A4B13AF9BAB2}" type="sibTrans" cxnId="{FC59FDA5-457A-4714-8696-231608978541}">
      <dgm:prSet/>
      <dgm:spPr/>
      <dgm:t>
        <a:bodyPr/>
        <a:lstStyle/>
        <a:p>
          <a:endParaRPr lang="en-US"/>
        </a:p>
      </dgm:t>
    </dgm:pt>
    <dgm:pt modelId="{A5C5C597-9F44-409D-86B6-B651D92EDF99}">
      <dgm:prSet/>
      <dgm:spPr/>
      <dgm:t>
        <a:bodyPr/>
        <a:lstStyle/>
        <a:p>
          <a:pPr>
            <a:lnSpc>
              <a:spcPct val="100000"/>
            </a:lnSpc>
          </a:pPr>
          <a:r>
            <a:rPr lang="en-US"/>
            <a:t>GSM</a:t>
          </a:r>
        </a:p>
      </dgm:t>
    </dgm:pt>
    <dgm:pt modelId="{C6DE4141-FFC6-4B1F-9406-7C28AB787EDE}" type="parTrans" cxnId="{448B099F-196C-4EA6-8F2D-9C7F432A45C9}">
      <dgm:prSet/>
      <dgm:spPr/>
      <dgm:t>
        <a:bodyPr/>
        <a:lstStyle/>
        <a:p>
          <a:endParaRPr lang="en-US"/>
        </a:p>
      </dgm:t>
    </dgm:pt>
    <dgm:pt modelId="{4E115AA7-7D38-45E6-A4AF-7C4907931AF1}" type="sibTrans" cxnId="{448B099F-196C-4EA6-8F2D-9C7F432A45C9}">
      <dgm:prSet/>
      <dgm:spPr/>
      <dgm:t>
        <a:bodyPr/>
        <a:lstStyle/>
        <a:p>
          <a:endParaRPr lang="en-US"/>
        </a:p>
      </dgm:t>
    </dgm:pt>
    <dgm:pt modelId="{1AB7C54D-3F21-48E6-B941-2897E82BFB2B}">
      <dgm:prSet/>
      <dgm:spPr/>
      <dgm:t>
        <a:bodyPr/>
        <a:lstStyle/>
        <a:p>
          <a:pPr>
            <a:lnSpc>
              <a:spcPct val="100000"/>
            </a:lnSpc>
          </a:pPr>
          <a:r>
            <a:rPr lang="en-US"/>
            <a:t>…</a:t>
          </a:r>
        </a:p>
      </dgm:t>
    </dgm:pt>
    <dgm:pt modelId="{E1F9FA82-C863-4973-8B7C-CF2A2FE0D57F}" type="parTrans" cxnId="{73BFB475-F47F-42FC-84C9-5DF80BCB6436}">
      <dgm:prSet/>
      <dgm:spPr/>
      <dgm:t>
        <a:bodyPr/>
        <a:lstStyle/>
        <a:p>
          <a:endParaRPr lang="en-US"/>
        </a:p>
      </dgm:t>
    </dgm:pt>
    <dgm:pt modelId="{C53B8669-732A-4FB1-A858-ECA07F43ECE0}" type="sibTrans" cxnId="{73BFB475-F47F-42FC-84C9-5DF80BCB6436}">
      <dgm:prSet/>
      <dgm:spPr/>
      <dgm:t>
        <a:bodyPr/>
        <a:lstStyle/>
        <a:p>
          <a:endParaRPr lang="en-US"/>
        </a:p>
      </dgm:t>
    </dgm:pt>
    <dgm:pt modelId="{D600B8E6-5F65-4BA7-8253-2A2C4B5C362D}">
      <dgm:prSet/>
      <dgm:spPr/>
      <dgm:t>
        <a:bodyPr/>
        <a:lstStyle/>
        <a:p>
          <a:pPr>
            <a:lnSpc>
              <a:spcPct val="100000"/>
            </a:lnSpc>
            <a:defRPr b="1"/>
          </a:pPr>
          <a:r>
            <a:rPr lang="en-US"/>
            <a:t>Set of easy-to-use Widgets</a:t>
          </a:r>
        </a:p>
      </dgm:t>
    </dgm:pt>
    <dgm:pt modelId="{D42ABE30-034A-4459-A7CF-0EB35E2E47A6}" type="parTrans" cxnId="{E67C5436-F1C4-4521-BF17-30CCD84EA3A0}">
      <dgm:prSet/>
      <dgm:spPr/>
      <dgm:t>
        <a:bodyPr/>
        <a:lstStyle/>
        <a:p>
          <a:endParaRPr lang="en-US"/>
        </a:p>
      </dgm:t>
    </dgm:pt>
    <dgm:pt modelId="{D6D6393F-2ABA-4E5C-9E9C-AD00265DC3D8}" type="sibTrans" cxnId="{E67C5436-F1C4-4521-BF17-30CCD84EA3A0}">
      <dgm:prSet/>
      <dgm:spPr/>
      <dgm:t>
        <a:bodyPr/>
        <a:lstStyle/>
        <a:p>
          <a:endParaRPr lang="en-US"/>
        </a:p>
      </dgm:t>
    </dgm:pt>
    <dgm:pt modelId="{6E5DA0EA-F199-4BC4-8582-6BB46A86802F}">
      <dgm:prSet/>
      <dgm:spPr/>
      <dgm:t>
        <a:bodyPr/>
        <a:lstStyle/>
        <a:p>
          <a:pPr>
            <a:lnSpc>
              <a:spcPct val="100000"/>
            </a:lnSpc>
            <a:defRPr b="1"/>
          </a:pPr>
          <a:r>
            <a:rPr lang="en-US" dirty="0"/>
            <a:t>Connect device with no code writing</a:t>
          </a:r>
        </a:p>
      </dgm:t>
    </dgm:pt>
    <dgm:pt modelId="{0AD4BB0E-F415-43F5-988E-6A2AF72AC1A0}" type="parTrans" cxnId="{E81937E3-818D-4770-B86F-61759BDC45E6}">
      <dgm:prSet/>
      <dgm:spPr/>
      <dgm:t>
        <a:bodyPr/>
        <a:lstStyle/>
        <a:p>
          <a:endParaRPr lang="en-US"/>
        </a:p>
      </dgm:t>
    </dgm:pt>
    <dgm:pt modelId="{8E7B0823-B66D-43E8-AF61-B32A84B38BCF}" type="sibTrans" cxnId="{E81937E3-818D-4770-B86F-61759BDC45E6}">
      <dgm:prSet/>
      <dgm:spPr/>
      <dgm:t>
        <a:bodyPr/>
        <a:lstStyle/>
        <a:p>
          <a:endParaRPr lang="en-US"/>
        </a:p>
      </dgm:t>
    </dgm:pt>
    <dgm:pt modelId="{81781A26-BFCA-4516-B63F-81975E43084A}">
      <dgm:prSet/>
      <dgm:spPr/>
      <dgm:t>
        <a:bodyPr/>
        <a:lstStyle/>
        <a:p>
          <a:pPr>
            <a:lnSpc>
              <a:spcPct val="100000"/>
            </a:lnSpc>
            <a:defRPr b="1"/>
          </a:pPr>
          <a:r>
            <a:rPr lang="en-US" dirty="0"/>
            <a:t>Easy to integrate and add new functionality using virtual pins</a:t>
          </a:r>
        </a:p>
      </dgm:t>
    </dgm:pt>
    <dgm:pt modelId="{0AEDE225-2260-4261-85F6-C6212D250827}" type="parTrans" cxnId="{02914F2E-89BF-44B2-AD70-3538A1A0A75E}">
      <dgm:prSet/>
      <dgm:spPr/>
      <dgm:t>
        <a:bodyPr/>
        <a:lstStyle/>
        <a:p>
          <a:endParaRPr lang="en-US"/>
        </a:p>
      </dgm:t>
    </dgm:pt>
    <dgm:pt modelId="{6526ECF9-9E60-408F-9A21-CEBEBDF613EA}" type="sibTrans" cxnId="{02914F2E-89BF-44B2-AD70-3538A1A0A75E}">
      <dgm:prSet/>
      <dgm:spPr/>
      <dgm:t>
        <a:bodyPr/>
        <a:lstStyle/>
        <a:p>
          <a:endParaRPr lang="en-US"/>
        </a:p>
      </dgm:t>
    </dgm:pt>
    <dgm:pt modelId="{0E631A68-446A-44E8-AFF0-C7BE590121CF}">
      <dgm:prSet/>
      <dgm:spPr/>
      <dgm:t>
        <a:bodyPr/>
        <a:lstStyle/>
        <a:p>
          <a:pPr>
            <a:lnSpc>
              <a:spcPct val="100000"/>
            </a:lnSpc>
            <a:defRPr b="1"/>
          </a:pPr>
          <a:r>
            <a:rPr lang="en-US" dirty="0"/>
            <a:t>History data monitoring via </a:t>
          </a:r>
          <a:r>
            <a:rPr lang="en-US" dirty="0" err="1"/>
            <a:t>SuperChart</a:t>
          </a:r>
          <a:r>
            <a:rPr lang="en-US" dirty="0"/>
            <a:t> widget</a:t>
          </a:r>
        </a:p>
      </dgm:t>
    </dgm:pt>
    <dgm:pt modelId="{804A3FCE-B59E-47A3-A7B4-C9E1D997AC6F}" type="parTrans" cxnId="{1254676A-4A15-4F4D-8093-DD9DD7BF702D}">
      <dgm:prSet/>
      <dgm:spPr/>
      <dgm:t>
        <a:bodyPr/>
        <a:lstStyle/>
        <a:p>
          <a:endParaRPr lang="en-US"/>
        </a:p>
      </dgm:t>
    </dgm:pt>
    <dgm:pt modelId="{FF5E4717-776F-41EE-9F42-0081E1455915}" type="sibTrans" cxnId="{1254676A-4A15-4F4D-8093-DD9DD7BF702D}">
      <dgm:prSet/>
      <dgm:spPr/>
      <dgm:t>
        <a:bodyPr/>
        <a:lstStyle/>
        <a:p>
          <a:endParaRPr lang="en-US"/>
        </a:p>
      </dgm:t>
    </dgm:pt>
    <dgm:pt modelId="{3E9F8992-EBDC-4E0D-9B52-2057F9BD7B7A}">
      <dgm:prSet/>
      <dgm:spPr/>
      <dgm:t>
        <a:bodyPr/>
        <a:lstStyle/>
        <a:p>
          <a:pPr>
            <a:lnSpc>
              <a:spcPct val="100000"/>
            </a:lnSpc>
            <a:defRPr b="1"/>
          </a:pPr>
          <a:r>
            <a:rPr lang="en-US" dirty="0"/>
            <a:t>Device-to-Device communication using Bridge Widget</a:t>
          </a:r>
        </a:p>
      </dgm:t>
    </dgm:pt>
    <dgm:pt modelId="{482A7B87-2A13-4EE8-9348-C1E5EA95608A}" type="parTrans" cxnId="{7FE35B07-B899-422B-921F-2A8B31B1C43C}">
      <dgm:prSet/>
      <dgm:spPr/>
      <dgm:t>
        <a:bodyPr/>
        <a:lstStyle/>
        <a:p>
          <a:endParaRPr lang="en-US"/>
        </a:p>
      </dgm:t>
    </dgm:pt>
    <dgm:pt modelId="{DBC8BD05-9239-4E5C-8F7D-478B762415B3}" type="sibTrans" cxnId="{7FE35B07-B899-422B-921F-2A8B31B1C43C}">
      <dgm:prSet/>
      <dgm:spPr/>
      <dgm:t>
        <a:bodyPr/>
        <a:lstStyle/>
        <a:p>
          <a:endParaRPr lang="en-US"/>
        </a:p>
      </dgm:t>
    </dgm:pt>
    <dgm:pt modelId="{3FA960E4-08A4-46EA-8F69-0E1C455DF96F}">
      <dgm:prSet/>
      <dgm:spPr/>
      <dgm:t>
        <a:bodyPr/>
        <a:lstStyle/>
        <a:p>
          <a:pPr>
            <a:lnSpc>
              <a:spcPct val="100000"/>
            </a:lnSpc>
            <a:defRPr b="1"/>
          </a:pPr>
          <a:r>
            <a:rPr lang="en-US" dirty="0"/>
            <a:t>Sending emails, tweets, push notifications,</a:t>
          </a:r>
        </a:p>
      </dgm:t>
    </dgm:pt>
    <dgm:pt modelId="{BB1FB30A-ED9D-4D0F-9AB6-99C5EC957CD0}" type="parTrans" cxnId="{8510FBD3-AF6C-456A-A6BF-52416D5E454D}">
      <dgm:prSet/>
      <dgm:spPr/>
      <dgm:t>
        <a:bodyPr/>
        <a:lstStyle/>
        <a:p>
          <a:endParaRPr lang="en-US"/>
        </a:p>
      </dgm:t>
    </dgm:pt>
    <dgm:pt modelId="{ED141D53-B7E6-46F3-ABC4-9EEAD5299A1A}" type="sibTrans" cxnId="{8510FBD3-AF6C-456A-A6BF-52416D5E454D}">
      <dgm:prSet/>
      <dgm:spPr/>
      <dgm:t>
        <a:bodyPr/>
        <a:lstStyle/>
        <a:p>
          <a:endParaRPr lang="en-US"/>
        </a:p>
      </dgm:t>
    </dgm:pt>
    <dgm:pt modelId="{67302401-5888-41E8-81A0-E86E04A76583}" type="pres">
      <dgm:prSet presAssocID="{92ACAF59-BC4B-4F8A-8F2A-B17AC4C6A196}" presName="root" presStyleCnt="0">
        <dgm:presLayoutVars>
          <dgm:dir/>
          <dgm:resizeHandles val="exact"/>
        </dgm:presLayoutVars>
      </dgm:prSet>
      <dgm:spPr/>
    </dgm:pt>
    <dgm:pt modelId="{CAAB6262-FA6C-4562-9FC2-1EDFCEA0912D}" type="pres">
      <dgm:prSet presAssocID="{14D1E79D-26EF-4EF6-B558-CA287D2110C3}" presName="compNode" presStyleCnt="0"/>
      <dgm:spPr/>
    </dgm:pt>
    <dgm:pt modelId="{4C0E783A-B412-4EE1-AC6F-680BD34E524C}" type="pres">
      <dgm:prSet presAssocID="{14D1E79D-26EF-4EF6-B558-CA287D2110C3}"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716D212-37ED-422F-AB58-8127EDA70298}" type="pres">
      <dgm:prSet presAssocID="{14D1E79D-26EF-4EF6-B558-CA287D2110C3}" presName="iconSpace" presStyleCnt="0"/>
      <dgm:spPr/>
    </dgm:pt>
    <dgm:pt modelId="{0FEA9AD9-11CE-466F-A489-5E1AD4DA6CA5}" type="pres">
      <dgm:prSet presAssocID="{14D1E79D-26EF-4EF6-B558-CA287D2110C3}" presName="parTx" presStyleLbl="revTx" presStyleIdx="0" presStyleCnt="16">
        <dgm:presLayoutVars>
          <dgm:chMax val="0"/>
          <dgm:chPref val="0"/>
        </dgm:presLayoutVars>
      </dgm:prSet>
      <dgm:spPr/>
    </dgm:pt>
    <dgm:pt modelId="{9C748025-A6F1-4581-8937-B2F0A73AA1EC}" type="pres">
      <dgm:prSet presAssocID="{14D1E79D-26EF-4EF6-B558-CA287D2110C3}" presName="txSpace" presStyleCnt="0"/>
      <dgm:spPr/>
    </dgm:pt>
    <dgm:pt modelId="{E1C5208C-EAE4-452D-AF8B-084EB9702C1F}" type="pres">
      <dgm:prSet presAssocID="{14D1E79D-26EF-4EF6-B558-CA287D2110C3}" presName="desTx" presStyleLbl="revTx" presStyleIdx="1" presStyleCnt="16">
        <dgm:presLayoutVars/>
      </dgm:prSet>
      <dgm:spPr/>
    </dgm:pt>
    <dgm:pt modelId="{3388B3C4-E489-459B-83AD-86E59A60E889}" type="pres">
      <dgm:prSet presAssocID="{6C08630E-2717-4AC4-A2A0-EE02B453614B}" presName="sibTrans" presStyleCnt="0"/>
      <dgm:spPr/>
    </dgm:pt>
    <dgm:pt modelId="{91CAA8A0-17DC-401E-A9F0-61ABAE2A4115}" type="pres">
      <dgm:prSet presAssocID="{14D27D12-CD0B-4B58-A706-59F3DA4AF9BA}" presName="compNode" presStyleCnt="0"/>
      <dgm:spPr/>
    </dgm:pt>
    <dgm:pt modelId="{0C04955D-C2ED-4320-8BDF-CB53BF66A00A}" type="pres">
      <dgm:prSet presAssocID="{14D27D12-CD0B-4B58-A706-59F3DA4AF9BA}"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Fi"/>
        </a:ext>
      </dgm:extLst>
    </dgm:pt>
    <dgm:pt modelId="{D160C1FE-D15C-4FF4-B358-B5C585CF849B}" type="pres">
      <dgm:prSet presAssocID="{14D27D12-CD0B-4B58-A706-59F3DA4AF9BA}" presName="iconSpace" presStyleCnt="0"/>
      <dgm:spPr/>
    </dgm:pt>
    <dgm:pt modelId="{4FA9B755-3F59-4299-9AA3-6464791E5131}" type="pres">
      <dgm:prSet presAssocID="{14D27D12-CD0B-4B58-A706-59F3DA4AF9BA}" presName="parTx" presStyleLbl="revTx" presStyleIdx="2" presStyleCnt="16" custScaleY="41973" custLinFactNeighborX="-1476" custLinFactNeighborY="-30046">
        <dgm:presLayoutVars>
          <dgm:chMax val="0"/>
          <dgm:chPref val="0"/>
        </dgm:presLayoutVars>
      </dgm:prSet>
      <dgm:spPr/>
    </dgm:pt>
    <dgm:pt modelId="{68E7450E-4C73-4492-B139-D5D990D2DFBA}" type="pres">
      <dgm:prSet presAssocID="{14D27D12-CD0B-4B58-A706-59F3DA4AF9BA}" presName="txSpace" presStyleCnt="0"/>
      <dgm:spPr/>
    </dgm:pt>
    <dgm:pt modelId="{D4AB86B0-D3DB-4590-A2B3-F4B1067FD92C}" type="pres">
      <dgm:prSet presAssocID="{14D27D12-CD0B-4B58-A706-59F3DA4AF9BA}" presName="desTx" presStyleLbl="revTx" presStyleIdx="3" presStyleCnt="16">
        <dgm:presLayoutVars/>
      </dgm:prSet>
      <dgm:spPr/>
    </dgm:pt>
    <dgm:pt modelId="{C8DEDA6C-1E3E-4B70-A915-F7802A87D210}" type="pres">
      <dgm:prSet presAssocID="{FDDE8AA3-0C05-422B-9F6C-05DEF2FFB9C1}" presName="sibTrans" presStyleCnt="0"/>
      <dgm:spPr/>
    </dgm:pt>
    <dgm:pt modelId="{B52B838F-7505-4748-B4FA-E5CC6B8414B5}" type="pres">
      <dgm:prSet presAssocID="{D600B8E6-5F65-4BA7-8253-2A2C4B5C362D}" presName="compNode" presStyleCnt="0"/>
      <dgm:spPr/>
    </dgm:pt>
    <dgm:pt modelId="{46C6FD20-5616-4B81-A410-4D010ADD8730}" type="pres">
      <dgm:prSet presAssocID="{D600B8E6-5F65-4BA7-8253-2A2C4B5C362D}"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E48289FC-A6AF-4AB5-9334-E546A860FD2D}" type="pres">
      <dgm:prSet presAssocID="{D600B8E6-5F65-4BA7-8253-2A2C4B5C362D}" presName="iconSpace" presStyleCnt="0"/>
      <dgm:spPr/>
    </dgm:pt>
    <dgm:pt modelId="{54270979-CDA1-4193-B45F-11B96C0D47FB}" type="pres">
      <dgm:prSet presAssocID="{D600B8E6-5F65-4BA7-8253-2A2C4B5C362D}" presName="parTx" presStyleLbl="revTx" presStyleIdx="4" presStyleCnt="16">
        <dgm:presLayoutVars>
          <dgm:chMax val="0"/>
          <dgm:chPref val="0"/>
        </dgm:presLayoutVars>
      </dgm:prSet>
      <dgm:spPr/>
    </dgm:pt>
    <dgm:pt modelId="{3132EB16-6AA3-4A01-BE94-C681CAFECDDD}" type="pres">
      <dgm:prSet presAssocID="{D600B8E6-5F65-4BA7-8253-2A2C4B5C362D}" presName="txSpace" presStyleCnt="0"/>
      <dgm:spPr/>
    </dgm:pt>
    <dgm:pt modelId="{1AFE9E94-41E8-48F9-BE9E-7E24E754C8C1}" type="pres">
      <dgm:prSet presAssocID="{D600B8E6-5F65-4BA7-8253-2A2C4B5C362D}" presName="desTx" presStyleLbl="revTx" presStyleIdx="5" presStyleCnt="16">
        <dgm:presLayoutVars/>
      </dgm:prSet>
      <dgm:spPr/>
    </dgm:pt>
    <dgm:pt modelId="{CA8AFBED-32CD-4FD3-909C-893FAD30EF50}" type="pres">
      <dgm:prSet presAssocID="{D6D6393F-2ABA-4E5C-9E9C-AD00265DC3D8}" presName="sibTrans" presStyleCnt="0"/>
      <dgm:spPr/>
    </dgm:pt>
    <dgm:pt modelId="{DBBBB0F8-0CE9-4290-A3C4-8655A44F6E5F}" type="pres">
      <dgm:prSet presAssocID="{6E5DA0EA-F199-4BC4-8582-6BB46A86802F}" presName="compNode" presStyleCnt="0"/>
      <dgm:spPr/>
    </dgm:pt>
    <dgm:pt modelId="{5E6E0DF3-129C-45B8-AF6A-2B9F9EF386BF}" type="pres">
      <dgm:prSet presAssocID="{6E5DA0EA-F199-4BC4-8582-6BB46A86802F}"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ose"/>
        </a:ext>
      </dgm:extLst>
    </dgm:pt>
    <dgm:pt modelId="{007CC328-E7A7-4FB0-A7DA-2A4ABDB0B70F}" type="pres">
      <dgm:prSet presAssocID="{6E5DA0EA-F199-4BC4-8582-6BB46A86802F}" presName="iconSpace" presStyleCnt="0"/>
      <dgm:spPr/>
    </dgm:pt>
    <dgm:pt modelId="{C8CC36B0-982E-4B57-9064-502CE8B05EF6}" type="pres">
      <dgm:prSet presAssocID="{6E5DA0EA-F199-4BC4-8582-6BB46A86802F}" presName="parTx" presStyleLbl="revTx" presStyleIdx="6" presStyleCnt="16">
        <dgm:presLayoutVars>
          <dgm:chMax val="0"/>
          <dgm:chPref val="0"/>
        </dgm:presLayoutVars>
      </dgm:prSet>
      <dgm:spPr/>
    </dgm:pt>
    <dgm:pt modelId="{C266BBBF-6907-43E0-99F7-3F6FD4A0081F}" type="pres">
      <dgm:prSet presAssocID="{6E5DA0EA-F199-4BC4-8582-6BB46A86802F}" presName="txSpace" presStyleCnt="0"/>
      <dgm:spPr/>
    </dgm:pt>
    <dgm:pt modelId="{F335ED8E-F427-41E4-A01F-CB7711FACFBA}" type="pres">
      <dgm:prSet presAssocID="{6E5DA0EA-F199-4BC4-8582-6BB46A86802F}" presName="desTx" presStyleLbl="revTx" presStyleIdx="7" presStyleCnt="16">
        <dgm:presLayoutVars/>
      </dgm:prSet>
      <dgm:spPr/>
    </dgm:pt>
    <dgm:pt modelId="{26189140-D5B3-4ADA-8812-D017C8774617}" type="pres">
      <dgm:prSet presAssocID="{8E7B0823-B66D-43E8-AF61-B32A84B38BCF}" presName="sibTrans" presStyleCnt="0"/>
      <dgm:spPr/>
    </dgm:pt>
    <dgm:pt modelId="{7AE7BCE5-3B39-4B0C-90DE-67F8688D05EE}" type="pres">
      <dgm:prSet presAssocID="{81781A26-BFCA-4516-B63F-81975E43084A}" presName="compNode" presStyleCnt="0"/>
      <dgm:spPr/>
    </dgm:pt>
    <dgm:pt modelId="{15D17A25-DB0E-40FA-9417-949BF9E01F7D}" type="pres">
      <dgm:prSet presAssocID="{81781A26-BFCA-4516-B63F-81975E43084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ock"/>
        </a:ext>
      </dgm:extLst>
    </dgm:pt>
    <dgm:pt modelId="{B2DF3BFB-70BE-4021-8176-89E00BD9FBC9}" type="pres">
      <dgm:prSet presAssocID="{81781A26-BFCA-4516-B63F-81975E43084A}" presName="iconSpace" presStyleCnt="0"/>
      <dgm:spPr/>
    </dgm:pt>
    <dgm:pt modelId="{255C55EA-E536-4A15-ACC6-A6C3FAD5F3EB}" type="pres">
      <dgm:prSet presAssocID="{81781A26-BFCA-4516-B63F-81975E43084A}" presName="parTx" presStyleLbl="revTx" presStyleIdx="8" presStyleCnt="16">
        <dgm:presLayoutVars>
          <dgm:chMax val="0"/>
          <dgm:chPref val="0"/>
        </dgm:presLayoutVars>
      </dgm:prSet>
      <dgm:spPr/>
    </dgm:pt>
    <dgm:pt modelId="{FCB78274-24ED-44C3-A19A-79962918CE7F}" type="pres">
      <dgm:prSet presAssocID="{81781A26-BFCA-4516-B63F-81975E43084A}" presName="txSpace" presStyleCnt="0"/>
      <dgm:spPr/>
    </dgm:pt>
    <dgm:pt modelId="{0E12429D-A5ED-4915-A2A3-605B73563120}" type="pres">
      <dgm:prSet presAssocID="{81781A26-BFCA-4516-B63F-81975E43084A}" presName="desTx" presStyleLbl="revTx" presStyleIdx="9" presStyleCnt="16">
        <dgm:presLayoutVars/>
      </dgm:prSet>
      <dgm:spPr/>
    </dgm:pt>
    <dgm:pt modelId="{1035456B-847E-4DEC-B48E-B7A241632471}" type="pres">
      <dgm:prSet presAssocID="{6526ECF9-9E60-408F-9A21-CEBEBDF613EA}" presName="sibTrans" presStyleCnt="0"/>
      <dgm:spPr/>
    </dgm:pt>
    <dgm:pt modelId="{5F7717B9-8376-40ED-8F76-AA169C78BB7C}" type="pres">
      <dgm:prSet presAssocID="{0E631A68-446A-44E8-AFF0-C7BE590121CF}" presName="compNode" presStyleCnt="0"/>
      <dgm:spPr/>
    </dgm:pt>
    <dgm:pt modelId="{FFFE0D8F-8713-4700-82C6-15E6F41C8E4A}" type="pres">
      <dgm:prSet presAssocID="{0E631A68-446A-44E8-AFF0-C7BE590121CF}"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atabase"/>
        </a:ext>
      </dgm:extLst>
    </dgm:pt>
    <dgm:pt modelId="{5D5FBFAF-B5A0-4FFA-85BE-5C340CCA5209}" type="pres">
      <dgm:prSet presAssocID="{0E631A68-446A-44E8-AFF0-C7BE590121CF}" presName="iconSpace" presStyleCnt="0"/>
      <dgm:spPr/>
    </dgm:pt>
    <dgm:pt modelId="{B89D2C73-D942-4984-A3FB-65D62E512042}" type="pres">
      <dgm:prSet presAssocID="{0E631A68-446A-44E8-AFF0-C7BE590121CF}" presName="parTx" presStyleLbl="revTx" presStyleIdx="10" presStyleCnt="16">
        <dgm:presLayoutVars>
          <dgm:chMax val="0"/>
          <dgm:chPref val="0"/>
        </dgm:presLayoutVars>
      </dgm:prSet>
      <dgm:spPr/>
    </dgm:pt>
    <dgm:pt modelId="{1BD1EC70-D37C-40F0-8CE1-0FA9F185C024}" type="pres">
      <dgm:prSet presAssocID="{0E631A68-446A-44E8-AFF0-C7BE590121CF}" presName="txSpace" presStyleCnt="0"/>
      <dgm:spPr/>
    </dgm:pt>
    <dgm:pt modelId="{9E7C8252-BEB6-4B7A-93CC-5196C8CE90E5}" type="pres">
      <dgm:prSet presAssocID="{0E631A68-446A-44E8-AFF0-C7BE590121CF}" presName="desTx" presStyleLbl="revTx" presStyleIdx="11" presStyleCnt="16">
        <dgm:presLayoutVars/>
      </dgm:prSet>
      <dgm:spPr/>
    </dgm:pt>
    <dgm:pt modelId="{9ABCE9B2-BB4E-4327-A13A-F20F614195C5}" type="pres">
      <dgm:prSet presAssocID="{FF5E4717-776F-41EE-9F42-0081E1455915}" presName="sibTrans" presStyleCnt="0"/>
      <dgm:spPr/>
    </dgm:pt>
    <dgm:pt modelId="{D1F4DBA2-42D9-41DA-9498-59D27F3800B8}" type="pres">
      <dgm:prSet presAssocID="{3E9F8992-EBDC-4E0D-9B52-2057F9BD7B7A}" presName="compNode" presStyleCnt="0"/>
      <dgm:spPr/>
    </dgm:pt>
    <dgm:pt modelId="{0D192F35-1EAA-4DD0-8BAF-EEF4744180C6}" type="pres">
      <dgm:prSet presAssocID="{3E9F8992-EBDC-4E0D-9B52-2057F9BD7B7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Smart Phone"/>
        </a:ext>
      </dgm:extLst>
    </dgm:pt>
    <dgm:pt modelId="{205A437E-11DB-40C3-9CAB-1209C4170143}" type="pres">
      <dgm:prSet presAssocID="{3E9F8992-EBDC-4E0D-9B52-2057F9BD7B7A}" presName="iconSpace" presStyleCnt="0"/>
      <dgm:spPr/>
    </dgm:pt>
    <dgm:pt modelId="{08E1B430-B4D2-4910-82A1-A21DEEDB4109}" type="pres">
      <dgm:prSet presAssocID="{3E9F8992-EBDC-4E0D-9B52-2057F9BD7B7A}" presName="parTx" presStyleLbl="revTx" presStyleIdx="12" presStyleCnt="16">
        <dgm:presLayoutVars>
          <dgm:chMax val="0"/>
          <dgm:chPref val="0"/>
        </dgm:presLayoutVars>
      </dgm:prSet>
      <dgm:spPr/>
    </dgm:pt>
    <dgm:pt modelId="{3B29FFA2-6082-4B32-A69C-BA5CA5E49811}" type="pres">
      <dgm:prSet presAssocID="{3E9F8992-EBDC-4E0D-9B52-2057F9BD7B7A}" presName="txSpace" presStyleCnt="0"/>
      <dgm:spPr/>
    </dgm:pt>
    <dgm:pt modelId="{59FE1019-6D56-404E-9E38-E9232AE742F9}" type="pres">
      <dgm:prSet presAssocID="{3E9F8992-EBDC-4E0D-9B52-2057F9BD7B7A}" presName="desTx" presStyleLbl="revTx" presStyleIdx="13" presStyleCnt="16">
        <dgm:presLayoutVars/>
      </dgm:prSet>
      <dgm:spPr/>
    </dgm:pt>
    <dgm:pt modelId="{830C3169-B2B1-474F-9607-EDE5D0DCC053}" type="pres">
      <dgm:prSet presAssocID="{DBC8BD05-9239-4E5C-8F7D-478B762415B3}" presName="sibTrans" presStyleCnt="0"/>
      <dgm:spPr/>
    </dgm:pt>
    <dgm:pt modelId="{96E998B6-7E37-4096-9BB5-B26FC88E920F}" type="pres">
      <dgm:prSet presAssocID="{3FA960E4-08A4-46EA-8F69-0E1C455DF96F}" presName="compNode" presStyleCnt="0"/>
      <dgm:spPr/>
    </dgm:pt>
    <dgm:pt modelId="{D3393561-1776-4C8D-BD0A-3388C9E25D0F}" type="pres">
      <dgm:prSet presAssocID="{3FA960E4-08A4-46EA-8F69-0E1C455DF96F}"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Envelope"/>
        </a:ext>
      </dgm:extLst>
    </dgm:pt>
    <dgm:pt modelId="{2DFEE486-9D7A-4C56-9A72-4B1B4B8C32B0}" type="pres">
      <dgm:prSet presAssocID="{3FA960E4-08A4-46EA-8F69-0E1C455DF96F}" presName="iconSpace" presStyleCnt="0"/>
      <dgm:spPr/>
    </dgm:pt>
    <dgm:pt modelId="{1BC9B650-A90B-49C4-B186-6C40E3E57771}" type="pres">
      <dgm:prSet presAssocID="{3FA960E4-08A4-46EA-8F69-0E1C455DF96F}" presName="parTx" presStyleLbl="revTx" presStyleIdx="14" presStyleCnt="16">
        <dgm:presLayoutVars>
          <dgm:chMax val="0"/>
          <dgm:chPref val="0"/>
        </dgm:presLayoutVars>
      </dgm:prSet>
      <dgm:spPr/>
    </dgm:pt>
    <dgm:pt modelId="{235CCDAE-9AB3-4390-A8E7-BBE43821656C}" type="pres">
      <dgm:prSet presAssocID="{3FA960E4-08A4-46EA-8F69-0E1C455DF96F}" presName="txSpace" presStyleCnt="0"/>
      <dgm:spPr/>
    </dgm:pt>
    <dgm:pt modelId="{F4FB4A18-7D58-4177-AB9B-08F276583224}" type="pres">
      <dgm:prSet presAssocID="{3FA960E4-08A4-46EA-8F69-0E1C455DF96F}" presName="desTx" presStyleLbl="revTx" presStyleIdx="15" presStyleCnt="16">
        <dgm:presLayoutVars/>
      </dgm:prSet>
      <dgm:spPr/>
    </dgm:pt>
  </dgm:ptLst>
  <dgm:cxnLst>
    <dgm:cxn modelId="{7FE35B07-B899-422B-921F-2A8B31B1C43C}" srcId="{92ACAF59-BC4B-4F8A-8F2A-B17AC4C6A196}" destId="{3E9F8992-EBDC-4E0D-9B52-2057F9BD7B7A}" srcOrd="6" destOrd="0" parTransId="{482A7B87-2A13-4EE8-9348-C1E5EA95608A}" sibTransId="{DBC8BD05-9239-4E5C-8F7D-478B762415B3}"/>
    <dgm:cxn modelId="{FBE4210A-FF75-4E2A-BB26-F18D868DC072}" type="presOf" srcId="{5E1CBE60-BEA0-4F15-AD6E-841F0F7550ED}" destId="{D4AB86B0-D3DB-4590-A2B3-F4B1067FD92C}" srcOrd="0" destOrd="2" presId="urn:microsoft.com/office/officeart/2018/2/layout/IconLabelDescriptionList"/>
    <dgm:cxn modelId="{E8479410-EC14-4ED0-B69B-E36A61A0DD11}" type="presOf" srcId="{3E9F8992-EBDC-4E0D-9B52-2057F9BD7B7A}" destId="{08E1B430-B4D2-4910-82A1-A21DEEDB4109}" srcOrd="0" destOrd="0" presId="urn:microsoft.com/office/officeart/2018/2/layout/IconLabelDescriptionList"/>
    <dgm:cxn modelId="{A13FF810-887A-46C7-81EA-DEB34E7E5EC6}" srcId="{14D27D12-CD0B-4B58-A706-59F3DA4AF9BA}" destId="{5E1CBE60-BEA0-4F15-AD6E-841F0F7550ED}" srcOrd="2" destOrd="0" parTransId="{FE7AC347-96AE-46A6-9B89-8DBCB60F9BDB}" sibTransId="{9726C976-F3AB-4286-ACD9-4A0B78189020}"/>
    <dgm:cxn modelId="{E103E527-9538-435B-8D63-8C5B8CFCE377}" srcId="{14D27D12-CD0B-4B58-A706-59F3DA4AF9BA}" destId="{DE73CBF1-3283-47E2-B161-8506954C059A}" srcOrd="1" destOrd="0" parTransId="{F439DCC4-7D59-4375-865A-93E89234C2FD}" sibTransId="{7B5C0033-C984-4422-8B6C-65010D122C98}"/>
    <dgm:cxn modelId="{02914F2E-89BF-44B2-AD70-3538A1A0A75E}" srcId="{92ACAF59-BC4B-4F8A-8F2A-B17AC4C6A196}" destId="{81781A26-BFCA-4516-B63F-81975E43084A}" srcOrd="4" destOrd="0" parTransId="{0AEDE225-2260-4261-85F6-C6212D250827}" sibTransId="{6526ECF9-9E60-408F-9A21-CEBEBDF613EA}"/>
    <dgm:cxn modelId="{1AF6D132-FE33-4BE3-B259-468D6650B024}" type="presOf" srcId="{14D27D12-CD0B-4B58-A706-59F3DA4AF9BA}" destId="{4FA9B755-3F59-4299-9AA3-6464791E5131}" srcOrd="0" destOrd="0" presId="urn:microsoft.com/office/officeart/2018/2/layout/IconLabelDescriptionList"/>
    <dgm:cxn modelId="{E67C5436-F1C4-4521-BF17-30CCD84EA3A0}" srcId="{92ACAF59-BC4B-4F8A-8F2A-B17AC4C6A196}" destId="{D600B8E6-5F65-4BA7-8253-2A2C4B5C362D}" srcOrd="2" destOrd="0" parTransId="{D42ABE30-034A-4459-A7CF-0EB35E2E47A6}" sibTransId="{D6D6393F-2ABA-4E5C-9E9C-AD00265DC3D8}"/>
    <dgm:cxn modelId="{3AF5973C-1B98-4D29-9D24-46C9C5367D43}" type="presOf" srcId="{F9C231E3-3833-4721-9FFE-9B160ED40E5F}" destId="{D4AB86B0-D3DB-4590-A2B3-F4B1067FD92C}" srcOrd="0" destOrd="3" presId="urn:microsoft.com/office/officeart/2018/2/layout/IconLabelDescriptionList"/>
    <dgm:cxn modelId="{B0964541-AE3D-4725-9FB7-29815A52202F}" type="presOf" srcId="{D600B8E6-5F65-4BA7-8253-2A2C4B5C362D}" destId="{54270979-CDA1-4193-B45F-11B96C0D47FB}" srcOrd="0" destOrd="0" presId="urn:microsoft.com/office/officeart/2018/2/layout/IconLabelDescriptionList"/>
    <dgm:cxn modelId="{1254676A-4A15-4F4D-8093-DD9DD7BF702D}" srcId="{92ACAF59-BC4B-4F8A-8F2A-B17AC4C6A196}" destId="{0E631A68-446A-44E8-AFF0-C7BE590121CF}" srcOrd="5" destOrd="0" parTransId="{804A3FCE-B59E-47A3-A7B4-C9E1D997AC6F}" sibTransId="{FF5E4717-776F-41EE-9F42-0081E1455915}"/>
    <dgm:cxn modelId="{C46F954D-1CD3-48F7-A803-821A45EF249F}" type="presOf" srcId="{92ACAF59-BC4B-4F8A-8F2A-B17AC4C6A196}" destId="{67302401-5888-41E8-81A0-E86E04A76583}" srcOrd="0" destOrd="0" presId="urn:microsoft.com/office/officeart/2018/2/layout/IconLabelDescriptionList"/>
    <dgm:cxn modelId="{CF63456F-6FBB-42D7-BD62-30FA08A93957}" srcId="{14D27D12-CD0B-4B58-A706-59F3DA4AF9BA}" destId="{73C05FA7-CB37-4305-9101-43261F39E604}" srcOrd="0" destOrd="0" parTransId="{E7F8D838-35D8-436E-BFAD-3C7E56287F1F}" sibTransId="{7F7308D6-A8DD-4193-B968-27E0437D478C}"/>
    <dgm:cxn modelId="{73BFB475-F47F-42FC-84C9-5DF80BCB6436}" srcId="{14D27D12-CD0B-4B58-A706-59F3DA4AF9BA}" destId="{1AB7C54D-3F21-48E6-B941-2897E82BFB2B}" srcOrd="5" destOrd="0" parTransId="{E1F9FA82-C863-4973-8B7C-CF2A2FE0D57F}" sibTransId="{C53B8669-732A-4FB1-A858-ECA07F43ECE0}"/>
    <dgm:cxn modelId="{88117158-D8D7-496E-820F-78ABF9371CE3}" type="presOf" srcId="{A5C5C597-9F44-409D-86B6-B651D92EDF99}" destId="{D4AB86B0-D3DB-4590-A2B3-F4B1067FD92C}" srcOrd="0" destOrd="4" presId="urn:microsoft.com/office/officeart/2018/2/layout/IconLabelDescriptionList"/>
    <dgm:cxn modelId="{448B099F-196C-4EA6-8F2D-9C7F432A45C9}" srcId="{14D27D12-CD0B-4B58-A706-59F3DA4AF9BA}" destId="{A5C5C597-9F44-409D-86B6-B651D92EDF99}" srcOrd="4" destOrd="0" parTransId="{C6DE4141-FFC6-4B1F-9406-7C28AB787EDE}" sibTransId="{4E115AA7-7D38-45E6-A4AF-7C4907931AF1}"/>
    <dgm:cxn modelId="{6F6025A0-BA23-42CE-AC64-FB065C62B166}" type="presOf" srcId="{81781A26-BFCA-4516-B63F-81975E43084A}" destId="{255C55EA-E536-4A15-ACC6-A6C3FAD5F3EB}" srcOrd="0" destOrd="0" presId="urn:microsoft.com/office/officeart/2018/2/layout/IconLabelDescriptionList"/>
    <dgm:cxn modelId="{FC59FDA5-457A-4714-8696-231608978541}" srcId="{14D27D12-CD0B-4B58-A706-59F3DA4AF9BA}" destId="{F9C231E3-3833-4721-9FFE-9B160ED40E5F}" srcOrd="3" destOrd="0" parTransId="{76FA48C7-4099-4524-998A-79F9CC39EFB8}" sibTransId="{0FD60F0B-8CC2-481E-8B8E-A4B13AF9BAB2}"/>
    <dgm:cxn modelId="{2FE182B6-9BE5-4B03-8B02-116B81AE0309}" type="presOf" srcId="{0E631A68-446A-44E8-AFF0-C7BE590121CF}" destId="{B89D2C73-D942-4984-A3FB-65D62E512042}" srcOrd="0" destOrd="0" presId="urn:microsoft.com/office/officeart/2018/2/layout/IconLabelDescriptionList"/>
    <dgm:cxn modelId="{91596CBF-E870-4668-AD63-40DFAFC2A5F4}" type="presOf" srcId="{DE73CBF1-3283-47E2-B161-8506954C059A}" destId="{D4AB86B0-D3DB-4590-A2B3-F4B1067FD92C}" srcOrd="0" destOrd="1" presId="urn:microsoft.com/office/officeart/2018/2/layout/IconLabelDescriptionList"/>
    <dgm:cxn modelId="{EBDAC2C2-E9A6-49F3-BE1F-7750F6BDBF4A}" type="presOf" srcId="{1AB7C54D-3F21-48E6-B941-2897E82BFB2B}" destId="{D4AB86B0-D3DB-4590-A2B3-F4B1067FD92C}" srcOrd="0" destOrd="5" presId="urn:microsoft.com/office/officeart/2018/2/layout/IconLabelDescriptionList"/>
    <dgm:cxn modelId="{99EAFEC7-C588-4636-BA9A-C7B1D8571529}" type="presOf" srcId="{3FA960E4-08A4-46EA-8F69-0E1C455DF96F}" destId="{1BC9B650-A90B-49C4-B186-6C40E3E57771}" srcOrd="0" destOrd="0" presId="urn:microsoft.com/office/officeart/2018/2/layout/IconLabelDescriptionList"/>
    <dgm:cxn modelId="{8510FBD3-AF6C-456A-A6BF-52416D5E454D}" srcId="{92ACAF59-BC4B-4F8A-8F2A-B17AC4C6A196}" destId="{3FA960E4-08A4-46EA-8F69-0E1C455DF96F}" srcOrd="7" destOrd="0" parTransId="{BB1FB30A-ED9D-4D0F-9AB6-99C5EC957CD0}" sibTransId="{ED141D53-B7E6-46F3-ABC4-9EEAD5299A1A}"/>
    <dgm:cxn modelId="{1686A3D5-7CAD-4D31-BD97-D0AC346969E9}" type="presOf" srcId="{14D1E79D-26EF-4EF6-B558-CA287D2110C3}" destId="{0FEA9AD9-11CE-466F-A489-5E1AD4DA6CA5}" srcOrd="0" destOrd="0" presId="urn:microsoft.com/office/officeart/2018/2/layout/IconLabelDescriptionList"/>
    <dgm:cxn modelId="{9C88E0E0-11E7-4EEB-A61A-91498B752543}" srcId="{92ACAF59-BC4B-4F8A-8F2A-B17AC4C6A196}" destId="{14D1E79D-26EF-4EF6-B558-CA287D2110C3}" srcOrd="0" destOrd="0" parTransId="{1CC4E6B7-8D83-4C8D-BB37-8095024B3B44}" sibTransId="{6C08630E-2717-4AC4-A2A0-EE02B453614B}"/>
    <dgm:cxn modelId="{E81937E3-818D-4770-B86F-61759BDC45E6}" srcId="{92ACAF59-BC4B-4F8A-8F2A-B17AC4C6A196}" destId="{6E5DA0EA-F199-4BC4-8582-6BB46A86802F}" srcOrd="3" destOrd="0" parTransId="{0AD4BB0E-F415-43F5-988E-6A2AF72AC1A0}" sibTransId="{8E7B0823-B66D-43E8-AF61-B32A84B38BCF}"/>
    <dgm:cxn modelId="{83E502E6-640D-4FB5-BDDE-6443764C5771}" srcId="{92ACAF59-BC4B-4F8A-8F2A-B17AC4C6A196}" destId="{14D27D12-CD0B-4B58-A706-59F3DA4AF9BA}" srcOrd="1" destOrd="0" parTransId="{2C219104-66C0-4719-89C7-88D780479FE1}" sibTransId="{FDDE8AA3-0C05-422B-9F6C-05DEF2FFB9C1}"/>
    <dgm:cxn modelId="{6AFC99E8-ABA1-4EA2-BE21-740A51CB6D50}" type="presOf" srcId="{73C05FA7-CB37-4305-9101-43261F39E604}" destId="{D4AB86B0-D3DB-4590-A2B3-F4B1067FD92C}" srcOrd="0" destOrd="0" presId="urn:microsoft.com/office/officeart/2018/2/layout/IconLabelDescriptionList"/>
    <dgm:cxn modelId="{C587EAF3-3B6D-42F7-A2B0-1DA4317067E8}" type="presOf" srcId="{6E5DA0EA-F199-4BC4-8582-6BB46A86802F}" destId="{C8CC36B0-982E-4B57-9064-502CE8B05EF6}" srcOrd="0" destOrd="0" presId="urn:microsoft.com/office/officeart/2018/2/layout/IconLabelDescriptionList"/>
    <dgm:cxn modelId="{CFA73740-2FC8-42CC-857C-9553CAAC0D26}" type="presParOf" srcId="{67302401-5888-41E8-81A0-E86E04A76583}" destId="{CAAB6262-FA6C-4562-9FC2-1EDFCEA0912D}" srcOrd="0" destOrd="0" presId="urn:microsoft.com/office/officeart/2018/2/layout/IconLabelDescriptionList"/>
    <dgm:cxn modelId="{AE32F990-0F2E-4FE2-AA5A-2A71459A5CE8}" type="presParOf" srcId="{CAAB6262-FA6C-4562-9FC2-1EDFCEA0912D}" destId="{4C0E783A-B412-4EE1-AC6F-680BD34E524C}" srcOrd="0" destOrd="0" presId="urn:microsoft.com/office/officeart/2018/2/layout/IconLabelDescriptionList"/>
    <dgm:cxn modelId="{DFF4D192-E426-4B37-A3F2-2E60A979DE31}" type="presParOf" srcId="{CAAB6262-FA6C-4562-9FC2-1EDFCEA0912D}" destId="{3716D212-37ED-422F-AB58-8127EDA70298}" srcOrd="1" destOrd="0" presId="urn:microsoft.com/office/officeart/2018/2/layout/IconLabelDescriptionList"/>
    <dgm:cxn modelId="{3A5AFB66-B4B4-4D18-BFB2-C8FD3CE92067}" type="presParOf" srcId="{CAAB6262-FA6C-4562-9FC2-1EDFCEA0912D}" destId="{0FEA9AD9-11CE-466F-A489-5E1AD4DA6CA5}" srcOrd="2" destOrd="0" presId="urn:microsoft.com/office/officeart/2018/2/layout/IconLabelDescriptionList"/>
    <dgm:cxn modelId="{FEFC7F4B-033B-4F45-972F-D879C81F0307}" type="presParOf" srcId="{CAAB6262-FA6C-4562-9FC2-1EDFCEA0912D}" destId="{9C748025-A6F1-4581-8937-B2F0A73AA1EC}" srcOrd="3" destOrd="0" presId="urn:microsoft.com/office/officeart/2018/2/layout/IconLabelDescriptionList"/>
    <dgm:cxn modelId="{899874B3-2746-4258-9C66-B76CF859F4D1}" type="presParOf" srcId="{CAAB6262-FA6C-4562-9FC2-1EDFCEA0912D}" destId="{E1C5208C-EAE4-452D-AF8B-084EB9702C1F}" srcOrd="4" destOrd="0" presId="urn:microsoft.com/office/officeart/2018/2/layout/IconLabelDescriptionList"/>
    <dgm:cxn modelId="{A5660434-892D-4986-9DC4-8140DCD08463}" type="presParOf" srcId="{67302401-5888-41E8-81A0-E86E04A76583}" destId="{3388B3C4-E489-459B-83AD-86E59A60E889}" srcOrd="1" destOrd="0" presId="urn:microsoft.com/office/officeart/2018/2/layout/IconLabelDescriptionList"/>
    <dgm:cxn modelId="{BF2F88F2-F73A-4A60-8456-C36283BA36B6}" type="presParOf" srcId="{67302401-5888-41E8-81A0-E86E04A76583}" destId="{91CAA8A0-17DC-401E-A9F0-61ABAE2A4115}" srcOrd="2" destOrd="0" presId="urn:microsoft.com/office/officeart/2018/2/layout/IconLabelDescriptionList"/>
    <dgm:cxn modelId="{E3F52E06-76BF-4861-97C8-CF26E8CBD63A}" type="presParOf" srcId="{91CAA8A0-17DC-401E-A9F0-61ABAE2A4115}" destId="{0C04955D-C2ED-4320-8BDF-CB53BF66A00A}" srcOrd="0" destOrd="0" presId="urn:microsoft.com/office/officeart/2018/2/layout/IconLabelDescriptionList"/>
    <dgm:cxn modelId="{F390328E-CFEB-42A6-B28B-D9BB479836DB}" type="presParOf" srcId="{91CAA8A0-17DC-401E-A9F0-61ABAE2A4115}" destId="{D160C1FE-D15C-4FF4-B358-B5C585CF849B}" srcOrd="1" destOrd="0" presId="urn:microsoft.com/office/officeart/2018/2/layout/IconLabelDescriptionList"/>
    <dgm:cxn modelId="{EB7E6EB2-5A20-4332-A0BB-266D9566AACE}" type="presParOf" srcId="{91CAA8A0-17DC-401E-A9F0-61ABAE2A4115}" destId="{4FA9B755-3F59-4299-9AA3-6464791E5131}" srcOrd="2" destOrd="0" presId="urn:microsoft.com/office/officeart/2018/2/layout/IconLabelDescriptionList"/>
    <dgm:cxn modelId="{73521186-7BF1-4FAA-8D11-35EC76840288}" type="presParOf" srcId="{91CAA8A0-17DC-401E-A9F0-61ABAE2A4115}" destId="{68E7450E-4C73-4492-B139-D5D990D2DFBA}" srcOrd="3" destOrd="0" presId="urn:microsoft.com/office/officeart/2018/2/layout/IconLabelDescriptionList"/>
    <dgm:cxn modelId="{68D2F368-3107-456C-98A7-48CA0559A292}" type="presParOf" srcId="{91CAA8A0-17DC-401E-A9F0-61ABAE2A4115}" destId="{D4AB86B0-D3DB-4590-A2B3-F4B1067FD92C}" srcOrd="4" destOrd="0" presId="urn:microsoft.com/office/officeart/2018/2/layout/IconLabelDescriptionList"/>
    <dgm:cxn modelId="{33D871B9-A4AE-4660-9FB3-182C3E68F296}" type="presParOf" srcId="{67302401-5888-41E8-81A0-E86E04A76583}" destId="{C8DEDA6C-1E3E-4B70-A915-F7802A87D210}" srcOrd="3" destOrd="0" presId="urn:microsoft.com/office/officeart/2018/2/layout/IconLabelDescriptionList"/>
    <dgm:cxn modelId="{EF66C6FC-6821-4383-A05B-8836DD9C29DB}" type="presParOf" srcId="{67302401-5888-41E8-81A0-E86E04A76583}" destId="{B52B838F-7505-4748-B4FA-E5CC6B8414B5}" srcOrd="4" destOrd="0" presId="urn:microsoft.com/office/officeart/2018/2/layout/IconLabelDescriptionList"/>
    <dgm:cxn modelId="{8BCB05BC-5DD1-4941-8B94-CEC91F931EEC}" type="presParOf" srcId="{B52B838F-7505-4748-B4FA-E5CC6B8414B5}" destId="{46C6FD20-5616-4B81-A410-4D010ADD8730}" srcOrd="0" destOrd="0" presId="urn:microsoft.com/office/officeart/2018/2/layout/IconLabelDescriptionList"/>
    <dgm:cxn modelId="{438FF9D4-9E49-4147-A39D-413E2BCCA9F7}" type="presParOf" srcId="{B52B838F-7505-4748-B4FA-E5CC6B8414B5}" destId="{E48289FC-A6AF-4AB5-9334-E546A860FD2D}" srcOrd="1" destOrd="0" presId="urn:microsoft.com/office/officeart/2018/2/layout/IconLabelDescriptionList"/>
    <dgm:cxn modelId="{5D3FCFF4-30D8-4BB7-A008-5C3B11780E55}" type="presParOf" srcId="{B52B838F-7505-4748-B4FA-E5CC6B8414B5}" destId="{54270979-CDA1-4193-B45F-11B96C0D47FB}" srcOrd="2" destOrd="0" presId="urn:microsoft.com/office/officeart/2018/2/layout/IconLabelDescriptionList"/>
    <dgm:cxn modelId="{1B964F86-F24A-4242-B288-DB4890853627}" type="presParOf" srcId="{B52B838F-7505-4748-B4FA-E5CC6B8414B5}" destId="{3132EB16-6AA3-4A01-BE94-C681CAFECDDD}" srcOrd="3" destOrd="0" presId="urn:microsoft.com/office/officeart/2018/2/layout/IconLabelDescriptionList"/>
    <dgm:cxn modelId="{C77422AE-BF4D-41DD-BC3A-A33E494BAD57}" type="presParOf" srcId="{B52B838F-7505-4748-B4FA-E5CC6B8414B5}" destId="{1AFE9E94-41E8-48F9-BE9E-7E24E754C8C1}" srcOrd="4" destOrd="0" presId="urn:microsoft.com/office/officeart/2018/2/layout/IconLabelDescriptionList"/>
    <dgm:cxn modelId="{1421BEDC-1712-4B3D-8078-C9BFE15830B9}" type="presParOf" srcId="{67302401-5888-41E8-81A0-E86E04A76583}" destId="{CA8AFBED-32CD-4FD3-909C-893FAD30EF50}" srcOrd="5" destOrd="0" presId="urn:microsoft.com/office/officeart/2018/2/layout/IconLabelDescriptionList"/>
    <dgm:cxn modelId="{39348C31-FBB7-4059-841E-32553DC5066C}" type="presParOf" srcId="{67302401-5888-41E8-81A0-E86E04A76583}" destId="{DBBBB0F8-0CE9-4290-A3C4-8655A44F6E5F}" srcOrd="6" destOrd="0" presId="urn:microsoft.com/office/officeart/2018/2/layout/IconLabelDescriptionList"/>
    <dgm:cxn modelId="{6AEBEE46-C91C-44C2-9553-A7C671CE8544}" type="presParOf" srcId="{DBBBB0F8-0CE9-4290-A3C4-8655A44F6E5F}" destId="{5E6E0DF3-129C-45B8-AF6A-2B9F9EF386BF}" srcOrd="0" destOrd="0" presId="urn:microsoft.com/office/officeart/2018/2/layout/IconLabelDescriptionList"/>
    <dgm:cxn modelId="{074E525A-EAB0-41C1-99EC-DE5FC8028B43}" type="presParOf" srcId="{DBBBB0F8-0CE9-4290-A3C4-8655A44F6E5F}" destId="{007CC328-E7A7-4FB0-A7DA-2A4ABDB0B70F}" srcOrd="1" destOrd="0" presId="urn:microsoft.com/office/officeart/2018/2/layout/IconLabelDescriptionList"/>
    <dgm:cxn modelId="{AAC5FF23-E19D-4D56-8D3C-BF62AF55B2CA}" type="presParOf" srcId="{DBBBB0F8-0CE9-4290-A3C4-8655A44F6E5F}" destId="{C8CC36B0-982E-4B57-9064-502CE8B05EF6}" srcOrd="2" destOrd="0" presId="urn:microsoft.com/office/officeart/2018/2/layout/IconLabelDescriptionList"/>
    <dgm:cxn modelId="{23DDE9FA-9305-4AD5-BAEE-E0A3718310BF}" type="presParOf" srcId="{DBBBB0F8-0CE9-4290-A3C4-8655A44F6E5F}" destId="{C266BBBF-6907-43E0-99F7-3F6FD4A0081F}" srcOrd="3" destOrd="0" presId="urn:microsoft.com/office/officeart/2018/2/layout/IconLabelDescriptionList"/>
    <dgm:cxn modelId="{85940FBB-66E3-46C3-84A4-628EEBCD561C}" type="presParOf" srcId="{DBBBB0F8-0CE9-4290-A3C4-8655A44F6E5F}" destId="{F335ED8E-F427-41E4-A01F-CB7711FACFBA}" srcOrd="4" destOrd="0" presId="urn:microsoft.com/office/officeart/2018/2/layout/IconLabelDescriptionList"/>
    <dgm:cxn modelId="{4682568E-5CC3-4836-8768-C675FC070324}" type="presParOf" srcId="{67302401-5888-41E8-81A0-E86E04A76583}" destId="{26189140-D5B3-4ADA-8812-D017C8774617}" srcOrd="7" destOrd="0" presId="urn:microsoft.com/office/officeart/2018/2/layout/IconLabelDescriptionList"/>
    <dgm:cxn modelId="{8F015078-8EE2-4807-B5D7-9E1489A1804E}" type="presParOf" srcId="{67302401-5888-41E8-81A0-E86E04A76583}" destId="{7AE7BCE5-3B39-4B0C-90DE-67F8688D05EE}" srcOrd="8" destOrd="0" presId="urn:microsoft.com/office/officeart/2018/2/layout/IconLabelDescriptionList"/>
    <dgm:cxn modelId="{6E2B952D-8422-4948-95E1-5D5A14AF77AE}" type="presParOf" srcId="{7AE7BCE5-3B39-4B0C-90DE-67F8688D05EE}" destId="{15D17A25-DB0E-40FA-9417-949BF9E01F7D}" srcOrd="0" destOrd="0" presId="urn:microsoft.com/office/officeart/2018/2/layout/IconLabelDescriptionList"/>
    <dgm:cxn modelId="{A8459B8D-7DC7-45A9-8AFA-A578938EF7B4}" type="presParOf" srcId="{7AE7BCE5-3B39-4B0C-90DE-67F8688D05EE}" destId="{B2DF3BFB-70BE-4021-8176-89E00BD9FBC9}" srcOrd="1" destOrd="0" presId="urn:microsoft.com/office/officeart/2018/2/layout/IconLabelDescriptionList"/>
    <dgm:cxn modelId="{BC760DFF-6B91-4CF6-9FEF-F0D9088CFC60}" type="presParOf" srcId="{7AE7BCE5-3B39-4B0C-90DE-67F8688D05EE}" destId="{255C55EA-E536-4A15-ACC6-A6C3FAD5F3EB}" srcOrd="2" destOrd="0" presId="urn:microsoft.com/office/officeart/2018/2/layout/IconLabelDescriptionList"/>
    <dgm:cxn modelId="{F3405695-F050-4FF2-AD99-A781EF3CB846}" type="presParOf" srcId="{7AE7BCE5-3B39-4B0C-90DE-67F8688D05EE}" destId="{FCB78274-24ED-44C3-A19A-79962918CE7F}" srcOrd="3" destOrd="0" presId="urn:microsoft.com/office/officeart/2018/2/layout/IconLabelDescriptionList"/>
    <dgm:cxn modelId="{0E2B55B0-D746-466A-81DF-5F2BFFC4F1D2}" type="presParOf" srcId="{7AE7BCE5-3B39-4B0C-90DE-67F8688D05EE}" destId="{0E12429D-A5ED-4915-A2A3-605B73563120}" srcOrd="4" destOrd="0" presId="urn:microsoft.com/office/officeart/2018/2/layout/IconLabelDescriptionList"/>
    <dgm:cxn modelId="{BFCC95A4-479C-4BD0-B028-A0062403EE45}" type="presParOf" srcId="{67302401-5888-41E8-81A0-E86E04A76583}" destId="{1035456B-847E-4DEC-B48E-B7A241632471}" srcOrd="9" destOrd="0" presId="urn:microsoft.com/office/officeart/2018/2/layout/IconLabelDescriptionList"/>
    <dgm:cxn modelId="{DA83D6EB-1A50-4EF2-8412-F1B7EB923602}" type="presParOf" srcId="{67302401-5888-41E8-81A0-E86E04A76583}" destId="{5F7717B9-8376-40ED-8F76-AA169C78BB7C}" srcOrd="10" destOrd="0" presId="urn:microsoft.com/office/officeart/2018/2/layout/IconLabelDescriptionList"/>
    <dgm:cxn modelId="{4FE13177-9C1B-4E6E-8070-F84192EEC9AA}" type="presParOf" srcId="{5F7717B9-8376-40ED-8F76-AA169C78BB7C}" destId="{FFFE0D8F-8713-4700-82C6-15E6F41C8E4A}" srcOrd="0" destOrd="0" presId="urn:microsoft.com/office/officeart/2018/2/layout/IconLabelDescriptionList"/>
    <dgm:cxn modelId="{1F900CDE-2267-4E7E-9319-C4B681B2B3C5}" type="presParOf" srcId="{5F7717B9-8376-40ED-8F76-AA169C78BB7C}" destId="{5D5FBFAF-B5A0-4FFA-85BE-5C340CCA5209}" srcOrd="1" destOrd="0" presId="urn:microsoft.com/office/officeart/2018/2/layout/IconLabelDescriptionList"/>
    <dgm:cxn modelId="{21908C2D-7E65-4944-8056-5FC533C398B1}" type="presParOf" srcId="{5F7717B9-8376-40ED-8F76-AA169C78BB7C}" destId="{B89D2C73-D942-4984-A3FB-65D62E512042}" srcOrd="2" destOrd="0" presId="urn:microsoft.com/office/officeart/2018/2/layout/IconLabelDescriptionList"/>
    <dgm:cxn modelId="{A278B942-4709-4592-AE9C-2F0FC9B84F78}" type="presParOf" srcId="{5F7717B9-8376-40ED-8F76-AA169C78BB7C}" destId="{1BD1EC70-D37C-40F0-8CE1-0FA9F185C024}" srcOrd="3" destOrd="0" presId="urn:microsoft.com/office/officeart/2018/2/layout/IconLabelDescriptionList"/>
    <dgm:cxn modelId="{C614E9B3-549E-47E9-B5D1-09AF753FF529}" type="presParOf" srcId="{5F7717B9-8376-40ED-8F76-AA169C78BB7C}" destId="{9E7C8252-BEB6-4B7A-93CC-5196C8CE90E5}" srcOrd="4" destOrd="0" presId="urn:microsoft.com/office/officeart/2018/2/layout/IconLabelDescriptionList"/>
    <dgm:cxn modelId="{4B262996-ABE6-46E1-AC91-E20CBB36CC79}" type="presParOf" srcId="{67302401-5888-41E8-81A0-E86E04A76583}" destId="{9ABCE9B2-BB4E-4327-A13A-F20F614195C5}" srcOrd="11" destOrd="0" presId="urn:microsoft.com/office/officeart/2018/2/layout/IconLabelDescriptionList"/>
    <dgm:cxn modelId="{1C4BE649-765F-4DC8-8A46-C824DC5D7F55}" type="presParOf" srcId="{67302401-5888-41E8-81A0-E86E04A76583}" destId="{D1F4DBA2-42D9-41DA-9498-59D27F3800B8}" srcOrd="12" destOrd="0" presId="urn:microsoft.com/office/officeart/2018/2/layout/IconLabelDescriptionList"/>
    <dgm:cxn modelId="{3D89D1D5-4634-4CCE-B1D5-34ACAC778E58}" type="presParOf" srcId="{D1F4DBA2-42D9-41DA-9498-59D27F3800B8}" destId="{0D192F35-1EAA-4DD0-8BAF-EEF4744180C6}" srcOrd="0" destOrd="0" presId="urn:microsoft.com/office/officeart/2018/2/layout/IconLabelDescriptionList"/>
    <dgm:cxn modelId="{1DADDC2F-8AE1-47FD-8728-FE7441ED0609}" type="presParOf" srcId="{D1F4DBA2-42D9-41DA-9498-59D27F3800B8}" destId="{205A437E-11DB-40C3-9CAB-1209C4170143}" srcOrd="1" destOrd="0" presId="urn:microsoft.com/office/officeart/2018/2/layout/IconLabelDescriptionList"/>
    <dgm:cxn modelId="{72B0E02E-C32C-4A7C-808D-3B929064E490}" type="presParOf" srcId="{D1F4DBA2-42D9-41DA-9498-59D27F3800B8}" destId="{08E1B430-B4D2-4910-82A1-A21DEEDB4109}" srcOrd="2" destOrd="0" presId="urn:microsoft.com/office/officeart/2018/2/layout/IconLabelDescriptionList"/>
    <dgm:cxn modelId="{97753C72-0289-4CED-8ABD-724FE12108F6}" type="presParOf" srcId="{D1F4DBA2-42D9-41DA-9498-59D27F3800B8}" destId="{3B29FFA2-6082-4B32-A69C-BA5CA5E49811}" srcOrd="3" destOrd="0" presId="urn:microsoft.com/office/officeart/2018/2/layout/IconLabelDescriptionList"/>
    <dgm:cxn modelId="{A82EB4D3-FD4A-440B-801D-38A4B48093AE}" type="presParOf" srcId="{D1F4DBA2-42D9-41DA-9498-59D27F3800B8}" destId="{59FE1019-6D56-404E-9E38-E9232AE742F9}" srcOrd="4" destOrd="0" presId="urn:microsoft.com/office/officeart/2018/2/layout/IconLabelDescriptionList"/>
    <dgm:cxn modelId="{62D4FD8C-1A69-475B-A380-11DB3B6CFA27}" type="presParOf" srcId="{67302401-5888-41E8-81A0-E86E04A76583}" destId="{830C3169-B2B1-474F-9607-EDE5D0DCC053}" srcOrd="13" destOrd="0" presId="urn:microsoft.com/office/officeart/2018/2/layout/IconLabelDescriptionList"/>
    <dgm:cxn modelId="{C5529D8D-ECBF-458E-BBAA-1AA94D7333DC}" type="presParOf" srcId="{67302401-5888-41E8-81A0-E86E04A76583}" destId="{96E998B6-7E37-4096-9BB5-B26FC88E920F}" srcOrd="14" destOrd="0" presId="urn:microsoft.com/office/officeart/2018/2/layout/IconLabelDescriptionList"/>
    <dgm:cxn modelId="{765845C5-983F-40A0-85B3-1BE079D31E24}" type="presParOf" srcId="{96E998B6-7E37-4096-9BB5-B26FC88E920F}" destId="{D3393561-1776-4C8D-BD0A-3388C9E25D0F}" srcOrd="0" destOrd="0" presId="urn:microsoft.com/office/officeart/2018/2/layout/IconLabelDescriptionList"/>
    <dgm:cxn modelId="{9F9E6249-B637-46D1-812A-03C63AEA26C2}" type="presParOf" srcId="{96E998B6-7E37-4096-9BB5-B26FC88E920F}" destId="{2DFEE486-9D7A-4C56-9A72-4B1B4B8C32B0}" srcOrd="1" destOrd="0" presId="urn:microsoft.com/office/officeart/2018/2/layout/IconLabelDescriptionList"/>
    <dgm:cxn modelId="{926D0952-B1D5-4BB8-A0BF-59C1313C29D2}" type="presParOf" srcId="{96E998B6-7E37-4096-9BB5-B26FC88E920F}" destId="{1BC9B650-A90B-49C4-B186-6C40E3E57771}" srcOrd="2" destOrd="0" presId="urn:microsoft.com/office/officeart/2018/2/layout/IconLabelDescriptionList"/>
    <dgm:cxn modelId="{9F87B4DA-EA9F-49AE-93FB-790D2CD22644}" type="presParOf" srcId="{96E998B6-7E37-4096-9BB5-B26FC88E920F}" destId="{235CCDAE-9AB3-4390-A8E7-BBE43821656C}" srcOrd="3" destOrd="0" presId="urn:microsoft.com/office/officeart/2018/2/layout/IconLabelDescriptionList"/>
    <dgm:cxn modelId="{196740A6-B5A0-4660-8410-BB3FC2A3FC18}" type="presParOf" srcId="{96E998B6-7E37-4096-9BB5-B26FC88E920F}" destId="{F4FB4A18-7D58-4177-AB9B-08F276583224}"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0F4C747-3BAF-4B16-8485-1C89B867D40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54E2AC85-BCDF-4D0F-B9E6-FCD94AA53C53}">
      <dgm:prSet/>
      <dgm:spPr/>
      <dgm:t>
        <a:bodyPr/>
        <a:lstStyle/>
        <a:p>
          <a:r>
            <a:rPr lang="en-IE" dirty="0"/>
            <a:t>Devices</a:t>
          </a:r>
          <a:endParaRPr lang="en-US" dirty="0"/>
        </a:p>
      </dgm:t>
    </dgm:pt>
    <dgm:pt modelId="{4B5E82FD-3AAD-498F-B667-2CA71695BDF0}" type="parTrans" cxnId="{FA35D0CE-BD4C-43AE-8FA9-E05479EBE0B2}">
      <dgm:prSet/>
      <dgm:spPr/>
      <dgm:t>
        <a:bodyPr/>
        <a:lstStyle/>
        <a:p>
          <a:endParaRPr lang="en-US"/>
        </a:p>
      </dgm:t>
    </dgm:pt>
    <dgm:pt modelId="{24B726D7-A474-48CD-B035-F04AE789A5EC}" type="sibTrans" cxnId="{FA35D0CE-BD4C-43AE-8FA9-E05479EBE0B2}">
      <dgm:prSet/>
      <dgm:spPr/>
      <dgm:t>
        <a:bodyPr/>
        <a:lstStyle/>
        <a:p>
          <a:endParaRPr lang="en-US"/>
        </a:p>
      </dgm:t>
    </dgm:pt>
    <dgm:pt modelId="{86CA5069-57C8-481C-AC4F-3C0EC386D2F8}">
      <dgm:prSet/>
      <dgm:spPr/>
      <dgm:t>
        <a:bodyPr/>
        <a:lstStyle/>
        <a:p>
          <a:r>
            <a:rPr lang="en-IE"/>
            <a:t>Templates</a:t>
          </a:r>
          <a:endParaRPr lang="en-US"/>
        </a:p>
      </dgm:t>
    </dgm:pt>
    <dgm:pt modelId="{35A40908-82CA-4179-A700-F1670985EE31}" type="parTrans" cxnId="{B7A47393-F363-459B-9FF5-B6D02C87092F}">
      <dgm:prSet/>
      <dgm:spPr/>
      <dgm:t>
        <a:bodyPr/>
        <a:lstStyle/>
        <a:p>
          <a:endParaRPr lang="en-US"/>
        </a:p>
      </dgm:t>
    </dgm:pt>
    <dgm:pt modelId="{B69E74F2-649A-48E3-8CCB-1851F64265AC}" type="sibTrans" cxnId="{B7A47393-F363-459B-9FF5-B6D02C87092F}">
      <dgm:prSet/>
      <dgm:spPr/>
      <dgm:t>
        <a:bodyPr/>
        <a:lstStyle/>
        <a:p>
          <a:endParaRPr lang="en-US"/>
        </a:p>
      </dgm:t>
    </dgm:pt>
    <dgm:pt modelId="{C516B931-EC2F-471B-AE46-61D4C80BF9DA}">
      <dgm:prSet/>
      <dgm:spPr/>
      <dgm:t>
        <a:bodyPr/>
        <a:lstStyle/>
        <a:p>
          <a:r>
            <a:rPr lang="en-IE" dirty="0"/>
            <a:t>Events</a:t>
          </a:r>
          <a:endParaRPr lang="en-US" dirty="0"/>
        </a:p>
      </dgm:t>
    </dgm:pt>
    <dgm:pt modelId="{255A8ABD-EDB4-4DBB-8503-509720BC217E}" type="parTrans" cxnId="{2C898F72-50DD-4C83-968B-0C88141F3DC3}">
      <dgm:prSet/>
      <dgm:spPr/>
      <dgm:t>
        <a:bodyPr/>
        <a:lstStyle/>
        <a:p>
          <a:endParaRPr lang="en-US"/>
        </a:p>
      </dgm:t>
    </dgm:pt>
    <dgm:pt modelId="{B358D625-F3F3-4ADD-9357-8193D1199AD0}" type="sibTrans" cxnId="{2C898F72-50DD-4C83-968B-0C88141F3DC3}">
      <dgm:prSet/>
      <dgm:spPr/>
      <dgm:t>
        <a:bodyPr/>
        <a:lstStyle/>
        <a:p>
          <a:endParaRPr lang="en-US"/>
        </a:p>
      </dgm:t>
    </dgm:pt>
    <dgm:pt modelId="{C1CE76ED-07AA-470C-A0BB-5C235023B04B}">
      <dgm:prSet/>
      <dgm:spPr/>
      <dgm:t>
        <a:bodyPr/>
        <a:lstStyle/>
        <a:p>
          <a:r>
            <a:rPr lang="en-US" dirty="0"/>
            <a:t>Dashboards</a:t>
          </a:r>
        </a:p>
      </dgm:t>
    </dgm:pt>
    <dgm:pt modelId="{0FDB7E89-989B-41A6-80D7-974105252FCC}" type="parTrans" cxnId="{E0065BE1-BD4F-4AB1-B28C-77DAA3C00A19}">
      <dgm:prSet/>
      <dgm:spPr/>
      <dgm:t>
        <a:bodyPr/>
        <a:lstStyle/>
        <a:p>
          <a:endParaRPr lang="en-IE"/>
        </a:p>
      </dgm:t>
    </dgm:pt>
    <dgm:pt modelId="{F0435A0E-150E-4A0D-B90B-5042C23362A2}" type="sibTrans" cxnId="{E0065BE1-BD4F-4AB1-B28C-77DAA3C00A19}">
      <dgm:prSet/>
      <dgm:spPr/>
      <dgm:t>
        <a:bodyPr/>
        <a:lstStyle/>
        <a:p>
          <a:endParaRPr lang="en-IE"/>
        </a:p>
      </dgm:t>
    </dgm:pt>
    <dgm:pt modelId="{83A4773D-EB0F-4D56-AB3A-590F5864E5F2}" type="pres">
      <dgm:prSet presAssocID="{60F4C747-3BAF-4B16-8485-1C89B867D407}" presName="linear" presStyleCnt="0">
        <dgm:presLayoutVars>
          <dgm:animLvl val="lvl"/>
          <dgm:resizeHandles val="exact"/>
        </dgm:presLayoutVars>
      </dgm:prSet>
      <dgm:spPr/>
    </dgm:pt>
    <dgm:pt modelId="{94587AA8-5BC7-4DB6-9D6D-6899208834D1}" type="pres">
      <dgm:prSet presAssocID="{54E2AC85-BCDF-4D0F-B9E6-FCD94AA53C53}" presName="parentText" presStyleLbl="node1" presStyleIdx="0" presStyleCnt="4">
        <dgm:presLayoutVars>
          <dgm:chMax val="0"/>
          <dgm:bulletEnabled val="1"/>
        </dgm:presLayoutVars>
      </dgm:prSet>
      <dgm:spPr/>
    </dgm:pt>
    <dgm:pt modelId="{7CAB16BD-DBF7-4458-849B-5E1876A7500E}" type="pres">
      <dgm:prSet presAssocID="{24B726D7-A474-48CD-B035-F04AE789A5EC}" presName="spacer" presStyleCnt="0"/>
      <dgm:spPr/>
    </dgm:pt>
    <dgm:pt modelId="{7BC6C7F1-F4A4-4600-A6D6-713822ECE6C7}" type="pres">
      <dgm:prSet presAssocID="{86CA5069-57C8-481C-AC4F-3C0EC386D2F8}" presName="parentText" presStyleLbl="node1" presStyleIdx="1" presStyleCnt="4">
        <dgm:presLayoutVars>
          <dgm:chMax val="0"/>
          <dgm:bulletEnabled val="1"/>
        </dgm:presLayoutVars>
      </dgm:prSet>
      <dgm:spPr/>
    </dgm:pt>
    <dgm:pt modelId="{20143D49-1B3B-4071-AC3F-40BD80A49ADF}" type="pres">
      <dgm:prSet presAssocID="{B69E74F2-649A-48E3-8CCB-1851F64265AC}" presName="spacer" presStyleCnt="0"/>
      <dgm:spPr/>
    </dgm:pt>
    <dgm:pt modelId="{52FA6CC9-7E14-41EF-B86D-F97D55FD482B}" type="pres">
      <dgm:prSet presAssocID="{C516B931-EC2F-471B-AE46-61D4C80BF9DA}" presName="parentText" presStyleLbl="node1" presStyleIdx="2" presStyleCnt="4" custLinFactNeighborX="-92" custLinFactNeighborY="-6144">
        <dgm:presLayoutVars>
          <dgm:chMax val="0"/>
          <dgm:bulletEnabled val="1"/>
        </dgm:presLayoutVars>
      </dgm:prSet>
      <dgm:spPr/>
    </dgm:pt>
    <dgm:pt modelId="{F3647187-039F-4967-80A8-F0C818FFBC5B}" type="pres">
      <dgm:prSet presAssocID="{B358D625-F3F3-4ADD-9357-8193D1199AD0}" presName="spacer" presStyleCnt="0"/>
      <dgm:spPr/>
    </dgm:pt>
    <dgm:pt modelId="{77141F24-DF5D-4BDC-B9C9-91E0E33D6299}" type="pres">
      <dgm:prSet presAssocID="{C1CE76ED-07AA-470C-A0BB-5C235023B04B}" presName="parentText" presStyleLbl="node1" presStyleIdx="3" presStyleCnt="4">
        <dgm:presLayoutVars>
          <dgm:chMax val="0"/>
          <dgm:bulletEnabled val="1"/>
        </dgm:presLayoutVars>
      </dgm:prSet>
      <dgm:spPr/>
    </dgm:pt>
  </dgm:ptLst>
  <dgm:cxnLst>
    <dgm:cxn modelId="{7159EB1D-1DDA-4AB0-9CC4-EF456539C328}" type="presOf" srcId="{54E2AC85-BCDF-4D0F-B9E6-FCD94AA53C53}" destId="{94587AA8-5BC7-4DB6-9D6D-6899208834D1}" srcOrd="0" destOrd="0" presId="urn:microsoft.com/office/officeart/2005/8/layout/vList2"/>
    <dgm:cxn modelId="{2C898F72-50DD-4C83-968B-0C88141F3DC3}" srcId="{60F4C747-3BAF-4B16-8485-1C89B867D407}" destId="{C516B931-EC2F-471B-AE46-61D4C80BF9DA}" srcOrd="2" destOrd="0" parTransId="{255A8ABD-EDB4-4DBB-8503-509720BC217E}" sibTransId="{B358D625-F3F3-4ADD-9357-8193D1199AD0}"/>
    <dgm:cxn modelId="{577A2B88-DC80-4E74-9DAB-145DB99F3315}" type="presOf" srcId="{60F4C747-3BAF-4B16-8485-1C89B867D407}" destId="{83A4773D-EB0F-4D56-AB3A-590F5864E5F2}" srcOrd="0" destOrd="0" presId="urn:microsoft.com/office/officeart/2005/8/layout/vList2"/>
    <dgm:cxn modelId="{B7A47393-F363-459B-9FF5-B6D02C87092F}" srcId="{60F4C747-3BAF-4B16-8485-1C89B867D407}" destId="{86CA5069-57C8-481C-AC4F-3C0EC386D2F8}" srcOrd="1" destOrd="0" parTransId="{35A40908-82CA-4179-A700-F1670985EE31}" sibTransId="{B69E74F2-649A-48E3-8CCB-1851F64265AC}"/>
    <dgm:cxn modelId="{4658F598-A104-4A72-BF76-8E47FA788D67}" type="presOf" srcId="{C516B931-EC2F-471B-AE46-61D4C80BF9DA}" destId="{52FA6CC9-7E14-41EF-B86D-F97D55FD482B}" srcOrd="0" destOrd="0" presId="urn:microsoft.com/office/officeart/2005/8/layout/vList2"/>
    <dgm:cxn modelId="{DC3A23C3-43A5-40D9-9385-09B95C086D2A}" type="presOf" srcId="{C1CE76ED-07AA-470C-A0BB-5C235023B04B}" destId="{77141F24-DF5D-4BDC-B9C9-91E0E33D6299}" srcOrd="0" destOrd="0" presId="urn:microsoft.com/office/officeart/2005/8/layout/vList2"/>
    <dgm:cxn modelId="{FA35D0CE-BD4C-43AE-8FA9-E05479EBE0B2}" srcId="{60F4C747-3BAF-4B16-8485-1C89B867D407}" destId="{54E2AC85-BCDF-4D0F-B9E6-FCD94AA53C53}" srcOrd="0" destOrd="0" parTransId="{4B5E82FD-3AAD-498F-B667-2CA71695BDF0}" sibTransId="{24B726D7-A474-48CD-B035-F04AE789A5EC}"/>
    <dgm:cxn modelId="{E0065BE1-BD4F-4AB1-B28C-77DAA3C00A19}" srcId="{60F4C747-3BAF-4B16-8485-1C89B867D407}" destId="{C1CE76ED-07AA-470C-A0BB-5C235023B04B}" srcOrd="3" destOrd="0" parTransId="{0FDB7E89-989B-41A6-80D7-974105252FCC}" sibTransId="{F0435A0E-150E-4A0D-B90B-5042C23362A2}"/>
    <dgm:cxn modelId="{150972EE-B7CF-42A2-B94E-CED042752D6C}" type="presOf" srcId="{86CA5069-57C8-481C-AC4F-3C0EC386D2F8}" destId="{7BC6C7F1-F4A4-4600-A6D6-713822ECE6C7}" srcOrd="0" destOrd="0" presId="urn:microsoft.com/office/officeart/2005/8/layout/vList2"/>
    <dgm:cxn modelId="{47915464-D276-4E6C-A716-DC239367EBF5}" type="presParOf" srcId="{83A4773D-EB0F-4D56-AB3A-590F5864E5F2}" destId="{94587AA8-5BC7-4DB6-9D6D-6899208834D1}" srcOrd="0" destOrd="0" presId="urn:microsoft.com/office/officeart/2005/8/layout/vList2"/>
    <dgm:cxn modelId="{40A75F7C-FB6B-41DC-803E-00AEDED3DA53}" type="presParOf" srcId="{83A4773D-EB0F-4D56-AB3A-590F5864E5F2}" destId="{7CAB16BD-DBF7-4458-849B-5E1876A7500E}" srcOrd="1" destOrd="0" presId="urn:microsoft.com/office/officeart/2005/8/layout/vList2"/>
    <dgm:cxn modelId="{50757327-2BC2-4079-BD5F-07E1CE1CE875}" type="presParOf" srcId="{83A4773D-EB0F-4D56-AB3A-590F5864E5F2}" destId="{7BC6C7F1-F4A4-4600-A6D6-713822ECE6C7}" srcOrd="2" destOrd="0" presId="urn:microsoft.com/office/officeart/2005/8/layout/vList2"/>
    <dgm:cxn modelId="{D2E657AF-2717-4224-9CD1-59EE5CF3FCC5}" type="presParOf" srcId="{83A4773D-EB0F-4D56-AB3A-590F5864E5F2}" destId="{20143D49-1B3B-4071-AC3F-40BD80A49ADF}" srcOrd="3" destOrd="0" presId="urn:microsoft.com/office/officeart/2005/8/layout/vList2"/>
    <dgm:cxn modelId="{E6D77FD4-EA14-4869-91C9-A725E127B157}" type="presParOf" srcId="{83A4773D-EB0F-4D56-AB3A-590F5864E5F2}" destId="{52FA6CC9-7E14-41EF-B86D-F97D55FD482B}" srcOrd="4" destOrd="0" presId="urn:microsoft.com/office/officeart/2005/8/layout/vList2"/>
    <dgm:cxn modelId="{0C2ED655-A775-47DB-88FE-284A754F85A6}" type="presParOf" srcId="{83A4773D-EB0F-4D56-AB3A-590F5864E5F2}" destId="{F3647187-039F-4967-80A8-F0C818FFBC5B}" srcOrd="5" destOrd="0" presId="urn:microsoft.com/office/officeart/2005/8/layout/vList2"/>
    <dgm:cxn modelId="{F4182D53-D598-4A54-9393-C4D8B80E53EE}" type="presParOf" srcId="{83A4773D-EB0F-4D56-AB3A-590F5864E5F2}" destId="{77141F24-DF5D-4BDC-B9C9-91E0E33D629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0E783A-B412-4EE1-AC6F-680BD34E524C}">
      <dsp:nvSpPr>
        <dsp:cNvPr id="0" name=""/>
        <dsp:cNvSpPr/>
      </dsp:nvSpPr>
      <dsp:spPr>
        <a:xfrm>
          <a:off x="14130" y="1122267"/>
          <a:ext cx="397893" cy="3978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EA9AD9-11CE-466F-A489-5E1AD4DA6CA5}">
      <dsp:nvSpPr>
        <dsp:cNvPr id="0" name=""/>
        <dsp:cNvSpPr/>
      </dsp:nvSpPr>
      <dsp:spPr>
        <a:xfrm>
          <a:off x="141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Similar API &amp; UI for all supported hardware &amp; devices</a:t>
          </a:r>
        </a:p>
      </dsp:txBody>
      <dsp:txXfrm>
        <a:off x="14130" y="1599128"/>
        <a:ext cx="1136838" cy="557190"/>
      </dsp:txXfrm>
    </dsp:sp>
    <dsp:sp modelId="{E1C5208C-EAE4-452D-AF8B-084EB9702C1F}">
      <dsp:nvSpPr>
        <dsp:cNvPr id="0" name=""/>
        <dsp:cNvSpPr/>
      </dsp:nvSpPr>
      <dsp:spPr>
        <a:xfrm>
          <a:off x="141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C04955D-C2ED-4320-8BDF-CB53BF66A00A}">
      <dsp:nvSpPr>
        <dsp:cNvPr id="0" name=""/>
        <dsp:cNvSpPr/>
      </dsp:nvSpPr>
      <dsp:spPr>
        <a:xfrm>
          <a:off x="1349916" y="1068187"/>
          <a:ext cx="397893" cy="3978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A9B755-3F59-4299-9AA3-6464791E5131}">
      <dsp:nvSpPr>
        <dsp:cNvPr id="0" name=""/>
        <dsp:cNvSpPr/>
      </dsp:nvSpPr>
      <dsp:spPr>
        <a:xfrm>
          <a:off x="1333136" y="1539295"/>
          <a:ext cx="1136838" cy="233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Connections/ Protocols:</a:t>
          </a:r>
          <a:endParaRPr lang="en-US" sz="1400" kern="1200" dirty="0"/>
        </a:p>
      </dsp:txBody>
      <dsp:txXfrm>
        <a:off x="1333136" y="1539295"/>
        <a:ext cx="1136838" cy="233869"/>
      </dsp:txXfrm>
    </dsp:sp>
    <dsp:sp modelId="{D4AB86B0-D3DB-4590-A2B3-F4B1067FD92C}">
      <dsp:nvSpPr>
        <dsp:cNvPr id="0" name=""/>
        <dsp:cNvSpPr/>
      </dsp:nvSpPr>
      <dsp:spPr>
        <a:xfrm>
          <a:off x="1349916" y="2138967"/>
          <a:ext cx="1136838" cy="873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err="1"/>
            <a:t>WiFi</a:t>
          </a:r>
          <a:endParaRPr lang="en-US" sz="1100" kern="1200" dirty="0"/>
        </a:p>
        <a:p>
          <a:pPr marL="0" lvl="0" indent="0" algn="l" defTabSz="488950">
            <a:lnSpc>
              <a:spcPct val="100000"/>
            </a:lnSpc>
            <a:spcBef>
              <a:spcPct val="0"/>
            </a:spcBef>
            <a:spcAft>
              <a:spcPct val="35000"/>
            </a:spcAft>
            <a:buNone/>
          </a:pPr>
          <a:r>
            <a:rPr lang="en-US" sz="1100" kern="1200"/>
            <a:t>Bluetooth and BLE</a:t>
          </a:r>
        </a:p>
        <a:p>
          <a:pPr marL="0" lvl="0" indent="0" algn="l" defTabSz="488950">
            <a:lnSpc>
              <a:spcPct val="100000"/>
            </a:lnSpc>
            <a:spcBef>
              <a:spcPct val="0"/>
            </a:spcBef>
            <a:spcAft>
              <a:spcPct val="35000"/>
            </a:spcAft>
            <a:buNone/>
          </a:pPr>
          <a:r>
            <a:rPr lang="en-US" sz="1100" kern="1200" dirty="0"/>
            <a:t>Ethernet</a:t>
          </a:r>
        </a:p>
        <a:p>
          <a:pPr marL="0" lvl="0" indent="0" algn="l" defTabSz="488950">
            <a:lnSpc>
              <a:spcPct val="100000"/>
            </a:lnSpc>
            <a:spcBef>
              <a:spcPct val="0"/>
            </a:spcBef>
            <a:spcAft>
              <a:spcPct val="35000"/>
            </a:spcAft>
            <a:buNone/>
          </a:pPr>
          <a:r>
            <a:rPr lang="en-US" sz="1100" kern="1200"/>
            <a:t>USB (Serial)</a:t>
          </a:r>
        </a:p>
        <a:p>
          <a:pPr marL="0" lvl="0" indent="0" algn="l" defTabSz="488950">
            <a:lnSpc>
              <a:spcPct val="100000"/>
            </a:lnSpc>
            <a:spcBef>
              <a:spcPct val="0"/>
            </a:spcBef>
            <a:spcAft>
              <a:spcPct val="35000"/>
            </a:spcAft>
            <a:buNone/>
          </a:pPr>
          <a:r>
            <a:rPr lang="en-US" sz="1100" kern="1200"/>
            <a:t>GSM</a:t>
          </a:r>
        </a:p>
        <a:p>
          <a:pPr marL="0" lvl="0" indent="0" algn="l" defTabSz="488950">
            <a:lnSpc>
              <a:spcPct val="100000"/>
            </a:lnSpc>
            <a:spcBef>
              <a:spcPct val="0"/>
            </a:spcBef>
            <a:spcAft>
              <a:spcPct val="35000"/>
            </a:spcAft>
            <a:buNone/>
          </a:pPr>
          <a:r>
            <a:rPr lang="en-US" sz="1100" kern="1200"/>
            <a:t>…</a:t>
          </a:r>
        </a:p>
      </dsp:txBody>
      <dsp:txXfrm>
        <a:off x="1349916" y="2138967"/>
        <a:ext cx="1136838" cy="873818"/>
      </dsp:txXfrm>
    </dsp:sp>
    <dsp:sp modelId="{46C6FD20-5616-4B81-A410-4D010ADD8730}">
      <dsp:nvSpPr>
        <dsp:cNvPr id="0" name=""/>
        <dsp:cNvSpPr/>
      </dsp:nvSpPr>
      <dsp:spPr>
        <a:xfrm>
          <a:off x="2685702" y="1122267"/>
          <a:ext cx="397893" cy="3978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270979-CDA1-4193-B45F-11B96C0D47FB}">
      <dsp:nvSpPr>
        <dsp:cNvPr id="0" name=""/>
        <dsp:cNvSpPr/>
      </dsp:nvSpPr>
      <dsp:spPr>
        <a:xfrm>
          <a:off x="2685702"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Set of easy-to-use Widgets</a:t>
          </a:r>
        </a:p>
      </dsp:txBody>
      <dsp:txXfrm>
        <a:off x="2685702" y="1599128"/>
        <a:ext cx="1136838" cy="557190"/>
      </dsp:txXfrm>
    </dsp:sp>
    <dsp:sp modelId="{1AFE9E94-41E8-48F9-BE9E-7E24E754C8C1}">
      <dsp:nvSpPr>
        <dsp:cNvPr id="0" name=""/>
        <dsp:cNvSpPr/>
      </dsp:nvSpPr>
      <dsp:spPr>
        <a:xfrm>
          <a:off x="2685702"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5E6E0DF3-129C-45B8-AF6A-2B9F9EF386BF}">
      <dsp:nvSpPr>
        <dsp:cNvPr id="0" name=""/>
        <dsp:cNvSpPr/>
      </dsp:nvSpPr>
      <dsp:spPr>
        <a:xfrm>
          <a:off x="4021487" y="1122267"/>
          <a:ext cx="397893" cy="3978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CC36B0-982E-4B57-9064-502CE8B05EF6}">
      <dsp:nvSpPr>
        <dsp:cNvPr id="0" name=""/>
        <dsp:cNvSpPr/>
      </dsp:nvSpPr>
      <dsp:spPr>
        <a:xfrm>
          <a:off x="4021487"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Connect device with no code writing</a:t>
          </a:r>
        </a:p>
      </dsp:txBody>
      <dsp:txXfrm>
        <a:off x="4021487" y="1599128"/>
        <a:ext cx="1136838" cy="557190"/>
      </dsp:txXfrm>
    </dsp:sp>
    <dsp:sp modelId="{F335ED8E-F427-41E4-A01F-CB7711FACFBA}">
      <dsp:nvSpPr>
        <dsp:cNvPr id="0" name=""/>
        <dsp:cNvSpPr/>
      </dsp:nvSpPr>
      <dsp:spPr>
        <a:xfrm>
          <a:off x="4021487"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15D17A25-DB0E-40FA-9417-949BF9E01F7D}">
      <dsp:nvSpPr>
        <dsp:cNvPr id="0" name=""/>
        <dsp:cNvSpPr/>
      </dsp:nvSpPr>
      <dsp:spPr>
        <a:xfrm>
          <a:off x="5357273" y="1122267"/>
          <a:ext cx="397893" cy="39789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5C55EA-E536-4A15-ACC6-A6C3FAD5F3EB}">
      <dsp:nvSpPr>
        <dsp:cNvPr id="0" name=""/>
        <dsp:cNvSpPr/>
      </dsp:nvSpPr>
      <dsp:spPr>
        <a:xfrm>
          <a:off x="5357273"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Easy to integrate and add new functionality using virtual pins</a:t>
          </a:r>
        </a:p>
      </dsp:txBody>
      <dsp:txXfrm>
        <a:off x="5357273" y="1599128"/>
        <a:ext cx="1136838" cy="557190"/>
      </dsp:txXfrm>
    </dsp:sp>
    <dsp:sp modelId="{0E12429D-A5ED-4915-A2A3-605B73563120}">
      <dsp:nvSpPr>
        <dsp:cNvPr id="0" name=""/>
        <dsp:cNvSpPr/>
      </dsp:nvSpPr>
      <dsp:spPr>
        <a:xfrm>
          <a:off x="5357273"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FFFE0D8F-8713-4700-82C6-15E6F41C8E4A}">
      <dsp:nvSpPr>
        <dsp:cNvPr id="0" name=""/>
        <dsp:cNvSpPr/>
      </dsp:nvSpPr>
      <dsp:spPr>
        <a:xfrm>
          <a:off x="6693059" y="1122267"/>
          <a:ext cx="397893" cy="39789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9D2C73-D942-4984-A3FB-65D62E512042}">
      <dsp:nvSpPr>
        <dsp:cNvPr id="0" name=""/>
        <dsp:cNvSpPr/>
      </dsp:nvSpPr>
      <dsp:spPr>
        <a:xfrm>
          <a:off x="6693059"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History data monitoring via </a:t>
          </a:r>
          <a:r>
            <a:rPr lang="en-US" sz="1400" kern="1200" dirty="0" err="1"/>
            <a:t>SuperChart</a:t>
          </a:r>
          <a:r>
            <a:rPr lang="en-US" sz="1400" kern="1200" dirty="0"/>
            <a:t> widget</a:t>
          </a:r>
        </a:p>
      </dsp:txBody>
      <dsp:txXfrm>
        <a:off x="6693059" y="1599128"/>
        <a:ext cx="1136838" cy="557190"/>
      </dsp:txXfrm>
    </dsp:sp>
    <dsp:sp modelId="{9E7C8252-BEB6-4B7A-93CC-5196C8CE90E5}">
      <dsp:nvSpPr>
        <dsp:cNvPr id="0" name=""/>
        <dsp:cNvSpPr/>
      </dsp:nvSpPr>
      <dsp:spPr>
        <a:xfrm>
          <a:off x="6693059"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0D192F35-1EAA-4DD0-8BAF-EEF4744180C6}">
      <dsp:nvSpPr>
        <dsp:cNvPr id="0" name=""/>
        <dsp:cNvSpPr/>
      </dsp:nvSpPr>
      <dsp:spPr>
        <a:xfrm>
          <a:off x="8028844" y="1122267"/>
          <a:ext cx="397893" cy="397893"/>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E1B430-B4D2-4910-82A1-A21DEEDB4109}">
      <dsp:nvSpPr>
        <dsp:cNvPr id="0" name=""/>
        <dsp:cNvSpPr/>
      </dsp:nvSpPr>
      <dsp:spPr>
        <a:xfrm>
          <a:off x="8028844"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Device-to-Device communication using Bridge Widget</a:t>
          </a:r>
        </a:p>
      </dsp:txBody>
      <dsp:txXfrm>
        <a:off x="8028844" y="1599128"/>
        <a:ext cx="1136838" cy="557190"/>
      </dsp:txXfrm>
    </dsp:sp>
    <dsp:sp modelId="{59FE1019-6D56-404E-9E38-E9232AE742F9}">
      <dsp:nvSpPr>
        <dsp:cNvPr id="0" name=""/>
        <dsp:cNvSpPr/>
      </dsp:nvSpPr>
      <dsp:spPr>
        <a:xfrm>
          <a:off x="8028844"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 modelId="{D3393561-1776-4C8D-BD0A-3388C9E25D0F}">
      <dsp:nvSpPr>
        <dsp:cNvPr id="0" name=""/>
        <dsp:cNvSpPr/>
      </dsp:nvSpPr>
      <dsp:spPr>
        <a:xfrm>
          <a:off x="9364630" y="1122267"/>
          <a:ext cx="397893" cy="397893"/>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C9B650-A90B-49C4-B186-6C40E3E57771}">
      <dsp:nvSpPr>
        <dsp:cNvPr id="0" name=""/>
        <dsp:cNvSpPr/>
      </dsp:nvSpPr>
      <dsp:spPr>
        <a:xfrm>
          <a:off x="9364630" y="1599128"/>
          <a:ext cx="1136838" cy="5571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dirty="0"/>
            <a:t>Sending emails, tweets, push notifications,</a:t>
          </a:r>
        </a:p>
      </dsp:txBody>
      <dsp:txXfrm>
        <a:off x="9364630" y="1599128"/>
        <a:ext cx="1136838" cy="557190"/>
      </dsp:txXfrm>
    </dsp:sp>
    <dsp:sp modelId="{F4FB4A18-7D58-4177-AB9B-08F276583224}">
      <dsp:nvSpPr>
        <dsp:cNvPr id="0" name=""/>
        <dsp:cNvSpPr/>
      </dsp:nvSpPr>
      <dsp:spPr>
        <a:xfrm>
          <a:off x="9364630" y="2193047"/>
          <a:ext cx="1136838" cy="765658"/>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587AA8-5BC7-4DB6-9D6D-6899208834D1}">
      <dsp:nvSpPr>
        <dsp:cNvPr id="0" name=""/>
        <dsp:cNvSpPr/>
      </dsp:nvSpPr>
      <dsp:spPr>
        <a:xfrm>
          <a:off x="0" y="33263"/>
          <a:ext cx="6263640" cy="12472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Devices</a:t>
          </a:r>
          <a:endParaRPr lang="en-US" sz="5200" kern="1200" dirty="0"/>
        </a:p>
      </dsp:txBody>
      <dsp:txXfrm>
        <a:off x="60884" y="94147"/>
        <a:ext cx="6141872" cy="1125452"/>
      </dsp:txXfrm>
    </dsp:sp>
    <dsp:sp modelId="{7BC6C7F1-F4A4-4600-A6D6-713822ECE6C7}">
      <dsp:nvSpPr>
        <dsp:cNvPr id="0" name=""/>
        <dsp:cNvSpPr/>
      </dsp:nvSpPr>
      <dsp:spPr>
        <a:xfrm>
          <a:off x="0" y="1430243"/>
          <a:ext cx="6263640" cy="1247220"/>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a:t>Templates</a:t>
          </a:r>
          <a:endParaRPr lang="en-US" sz="5200" kern="1200"/>
        </a:p>
      </dsp:txBody>
      <dsp:txXfrm>
        <a:off x="60884" y="1491127"/>
        <a:ext cx="6141872" cy="1125452"/>
      </dsp:txXfrm>
    </dsp:sp>
    <dsp:sp modelId="{52FA6CC9-7E14-41EF-B86D-F97D55FD482B}">
      <dsp:nvSpPr>
        <dsp:cNvPr id="0" name=""/>
        <dsp:cNvSpPr/>
      </dsp:nvSpPr>
      <dsp:spPr>
        <a:xfrm>
          <a:off x="0" y="2818022"/>
          <a:ext cx="6263640" cy="1247220"/>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IE" sz="5200" kern="1200" dirty="0"/>
            <a:t>Events</a:t>
          </a:r>
          <a:endParaRPr lang="en-US" sz="5200" kern="1200" dirty="0"/>
        </a:p>
      </dsp:txBody>
      <dsp:txXfrm>
        <a:off x="60884" y="2878906"/>
        <a:ext cx="6141872" cy="1125452"/>
      </dsp:txXfrm>
    </dsp:sp>
    <dsp:sp modelId="{77141F24-DF5D-4BDC-B9C9-91E0E33D6299}">
      <dsp:nvSpPr>
        <dsp:cNvPr id="0" name=""/>
        <dsp:cNvSpPr/>
      </dsp:nvSpPr>
      <dsp:spPr>
        <a:xfrm>
          <a:off x="0" y="4224204"/>
          <a:ext cx="6263640" cy="12472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l" defTabSz="2311400">
            <a:lnSpc>
              <a:spcPct val="90000"/>
            </a:lnSpc>
            <a:spcBef>
              <a:spcPct val="0"/>
            </a:spcBef>
            <a:spcAft>
              <a:spcPct val="35000"/>
            </a:spcAft>
            <a:buNone/>
          </a:pPr>
          <a:r>
            <a:rPr lang="en-US" sz="5200" kern="1200" dirty="0"/>
            <a:t>Dashboards</a:t>
          </a:r>
        </a:p>
      </dsp:txBody>
      <dsp:txXfrm>
        <a:off x="60884" y="4285088"/>
        <a:ext cx="6141872" cy="112545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18.049"/>
    </inkml:context>
    <inkml:brush xml:id="br0">
      <inkml:brushProperty name="width" value="0.2" units="cm"/>
      <inkml:brushProperty name="height" value="0.2" units="cm"/>
      <inkml:brushProperty name="color" value="#E71224"/>
    </inkml:brush>
  </inkml:definitions>
  <inkml:trace contextRef="#ctx0" brushRef="#br0">2865 88 2760 0 0,'0'0'4702'0'0,"-5"-12"-3606"0"0,-3 7-709 0 0,0 0 0 0 0,-1 0-1 0 0,0 1 1 0 0,1 0-1 0 0,-1 0 1 0 0,0 1 0 0 0,-10-2-1 0 0,-12-5 163 0 0,19 7-313 0 0,-1 0-1 0 0,1 1 1 0 0,-1 0 0 0 0,0 1 0 0 0,-24 1 0 0 0,-13-2 137 0 0,-3-2-184 0 0,-116-9 357 0 0,130 13-411 0 0,-1 1 0 0 0,-51 8 0 0 0,15 2 33 0 0,5-1 94 0 0,-105 29 0 0 0,-164 58-450 0 0,313-89 188 0 0,-178 60 0 0 0,152-48 0 0 0,-89 49 0 0 0,84-36 0 0 0,-14 7 0 0 0,-101 74 0 0 0,141-89 0 0 0,-1-1 0 0 0,2 2 0 0 0,1 1 0 0 0,-30 34 0 0 0,34-30-2 0 0,-178 226-66 0 0,175-216 56 0 0,3 1 1 0 0,2 1-1 0 0,1 1 0 0 0,-27 76 1 0 0,9-7-3 0 0,20-59 2 0 0,2 0-1 0 0,3 1 0 0 0,-10 60 1 0 0,-19 133 72 0 0,30-173 47 0 0,9-49-29 0 0,-4 47-1 0 0,3-1 66 0 0,-17 74 0 0 0,10-72-34 0 0,12-52-59 0 0,1 0 0 0 0,1 0 0 0 0,1 1 0 0 0,1-1 0 0 0,1 0 0 0 0,10 36 0 0 0,4 45 354 0 0,-15-86-322 0 0,-1-12-51 0 0,0 1-1 0 0,-1-1 1 0 0,1 1 0 0 0,-1-1 0 0 0,-1 1 0 0 0,1-1 0 0 0,-3 10-1 0 0,0 1 97 0 0,1 1 0 0 0,1-1 0 0 0,0 1 0 0 0,3 31-1 0 0,0-1-12 0 0,-5-21-60 0 0,3-21-32 0 0,-1 0 1 0 0,1-1-1 0 0,-1 1 1 0 0,1 0-1 0 0,0-1 1 0 0,1 1-1 0 0,-1 0 1 0 0,3 8-1 0 0,1-1 49 0 0,-1 0-1 0 0,-1 1 0 0 0,0-1 0 0 0,-1 0 1 0 0,0 15-1 0 0,4 34 52 0 0,-1-43-114 0 0,11 28-1 0 0,-2-9-10 0 0,9 16 1 0 0,-16-41 6 0 0,-1 0 1 0 0,7 21-1 0 0,2 21 14 0 0,-3 0 0 0 0,6 65-1 0 0,-13-90-17 0 0,2 0 0 0 0,1 0 0 0 0,17 48 0 0 0,2 6 0 0 0,-19-63 28 0 0,0-1 0 0 0,1 0 0 0 0,0 0-1 0 0,13 17 1 0 0,0 4 7 0 0,-1 1 0 0 0,14 45-1 0 0,-14-34-21 0 0,-14-35-13 0 0,-6-13 0 0 0,1-1 0 0 0,0 0 0 0 0,1 1 0 0 0,-1-1 0 0 0,0 0 0 0 0,1 0 0 0 0,0 0 0 0 0,0 0 0 0 0,3 4 0 0 0,2 1 2 0 0,0 0-1 0 0,1 0 0 0 0,0 0 0 0 0,1-1 0 0 0,0-1 1 0 0,0 1-1 0 0,0-1 0 0 0,12 5 0 0 0,-16-9 4 0 0,1 0-1 0 0,-1 1 0 0 0,1 0 1 0 0,-1 0-1 0 0,0 0 1 0 0,0 1-1 0 0,-1 0 1 0 0,1 0-1 0 0,-1 0 1 0 0,0 0-1 0 0,6 8 0 0 0,-1-2-13 0 0,-1 0 0 0 0,2-1 1 0 0,-1 0-1 0 0,1 0 0 0 0,21 12 0 0 0,-4-1-2 0 0,9 7-23 0 0,37 31-76 0 0,10 11-47 0 0,-52-42 38 0 0,-2 1 0 0 0,47 58 0 0 0,-26-28-132 0 0,28 43 104 0 0,-48-63 55 0 0,-1 0-1 0 0,-2 2 0 0 0,27 54 1 0 0,-34-58 45 0 0,-2-6-59 0 0,-2 2 0 0 0,22 57-1 0 0,-17-16-37 0 0,21 124 0 0 0,-36-158 144 0 0,24 124 0 0 0,-24-130 0 0 0,5 56 0 0 0,-10-76 0 0 0,7 163 0 0 0,-3-33 0 0 0,-3-73 0 0 0,2 19 0 0 0,19 225 0 0 0,-20-261 0 0 0,-6 199 0 0 0,-1-172 0 0 0,3 0 0 0 0,10 87 0 0 0,46 103-432 0 0,-8-58 65 0 0,-16-84 229 0 0,1 6 68 0 0,-20-80 53 0 0,3 0 0 0 0,41 98 0 0 0,-15-47 4 0 0,-17-47-53 0 0,-14-38 29 0 0,-2 0 0 0 0,7 23 1 0 0,30 88 89 0 0,-14-32 48 0 0,-20-67-62 0 0,-1 1-1 0 0,-2 0 1 0 0,6 43 0 0 0,-6-25 89 0 0,2 1-1 0 0,2-2 1 0 0,36 94-1 0 0,-31-102-93 0 0,24 40-1 0 0,-18-37-24 0 0,114 209 31 0 0,-101-188-26 0 0,-21-42 18 0 0,0 0 1 0 0,1-1-1 0 0,2-1 1 0 0,0-1-1 0 0,35 32 1 0 0,-19-24 191 0 0,2-2 0 0 0,69 42 1 0 0,-39-32-226 0 0,104 42 0 0 0,-161-76-16 0 0,62 26 50 0 0,0-3 1 0 0,101 21-1 0 0,-117-34 14 0 0,80 30-1 0 0,30 7 77 0 0,-79-34 66 0 0,0-4-1 0 0,170 1 0 0 0,-131-4-87 0 0,-90-5-76 0 0,113 19 111 0 0,-54-7-14 0 0,74 4 34 0 0,245-3 0 0 0,120 29 55 0 0,-491-41-203 0 0,226 20 77 0 0,-92-27-32 0 0,-113-1-42 0 0,127 3-11 0 0,104-7 0 0 0,199-9 118 0 0,-198-2-21 0 0,2-1-16 0 0,-155 18-81 0 0,216 7 0 0 0,-17 6 54 0 0,-288-14-52 0 0,-1-1 1 0 0,1-4 0 0 0,75-18-1 0 0,-68 14 35 0 0,0 2-1 0 0,91-2 1 0 0,-65 6-8 0 0,-15 2 8 0 0,-31 1 3 0 0,70-10 0 0 0,163-40 84 0 0,-235 43-49 0 0,46-18 0 0 0,18-5 245 0 0,-76 23-166 0 0,-1-1-1 0 0,0 0 1 0 0,0-2 0 0 0,-2-1 0 0 0,42-29 0 0 0,15-9 129 0 0,-71 46-254 0 0,2 0 1 0 0,-2 0 0 0 0,1-1 0 0 0,-1 0 0 0 0,1 0 0 0 0,-2-1 0 0 0,1 0-1 0 0,-1-1 1 0 0,0 0 0 0 0,7-9 0 0 0,15-27 138 0 0,24-42 408 0 0,38-93 671 0 0,-79 152-1146 0 0,7-18 119 0 0,23-83-1 0 0,-38 110-203 0 0,32-139 189 0 0,-31 110-171 0 0,-2-1 0 0 0,-2 0 0 0 0,-4-52 0 0 0,1 68-8 0 0,1-36 368 0 0,12-94 0 0 0,24-66-224 0 0,-12 114-35 0 0,10-63-30 0 0,-24 95-105 0 0,7-135 0 0 0,-24-157 0 0 0,0 261 0 0 0,-29-146 0 0 0,23 199 27 0 0,-10-57 10 0 0,9 35-37 0 0,6 38 0 0 0,-4-74 0 0 0,4-33-42 0 0,0-37 20 0 0,10-29-25 0 0,-5-245-98 0 0,-14 251 102 0 0,3 53 14 0 0,4-307 33 0 0,10 388 3 0 0,13-240-474 0 0,1-4-21 0 0,-15 258 532 0 0,-2 1 0 0 0,-3-1 0 0 0,-2 1 0 0 0,-4 0 0 0 0,-20-64 0 0 0,1 29-47 0 0,4 15-22 0 0,-30-156 0 0 0,11-1-158 0 0,-4-11-12 0 0,32 180 164 0 0,-41-102 1 0 0,44 137 66 0 0,-3 2 0 0 0,0 0 0 0 0,-2 1 0 0 0,-32-40 0 0 0,-107-105-78 0 0,141 158 20 0 0,-105-126-312 0 0,92 106 310 0 0,1-2-43 0 0,2-2 0 0 0,2-1 1 0 0,-22-52-1 0 0,10 21-36 0 0,-6-11-24 0 0,-67-121-85 0 0,82 160 209 0 0,-2 1 1 0 0,-45-52 0 0 0,35 51 128 0 0,-3 2 1 0 0,-1 2 0 0 0,-56-41-1 0 0,-108-66-62 0 0,30 16-60 0 0,-148-96-173 0 0,286 206 141 0 0,-1 2-1 0 0,-2 2 1 0 0,0 1 0 0 0,0 3-1 0 0,-2 2 1 0 0,0 1 0 0 0,-76-10-1 0 0,-351-50 103 0 0,-97-68-42 0 0,184 41-174 0 0,254 71 178 0 0,0 6 0 0 0,-1 6-1 0 0,-184 0 1 0 0,194 18-18 0 0,-287-14-41 0 0,310 1-43 0 0,-156-16 41 0 0,-164 12-394 0 0,305 20 488 0 0,-121 19-1 0 0,-115 34 95 0 0,300-48-159 0 0,-121 26 15 0 0,72-13-4 0 0,-155 14 1 0 0,-120-32-78 0 0,-316-33 214 0 0,612 24-734 0 0,1-3-32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11:04:05.510"/>
    </inkml:context>
    <inkml:brush xml:id="br0">
      <inkml:brushProperty name="width" value="0.2" units="cm"/>
      <inkml:brushProperty name="height" value="0.2" units="cm"/>
      <inkml:brushProperty name="color" value="#E71224"/>
    </inkml:brush>
  </inkml:definitions>
  <inkml:trace contextRef="#ctx0" brushRef="#br0">2132 457 4432 0 0,'0'0'200'0'0,"-7"-5"826"0"0,-5 0-6 0 0,0 1-1 0 0,0 0 1 0 0,-1 1-1 0 0,0 0 1 0 0,0 1-1 0 0,0 1 1 0 0,-16-1-1 0 0,-20-2 125 0 0,35 1-1074 0 0,1 0 1 0 0,-1-1-1 0 0,-24-11 0 0 0,-2-1-16 0 0,-46-23-30 0 0,65 32 218 0 0,-1 1 1 0 0,1 0-1 0 0,-1 1 1 0 0,0 2-1 0 0,0 0 1 0 0,-29 1-1 0 0,-69 7 698 0 0,104-5-923 0 0,0-1 0 0 0,0-1 0 0 0,0 0 0 0 0,-21-7 0 0 0,-20-9 42 0 0,-16-4 26 0 0,44 15-85 0 0,22 5 0 0 0,0 0 0 0 0,0 0 0 0 0,0 1 0 0 0,0 0 0 0 0,0 0 0 0 0,0 1 0 0 0,0 0 0 0 0,0 0 0 0 0,0 1 0 0 0,0-1 0 0 0,-7 3 0 0 0,1 1-6 0 0,1 0 0 0 0,0 1 0 0 0,0 1 0 0 0,0 0 0 0 0,1 1 0 0 0,-13 9 0 0 0,-60 53-93 0 0,31-17 86 0 0,30-29 14 0 0,-49 38 0 0 0,43-38-1 0 0,2 2 0 0 0,-36 38 0 0 0,20-18 11 0 0,26-26 33 0 0,-28 41 0 0 0,11-14-15 0 0,12-16-29 0 0,14-18 0 0 0,-1 0 0 0 0,-11 11 0 0 0,-4 4 67 0 0,1 2-1 0 0,-35 55 1 0 0,55-79-67 0 0,-40 72 0 0 0,16-15 0 0 0,14-27 0 0 0,4 0 46 0 0,9-31-44 0 0,-1 1 1 0 0,0-1-1 0 0,0 0 0 0 0,0 0 1 0 0,0 1-1 0 0,-1-1 0 0 0,-1 4 0 0 0,-10 18 58 0 0,-13 37-1 0 0,5-11-10 0 0,13-32-8 0 0,1 1-1 0 0,1-1 0 0 0,0 1 1 0 0,2 1-1 0 0,0-1 0 0 0,2 0 1 0 0,-1 23-1 0 0,2-14 27 0 0,-7 38 1 0 0,4-38-21 0 0,-1 38 0 0 0,5-59-44 0 0,4 94 122 0 0,-4-90-142 0 0,0 0-1 0 0,0 0 1 0 0,-1 0-1 0 0,-4 17 1 0 0,-1 15 27 0 0,-4 127 779 0 0,-4-2-778 0 0,13-151-10 0 0,0 0-1 0 0,3 22 1 0 0,-1-20-7 0 0,-2 31-1 0 0,-4 67 26 0 0,-3 15 266 0 0,7-123-285 0 0,1-1 0 0 0,1 1 0 0 0,1 12 0 0 0,-1-13 0 0 0,0 1 0 0 0,-1 0 0 0 0,-1 13 0 0 0,0-2 0 0 0,1-1 0 0 0,1 1 0 0 0,7 37 0 0 0,-1 6 0 0 0,20 155 0 0 0,-18-170 0 0 0,-7-38 0 0 0,1 1 0 0 0,-1 0 0 0 0,-1 1 0 0 0,-1 20 0 0 0,-7 47 0 0 0,-12 101 0 0 0,4-53 64 0 0,11-102-59 0 0,-45 229 190 0 0,39-211-171 0 0,-4 58 1 0 0,5-33-10 0 0,-3 54-15 0 0,7-61 0 0 0,3-41 11 0 0,2-1 0 0 0,1 0-1 0 0,1 1 1 0 0,0-1 0 0 0,7 26-1 0 0,12 82 20 0 0,3 12 4 0 0,-19-112-34 0 0,2 37 0 0 0,0 2 0 0 0,1 9 0 0 0,-2 101 0 0 0,-1-9 0 0 0,8 163 0 0 0,-12-312 0 0 0,1 1 0 0 0,1-1 0 0 0,8 28 0 0 0,-5-22 0 0 0,4 30 0 0 0,7 25 0 0 0,-4 219 0 0 0,-12-253 42 0 0,-3-1 0 0 0,-8 58-1 0 0,8-84-38 0 0,-12 86 61 0 0,11-76-49 0 0,-3 37 34 0 0,5 47-49 0 0,1-5 54 0 0,0 4 164 0 0,1-101-116 0 0,-1 0-1 0 0,-1 0 0 0 0,-5 24 1 0 0,4-21 3 0 0,0 0 0 0 0,0 16 1 0 0,-1 8-238 0 0,1 15 65 0 0,2-7 225 0 0,-1-40-145 0 0,1 1-1 0 0,0 0 1 0 0,0 0 0 0 0,1-1-1 0 0,0 1 1 0 0,2 9 0 0 0,1 4-82 0 0,0 0 0 0 0,1 44 0 0 0,0 1 141 0 0,-4-8 207 0 0,-2-49-272 0 0,1 0 0 0 0,0 0 0 0 0,0 0 0 0 0,1-1 0 0 0,0 1-1 0 0,1 0 1 0 0,0 0 0 0 0,3 8 0 0 0,-2-8 1 0 0,-1 1-1 0 0,1-1 0 0 0,1 16 1 0 0,-3-17-2 0 0,0 0 0 0 0,1 0 0 0 0,-1 0 0 0 0,2 0 0 0 0,-1-1 0 0 0,8 15 0 0 0,-4-10-2 0 0,3 3 5 0 0,0 1-1 0 0,1-1 0 0 0,0-1 0 0 0,1 0 0 0 0,20 20 1 0 0,-22-26 9 0 0,-4-4-7 0 0,-1 0 1 0 0,0 0-1 0 0,1-1 0 0 0,0 0 1 0 0,8 5-1 0 0,1-1 33 0 0,0 2 0 0 0,25 19 0 0 0,-28-20-32 0 0,114 78 123 0 0,-102-72-105 0 0,0-2-1 0 0,0-1 0 0 0,47 16 0 0 0,-11-15-29 0 0,-41-9 0 0 0,-1 1 0 0 0,31 10 0 0 0,196 68 142 0 0,-221-75-140 0 0,10 1 6 0 0,0 0 0 0 0,0-3 0 0 0,62 4 0 0 0,103-15 24 0 0,-140 4 41 0 0,70 7 0 0 0,-5 0 5 0 0,-34-8-78 0 0,-44 1 0 0 0,0 2 0 0 0,72 8 0 0 0,-58 0 0 0 0,115 1 0 0 0,61-19 0 0 0,-220 9 0 0 0,1 0 0 0 0,177-7 0 0 0,102-4-84 0 0,-163 6 224 0 0,-82 2-121 0 0,1 3 0 0 0,82 7-1 0 0,-15 7-18 0 0,40 7 0 0 0,-126-17 0 0 0,0-1 0 0 0,0-1 0 0 0,1-2 0 0 0,32-5-1 0 0,45-1 13 0 0,-26 4 46 0 0,-47 0-60 0 0,59 5-1 0 0,-2 2-33 0 0,121-9 0 0 0,-30-2 100 0 0,-2-1 0 0 0,-142 8-64 0 0,131-4 138 0 0,-82 1-42 0 0,-23 2-164 0 0,101 0 52 0 0,-92 1 18 0 0,0 2 30 0 0,64-3 68 0 0,110-12 72 0 0,-119 3-172 0 0,210 13 0 0 0,-268 4 0 0 0,65 2 0 0 0,63 2 0 0 0,-43 17 0 0 0,-49-7 0 0 0,-38-9 64 0 0,126 4 0 0 0,26-3-64 0 0,-205-14 14 0 0,-1 0-1 0 0,0-1 0 0 0,28-7 1 0 0,-25 2 14 0 0,-1 0 0 0 0,33-18 0 0 0,-7 4 100 0 0,-38 17-40 0 0,-1 0 0 0 0,0 0 1 0 0,0 0-1 0 0,9-9 0 0 0,3-3 36 0 0,-9 8-96 0 0,0-1-1 0 0,-1 0 1 0 0,-1-1-1 0 0,1 0 1 0 0,-1 0 0 0 0,9-20-1 0 0,48-86-27 0 0,16-32 45 0 0,-37 66-26 0 0,-24 46-11 0 0,64-124 158 0 0,-66 123-118 0 0,-2-2 0 0 0,15-54 0 0 0,-26 76-47 0 0,9-34 94 0 0,6-54 1 0 0,-3 5 11 0 0,-8 62-41 0 0,-3-1 1 0 0,2-49-1 0 0,-2-56-12 0 0,-3 111-48 0 0,10-57 1 0 0,1-16-10 0 0,-7 49 3 0 0,20-89 0 0 0,-17 104 0 0 0,-4 6 0 0 0,-1 0 0 0 0,-3-69 0 0 0,-1 60 0 0 0,-3-52 0 0 0,0-29 0 0 0,2-22 0 0 0,3-43 0 0 0,25-173 0 0 0,-24 329 7 0 0,9-94 50 0 0,-7 79-73 0 0,8-38-48 0 0,15-85 44 0 0,-7 32 24 0 0,-16 109-4 0 0,0-55 0 0 0,0 0 0 0 0,-3 47 25 0 0,-2-55-1 0 0,-1-5 7 0 0,4 41-21 0 0,1-122 76 0 0,-5 137-47 0 0,7-60 1 0 0,-1 43-55 0 0,0-12-21 0 0,2-60-8 0 0,-7 84 50 0 0,1-55 74 0 0,-15-112 1 0 0,1 62-244 0 0,8 112 202 0 0,3 0 0 0 0,4-72-1 0 0,-1 80-42 0 0,-2 1 1 0 0,-6-36-1 0 0,4 36-11 0 0,0 0 0 0 0,3-40 0 0 0,1 54 15 0 0,0 0 0 0 0,-4-36 0 0 0,1 21-3 0 0,1 0-1 0 0,8-65 1 0 0,-1-9-3 0 0,-12 13 137 0 0,3 60-102 0 0,2 23-29 0 0,2-1 0 0 0,-1 0 0 0 0,6-22 0 0 0,-4 25 0 0 0,0 0 0 0 0,-1 0 0 0 0,-1 0 0 0 0,1-1 0 0 0,-1 1 0 0 0,-3-18 0 0 0,-5-37 0 0 0,-2-8 0 0 0,-4-16 0 0 0,12 74 0 0 0,1 0 0 0 0,0 0 0 0 0,2 1 0 0 0,2-28 0 0 0,-2 35 0 0 0,8-39 2 0 0,-7 37-18 0 0,0-1 1 0 0,0 0 0 0 0,1-16-1 0 0,-3-11 10 0 0,1 25 13 0 0,0 0-1 0 0,-1 0 1 0 0,-1 0 0 0 0,0 0 0 0 0,-1 0 0 0 0,0 0-1 0 0,-7-22 1 0 0,-7-1 84 0 0,-37-63 0 0 0,44 82-69 0 0,-12-32-22 0 0,6 10 0 0 0,-8-22 0 0 0,19 46 0 0 0,-1 1 0 0 0,0 0 0 0 0,-14-25 0 0 0,2 17 27 0 0,0 0-1 0 0,-1 1 1 0 0,0 1-1 0 0,-23-18 1 0 0,7 6-8 0 0,18 16-19 0 0,1-1 0 0 0,1 0 0 0 0,1-1 0 0 0,-21-35 0 0 0,27 42 0 0 0,-1 0 0 0 0,0 1 0 0 0,0 0 0 0 0,-1 0 0 0 0,0 1 0 0 0,-12-8 0 0 0,-18-19 0 0 0,18 16 0 0 0,-27-19 0 0 0,13 11 0 0 0,25 19 1 0 0,-1 1 0 0 0,-16-8 0 0 0,-13-9-14 0 0,-45-24-101 0 0,80 44 106 0 0,-254-163-68 0 0,68 66 76 0 0,188 99 0 0 0,-181-83-97 0 0,137 66 50 0 0,-98-24-1 0 0,110 34 41 0 0,-2 1-22 0 0,-56-7 1 0 0,-55-2 2 0 0,-66-4-20 0 0,81 10-190 0 0,-45-1-158 0 0,-75 22 223 0 0,2 0 146 0 0,-126-7-143 0 0,222 4 117 0 0,111-4 60 0 0,-7 2-45 0 0,-89 22 0 0 0,42-7 0 0 0,-71 14-24 0 0,64-13 32 0 0,41-7 7 0 0,0-2-1 0 0,-77 3 1 0 0,51-12 27 0 0,-374 19 68 0 0,387-17-74 0 0,-124-10 0 0 0,0-27 105 0 0,170 26-92 0 0,-182-30 80 0 0,132 23-34 0 0,-127-40-1 0 0,98 24-58 0 0,-116-16 0 0 0,186 41 2 0 0,0 2 0 0 0,0 1 1 0 0,0 2-1 0 0,-59 9 0 0 0,-19-2 51 0 0,52-5 7 0 0,14 1-43 0 0,-177 18 42 0 0,196-14-59 0 0,0 1 0 0 0,1 1 0 0 0,-34 16 0 0 0,-88 49 0 0 0,101-46 0 0 0,15-8 0 0 0,-1-2 0 0 0,-59 22 0 0 0,72-33-25 0 0,13-3-278 0 0,0 0 0 0 0,-1-2 1 0 0,-22 4-1 0 0,2-3-405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7T20:42:12.582"/>
    </inkml:context>
    <inkml:brush xml:id="br0">
      <inkml:brushProperty name="width" value="0.2" units="cm"/>
      <inkml:brushProperty name="height" value="0.2" units="cm"/>
      <inkml:brushProperty name="color" value="#E71224"/>
    </inkml:brush>
  </inkml:definitions>
  <inkml:trace contextRef="#ctx0" brushRef="#br0">494 21 2760 0 0,'-25'-8'2376'0'0,"24"7"-2219"0"0,-1 0 0 0 0,0 1 0 0 0,0-1 0 0 0,1 1 0 0 0,-1-1 0 0 0,0 1 1 0 0,0 0-1 0 0,0 0 0 0 0,0 0 0 0 0,-3 0 0 0 0,3 0-183 0 0,-26-9 354 0 0,-3 10 90 0 0,28-1-359 0 0,0 0 1 0 0,-1 0 0 0 0,1 0-1 0 0,0 1 1 0 0,0-1 0 0 0,0 1-1 0 0,0 0 1 0 0,0 0 0 0 0,0 0-1 0 0,-4 2 1 0 0,-10 2 317 0 0,11-3-322 0 0,-1 0-1 0 0,1 0 1 0 0,0 0 0 0 0,0 1-1 0 0,1 0 1 0 0,-1 0-1 0 0,0 0 1 0 0,1 1 0 0 0,-6 5-1 0 0,-25 14 335 0 0,24-17-239 0 0,1 0 1 0 0,0 2-1 0 0,-11 8 1 0 0,-12 8 127 0 0,32-22-269 0 0,0 1 0 0 0,-1-1 0 0 0,1 0 0 0 0,0 1 0 0 0,1-1 0 0 0,-1 1 0 0 0,0 0 0 0 0,1-1 0 0 0,0 1 0 0 0,-1 0 0 0 0,1 0 0 0 0,0 0 1 0 0,0 0-1 0 0,0 5 0 0 0,1-6-9 0 0,-1 4 0 0 0,-12 14 0 0 0,9-13 0 0 0,-2 1 0 0 0,1-1 0 0 0,-12 10 0 0 0,14-14 0 0 0,-1 1 0 0 0,1-1 0 0 0,0 1 0 0 0,0 0 0 0 0,0 0 0 0 0,-4 8 0 0 0,7-10 1 0 0,0 0-1 0 0,-1 0 1 0 0,1 0 0 0 0,-1 0 0 0 0,0 0 0 0 0,0 0 0 0 0,1 0-1 0 0,-1 0 1 0 0,0 0 0 0 0,-2 2 0 0 0,3-3 0 0 0,-7 12 78 0 0,8-9-65 0 0,-1-1 0 0 0,-3 6-3 0 0,2-8-11 0 0,0 1 0 0 0,0-1 0 0 0,1 0 0 0 0,-1 0 0 0 0,1 1 0 0 0,-1-1 0 0 0,1 0 0 0 0,-1 0 0 0 0,1 1 0 0 0,0-1 0 0 0,0 1 0 0 0,0-1 0 0 0,-1 0 0 0 0,1 1 0 0 0,1-1 0 0 0,-1 0 0 0 0,0 1 0 0 0,0-1 0 0 0,0 1 0 0 0,1-1 0 0 0,0 2 0 0 0,-1-3-3 0 0,1 1 1 0 0,0 0-1 0 0,-1 0 1 0 0,1 0 0 0 0,-1 0-1 0 0,1 0 1 0 0,-1-1-1 0 0,0 1 1 0 0,1 0 0 0 0,-1 0-1 0 0,0 0 1 0 0,0 0-1 0 0,0 0 1 0 0,1 0 0 0 0,-1 0-1 0 0,0 0 1 0 0,0 0-1 0 0,0 0 1 0 0,-1 0 0 0 0,1 0-1 0 0,0 0 1 0 0,0 0-1 0 0,0 0 1 0 0,-1 0 0 0 0,1 0-1 0 0,-1 0 1 0 0,1 0-1 0 0,-1 1 1 0 0,-1 3-8 0 0,1-4 9 0 0,1-1 0 0 0,0 1 0 0 0,0 0 0 0 0,0 0 0 0 0,0 0 0 0 0,0-1 1 0 0,0 1-1 0 0,0 0 0 0 0,0 0 0 0 0,0 0 0 0 0,0-1 0 0 0,0 1 0 0 0,0 0 1 0 0,0 0-1 0 0,1 0 0 0 0,-1-1 0 0 0,0 1 0 0 0,1 0 0 0 0,-1 0 0 0 0,0-1 0 0 0,1 1 1 0 0,0 0-1 0 0,0 0 1 0 0,-1 0 0 0 0,1 0 0 0 0,-1 0 1 0 0,0-1-1 0 0,1 1 0 0 0,-1 0 0 0 0,1 0 1 0 0,-1 0-1 0 0,0 0 0 0 0,0 0 0 0 0,0 0 1 0 0,0 0-1 0 0,1 0 0 0 0,-1 0 0 0 0,0 0 0 0 0,-1 1 1 0 0,-2 9-4 0 0,3-9 5 0 0,-1 0-1 0 0,1-1 1 0 0,-1 1-1 0 0,1 0 1 0 0,0-1-1 0 0,0 1 1 0 0,-1 0-1 0 0,1-1 1 0 0,1 1 0 0 0,-1 0-1 0 0,0 2 1 0 0,1-1 15 0 0,-1 0 1 0 0,0 0 0 0 0,-1 0 0 0 0,1 0-1 0 0,0 0 1 0 0,-1 0 0 0 0,1 0-1 0 0,-1 0 1 0 0,0 0 0 0 0,-3 5 0 0 0,3-5-8 0 0,0 0 0 0 0,0-1 1 0 0,0 1-1 0 0,0 0 1 0 0,1 0-1 0 0,-1 0 1 0 0,1 0-1 0 0,0 0 0 0 0,-1-1 1 0 0,1 1-1 0 0,1 4 1 0 0,-1-6-7 0 0,0 0 1 0 0,0 0 0 0 0,0 0 0 0 0,0 1-1 0 0,0-1 1 0 0,0 0 0 0 0,-1 0 0 0 0,1 0-1 0 0,0 0 1 0 0,-1 1 0 0 0,1-1 0 0 0,-1 0-1 0 0,1 0 1 0 0,-1 0 0 0 0,1 0 0 0 0,-2 1-1 0 0,2-1-4 0 0,-1-1-1 0 0,1 1 0 0 0,-1 0 0 0 0,1 0 0 0 0,-1 0 1 0 0,1 0-1 0 0,0-1 0 0 0,-1 1 0 0 0,1 0 0 0 0,0 0 1 0 0,0 0-1 0 0,-1 0 0 0 0,1 0 0 0 0,0 0 0 0 0,0 0 1 0 0,0 0-1 0 0,0 0 0 0 0,0 0 0 0 0,1 0 0 0 0,-1 1 1 0 0,6 8-41 0 0,-5-9 38 0 0,0 0 0 0 0,0 0 0 0 0,-1 0 0 0 0,1 0 0 0 0,0 0 0 0 0,-1 1 0 0 0,1-1 0 0 0,-1 0 0 0 0,1 0 0 0 0,-1 1 0 0 0,0-1 0 0 0,1 3 0 0 0,0 4 36 0 0,-1-1 1 0 0,2 1-1 0 0,-1 0 1 0 0,1-1-1 0 0,0 1 1 0 0,1-1-1 0 0,0 1 1 0 0,0-1-1 0 0,0 0 1 0 0,1 0-1 0 0,0-1 1 0 0,0 1-1 0 0,1-1 1 0 0,0 0-1 0 0,7 7 1 0 0,-10-11 62 0 0,-2-2-85 0 0,1 0 1 0 0,0 1 0 0 0,0-1-1 0 0,0 0 1 0 0,-1 1 0 0 0,1-1-1 0 0,0 1 1 0 0,0-1 0 0 0,-1 1-1 0 0,1-1 1 0 0,0 1 0 0 0,-1 0-1 0 0,1-1 1 0 0,-1 1 0 0 0,1 0-1 0 0,0 0 1 0 0,-1 0 2 0 0,1 0-1 0 0,0 0 1 0 0,-1 0 0 0 0,1-1 0 0 0,-1 1-1 0 0,1 0 1 0 0,0-1 0 0 0,0 1 0 0 0,0 0-1 0 0,-1-1 1 0 0,1 1 0 0 0,0-1 0 0 0,0 0-1 0 0,0 1 1 0 0,0-1 0 0 0,1 1 0 0 0,26 12 282 0 0,-25-12-265 0 0,1 0-1 0 0,-1 0 1 0 0,1-1 0 0 0,0 1 0 0 0,-1-1 0 0 0,1 0 0 0 0,0 0 0 0 0,-1 0 0 0 0,1 0 0 0 0,0-1 0 0 0,-1 1 0 0 0,1-1-1 0 0,-1 0 1 0 0,1 0 0 0 0,-1 0 0 0 0,1-1 0 0 0,-1 1 0 0 0,0-1 0 0 0,0 1 0 0 0,1-1 0 0 0,4-5 0 0 0,38-38 385 0 0,-1 4-35 0 0,-8 1-91 0 0,-24 27-180 0 0,0-1-1 0 0,14-19 1 0 0,-23 27-81 0 0,1 0 0 0 0,0 0 1 0 0,0 1-1 0 0,10-8 1 0 0,-10 10-17 0 0,-1-1 0 0 0,1-1 1 0 0,-1 1-1 0 0,0-1 0 0 0,7-9 0 0 0,36-66 134 0 0,-39 66-101 0 0,0-1 0 0 0,-1 0-1 0 0,-1 0 1 0 0,5-18 0 0 0,-11 31-39 0 0,1-1 0 0 0,-1 1 0 0 0,0-1 0 0 0,0 0-1 0 0,0 1 1 0 0,-1-1 0 0 0,1 1 0 0 0,-1-1 0 0 0,1 1 0 0 0,-2-4-1 0 0,1 4 0 0 0,0-1 0 0 0,1 0 0 0 0,-1 0 0 0 0,1 0 0 0 0,0 1 0 0 0,-1-1 0 0 0,2-5 0 0 0,-1 3 5 0 0,1-1 1 0 0,-1 0-1 0 0,-1 0 1 0 0,1 0-1 0 0,-1 0 1 0 0,0 0-1 0 0,0 0 1 0 0,-3-6 0 0 0,1-1 12 0 0,-2-10 35 0 0,4 15 14 0 0,-1-1 0 0 0,0 0 0 0 0,-1 1 0 0 0,-5-15 0 0 0,6 21-62 0 0,1 0 0 0 0,0 0 0 0 0,-1 0 0 0 0,1 0 0 0 0,-1 0 0 0 0,0 0 0 0 0,0 0 0 0 0,1 0 0 0 0,-1 1 0 0 0,0-1 0 0 0,-1 1 0 0 0,1-1 0 0 0,0 1 0 0 0,0 0 0 0 0,0 0 0 0 0,-1 0 0 0 0,1 0 0 0 0,-1 0 0 0 0,1 0 0 0 0,-1 1 0 0 0,-3-1 1 0 0,-8-3-34 0 0,13 3 18 0 0,-1 0 0 0 0,1 1-1 0 0,-1-1 1 0 0,1 1-1 0 0,-1 0 1 0 0,0-1 0 0 0,1 1-1 0 0,-1 0 1 0 0,0 0-1 0 0,1 0 1 0 0,-1 0 0 0 0,1 0-1 0 0,-3 0 1 0 0,-7 4-82 0 0,0 0 0 0 0,1 0 0 0 0,-1 1 0 0 0,1 1 0 0 0,0-1 0 0 0,0 2 0 0 0,-10 8 0 0 0,-10 5-1019 0 0,23-15 477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CA026-0B95-4A00-933D-6AE5D99250E8}" type="datetimeFigureOut">
              <a:rPr lang="en-IE" smtClean="0"/>
              <a:t>26/11/2025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0B477B-5E5C-4F40-BC30-CC3DE6366696}" type="slidenum">
              <a:rPr lang="en-IE" smtClean="0"/>
              <a:t>‹#›</a:t>
            </a:fld>
            <a:endParaRPr lang="en-IE"/>
          </a:p>
        </p:txBody>
      </p:sp>
    </p:spTree>
    <p:extLst>
      <p:ext uri="{BB962C8B-B14F-4D97-AF65-F5344CB8AC3E}">
        <p14:creationId xmlns:p14="http://schemas.microsoft.com/office/powerpoint/2010/main" val="3470083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commons.wikimedia.org/wiki/File:PICOL_Computer.sv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bts-sta.fr/la-maison-du-futur-toujours-plus-technologisee-deviendra-t-elle-une-maison-toujours-moins-humanisee/#comments" TargetMode="External"/><Relationship Id="rId2" Type="http://schemas.openxmlformats.org/officeDocument/2006/relationships/image" Target="../media/image33.jp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2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27.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380.png"/></Relationships>
</file>

<file path=ppt/slides/_rels/slide32.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IoT Platforms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B042-AECB-49EA-AFA4-BA3007681936}"/>
              </a:ext>
            </a:extLst>
          </p:cNvPr>
          <p:cNvSpPr>
            <a:spLocks noGrp="1"/>
          </p:cNvSpPr>
          <p:nvPr>
            <p:ph type="title"/>
          </p:nvPr>
        </p:nvSpPr>
        <p:spPr/>
        <p:txBody>
          <a:bodyPr/>
          <a:lstStyle/>
          <a:p>
            <a:r>
              <a:rPr lang="en-US" dirty="0">
                <a:cs typeface="Calibri Light"/>
              </a:rPr>
              <a:t>What are IoT platforms</a:t>
            </a:r>
            <a:endParaRPr lang="en-US" dirty="0" err="1"/>
          </a:p>
        </p:txBody>
      </p:sp>
      <p:sp>
        <p:nvSpPr>
          <p:cNvPr id="3" name="Content Placeholder 2">
            <a:extLst>
              <a:ext uri="{FF2B5EF4-FFF2-40B4-BE49-F238E27FC236}">
                <a16:creationId xmlns:a16="http://schemas.microsoft.com/office/drawing/2014/main" id="{9AC81755-BBA2-45C7-940B-B6B4DF17715D}"/>
              </a:ext>
            </a:extLst>
          </p:cNvPr>
          <p:cNvSpPr>
            <a:spLocks noGrp="1"/>
          </p:cNvSpPr>
          <p:nvPr>
            <p:ph idx="1"/>
          </p:nvPr>
        </p:nvSpPr>
        <p:spPr/>
        <p:txBody>
          <a:bodyPr vert="horz" lIns="91440" tIns="45720" rIns="91440" bIns="45720" rtlCol="0" anchor="t">
            <a:normAutofit fontScale="92500" lnSpcReduction="20000"/>
          </a:bodyPr>
          <a:lstStyle/>
          <a:p>
            <a:r>
              <a:rPr lang="en-US" dirty="0">
                <a:cs typeface="Calibri"/>
              </a:rPr>
              <a:t>IoT applications combine sensors, devices, data, analytics and integrations in a seamless and unified way</a:t>
            </a:r>
          </a:p>
          <a:p>
            <a:pPr lvl="1"/>
            <a:r>
              <a:rPr lang="en-US" dirty="0">
                <a:cs typeface="Calibri"/>
              </a:rPr>
              <a:t>e.g. your project!</a:t>
            </a:r>
          </a:p>
          <a:p>
            <a:r>
              <a:rPr lang="en-US" dirty="0">
                <a:cs typeface="Calibri"/>
              </a:rPr>
              <a:t>IoT Platforms provide software tools and components to:</a:t>
            </a:r>
          </a:p>
          <a:p>
            <a:pPr lvl="1"/>
            <a:r>
              <a:rPr lang="en-US" dirty="0">
                <a:cs typeface="Calibri"/>
              </a:rPr>
              <a:t>connect sensors, devices, and data networks</a:t>
            </a:r>
          </a:p>
          <a:p>
            <a:pPr lvl="1"/>
            <a:r>
              <a:rPr lang="en-US" dirty="0" err="1">
                <a:cs typeface="Calibri"/>
              </a:rPr>
              <a:t>Analyse</a:t>
            </a:r>
            <a:r>
              <a:rPr lang="en-US" dirty="0">
                <a:cs typeface="Calibri"/>
              </a:rPr>
              <a:t> and store data</a:t>
            </a:r>
          </a:p>
          <a:p>
            <a:pPr lvl="1"/>
            <a:r>
              <a:rPr lang="en-US" dirty="0">
                <a:cs typeface="Calibri"/>
              </a:rPr>
              <a:t>Integrate with other apps</a:t>
            </a:r>
          </a:p>
          <a:p>
            <a:r>
              <a:rPr lang="en-US" dirty="0">
                <a:cs typeface="Calibri"/>
              </a:rPr>
              <a:t>So what? We know the tech for that now (I2C, SPI, BLE, MQTT, Python...)</a:t>
            </a:r>
          </a:p>
          <a:p>
            <a:r>
              <a:rPr lang="en-US" dirty="0">
                <a:cs typeface="Calibri"/>
              </a:rPr>
              <a:t>Main selling point of an IoT platform is software that it</a:t>
            </a:r>
            <a:endParaRPr lang="en-US" sz="2600" dirty="0">
              <a:cs typeface="Calibri"/>
            </a:endParaRPr>
          </a:p>
          <a:p>
            <a:pPr lvl="1"/>
            <a:r>
              <a:rPr lang="en-US" dirty="0">
                <a:cs typeface="Calibri"/>
              </a:rPr>
              <a:t>accelerates the IoT development process </a:t>
            </a:r>
          </a:p>
          <a:p>
            <a:pPr lvl="1"/>
            <a:r>
              <a:rPr lang="en-US" dirty="0">
                <a:cs typeface="Calibri"/>
              </a:rPr>
              <a:t>Focuses on IoT: brings in best of breed features</a:t>
            </a:r>
          </a:p>
          <a:p>
            <a:pPr lvl="1"/>
            <a:r>
              <a:rPr lang="en-US" dirty="0">
                <a:cs typeface="Calibri"/>
              </a:rPr>
              <a:t>Provides initial scaffolding for IoT projects</a:t>
            </a:r>
          </a:p>
        </p:txBody>
      </p:sp>
    </p:spTree>
    <p:extLst>
      <p:ext uri="{BB962C8B-B14F-4D97-AF65-F5344CB8AC3E}">
        <p14:creationId xmlns:p14="http://schemas.microsoft.com/office/powerpoint/2010/main" val="3817156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0FCB-6EE4-4E2F-B85E-51470E94B73E}"/>
              </a:ext>
            </a:extLst>
          </p:cNvPr>
          <p:cNvSpPr>
            <a:spLocks noGrp="1"/>
          </p:cNvSpPr>
          <p:nvPr>
            <p:ph type="title"/>
          </p:nvPr>
        </p:nvSpPr>
        <p:spPr>
          <a:xfrm>
            <a:off x="960100" y="978102"/>
            <a:ext cx="10588434" cy="1062644"/>
          </a:xfrm>
        </p:spPr>
        <p:txBody>
          <a:bodyPr anchor="b">
            <a:normAutofit/>
          </a:bodyPr>
          <a:lstStyle/>
          <a:p>
            <a:r>
              <a:rPr lang="en-US" dirty="0">
                <a:cs typeface="Calibri Light"/>
              </a:rPr>
              <a:t>What are IoT Platform</a:t>
            </a:r>
            <a:endParaRPr lang="en-US" dirty="0"/>
          </a:p>
        </p:txBody>
      </p:sp>
      <p:cxnSp>
        <p:nvCxnSpPr>
          <p:cNvPr id="9" name="Straight Connector 8">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Picture 4" descr="A screenshot of a cell phone&#10;&#10;Description generated with very high confidence">
            <a:extLst>
              <a:ext uri="{FF2B5EF4-FFF2-40B4-BE49-F238E27FC236}">
                <a16:creationId xmlns:a16="http://schemas.microsoft.com/office/drawing/2014/main" id="{321B0170-93C8-42C8-97D7-016153AE8131}"/>
              </a:ext>
            </a:extLst>
          </p:cNvPr>
          <p:cNvPicPr>
            <a:picLocks noChangeAspect="1"/>
          </p:cNvPicPr>
          <p:nvPr/>
        </p:nvPicPr>
        <p:blipFill>
          <a:blip r:embed="rId2"/>
          <a:stretch>
            <a:fillRect/>
          </a:stretch>
        </p:blipFill>
        <p:spPr>
          <a:xfrm>
            <a:off x="495797" y="3228047"/>
            <a:ext cx="4372895" cy="1847697"/>
          </a:xfrm>
          <a:prstGeom prst="rect">
            <a:avLst/>
          </a:prstGeom>
        </p:spPr>
      </p:pic>
      <p:sp>
        <p:nvSpPr>
          <p:cNvPr id="3" name="Content Placeholder 2">
            <a:extLst>
              <a:ext uri="{FF2B5EF4-FFF2-40B4-BE49-F238E27FC236}">
                <a16:creationId xmlns:a16="http://schemas.microsoft.com/office/drawing/2014/main" id="{8A6FFA19-6322-4317-BE0C-D79B540C5E68}"/>
              </a:ext>
            </a:extLst>
          </p:cNvPr>
          <p:cNvSpPr>
            <a:spLocks noGrp="1"/>
          </p:cNvSpPr>
          <p:nvPr>
            <p:ph idx="1"/>
          </p:nvPr>
        </p:nvSpPr>
        <p:spPr>
          <a:xfrm>
            <a:off x="4883467" y="2438018"/>
            <a:ext cx="6282169" cy="3215749"/>
          </a:xfrm>
        </p:spPr>
        <p:txBody>
          <a:bodyPr vert="horz" lIns="91440" tIns="45720" rIns="91440" bIns="45720" rtlCol="0" anchor="t">
            <a:noAutofit/>
          </a:bodyPr>
          <a:lstStyle/>
          <a:p>
            <a:r>
              <a:rPr lang="en-US" sz="2000" dirty="0">
                <a:cs typeface="Calibri"/>
              </a:rPr>
              <a:t>Many(not all) are cloud-based platforms that require subscription</a:t>
            </a:r>
          </a:p>
          <a:p>
            <a:r>
              <a:rPr lang="en-US" sz="2000" dirty="0">
                <a:cs typeface="Calibri"/>
              </a:rPr>
              <a:t>Provide device/language agnostic set of Software Development kits</a:t>
            </a:r>
          </a:p>
          <a:p>
            <a:pPr lvl="1"/>
            <a:r>
              <a:rPr lang="en-US" sz="2000" dirty="0">
                <a:cs typeface="Calibri"/>
              </a:rPr>
              <a:t>Arduino/</a:t>
            </a:r>
            <a:r>
              <a:rPr lang="en-US" sz="2000" dirty="0" err="1">
                <a:cs typeface="Calibri"/>
              </a:rPr>
              <a:t>RPi</a:t>
            </a:r>
            <a:r>
              <a:rPr lang="en-US" sz="2000" dirty="0">
                <a:cs typeface="Calibri"/>
              </a:rPr>
              <a:t>/</a:t>
            </a:r>
            <a:r>
              <a:rPr lang="en-US" sz="2000" dirty="0" err="1">
                <a:cs typeface="Calibri"/>
              </a:rPr>
              <a:t>beagleboard</a:t>
            </a:r>
            <a:endParaRPr lang="en-US" sz="2000" dirty="0">
              <a:cs typeface="Calibri"/>
            </a:endParaRPr>
          </a:p>
          <a:p>
            <a:r>
              <a:rPr lang="en-US" sz="2000" dirty="0">
                <a:cs typeface="Calibri"/>
              </a:rPr>
              <a:t>IoT development is generally iterative:</a:t>
            </a:r>
          </a:p>
          <a:p>
            <a:pPr lvl="1"/>
            <a:r>
              <a:rPr lang="en-US" sz="2000" dirty="0">
                <a:cs typeface="Calibri"/>
              </a:rPr>
              <a:t>Starts with initial simple use case</a:t>
            </a:r>
          </a:p>
          <a:p>
            <a:pPr lvl="1"/>
            <a:r>
              <a:rPr lang="en-US" sz="2000" dirty="0">
                <a:cs typeface="Calibri"/>
              </a:rPr>
              <a:t>Once operational, data/insights result in new </a:t>
            </a:r>
            <a:r>
              <a:rPr lang="en-US" sz="2000" dirty="0" err="1">
                <a:cs typeface="Calibri"/>
              </a:rPr>
              <a:t>usecased</a:t>
            </a:r>
            <a:endParaRPr lang="en-US" sz="2000" dirty="0">
              <a:cs typeface="Calibri"/>
            </a:endParaRPr>
          </a:p>
          <a:p>
            <a:r>
              <a:rPr lang="en-US" sz="2000" dirty="0">
                <a:cs typeface="Calibri"/>
              </a:rPr>
              <a:t>IoT platforms should promote scalable, iterative development</a:t>
            </a:r>
          </a:p>
          <a:p>
            <a:pPr lvl="1"/>
            <a:r>
              <a:rPr lang="en-US" sz="2000" dirty="0">
                <a:cs typeface="Calibri"/>
              </a:rPr>
              <a:t>Allow for quick app development</a:t>
            </a:r>
          </a:p>
          <a:p>
            <a:pPr lvl="1"/>
            <a:r>
              <a:rPr lang="en-US" sz="2000" dirty="0">
                <a:cs typeface="Calibri"/>
              </a:rPr>
              <a:t>Ability to adapt/</a:t>
            </a:r>
            <a:r>
              <a:rPr lang="en-US" sz="2000" dirty="0" err="1">
                <a:cs typeface="Calibri"/>
              </a:rPr>
              <a:t>optimise</a:t>
            </a:r>
            <a:r>
              <a:rPr lang="en-US" sz="2000" dirty="0">
                <a:cs typeface="Calibri"/>
              </a:rPr>
              <a:t> apps quickly</a:t>
            </a:r>
          </a:p>
        </p:txBody>
      </p:sp>
    </p:spTree>
    <p:extLst>
      <p:ext uri="{BB962C8B-B14F-4D97-AF65-F5344CB8AC3E}">
        <p14:creationId xmlns:p14="http://schemas.microsoft.com/office/powerpoint/2010/main" val="39016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A5BB8-6362-4F77-8FA6-49F2CCB31579}"/>
              </a:ext>
            </a:extLst>
          </p:cNvPr>
          <p:cNvSpPr>
            <a:spLocks noGrp="1"/>
          </p:cNvSpPr>
          <p:nvPr>
            <p:ph type="title"/>
          </p:nvPr>
        </p:nvSpPr>
        <p:spPr>
          <a:xfrm>
            <a:off x="648929" y="629266"/>
            <a:ext cx="5127031" cy="1676603"/>
          </a:xfrm>
        </p:spPr>
        <p:txBody>
          <a:bodyPr>
            <a:normAutofit/>
          </a:bodyPr>
          <a:lstStyle/>
          <a:p>
            <a:r>
              <a:rPr lang="en-US" sz="4400">
                <a:cs typeface="Calibri Light"/>
              </a:rPr>
              <a:t>IoT Platform Characteristics</a:t>
            </a:r>
            <a:endParaRPr lang="en-US" sz="4400"/>
          </a:p>
        </p:txBody>
      </p:sp>
      <p:sp>
        <p:nvSpPr>
          <p:cNvPr id="3" name="Content Placeholder 2">
            <a:extLst>
              <a:ext uri="{FF2B5EF4-FFF2-40B4-BE49-F238E27FC236}">
                <a16:creationId xmlns:a16="http://schemas.microsoft.com/office/drawing/2014/main" id="{67707234-CDB8-4D88-B0B4-D7F2EF09D63A}"/>
              </a:ext>
            </a:extLst>
          </p:cNvPr>
          <p:cNvSpPr>
            <a:spLocks noGrp="1"/>
          </p:cNvSpPr>
          <p:nvPr>
            <p:ph idx="1"/>
          </p:nvPr>
        </p:nvSpPr>
        <p:spPr>
          <a:xfrm>
            <a:off x="648930" y="2438400"/>
            <a:ext cx="5127029" cy="3785419"/>
          </a:xfrm>
        </p:spPr>
        <p:txBody>
          <a:bodyPr vert="horz" lIns="91440" tIns="45720" rIns="91440" bIns="45720" rtlCol="0">
            <a:normAutofit/>
          </a:bodyPr>
          <a:lstStyle/>
          <a:p>
            <a:r>
              <a:rPr lang="en-US" sz="2600" dirty="0">
                <a:cs typeface="Calibri"/>
              </a:rPr>
              <a:t>Manage many concurrent device connections</a:t>
            </a:r>
          </a:p>
          <a:p>
            <a:r>
              <a:rPr lang="en-US" sz="2600" dirty="0">
                <a:cs typeface="Calibri"/>
              </a:rPr>
              <a:t>Connectivity across several connection types</a:t>
            </a:r>
          </a:p>
          <a:p>
            <a:r>
              <a:rPr lang="en-US" sz="2600" dirty="0">
                <a:cs typeface="Calibri"/>
              </a:rPr>
              <a:t>"Off-the-peg" IoT protocol stack</a:t>
            </a:r>
          </a:p>
          <a:p>
            <a:r>
              <a:rPr lang="en-US" sz="2600" dirty="0">
                <a:cs typeface="Calibri"/>
              </a:rPr>
              <a:t>Manage/</a:t>
            </a:r>
            <a:r>
              <a:rPr lang="en-US" sz="2600" dirty="0" err="1">
                <a:cs typeface="Calibri"/>
              </a:rPr>
              <a:t>analyse</a:t>
            </a:r>
            <a:r>
              <a:rPr lang="en-US" sz="2600" dirty="0">
                <a:cs typeface="Calibri"/>
              </a:rPr>
              <a:t>/</a:t>
            </a:r>
            <a:r>
              <a:rPr lang="en-US" sz="2600" dirty="0" err="1">
                <a:cs typeface="Calibri"/>
              </a:rPr>
              <a:t>visualise</a:t>
            </a:r>
            <a:r>
              <a:rPr lang="en-US" sz="2600" dirty="0">
                <a:cs typeface="Calibri"/>
              </a:rPr>
              <a:t> data</a:t>
            </a:r>
          </a:p>
          <a:p>
            <a:r>
              <a:rPr lang="en-US" sz="2600" dirty="0">
                <a:cs typeface="Calibri"/>
              </a:rPr>
              <a:t>Integrations to other services/apps</a:t>
            </a:r>
          </a:p>
          <a:p>
            <a:r>
              <a:rPr lang="en-US" sz="2600" dirty="0">
                <a:cs typeface="Calibri"/>
              </a:rPr>
              <a:t>App Development</a:t>
            </a:r>
          </a:p>
          <a:p>
            <a:endParaRPr lang="en-US" sz="2600" b="1" dirty="0">
              <a:cs typeface="Calibri"/>
            </a:endParaRPr>
          </a:p>
          <a:p>
            <a:pPr marL="0" indent="0">
              <a:buNone/>
            </a:pPr>
            <a:endParaRPr lang="en-US" sz="2600" b="1" dirty="0">
              <a:cs typeface="Calibri"/>
            </a:endParaRPr>
          </a:p>
        </p:txBody>
      </p:sp>
      <p:pic>
        <p:nvPicPr>
          <p:cNvPr id="2052" name="Picture 4" descr="Image result for IoT characteristics&quot;">
            <a:extLst>
              <a:ext uri="{FF2B5EF4-FFF2-40B4-BE49-F238E27FC236}">
                <a16:creationId xmlns:a16="http://schemas.microsoft.com/office/drawing/2014/main" id="{36406980-05DE-42ED-B224-F98FCEFBBE6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85" b="3"/>
          <a:stretch/>
        </p:blipFill>
        <p:spPr bwMode="auto">
          <a:xfrm>
            <a:off x="6090613" y="640082"/>
            <a:ext cx="5461724" cy="5577837"/>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9748339C-DDC5-4DB8-BE4B-1AB6765410CF}"/>
              </a:ext>
            </a:extLst>
          </p:cNvPr>
          <p:cNvSpPr>
            <a:spLocks noGrp="1"/>
          </p:cNvSpPr>
          <p:nvPr>
            <p:ph type="ftr" sz="quarter" idx="11"/>
          </p:nvPr>
        </p:nvSpPr>
        <p:spPr/>
        <p:txBody>
          <a:bodyPr/>
          <a:lstStyle/>
          <a:p>
            <a:r>
              <a:rPr lang="en-GB" dirty="0"/>
              <a:t>Published in 2016 IEEE International Conference on Internet of Things (</a:t>
            </a:r>
            <a:r>
              <a:rPr lang="en-GB" dirty="0" err="1"/>
              <a:t>iThings</a:t>
            </a:r>
            <a:r>
              <a:rPr lang="en-GB" dirty="0"/>
              <a:t>) and IEEE </a:t>
            </a:r>
            <a:r>
              <a:rPr lang="en-GB" dirty="0" err="1"/>
              <a:t>GreenComputing</a:t>
            </a:r>
            <a:r>
              <a:rPr lang="en-GB" dirty="0"/>
              <a:t> and Communications (</a:t>
            </a:r>
            <a:r>
              <a:rPr lang="en-GB" dirty="0" err="1"/>
              <a:t>GreenCom</a:t>
            </a:r>
            <a:r>
              <a:rPr lang="en-GB" dirty="0"/>
              <a:t>) and </a:t>
            </a:r>
            <a:r>
              <a:rPr lang="en-GB" dirty="0" err="1"/>
              <a:t>IEEyber</a:t>
            </a:r>
            <a:r>
              <a:rPr lang="en-GB" dirty="0"/>
              <a:t>, Physical and Social Computing (</a:t>
            </a:r>
            <a:r>
              <a:rPr lang="en-GB" dirty="0" err="1"/>
              <a:t>CPSCom</a:t>
            </a:r>
            <a:r>
              <a:rPr lang="en-GB" dirty="0"/>
              <a:t>) and IEEE Smart Data (</a:t>
            </a:r>
            <a:r>
              <a:rPr lang="en-GB" dirty="0" err="1"/>
              <a:t>SmartData</a:t>
            </a:r>
            <a:r>
              <a:rPr lang="en-GB" dirty="0"/>
              <a:t>) 2016</a:t>
            </a:r>
            <a:endParaRPr lang="en-US" dirty="0"/>
          </a:p>
        </p:txBody>
      </p:sp>
    </p:spTree>
    <p:extLst>
      <p:ext uri="{BB962C8B-B14F-4D97-AF65-F5344CB8AC3E}">
        <p14:creationId xmlns:p14="http://schemas.microsoft.com/office/powerpoint/2010/main" val="694812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9764-6C40-4B46-8AFC-CE5F4768D24E}"/>
              </a:ext>
            </a:extLst>
          </p:cNvPr>
          <p:cNvSpPr>
            <a:spLocks noGrp="1"/>
          </p:cNvSpPr>
          <p:nvPr>
            <p:ph type="title"/>
          </p:nvPr>
        </p:nvSpPr>
        <p:spPr/>
        <p:txBody>
          <a:bodyPr/>
          <a:lstStyle/>
          <a:p>
            <a:r>
              <a:rPr lang="en-US" dirty="0">
                <a:cs typeface="Calibri Light"/>
              </a:rPr>
              <a:t>IoT Platform – general architecture</a:t>
            </a:r>
            <a:endParaRPr lang="en-US" dirty="0"/>
          </a:p>
        </p:txBody>
      </p:sp>
      <p:pic>
        <p:nvPicPr>
          <p:cNvPr id="22" name="Picture 21">
            <a:extLst>
              <a:ext uri="{FF2B5EF4-FFF2-40B4-BE49-F238E27FC236}">
                <a16:creationId xmlns:a16="http://schemas.microsoft.com/office/drawing/2014/main" id="{1AF7D151-E824-4521-B615-A5D23E19BBC2}"/>
              </a:ext>
            </a:extLst>
          </p:cNvPr>
          <p:cNvPicPr>
            <a:picLocks noChangeAspect="1"/>
          </p:cNvPicPr>
          <p:nvPr/>
        </p:nvPicPr>
        <p:blipFill>
          <a:blip r:embed="rId2"/>
          <a:stretch>
            <a:fillRect/>
          </a:stretch>
        </p:blipFill>
        <p:spPr>
          <a:xfrm>
            <a:off x="2602924" y="4080782"/>
            <a:ext cx="930934" cy="626853"/>
          </a:xfrm>
          <a:prstGeom prst="rect">
            <a:avLst/>
          </a:prstGeom>
        </p:spPr>
      </p:pic>
      <p:pic>
        <p:nvPicPr>
          <p:cNvPr id="23" name="Picture 22" descr="A close up of a logo&#10;&#10;Description generated with very high confidence">
            <a:extLst>
              <a:ext uri="{FF2B5EF4-FFF2-40B4-BE49-F238E27FC236}">
                <a16:creationId xmlns:a16="http://schemas.microsoft.com/office/drawing/2014/main" id="{BEBFD79E-DFDF-40A6-98EC-740214419E22}"/>
              </a:ext>
            </a:extLst>
          </p:cNvPr>
          <p:cNvPicPr>
            <a:picLocks noChangeAspect="1"/>
          </p:cNvPicPr>
          <p:nvPr/>
        </p:nvPicPr>
        <p:blipFill>
          <a:blip r:embed="rId3"/>
          <a:stretch>
            <a:fillRect/>
          </a:stretch>
        </p:blipFill>
        <p:spPr>
          <a:xfrm>
            <a:off x="3945470" y="1166071"/>
            <a:ext cx="3763823" cy="3835709"/>
          </a:xfrm>
          <a:prstGeom prst="rect">
            <a:avLst/>
          </a:prstGeom>
        </p:spPr>
      </p:pic>
      <p:cxnSp>
        <p:nvCxnSpPr>
          <p:cNvPr id="24" name="Straight Arrow Connector 23">
            <a:extLst>
              <a:ext uri="{FF2B5EF4-FFF2-40B4-BE49-F238E27FC236}">
                <a16:creationId xmlns:a16="http://schemas.microsoft.com/office/drawing/2014/main" id="{50EE99D0-BB02-4BBF-A50C-B4AF37BB6C50}"/>
              </a:ext>
            </a:extLst>
          </p:cNvPr>
          <p:cNvCxnSpPr/>
          <p:nvPr/>
        </p:nvCxnSpPr>
        <p:spPr>
          <a:xfrm flipV="1">
            <a:off x="1889789" y="4699458"/>
            <a:ext cx="746254" cy="5858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9E12BE0-BA30-4D6A-9423-6EC1EDAFB217}"/>
              </a:ext>
            </a:extLst>
          </p:cNvPr>
          <p:cNvCxnSpPr>
            <a:cxnSpLocks/>
          </p:cNvCxnSpPr>
          <p:nvPr/>
        </p:nvCxnSpPr>
        <p:spPr>
          <a:xfrm>
            <a:off x="1916828" y="4055005"/>
            <a:ext cx="834917" cy="3786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26" name="Picture 25" descr="A close up of a device&#10;&#10;Description generated with very high confidence">
            <a:extLst>
              <a:ext uri="{FF2B5EF4-FFF2-40B4-BE49-F238E27FC236}">
                <a16:creationId xmlns:a16="http://schemas.microsoft.com/office/drawing/2014/main" id="{0FFEBD0F-0BB4-450D-A9C3-E777AEF02D97}"/>
              </a:ext>
            </a:extLst>
          </p:cNvPr>
          <p:cNvPicPr>
            <a:picLocks noChangeAspect="1"/>
          </p:cNvPicPr>
          <p:nvPr/>
        </p:nvPicPr>
        <p:blipFill>
          <a:blip r:embed="rId4"/>
          <a:stretch>
            <a:fillRect/>
          </a:stretch>
        </p:blipFill>
        <p:spPr>
          <a:xfrm>
            <a:off x="1159586" y="3616946"/>
            <a:ext cx="791473" cy="800998"/>
          </a:xfrm>
          <a:prstGeom prst="rect">
            <a:avLst/>
          </a:prstGeom>
        </p:spPr>
      </p:pic>
      <p:sp>
        <p:nvSpPr>
          <p:cNvPr id="27" name="Rectangle: Rounded Corners 26">
            <a:extLst>
              <a:ext uri="{FF2B5EF4-FFF2-40B4-BE49-F238E27FC236}">
                <a16:creationId xmlns:a16="http://schemas.microsoft.com/office/drawing/2014/main" id="{642CAB90-DDD2-4FAB-A739-160F3E804C23}"/>
              </a:ext>
            </a:extLst>
          </p:cNvPr>
          <p:cNvSpPr/>
          <p:nvPr/>
        </p:nvSpPr>
        <p:spPr>
          <a:xfrm>
            <a:off x="5000892" y="3140734"/>
            <a:ext cx="1599549" cy="77062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000" b="1" dirty="0">
                <a:cs typeface="Calibri"/>
              </a:rPr>
              <a:t>IoT Platform</a:t>
            </a:r>
            <a:endParaRPr lang="en-US" dirty="0"/>
          </a:p>
        </p:txBody>
      </p:sp>
      <p:pic>
        <p:nvPicPr>
          <p:cNvPr id="28" name="Picture 27" descr="A close up of a logo&#10;&#10;Description generated with very high confidence">
            <a:extLst>
              <a:ext uri="{FF2B5EF4-FFF2-40B4-BE49-F238E27FC236}">
                <a16:creationId xmlns:a16="http://schemas.microsoft.com/office/drawing/2014/main" id="{8C3122C0-D3A4-47DE-933A-B0136637986F}"/>
              </a:ext>
            </a:extLst>
          </p:cNvPr>
          <p:cNvPicPr>
            <a:picLocks noChangeAspect="1"/>
          </p:cNvPicPr>
          <p:nvPr/>
        </p:nvPicPr>
        <p:blipFill>
          <a:blip r:embed="rId5"/>
          <a:stretch>
            <a:fillRect/>
          </a:stretch>
        </p:blipFill>
        <p:spPr>
          <a:xfrm>
            <a:off x="3102228" y="5056347"/>
            <a:ext cx="371475" cy="533400"/>
          </a:xfrm>
          <a:prstGeom prst="rect">
            <a:avLst/>
          </a:prstGeom>
        </p:spPr>
      </p:pic>
      <p:pic>
        <p:nvPicPr>
          <p:cNvPr id="29" name="Picture 28" descr="A close up of a logo&#10;&#10;Description generated with very high confidence">
            <a:extLst>
              <a:ext uri="{FF2B5EF4-FFF2-40B4-BE49-F238E27FC236}">
                <a16:creationId xmlns:a16="http://schemas.microsoft.com/office/drawing/2014/main" id="{1345D94E-3218-48DB-AAAF-1684E8809AEA}"/>
              </a:ext>
            </a:extLst>
          </p:cNvPr>
          <p:cNvPicPr>
            <a:picLocks noChangeAspect="1"/>
          </p:cNvPicPr>
          <p:nvPr/>
        </p:nvPicPr>
        <p:blipFill>
          <a:blip r:embed="rId6"/>
          <a:stretch>
            <a:fillRect/>
          </a:stretch>
        </p:blipFill>
        <p:spPr>
          <a:xfrm>
            <a:off x="7893879" y="4061638"/>
            <a:ext cx="1192307" cy="1192307"/>
          </a:xfrm>
          <a:prstGeom prst="rect">
            <a:avLst/>
          </a:prstGeom>
        </p:spPr>
      </p:pic>
      <p:pic>
        <p:nvPicPr>
          <p:cNvPr id="30" name="Picture 29" descr="A close up of a device&#10;&#10;Description generated with very high confidence">
            <a:extLst>
              <a:ext uri="{FF2B5EF4-FFF2-40B4-BE49-F238E27FC236}">
                <a16:creationId xmlns:a16="http://schemas.microsoft.com/office/drawing/2014/main" id="{2D2F3D72-4A47-4957-9D89-5E7278B18665}"/>
              </a:ext>
            </a:extLst>
          </p:cNvPr>
          <p:cNvPicPr>
            <a:picLocks noChangeAspect="1"/>
          </p:cNvPicPr>
          <p:nvPr/>
        </p:nvPicPr>
        <p:blipFill>
          <a:blip r:embed="rId4"/>
          <a:stretch>
            <a:fillRect/>
          </a:stretch>
        </p:blipFill>
        <p:spPr>
          <a:xfrm>
            <a:off x="1159585" y="4877874"/>
            <a:ext cx="791473" cy="800998"/>
          </a:xfrm>
          <a:prstGeom prst="rect">
            <a:avLst/>
          </a:prstGeom>
        </p:spPr>
      </p:pic>
      <p:pic>
        <p:nvPicPr>
          <p:cNvPr id="31" name="Picture 30" descr="A close up of a logo&#10;&#10;Description generated with very high confidence">
            <a:extLst>
              <a:ext uri="{FF2B5EF4-FFF2-40B4-BE49-F238E27FC236}">
                <a16:creationId xmlns:a16="http://schemas.microsoft.com/office/drawing/2014/main" id="{F874CEB5-B548-4D3A-AFDA-A5FECAD13F36}"/>
              </a:ext>
            </a:extLst>
          </p:cNvPr>
          <p:cNvPicPr>
            <a:picLocks noChangeAspect="1"/>
          </p:cNvPicPr>
          <p:nvPr/>
        </p:nvPicPr>
        <p:blipFill>
          <a:blip r:embed="rId5"/>
          <a:stretch>
            <a:fillRect/>
          </a:stretch>
        </p:blipFill>
        <p:spPr>
          <a:xfrm>
            <a:off x="2585155" y="5056347"/>
            <a:ext cx="371475" cy="533400"/>
          </a:xfrm>
          <a:prstGeom prst="rect">
            <a:avLst/>
          </a:prstGeom>
        </p:spPr>
      </p:pic>
      <p:sp>
        <p:nvSpPr>
          <p:cNvPr id="32" name="Arrow: Left-Up 31">
            <a:extLst>
              <a:ext uri="{FF2B5EF4-FFF2-40B4-BE49-F238E27FC236}">
                <a16:creationId xmlns:a16="http://schemas.microsoft.com/office/drawing/2014/main" id="{C8B31B24-B1F5-47D8-ACA1-572BB5DB65BE}"/>
              </a:ext>
            </a:extLst>
          </p:cNvPr>
          <p:cNvSpPr/>
          <p:nvPr/>
        </p:nvSpPr>
        <p:spPr>
          <a:xfrm rot="16200000">
            <a:off x="7883973" y="3144243"/>
            <a:ext cx="832250" cy="932033"/>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Arrow: Left-Up 32">
            <a:extLst>
              <a:ext uri="{FF2B5EF4-FFF2-40B4-BE49-F238E27FC236}">
                <a16:creationId xmlns:a16="http://schemas.microsoft.com/office/drawing/2014/main" id="{82136ADD-4FCB-4023-A29C-04C68A507A4F}"/>
              </a:ext>
            </a:extLst>
          </p:cNvPr>
          <p:cNvSpPr/>
          <p:nvPr/>
        </p:nvSpPr>
        <p:spPr>
          <a:xfrm rot="10740000">
            <a:off x="2945127" y="3202171"/>
            <a:ext cx="986462" cy="913891"/>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Arrow: Left-Right 33">
            <a:extLst>
              <a:ext uri="{FF2B5EF4-FFF2-40B4-BE49-F238E27FC236}">
                <a16:creationId xmlns:a16="http://schemas.microsoft.com/office/drawing/2014/main" id="{9612F9B9-A298-45AE-AB7C-C5B5A746D3D5}"/>
              </a:ext>
            </a:extLst>
          </p:cNvPr>
          <p:cNvSpPr/>
          <p:nvPr/>
        </p:nvSpPr>
        <p:spPr>
          <a:xfrm>
            <a:off x="3659775" y="4873799"/>
            <a:ext cx="4191580" cy="39391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chemeClr val="tx1"/>
                </a:solidFill>
                <a:cs typeface="Calibri"/>
              </a:rPr>
              <a:t>Deploy algorithms to devices </a:t>
            </a:r>
          </a:p>
        </p:txBody>
      </p:sp>
      <p:pic>
        <p:nvPicPr>
          <p:cNvPr id="35" name="Picture 34" descr="A picture containing object&#10;&#10;Description generated with high confidence">
            <a:extLst>
              <a:ext uri="{FF2B5EF4-FFF2-40B4-BE49-F238E27FC236}">
                <a16:creationId xmlns:a16="http://schemas.microsoft.com/office/drawing/2014/main" id="{CC632604-D9CB-4AE6-8F4F-BFCFA9255CE3}"/>
              </a:ext>
            </a:extLst>
          </p:cNvPr>
          <p:cNvPicPr>
            <a:picLocks noChangeAspect="1"/>
          </p:cNvPicPr>
          <p:nvPr/>
        </p:nvPicPr>
        <p:blipFill>
          <a:blip r:embed="rId7"/>
          <a:stretch>
            <a:fillRect/>
          </a:stretch>
        </p:blipFill>
        <p:spPr>
          <a:xfrm>
            <a:off x="8701966" y="4016657"/>
            <a:ext cx="1318987" cy="1309916"/>
          </a:xfrm>
          <a:prstGeom prst="rect">
            <a:avLst/>
          </a:prstGeom>
        </p:spPr>
      </p:pic>
      <p:pic>
        <p:nvPicPr>
          <p:cNvPr id="36" name="Picture 35" descr="A close up of a building&#10;&#10;Description generated with high confidence">
            <a:extLst>
              <a:ext uri="{FF2B5EF4-FFF2-40B4-BE49-F238E27FC236}">
                <a16:creationId xmlns:a16="http://schemas.microsoft.com/office/drawing/2014/main" id="{4CA58FCF-9522-4051-8A23-DACA428A4D29}"/>
              </a:ext>
            </a:extLst>
          </p:cNvPr>
          <p:cNvPicPr>
            <a:picLocks noChangeAspect="1"/>
          </p:cNvPicPr>
          <p:nvPr/>
        </p:nvPicPr>
        <p:blipFill>
          <a:blip r:embed="rId8"/>
          <a:stretch>
            <a:fillRect/>
          </a:stretch>
        </p:blipFill>
        <p:spPr>
          <a:xfrm>
            <a:off x="8293750" y="4443014"/>
            <a:ext cx="393701" cy="348345"/>
          </a:xfrm>
          <a:prstGeom prst="rect">
            <a:avLst/>
          </a:prstGeom>
        </p:spPr>
      </p:pic>
      <p:sp>
        <p:nvSpPr>
          <p:cNvPr id="37" name="TextBox 16">
            <a:extLst>
              <a:ext uri="{FF2B5EF4-FFF2-40B4-BE49-F238E27FC236}">
                <a16:creationId xmlns:a16="http://schemas.microsoft.com/office/drawing/2014/main" id="{EAD558FA-6D14-4CEA-8025-A65C8C0F2F66}"/>
              </a:ext>
            </a:extLst>
          </p:cNvPr>
          <p:cNvSpPr txBox="1"/>
          <p:nvPr/>
        </p:nvSpPr>
        <p:spPr>
          <a:xfrm>
            <a:off x="7849250" y="2637798"/>
            <a:ext cx="2743200" cy="646331"/>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Configure analytics/</a:t>
            </a:r>
            <a:r>
              <a:rPr lang="en-US" dirty="0">
                <a:cs typeface="Calibri"/>
              </a:rPr>
              <a:t>visuals/apps</a:t>
            </a:r>
          </a:p>
        </p:txBody>
      </p:sp>
      <p:sp>
        <p:nvSpPr>
          <p:cNvPr id="38" name="TextBox 17">
            <a:extLst>
              <a:ext uri="{FF2B5EF4-FFF2-40B4-BE49-F238E27FC236}">
                <a16:creationId xmlns:a16="http://schemas.microsoft.com/office/drawing/2014/main" id="{F7BB4A75-F27F-495F-98A4-01B0AEC687A5}"/>
              </a:ext>
            </a:extLst>
          </p:cNvPr>
          <p:cNvSpPr txBox="1"/>
          <p:nvPr/>
        </p:nvSpPr>
        <p:spPr>
          <a:xfrm>
            <a:off x="1961893" y="2964369"/>
            <a:ext cx="2743200" cy="369332"/>
          </a:xfrm>
          <a:prstGeom prst="rect">
            <a:avLst/>
          </a:prstGeom>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cs typeface="Calibri"/>
              </a:rPr>
              <a:t>Data/commands </a:t>
            </a:r>
            <a:endParaRPr lang="en-US" dirty="0"/>
          </a:p>
        </p:txBody>
      </p:sp>
      <p:pic>
        <p:nvPicPr>
          <p:cNvPr id="39" name="Picture 38" descr="A picture containing clipart&#10;&#10;Description generated with high confidence">
            <a:extLst>
              <a:ext uri="{FF2B5EF4-FFF2-40B4-BE49-F238E27FC236}">
                <a16:creationId xmlns:a16="http://schemas.microsoft.com/office/drawing/2014/main" id="{CC8E4F28-1549-4698-9ED7-1986CADE12EF}"/>
              </a:ext>
            </a:extLst>
          </p:cNvPr>
          <p:cNvPicPr>
            <a:picLocks noChangeAspect="1"/>
          </p:cNvPicPr>
          <p:nvPr/>
        </p:nvPicPr>
        <p:blipFill>
          <a:blip r:embed="rId9"/>
          <a:stretch>
            <a:fillRect/>
          </a:stretch>
        </p:blipFill>
        <p:spPr>
          <a:xfrm>
            <a:off x="5427859" y="2275623"/>
            <a:ext cx="809626" cy="809626"/>
          </a:xfrm>
          <a:prstGeom prst="rect">
            <a:avLst/>
          </a:prstGeom>
        </p:spPr>
      </p:pic>
      <p:pic>
        <p:nvPicPr>
          <p:cNvPr id="40" name="Picture 39" descr="A close up of a logo&#10;&#10;Description generated with very high confidence">
            <a:extLst>
              <a:ext uri="{FF2B5EF4-FFF2-40B4-BE49-F238E27FC236}">
                <a16:creationId xmlns:a16="http://schemas.microsoft.com/office/drawing/2014/main" id="{B413A8BD-E9AC-4F69-B1F3-A86915DDED44}"/>
              </a:ext>
            </a:extLst>
          </p:cNvPr>
          <p:cNvPicPr>
            <a:picLocks noChangeAspect="1"/>
          </p:cNvPicPr>
          <p:nvPr/>
        </p:nvPicPr>
        <p:blipFill>
          <a:blip r:embed="rId5"/>
          <a:stretch>
            <a:fillRect/>
          </a:stretch>
        </p:blipFill>
        <p:spPr>
          <a:xfrm>
            <a:off x="2268341" y="3460460"/>
            <a:ext cx="371475" cy="533400"/>
          </a:xfrm>
          <a:prstGeom prst="rect">
            <a:avLst/>
          </a:prstGeom>
        </p:spPr>
      </p:pic>
    </p:spTree>
    <p:extLst>
      <p:ext uri="{BB962C8B-B14F-4D97-AF65-F5344CB8AC3E}">
        <p14:creationId xmlns:p14="http://schemas.microsoft.com/office/powerpoint/2010/main" val="41309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32" grpId="0" animBg="1"/>
      <p:bldP spid="33" grpId="0" animBg="1"/>
      <p:bldP spid="34" grpId="0" animBg="1"/>
      <p:bldP spid="37" grpId="0"/>
      <p:bldP spid="3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EFE4-1B57-4043-BC35-52A109D59D0B}"/>
              </a:ext>
            </a:extLst>
          </p:cNvPr>
          <p:cNvSpPr>
            <a:spLocks noGrp="1"/>
          </p:cNvSpPr>
          <p:nvPr>
            <p:ph type="title"/>
          </p:nvPr>
        </p:nvSpPr>
        <p:spPr/>
        <p:txBody>
          <a:bodyPr/>
          <a:lstStyle/>
          <a:p>
            <a:r>
              <a:rPr lang="en-US" dirty="0">
                <a:cs typeface="Calibri Light"/>
              </a:rPr>
              <a:t>IoT Platform Advantages</a:t>
            </a:r>
            <a:endParaRPr lang="en-US" dirty="0"/>
          </a:p>
        </p:txBody>
      </p:sp>
      <p:sp>
        <p:nvSpPr>
          <p:cNvPr id="3" name="Content Placeholder 2">
            <a:extLst>
              <a:ext uri="{FF2B5EF4-FFF2-40B4-BE49-F238E27FC236}">
                <a16:creationId xmlns:a16="http://schemas.microsoft.com/office/drawing/2014/main" id="{AE9C960C-7028-4D69-B0C2-D69C9B06CE0F}"/>
              </a:ext>
            </a:extLst>
          </p:cNvPr>
          <p:cNvSpPr>
            <a:spLocks noGrp="1"/>
          </p:cNvSpPr>
          <p:nvPr>
            <p:ph idx="1"/>
          </p:nvPr>
        </p:nvSpPr>
        <p:spPr/>
        <p:txBody>
          <a:bodyPr vert="horz" lIns="91440" tIns="45720" rIns="91440" bIns="45720" rtlCol="0" anchor="t">
            <a:normAutofit lnSpcReduction="10000"/>
          </a:bodyPr>
          <a:lstStyle/>
          <a:p>
            <a:r>
              <a:rPr lang="en-US" dirty="0">
                <a:cs typeface="Calibri"/>
              </a:rPr>
              <a:t>Use </a:t>
            </a:r>
            <a:r>
              <a:rPr lang="en-US" dirty="0" err="1">
                <a:cs typeface="Calibri"/>
              </a:rPr>
              <a:t>sofware</a:t>
            </a:r>
            <a:r>
              <a:rPr lang="en-US" dirty="0">
                <a:cs typeface="Calibri"/>
              </a:rPr>
              <a:t> component that has been pre-built and pre-tested. This increases the reliability of your application and reduces development effort.</a:t>
            </a:r>
          </a:p>
          <a:p>
            <a:r>
              <a:rPr lang="en-US" dirty="0">
                <a:cs typeface="Calibri"/>
              </a:rPr>
              <a:t>IoT frameworks constantly evolve, providing new features, integrations etc.</a:t>
            </a:r>
          </a:p>
          <a:p>
            <a:r>
              <a:rPr lang="en-US" dirty="0">
                <a:cs typeface="Calibri"/>
              </a:rPr>
              <a:t>Encourages better "design pattern" for your IoT app.</a:t>
            </a:r>
          </a:p>
          <a:p>
            <a:r>
              <a:rPr lang="en-US" dirty="0">
                <a:cs typeface="Calibri"/>
              </a:rPr>
              <a:t>Predefined APIs and docs</a:t>
            </a:r>
          </a:p>
          <a:p>
            <a:pPr lvl="1"/>
            <a:r>
              <a:rPr lang="en-US" dirty="0">
                <a:cs typeface="Calibri"/>
              </a:rPr>
              <a:t>Great for collaboration </a:t>
            </a:r>
            <a:endParaRPr lang="en-US" dirty="0"/>
          </a:p>
          <a:p>
            <a:r>
              <a:rPr lang="en-US" dirty="0">
                <a:cs typeface="Calibri"/>
              </a:rPr>
              <a:t>"Baked-in" standards and features:</a:t>
            </a:r>
          </a:p>
          <a:p>
            <a:pPr lvl="1"/>
            <a:r>
              <a:rPr lang="en-US" dirty="0">
                <a:cs typeface="Calibri"/>
              </a:rPr>
              <a:t>Security, authentication, scalability... </a:t>
            </a:r>
          </a:p>
          <a:p>
            <a:endParaRPr lang="en-US" dirty="0">
              <a:cs typeface="Calibri"/>
            </a:endParaRPr>
          </a:p>
        </p:txBody>
      </p:sp>
    </p:spTree>
    <p:extLst>
      <p:ext uri="{BB962C8B-B14F-4D97-AF65-F5344CB8AC3E}">
        <p14:creationId xmlns:p14="http://schemas.microsoft.com/office/powerpoint/2010/main" val="312678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2D4E-000A-4835-9BA0-C2A2BB207F26}"/>
              </a:ext>
            </a:extLst>
          </p:cNvPr>
          <p:cNvSpPr>
            <a:spLocks noGrp="1"/>
          </p:cNvSpPr>
          <p:nvPr>
            <p:ph type="title"/>
          </p:nvPr>
        </p:nvSpPr>
        <p:spPr>
          <a:xfrm>
            <a:off x="648929" y="629266"/>
            <a:ext cx="6586491" cy="1676603"/>
          </a:xfrm>
        </p:spPr>
        <p:txBody>
          <a:bodyPr>
            <a:normAutofit/>
          </a:bodyPr>
          <a:lstStyle/>
          <a:p>
            <a:r>
              <a:rPr lang="en-US" sz="4400">
                <a:cs typeface="Calibri Light"/>
              </a:rPr>
              <a:t>Which one?</a:t>
            </a:r>
            <a:endParaRPr lang="en-US" sz="4400"/>
          </a:p>
        </p:txBody>
      </p:sp>
      <p:sp>
        <p:nvSpPr>
          <p:cNvPr id="3" name="Content Placeholder 2">
            <a:extLst>
              <a:ext uri="{FF2B5EF4-FFF2-40B4-BE49-F238E27FC236}">
                <a16:creationId xmlns:a16="http://schemas.microsoft.com/office/drawing/2014/main" id="{9A17A76F-9C76-4568-95B8-2B2CC8019ECD}"/>
              </a:ext>
            </a:extLst>
          </p:cNvPr>
          <p:cNvSpPr>
            <a:spLocks noGrp="1"/>
          </p:cNvSpPr>
          <p:nvPr>
            <p:ph idx="1"/>
          </p:nvPr>
        </p:nvSpPr>
        <p:spPr>
          <a:xfrm>
            <a:off x="648930" y="2438400"/>
            <a:ext cx="6586489" cy="3785419"/>
          </a:xfrm>
        </p:spPr>
        <p:txBody>
          <a:bodyPr vert="horz" lIns="91440" tIns="45720" rIns="91440" bIns="45720" rtlCol="0">
            <a:normAutofit/>
          </a:bodyPr>
          <a:lstStyle/>
          <a:p>
            <a:r>
              <a:rPr lang="en-US" sz="1300">
                <a:cs typeface="Calibri"/>
              </a:rPr>
              <a:t>Connectivity</a:t>
            </a:r>
          </a:p>
          <a:p>
            <a:pPr lvl="1"/>
            <a:r>
              <a:rPr lang="en-US" sz="1300">
                <a:cs typeface="Calibri"/>
              </a:rPr>
              <a:t>Does the platform provide suitable capability and integrations (WiFi/Cellular/LPWan-Sigfox)</a:t>
            </a:r>
          </a:p>
          <a:p>
            <a:r>
              <a:rPr lang="en-US" sz="1300">
                <a:cs typeface="Calibri"/>
              </a:rPr>
              <a:t>Maturity</a:t>
            </a:r>
          </a:p>
          <a:p>
            <a:pPr lvl="1"/>
            <a:r>
              <a:rPr lang="en-US" sz="1300">
                <a:cs typeface="Calibri"/>
              </a:rPr>
              <a:t>In business for long? Critical mass in developer community?</a:t>
            </a:r>
          </a:p>
          <a:p>
            <a:r>
              <a:rPr lang="en-US" sz="1300">
                <a:cs typeface="Calibri"/>
              </a:rPr>
              <a:t>Free</a:t>
            </a:r>
          </a:p>
          <a:p>
            <a:pPr lvl="1"/>
            <a:r>
              <a:rPr lang="en-US" sz="1300">
                <a:cs typeface="Calibri"/>
              </a:rPr>
              <a:t>Is there a free tier (handy for evaluation)?</a:t>
            </a:r>
          </a:p>
          <a:p>
            <a:r>
              <a:rPr lang="en-US" sz="1300">
                <a:cs typeface="Calibri"/>
              </a:rPr>
              <a:t>Service type</a:t>
            </a:r>
          </a:p>
          <a:p>
            <a:pPr lvl="1"/>
            <a:r>
              <a:rPr lang="en-US" sz="1300">
                <a:cs typeface="Calibri"/>
              </a:rPr>
              <a:t>Platforms try to distinguish themselves – what specialisms/USP does it have? </a:t>
            </a:r>
          </a:p>
          <a:p>
            <a:r>
              <a:rPr lang="en-US" sz="1300">
                <a:cs typeface="Calibri"/>
              </a:rPr>
              <a:t>Security</a:t>
            </a:r>
          </a:p>
          <a:p>
            <a:pPr lvl="1"/>
            <a:r>
              <a:rPr lang="en-US" sz="1300">
                <a:cs typeface="Calibri"/>
              </a:rPr>
              <a:t>What security model do they use? Is there security issues reported in past?</a:t>
            </a:r>
          </a:p>
          <a:p>
            <a:r>
              <a:rPr lang="en-US" sz="1300">
                <a:cs typeface="Calibri"/>
              </a:rPr>
              <a:t>Geographic area</a:t>
            </a:r>
          </a:p>
          <a:p>
            <a:pPr lvl="1"/>
            <a:r>
              <a:rPr lang="en-US" sz="1300">
                <a:cs typeface="Calibri"/>
              </a:rPr>
              <a:t>Does it operate well at your location (can you select edges/data centres)</a:t>
            </a:r>
          </a:p>
        </p:txBody>
      </p:sp>
      <p:pic>
        <p:nvPicPr>
          <p:cNvPr id="1026" name="Picture 2" descr="Image result for which one&quot;">
            <a:extLst>
              <a:ext uri="{FF2B5EF4-FFF2-40B4-BE49-F238E27FC236}">
                <a16:creationId xmlns:a16="http://schemas.microsoft.com/office/drawing/2014/main" id="{8F067301-A892-4D93-A514-53FBD8B6F2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4" r="21838" b="3"/>
          <a:stretch/>
        </p:blipFill>
        <p:spPr bwMode="auto">
          <a:xfrm>
            <a:off x="7556409" y="640082"/>
            <a:ext cx="3995928" cy="5577837"/>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77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99AFBA-DCA1-460E-A586-F26CE5BE0617}"/>
              </a:ext>
            </a:extLst>
          </p:cNvPr>
          <p:cNvSpPr>
            <a:spLocks noGrp="1"/>
          </p:cNvSpPr>
          <p:nvPr>
            <p:ph type="title"/>
          </p:nvPr>
        </p:nvSpPr>
        <p:spPr>
          <a:xfrm>
            <a:off x="1036684" y="1152144"/>
            <a:ext cx="3888999" cy="3072393"/>
          </a:xfrm>
        </p:spPr>
        <p:txBody>
          <a:bodyPr vert="horz" lIns="91440" tIns="45720" rIns="91440" bIns="45720" rtlCol="0" anchor="b">
            <a:normAutofit/>
          </a:bodyPr>
          <a:lstStyle/>
          <a:p>
            <a:r>
              <a:rPr lang="en-US" sz="5600" dirty="0"/>
              <a:t>Examples:</a:t>
            </a:r>
          </a:p>
        </p:txBody>
      </p:sp>
      <p:sp>
        <p:nvSpPr>
          <p:cNvPr id="75" name="Rectangle 74">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06972"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76">
            <a:extLst>
              <a:ext uri="{FF2B5EF4-FFF2-40B4-BE49-F238E27FC236}">
                <a16:creationId xmlns:a16="http://schemas.microsoft.com/office/drawing/2014/main" id="{0924561D-756D-410B-973A-E68C2552C2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88720" y="73152"/>
            <a:ext cx="1178966" cy="232963"/>
            <a:chOff x="7763256" y="73152"/>
            <a:chExt cx="1178966" cy="232963"/>
          </a:xfrm>
        </p:grpSpPr>
        <p:sp>
          <p:nvSpPr>
            <p:cNvPr id="78" name="Rectangle 64">
              <a:extLst>
                <a:ext uri="{FF2B5EF4-FFF2-40B4-BE49-F238E27FC236}">
                  <a16:creationId xmlns:a16="http://schemas.microsoft.com/office/drawing/2014/main" id="{77AF0971-0074-4E4E-9318-C1990C6FF2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66">
              <a:extLst>
                <a:ext uri="{FF2B5EF4-FFF2-40B4-BE49-F238E27FC236}">
                  <a16:creationId xmlns:a16="http://schemas.microsoft.com/office/drawing/2014/main" id="{0849707A-24B1-45E4-8493-5DC15C578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64">
              <a:extLst>
                <a:ext uri="{FF2B5EF4-FFF2-40B4-BE49-F238E27FC236}">
                  <a16:creationId xmlns:a16="http://schemas.microsoft.com/office/drawing/2014/main" id="{E0FFD705-F03C-46B0-ABB9-3C24E09312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66">
              <a:extLst>
                <a:ext uri="{FF2B5EF4-FFF2-40B4-BE49-F238E27FC236}">
                  <a16:creationId xmlns:a16="http://schemas.microsoft.com/office/drawing/2014/main" id="{520B12C0-88D0-4F6F-9F29-38E4D1D610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64">
              <a:extLst>
                <a:ext uri="{FF2B5EF4-FFF2-40B4-BE49-F238E27FC236}">
                  <a16:creationId xmlns:a16="http://schemas.microsoft.com/office/drawing/2014/main" id="{DEDD5A45-3641-4FE7-8375-EECF2DC9D0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66">
              <a:extLst>
                <a:ext uri="{FF2B5EF4-FFF2-40B4-BE49-F238E27FC236}">
                  <a16:creationId xmlns:a16="http://schemas.microsoft.com/office/drawing/2014/main" id="{89BF55CA-60FC-479D-A85E-48626FC135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64">
              <a:extLst>
                <a:ext uri="{FF2B5EF4-FFF2-40B4-BE49-F238E27FC236}">
                  <a16:creationId xmlns:a16="http://schemas.microsoft.com/office/drawing/2014/main" id="{5AFBE5BF-E87A-408F-BBBD-44C3D04C04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66">
              <a:extLst>
                <a:ext uri="{FF2B5EF4-FFF2-40B4-BE49-F238E27FC236}">
                  <a16:creationId xmlns:a16="http://schemas.microsoft.com/office/drawing/2014/main" id="{1C27CF92-D148-45C8-88B6-F450B63DF1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64">
              <a:extLst>
                <a:ext uri="{FF2B5EF4-FFF2-40B4-BE49-F238E27FC236}">
                  <a16:creationId xmlns:a16="http://schemas.microsoft.com/office/drawing/2014/main" id="{51CA2232-D147-480C-B1EE-665EE6ACC7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66">
              <a:extLst>
                <a:ext uri="{FF2B5EF4-FFF2-40B4-BE49-F238E27FC236}">
                  <a16:creationId xmlns:a16="http://schemas.microsoft.com/office/drawing/2014/main" id="{7E67D92D-1CA9-43CE-8150-DF504F2BF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64">
              <a:extLst>
                <a:ext uri="{FF2B5EF4-FFF2-40B4-BE49-F238E27FC236}">
                  <a16:creationId xmlns:a16="http://schemas.microsoft.com/office/drawing/2014/main" id="{7B273169-B674-4C50-A14D-A943B9979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66">
              <a:extLst>
                <a:ext uri="{FF2B5EF4-FFF2-40B4-BE49-F238E27FC236}">
                  <a16:creationId xmlns:a16="http://schemas.microsoft.com/office/drawing/2014/main" id="{DF6183FA-653E-4533-9A0B-D249EC0B15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64">
              <a:extLst>
                <a:ext uri="{FF2B5EF4-FFF2-40B4-BE49-F238E27FC236}">
                  <a16:creationId xmlns:a16="http://schemas.microsoft.com/office/drawing/2014/main" id="{A82EFE58-AAB0-4925-A176-6FF36BF878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66">
              <a:extLst>
                <a:ext uri="{FF2B5EF4-FFF2-40B4-BE49-F238E27FC236}">
                  <a16:creationId xmlns:a16="http://schemas.microsoft.com/office/drawing/2014/main" id="{3122AE75-4DBB-4E14-B0CA-DD1EAD89CE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64">
              <a:extLst>
                <a:ext uri="{FF2B5EF4-FFF2-40B4-BE49-F238E27FC236}">
                  <a16:creationId xmlns:a16="http://schemas.microsoft.com/office/drawing/2014/main" id="{4ED7E672-90FC-4E8C-9C43-3AAE391C6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66">
              <a:extLst>
                <a:ext uri="{FF2B5EF4-FFF2-40B4-BE49-F238E27FC236}">
                  <a16:creationId xmlns:a16="http://schemas.microsoft.com/office/drawing/2014/main" id="{A5C0019E-5136-4C5E-A223-1E1717FD47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64">
              <a:extLst>
                <a:ext uri="{FF2B5EF4-FFF2-40B4-BE49-F238E27FC236}">
                  <a16:creationId xmlns:a16="http://schemas.microsoft.com/office/drawing/2014/main" id="{29705F60-CFE6-47C5-96E5-05E7731FC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66">
              <a:extLst>
                <a:ext uri="{FF2B5EF4-FFF2-40B4-BE49-F238E27FC236}">
                  <a16:creationId xmlns:a16="http://schemas.microsoft.com/office/drawing/2014/main" id="{090E047C-18BC-4180-8D10-9F18F517B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64">
              <a:extLst>
                <a:ext uri="{FF2B5EF4-FFF2-40B4-BE49-F238E27FC236}">
                  <a16:creationId xmlns:a16="http://schemas.microsoft.com/office/drawing/2014/main" id="{A153194A-C8B1-46DB-9C6B-9847B06FAE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66">
              <a:extLst>
                <a:ext uri="{FF2B5EF4-FFF2-40B4-BE49-F238E27FC236}">
                  <a16:creationId xmlns:a16="http://schemas.microsoft.com/office/drawing/2014/main" id="{5C0235EA-4E98-43EA-9AAE-2BD893DEA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ThingSpeak - Home Assistant">
            <a:extLst>
              <a:ext uri="{FF2B5EF4-FFF2-40B4-BE49-F238E27FC236}">
                <a16:creationId xmlns:a16="http://schemas.microsoft.com/office/drawing/2014/main" id="{7AD24915-725B-49DC-BB40-21FFDF6D0D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509008" y="1194892"/>
            <a:ext cx="6428067" cy="1092686"/>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233650"/>
            <a:ext cx="606972" cy="362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Blynk">
            <a:extLst>
              <a:ext uri="{FF2B5EF4-FFF2-40B4-BE49-F238E27FC236}">
                <a16:creationId xmlns:a16="http://schemas.microsoft.com/office/drawing/2014/main" id="{86E14BD6-218E-4412-BD0B-B3CB132AF3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9008" y="3817252"/>
            <a:ext cx="6428068" cy="2457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74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Mobile Device IoT using </a:t>
            </a:r>
            <a:r>
              <a:rPr lang="en-US" dirty="0" err="1">
                <a:cs typeface="Calibri Light"/>
              </a:rPr>
              <a:t>Blynk</a:t>
            </a:r>
            <a:endParaRPr lang="en-US" dirty="0" err="1"/>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Frank Walsh</a:t>
            </a:r>
            <a:endParaRPr lang="en-US" dirty="0"/>
          </a:p>
        </p:txBody>
      </p:sp>
    </p:spTree>
    <p:extLst>
      <p:ext uri="{BB962C8B-B14F-4D97-AF65-F5344CB8AC3E}">
        <p14:creationId xmlns:p14="http://schemas.microsoft.com/office/powerpoint/2010/main" val="1846763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717C3-2B7B-40DF-B7C5-43677A63647F}"/>
              </a:ext>
            </a:extLst>
          </p:cNvPr>
          <p:cNvSpPr>
            <a:spLocks noGrp="1"/>
          </p:cNvSpPr>
          <p:nvPr>
            <p:ph type="title"/>
          </p:nvPr>
        </p:nvSpPr>
        <p:spPr>
          <a:xfrm>
            <a:off x="648929" y="629266"/>
            <a:ext cx="6586491" cy="1676603"/>
          </a:xfrm>
        </p:spPr>
        <p:txBody>
          <a:bodyPr>
            <a:normAutofit/>
          </a:bodyPr>
          <a:lstStyle/>
          <a:p>
            <a:r>
              <a:rPr lang="en-US" dirty="0">
                <a:cs typeface="Calibri Light"/>
              </a:rPr>
              <a:t>Mobile Devices and IoT</a:t>
            </a:r>
            <a:endParaRPr lang="en-US" dirty="0"/>
          </a:p>
        </p:txBody>
      </p:sp>
      <p:sp>
        <p:nvSpPr>
          <p:cNvPr id="3" name="Content Placeholder 2">
            <a:extLst>
              <a:ext uri="{FF2B5EF4-FFF2-40B4-BE49-F238E27FC236}">
                <a16:creationId xmlns:a16="http://schemas.microsoft.com/office/drawing/2014/main" id="{101F8C48-3DAB-4085-A432-C61019486BE3}"/>
              </a:ext>
            </a:extLst>
          </p:cNvPr>
          <p:cNvSpPr>
            <a:spLocks noGrp="1"/>
          </p:cNvSpPr>
          <p:nvPr>
            <p:ph idx="1"/>
          </p:nvPr>
        </p:nvSpPr>
        <p:spPr>
          <a:xfrm>
            <a:off x="648930" y="2438400"/>
            <a:ext cx="6586489" cy="3785419"/>
          </a:xfrm>
        </p:spPr>
        <p:txBody>
          <a:bodyPr vert="horz" lIns="91440" tIns="45720" rIns="91440" bIns="45720" rtlCol="0" anchor="t">
            <a:normAutofit/>
          </a:bodyPr>
          <a:lstStyle/>
          <a:p>
            <a:r>
              <a:rPr lang="en-US" sz="2200" dirty="0">
                <a:cs typeface="Calibri"/>
              </a:rPr>
              <a:t>Critical component of many IoT solutions is the mobile phone/tablet.</a:t>
            </a:r>
          </a:p>
          <a:p>
            <a:pPr lvl="1"/>
            <a:r>
              <a:rPr lang="en-US" sz="2200" dirty="0">
                <a:cs typeface="Calibri"/>
              </a:rPr>
              <a:t>IOS/Android dominate</a:t>
            </a:r>
          </a:p>
          <a:p>
            <a:r>
              <a:rPr lang="en-US" sz="2200" dirty="0">
                <a:cs typeface="Calibri"/>
              </a:rPr>
              <a:t>&gt;2.6 billion users worldwide</a:t>
            </a:r>
          </a:p>
          <a:p>
            <a:pPr lvl="1"/>
            <a:r>
              <a:rPr lang="en-US" sz="2200" dirty="0">
                <a:cs typeface="Calibri"/>
              </a:rPr>
              <a:t>Simple, mobile connection to the internet</a:t>
            </a:r>
          </a:p>
          <a:p>
            <a:r>
              <a:rPr lang="en-US" sz="2200" dirty="0">
                <a:cs typeface="Calibri"/>
              </a:rPr>
              <a:t>Provides nice features for IoT apps</a:t>
            </a:r>
          </a:p>
          <a:p>
            <a:pPr lvl="1"/>
            <a:r>
              <a:rPr lang="en-US" sz="2200" dirty="0">
                <a:cs typeface="Calibri"/>
              </a:rPr>
              <a:t>Packed with sensors (Location, accelerometer, camera)</a:t>
            </a:r>
          </a:p>
          <a:p>
            <a:pPr lvl="1"/>
            <a:r>
              <a:rPr lang="en-US" sz="2200" dirty="0">
                <a:cs typeface="Calibri"/>
              </a:rPr>
              <a:t>Can connect/interlink other smart devices using Bluetooth, BLE, etc.</a:t>
            </a:r>
          </a:p>
        </p:txBody>
      </p:sp>
      <p:pic>
        <p:nvPicPr>
          <p:cNvPr id="4" name="Picture 4">
            <a:extLst>
              <a:ext uri="{FF2B5EF4-FFF2-40B4-BE49-F238E27FC236}">
                <a16:creationId xmlns:a16="http://schemas.microsoft.com/office/drawing/2014/main" id="{7FC3643B-3E07-458E-B83C-13C851EA11F3}"/>
              </a:ext>
            </a:extLst>
          </p:cNvPr>
          <p:cNvPicPr>
            <a:picLocks noChangeAspect="1"/>
          </p:cNvPicPr>
          <p:nvPr/>
        </p:nvPicPr>
        <p:blipFill rotWithShape="1">
          <a:blip r:embed="rId2"/>
          <a:srcRect r="1" b="2987"/>
          <a:stretch/>
        </p:blipFill>
        <p:spPr>
          <a:xfrm>
            <a:off x="7556409" y="640082"/>
            <a:ext cx="3995928" cy="5577837"/>
          </a:xfrm>
          <a:prstGeom prst="rect">
            <a:avLst/>
          </a:prstGeom>
          <a:effectLst/>
        </p:spPr>
      </p:pic>
    </p:spTree>
    <p:extLst>
      <p:ext uri="{BB962C8B-B14F-4D97-AF65-F5344CB8AC3E}">
        <p14:creationId xmlns:p14="http://schemas.microsoft.com/office/powerpoint/2010/main" val="496710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8FD66-CB02-474E-BEC1-F54EF22F1D0B}"/>
              </a:ext>
            </a:extLst>
          </p:cNvPr>
          <p:cNvSpPr>
            <a:spLocks noGrp="1"/>
          </p:cNvSpPr>
          <p:nvPr>
            <p:ph type="title"/>
          </p:nvPr>
        </p:nvSpPr>
        <p:spPr>
          <a:xfrm>
            <a:off x="838200" y="365125"/>
            <a:ext cx="10549128" cy="1212315"/>
          </a:xfrm>
        </p:spPr>
        <p:txBody>
          <a:bodyPr anchor="b">
            <a:normAutofit/>
          </a:bodyPr>
          <a:lstStyle/>
          <a:p>
            <a:r>
              <a:rPr lang="en-US" sz="4000">
                <a:cs typeface="Calibri Light"/>
              </a:rPr>
              <a:t>Mobile Apps in IoT</a:t>
            </a:r>
            <a:r>
              <a:rPr lang="en-US" sz="4000">
                <a:ea typeface="+mj-lt"/>
                <a:cs typeface="+mj-lt"/>
              </a:rPr>
              <a:t>, Examples</a:t>
            </a:r>
          </a:p>
        </p:txBody>
      </p:sp>
      <p:sp>
        <p:nvSpPr>
          <p:cNvPr id="3" name="Content Placeholder 2">
            <a:extLst>
              <a:ext uri="{FF2B5EF4-FFF2-40B4-BE49-F238E27FC236}">
                <a16:creationId xmlns:a16="http://schemas.microsoft.com/office/drawing/2014/main" id="{C1FAB977-DAC6-421E-8690-E5ADB270486C}"/>
              </a:ext>
            </a:extLst>
          </p:cNvPr>
          <p:cNvSpPr>
            <a:spLocks noGrp="1"/>
          </p:cNvSpPr>
          <p:nvPr>
            <p:ph idx="1"/>
          </p:nvPr>
        </p:nvSpPr>
        <p:spPr>
          <a:xfrm>
            <a:off x="838200" y="1825625"/>
            <a:ext cx="5353050" cy="4351338"/>
          </a:xfrm>
        </p:spPr>
        <p:txBody>
          <a:bodyPr vert="horz" lIns="91440" tIns="45720" rIns="91440" bIns="45720" rtlCol="0" anchor="t">
            <a:normAutofit/>
          </a:bodyPr>
          <a:lstStyle/>
          <a:p>
            <a:pPr>
              <a:buClr>
                <a:srgbClr val="526338"/>
              </a:buClr>
            </a:pPr>
            <a:r>
              <a:rPr lang="en-US" sz="2000" dirty="0">
                <a:cs typeface="Calibri"/>
              </a:rPr>
              <a:t>Wearables</a:t>
            </a:r>
          </a:p>
          <a:p>
            <a:pPr lvl="1">
              <a:buClr>
                <a:srgbClr val="526338"/>
              </a:buClr>
            </a:pPr>
            <a:r>
              <a:rPr lang="en-US" sz="2000" dirty="0">
                <a:cs typeface="Calibri"/>
              </a:rPr>
              <a:t>wristwatches, eyeglasses and rings</a:t>
            </a:r>
          </a:p>
          <a:p>
            <a:pPr>
              <a:buClr>
                <a:srgbClr val="526338"/>
              </a:buClr>
            </a:pPr>
            <a:r>
              <a:rPr lang="en-US" sz="2400" dirty="0">
                <a:cs typeface="Calibri"/>
              </a:rPr>
              <a:t>Healthcare</a:t>
            </a:r>
          </a:p>
          <a:p>
            <a:pPr lvl="1">
              <a:buClr>
                <a:srgbClr val="526338"/>
              </a:buClr>
            </a:pPr>
            <a:r>
              <a:rPr lang="en-US" sz="2000" dirty="0">
                <a:cs typeface="Calibri"/>
              </a:rPr>
              <a:t>Medical sensors obtain health data and transfer to a mobile app. </a:t>
            </a:r>
          </a:p>
          <a:p>
            <a:pPr lvl="1">
              <a:buClr>
                <a:srgbClr val="526338"/>
              </a:buClr>
            </a:pPr>
            <a:r>
              <a:rPr lang="en-US" sz="2000" dirty="0">
                <a:cs typeface="Calibri"/>
              </a:rPr>
              <a:t>This data can be transferred remotely to doctor/ family members</a:t>
            </a:r>
          </a:p>
          <a:p>
            <a:pPr>
              <a:buClr>
                <a:srgbClr val="526338"/>
              </a:buClr>
            </a:pPr>
            <a:r>
              <a:rPr lang="en-US" sz="2000" dirty="0" err="1">
                <a:cs typeface="Calibri"/>
              </a:rPr>
              <a:t>SmartHome</a:t>
            </a:r>
            <a:endParaRPr lang="en-US" sz="2000" dirty="0">
              <a:cs typeface="Calibri"/>
            </a:endParaRPr>
          </a:p>
          <a:p>
            <a:pPr lvl="1">
              <a:buClr>
                <a:srgbClr val="526338"/>
              </a:buClr>
            </a:pPr>
            <a:r>
              <a:rPr lang="en-US" sz="2000" dirty="0">
                <a:cs typeface="Calibri"/>
              </a:rPr>
              <a:t>Nest – see who’s at the door...</a:t>
            </a:r>
          </a:p>
          <a:p>
            <a:pPr>
              <a:buClr>
                <a:srgbClr val="526338"/>
              </a:buClr>
            </a:pPr>
            <a:r>
              <a:rPr lang="en-US" sz="2000" dirty="0">
                <a:cs typeface="Calibri"/>
              </a:rPr>
              <a:t>AgriTech</a:t>
            </a:r>
          </a:p>
          <a:p>
            <a:pPr lvl="1">
              <a:buClr>
                <a:srgbClr val="526338"/>
              </a:buClr>
            </a:pPr>
            <a:r>
              <a:rPr lang="en-US" sz="2000" dirty="0" err="1">
                <a:cs typeface="Calibri"/>
              </a:rPr>
              <a:t>MooCall</a:t>
            </a:r>
          </a:p>
        </p:txBody>
      </p:sp>
      <p:pic>
        <p:nvPicPr>
          <p:cNvPr id="8" name="Picture 8" descr="A close up of electronics&#10;&#10;Description generated with high confidence">
            <a:extLst>
              <a:ext uri="{FF2B5EF4-FFF2-40B4-BE49-F238E27FC236}">
                <a16:creationId xmlns:a16="http://schemas.microsoft.com/office/drawing/2014/main" id="{ACEF81E0-A5D2-4688-9611-A5041E78D0E1}"/>
              </a:ext>
            </a:extLst>
          </p:cNvPr>
          <p:cNvPicPr>
            <a:picLocks noChangeAspect="1"/>
          </p:cNvPicPr>
          <p:nvPr/>
        </p:nvPicPr>
        <p:blipFill rotWithShape="1">
          <a:blip r:embed="rId2"/>
          <a:srcRect l="18787" r="3223" b="2"/>
          <a:stretch/>
        </p:blipFill>
        <p:spPr>
          <a:xfrm>
            <a:off x="6566262" y="1896863"/>
            <a:ext cx="2328669" cy="3865108"/>
          </a:xfrm>
          <a:prstGeom prst="rect">
            <a:avLst/>
          </a:prstGeom>
        </p:spPr>
      </p:pic>
      <p:pic>
        <p:nvPicPr>
          <p:cNvPr id="10" name="Picture 10">
            <a:extLst>
              <a:ext uri="{FF2B5EF4-FFF2-40B4-BE49-F238E27FC236}">
                <a16:creationId xmlns:a16="http://schemas.microsoft.com/office/drawing/2014/main" id="{140511B3-B5E5-4D51-BC16-44621BC2173F}"/>
              </a:ext>
            </a:extLst>
          </p:cNvPr>
          <p:cNvPicPr>
            <a:picLocks noChangeAspect="1"/>
          </p:cNvPicPr>
          <p:nvPr/>
        </p:nvPicPr>
        <p:blipFill rotWithShape="1">
          <a:blip r:embed="rId3"/>
          <a:srcRect t="3033" r="6" b="2076"/>
          <a:stretch/>
        </p:blipFill>
        <p:spPr>
          <a:xfrm>
            <a:off x="9058657" y="1905088"/>
            <a:ext cx="2328670" cy="2209834"/>
          </a:xfrm>
          <a:prstGeom prst="rect">
            <a:avLst/>
          </a:prstGeom>
        </p:spPr>
      </p:pic>
      <p:pic>
        <p:nvPicPr>
          <p:cNvPr id="4" name="Picture 4" descr="A close up of a hand&#10;&#10;Description generated with very high confidence">
            <a:extLst>
              <a:ext uri="{FF2B5EF4-FFF2-40B4-BE49-F238E27FC236}">
                <a16:creationId xmlns:a16="http://schemas.microsoft.com/office/drawing/2014/main" id="{C3AAA0D9-836A-4393-8352-04B1EA05E519}"/>
              </a:ext>
            </a:extLst>
          </p:cNvPr>
          <p:cNvPicPr>
            <a:picLocks noChangeAspect="1"/>
          </p:cNvPicPr>
          <p:nvPr/>
        </p:nvPicPr>
        <p:blipFill rotWithShape="1">
          <a:blip r:embed="rId4"/>
          <a:srcRect l="8650" r="2911" b="-6"/>
          <a:stretch/>
        </p:blipFill>
        <p:spPr>
          <a:xfrm>
            <a:off x="9055025" y="4279514"/>
            <a:ext cx="2332303" cy="1483520"/>
          </a:xfrm>
          <a:prstGeom prst="rect">
            <a:avLst/>
          </a:prstGeom>
        </p:spPr>
      </p:pic>
    </p:spTree>
    <p:extLst>
      <p:ext uri="{BB962C8B-B14F-4D97-AF65-F5344CB8AC3E}">
        <p14:creationId xmlns:p14="http://schemas.microsoft.com/office/powerpoint/2010/main" val="3798335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D3D3-98E2-595B-AA82-EFEF4E50FF57}"/>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E414FF07-2DBF-AA56-6638-072CA02705E6}"/>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B80DFE3D-CD88-BE4D-99E8-56349167E566}"/>
              </a:ext>
            </a:extLst>
          </p:cNvPr>
          <p:cNvPicPr>
            <a:picLocks noChangeAspect="1"/>
          </p:cNvPicPr>
          <p:nvPr/>
        </p:nvPicPr>
        <p:blipFill>
          <a:blip r:embed="rId2"/>
          <a:stretch>
            <a:fillRect/>
          </a:stretch>
        </p:blipFill>
        <p:spPr>
          <a:xfrm>
            <a:off x="343777" y="365124"/>
            <a:ext cx="11897950" cy="4599681"/>
          </a:xfrm>
          <a:prstGeom prst="rect">
            <a:avLst/>
          </a:prstGeom>
        </p:spPr>
      </p:pic>
    </p:spTree>
    <p:extLst>
      <p:ext uri="{BB962C8B-B14F-4D97-AF65-F5344CB8AC3E}">
        <p14:creationId xmlns:p14="http://schemas.microsoft.com/office/powerpoint/2010/main" val="4034076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EB82C-5CD3-4154-B875-A7400CB95EBB}"/>
              </a:ext>
            </a:extLst>
          </p:cNvPr>
          <p:cNvSpPr>
            <a:spLocks noGrp="1"/>
          </p:cNvSpPr>
          <p:nvPr>
            <p:ph type="title"/>
          </p:nvPr>
        </p:nvSpPr>
        <p:spPr>
          <a:xfrm>
            <a:off x="648929" y="629266"/>
            <a:ext cx="5127031" cy="1676603"/>
          </a:xfrm>
        </p:spPr>
        <p:txBody>
          <a:bodyPr>
            <a:normAutofit/>
          </a:bodyPr>
          <a:lstStyle/>
          <a:p>
            <a:r>
              <a:rPr lang="en-US" dirty="0">
                <a:cs typeface="Calibri Light"/>
              </a:rPr>
              <a:t>What's </a:t>
            </a:r>
            <a:r>
              <a:rPr lang="en-US" dirty="0" err="1">
                <a:cs typeface="Calibri Light"/>
              </a:rPr>
              <a:t>Blynk</a:t>
            </a:r>
            <a:endParaRPr lang="en-US" dirty="0" err="1"/>
          </a:p>
        </p:txBody>
      </p:sp>
      <p:sp>
        <p:nvSpPr>
          <p:cNvPr id="3" name="Content Placeholder 2">
            <a:extLst>
              <a:ext uri="{FF2B5EF4-FFF2-40B4-BE49-F238E27FC236}">
                <a16:creationId xmlns:a16="http://schemas.microsoft.com/office/drawing/2014/main" id="{AA48F6D6-D7EF-45C1-9A36-BEF997F6EE7E}"/>
              </a:ext>
            </a:extLst>
          </p:cNvPr>
          <p:cNvSpPr>
            <a:spLocks noGrp="1"/>
          </p:cNvSpPr>
          <p:nvPr>
            <p:ph idx="1"/>
          </p:nvPr>
        </p:nvSpPr>
        <p:spPr>
          <a:xfrm>
            <a:off x="648930" y="2438400"/>
            <a:ext cx="5127029" cy="3785419"/>
          </a:xfrm>
        </p:spPr>
        <p:txBody>
          <a:bodyPr vert="horz" lIns="91440" tIns="45720" rIns="91440" bIns="45720" rtlCol="0">
            <a:normAutofit fontScale="92500"/>
          </a:bodyPr>
          <a:lstStyle/>
          <a:p>
            <a:r>
              <a:rPr lang="en-US" dirty="0">
                <a:cs typeface="Calibri"/>
              </a:rPr>
              <a:t>Yet Another IoT Platform</a:t>
            </a:r>
          </a:p>
          <a:p>
            <a:pPr lvl="1"/>
            <a:r>
              <a:rPr lang="en-US" dirty="0">
                <a:cs typeface="Calibri"/>
              </a:rPr>
              <a:t>Specialism: mobile application builder</a:t>
            </a:r>
          </a:p>
          <a:p>
            <a:r>
              <a:rPr lang="en-US" dirty="0">
                <a:cs typeface="Calibri"/>
              </a:rPr>
              <a:t>"</a:t>
            </a:r>
            <a:r>
              <a:rPr lang="en-GB" dirty="0">
                <a:effectLst/>
              </a:rPr>
              <a:t>Blynk is a full suite of software required to prototype, deploy, and remotely manage connected electronic devices at any scale: from personal IoT projects to millions of commercial connected products.</a:t>
            </a:r>
            <a:r>
              <a:rPr lang="en-US" dirty="0">
                <a:cs typeface="Calibri"/>
              </a:rPr>
              <a:t>"</a:t>
            </a:r>
            <a:endParaRPr lang="en-US" b="1" dirty="0">
              <a:cs typeface="Calibri"/>
            </a:endParaRPr>
          </a:p>
          <a:p>
            <a:pPr marL="0" indent="0">
              <a:buNone/>
            </a:pPr>
            <a:endParaRPr lang="en-US" dirty="0">
              <a:cs typeface="Calibri"/>
            </a:endParaRPr>
          </a:p>
          <a:p>
            <a:pPr lvl="1"/>
            <a:endParaRPr lang="en-US" dirty="0">
              <a:cs typeface="Calibri"/>
            </a:endParaRPr>
          </a:p>
        </p:txBody>
      </p:sp>
      <p:pic>
        <p:nvPicPr>
          <p:cNvPr id="1028" name="Picture 4" descr="Blynk IoT - Apps on Google Play">
            <a:extLst>
              <a:ext uri="{FF2B5EF4-FFF2-40B4-BE49-F238E27FC236}">
                <a16:creationId xmlns:a16="http://schemas.microsoft.com/office/drawing/2014/main" id="{07D1189A-8725-8736-32E7-2B01E7D4FA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6267" y="99060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935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DEC3-A42F-4B08-9867-54D45B5551BA}"/>
              </a:ext>
            </a:extLst>
          </p:cNvPr>
          <p:cNvSpPr>
            <a:spLocks noGrp="1"/>
          </p:cNvSpPr>
          <p:nvPr>
            <p:ph type="title"/>
          </p:nvPr>
        </p:nvSpPr>
        <p:spPr/>
        <p:txBody>
          <a:bodyPr/>
          <a:lstStyle/>
          <a:p>
            <a:r>
              <a:rPr lang="en-IE" dirty="0"/>
              <a:t>Platform Overview</a:t>
            </a:r>
          </a:p>
        </p:txBody>
      </p:sp>
      <p:sp>
        <p:nvSpPr>
          <p:cNvPr id="3" name="Content Placeholder 2">
            <a:extLst>
              <a:ext uri="{FF2B5EF4-FFF2-40B4-BE49-F238E27FC236}">
                <a16:creationId xmlns:a16="http://schemas.microsoft.com/office/drawing/2014/main" id="{AD7DC020-34A0-487C-87DB-310FEB7C3420}"/>
              </a:ext>
            </a:extLst>
          </p:cNvPr>
          <p:cNvSpPr>
            <a:spLocks noGrp="1"/>
          </p:cNvSpPr>
          <p:nvPr>
            <p:ph idx="1"/>
          </p:nvPr>
        </p:nvSpPr>
        <p:spPr/>
        <p:txBody>
          <a:bodyPr/>
          <a:lstStyle/>
          <a:p>
            <a:r>
              <a:rPr lang="en-IE" dirty="0"/>
              <a:t>4 </a:t>
            </a:r>
            <a:r>
              <a:rPr lang="en-IE" dirty="0" err="1"/>
              <a:t>Compnents</a:t>
            </a:r>
            <a:endParaRPr lang="en-IE" dirty="0"/>
          </a:p>
          <a:p>
            <a:pPr lvl="1"/>
            <a:r>
              <a:rPr lang="en-IE" dirty="0" err="1"/>
              <a:t>Blink.Cloud</a:t>
            </a:r>
            <a:endParaRPr lang="en-IE" dirty="0"/>
          </a:p>
          <a:p>
            <a:pPr lvl="1"/>
            <a:r>
              <a:rPr lang="en-IE" dirty="0" err="1"/>
              <a:t>Blynk.App</a:t>
            </a:r>
            <a:r>
              <a:rPr lang="en-IE" dirty="0"/>
              <a:t> </a:t>
            </a:r>
          </a:p>
          <a:p>
            <a:pPr lvl="1"/>
            <a:r>
              <a:rPr lang="en-IE" dirty="0" err="1">
                <a:effectLst/>
              </a:rPr>
              <a:t>Blynk.Console</a:t>
            </a:r>
            <a:endParaRPr lang="en-IE" dirty="0">
              <a:effectLst/>
            </a:endParaRPr>
          </a:p>
          <a:p>
            <a:pPr lvl="1"/>
            <a:r>
              <a:rPr lang="en-IE" dirty="0" err="1"/>
              <a:t>Blynk.Edgent</a:t>
            </a:r>
            <a:r>
              <a:rPr lang="en-IE" dirty="0"/>
              <a:t> </a:t>
            </a:r>
            <a:br>
              <a:rPr lang="en-IE" dirty="0"/>
            </a:br>
            <a:r>
              <a:rPr lang="en-IE" dirty="0"/>
              <a:t>(Device Libraries)</a:t>
            </a:r>
          </a:p>
        </p:txBody>
      </p:sp>
      <p:pic>
        <p:nvPicPr>
          <p:cNvPr id="4" name="Picture 3">
            <a:extLst>
              <a:ext uri="{FF2B5EF4-FFF2-40B4-BE49-F238E27FC236}">
                <a16:creationId xmlns:a16="http://schemas.microsoft.com/office/drawing/2014/main" id="{6D5E1365-B6E3-43DA-8113-05EFEBA6440D}"/>
              </a:ext>
            </a:extLst>
          </p:cNvPr>
          <p:cNvPicPr>
            <a:picLocks noChangeAspect="1"/>
          </p:cNvPicPr>
          <p:nvPr/>
        </p:nvPicPr>
        <p:blipFill>
          <a:blip r:embed="rId2"/>
          <a:stretch>
            <a:fillRect/>
          </a:stretch>
        </p:blipFill>
        <p:spPr>
          <a:xfrm>
            <a:off x="4037658" y="1185801"/>
            <a:ext cx="6019331" cy="5071286"/>
          </a:xfrm>
          <a:prstGeom prst="rect">
            <a:avLst/>
          </a:prstGeom>
          <a:effectLst/>
        </p:spPr>
      </p:pic>
      <p:pic>
        <p:nvPicPr>
          <p:cNvPr id="6" name="Picture 5" descr="Shape&#10;&#10;Description automatically generated with low confidence">
            <a:extLst>
              <a:ext uri="{FF2B5EF4-FFF2-40B4-BE49-F238E27FC236}">
                <a16:creationId xmlns:a16="http://schemas.microsoft.com/office/drawing/2014/main" id="{C1D76893-D60B-4F73-9314-D6816702EEA1}"/>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571866" y="5055388"/>
            <a:ext cx="1055341" cy="1055341"/>
          </a:xfrm>
          <a:prstGeom prst="rect">
            <a:avLst/>
          </a:prstGeom>
        </p:spPr>
      </p:pic>
      <p:sp>
        <p:nvSpPr>
          <p:cNvPr id="9" name="Arrow: Up-Down 8">
            <a:extLst>
              <a:ext uri="{FF2B5EF4-FFF2-40B4-BE49-F238E27FC236}">
                <a16:creationId xmlns:a16="http://schemas.microsoft.com/office/drawing/2014/main" id="{B21FBB0C-897A-492A-9D52-E304DB7B677A}"/>
              </a:ext>
            </a:extLst>
          </p:cNvPr>
          <p:cNvSpPr/>
          <p:nvPr/>
        </p:nvSpPr>
        <p:spPr>
          <a:xfrm>
            <a:off x="6964390" y="3652157"/>
            <a:ext cx="270295" cy="1403231"/>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10" name="Picture 3">
            <a:extLst>
              <a:ext uri="{FF2B5EF4-FFF2-40B4-BE49-F238E27FC236}">
                <a16:creationId xmlns:a16="http://schemas.microsoft.com/office/drawing/2014/main" id="{F08DB7B7-C761-4ACB-B390-63AAAC8570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6800474" y="5190325"/>
            <a:ext cx="598123" cy="399247"/>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CE71B24D-2A50-4E5D-86CD-E14A3D31213B}"/>
              </a:ext>
            </a:extLst>
          </p:cNvPr>
          <p:cNvCxnSpPr>
            <a:cxnSpLocks/>
          </p:cNvCxnSpPr>
          <p:nvPr/>
        </p:nvCxnSpPr>
        <p:spPr>
          <a:xfrm>
            <a:off x="3461363" y="3301042"/>
            <a:ext cx="3232735" cy="17543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Straight Arrow Connector 12">
            <a:extLst>
              <a:ext uri="{FF2B5EF4-FFF2-40B4-BE49-F238E27FC236}">
                <a16:creationId xmlns:a16="http://schemas.microsoft.com/office/drawing/2014/main" id="{DDBF8277-979B-4321-B370-A444D808BD3C}"/>
              </a:ext>
            </a:extLst>
          </p:cNvPr>
          <p:cNvCxnSpPr>
            <a:cxnSpLocks/>
          </p:cNvCxnSpPr>
          <p:nvPr/>
        </p:nvCxnSpPr>
        <p:spPr>
          <a:xfrm>
            <a:off x="3000535" y="2886974"/>
            <a:ext cx="5976688" cy="216269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6" name="Straight Arrow Connector 15">
            <a:extLst>
              <a:ext uri="{FF2B5EF4-FFF2-40B4-BE49-F238E27FC236}">
                <a16:creationId xmlns:a16="http://schemas.microsoft.com/office/drawing/2014/main" id="{2D583605-6585-4DC1-87D5-D80B67910EB7}"/>
              </a:ext>
            </a:extLst>
          </p:cNvPr>
          <p:cNvCxnSpPr>
            <a:cxnSpLocks/>
          </p:cNvCxnSpPr>
          <p:nvPr/>
        </p:nvCxnSpPr>
        <p:spPr>
          <a:xfrm>
            <a:off x="3122765" y="2455872"/>
            <a:ext cx="3243529" cy="29616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9" name="Straight Arrow Connector 18">
            <a:extLst>
              <a:ext uri="{FF2B5EF4-FFF2-40B4-BE49-F238E27FC236}">
                <a16:creationId xmlns:a16="http://schemas.microsoft.com/office/drawing/2014/main" id="{6F1E1259-A9EA-4746-9ED3-294D893D6898}"/>
              </a:ext>
            </a:extLst>
          </p:cNvPr>
          <p:cNvCxnSpPr>
            <a:cxnSpLocks/>
          </p:cNvCxnSpPr>
          <p:nvPr/>
        </p:nvCxnSpPr>
        <p:spPr>
          <a:xfrm>
            <a:off x="3295291" y="3652158"/>
            <a:ext cx="1276709" cy="114412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pic>
        <p:nvPicPr>
          <p:cNvPr id="2052" name="Picture 4" descr="Blynk IoT - Apps on Google Play">
            <a:extLst>
              <a:ext uri="{FF2B5EF4-FFF2-40B4-BE49-F238E27FC236}">
                <a16:creationId xmlns:a16="http://schemas.microsoft.com/office/drawing/2014/main" id="{CCCFD896-3234-B44B-D724-E6B245F1739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91982" y="2057090"/>
            <a:ext cx="1135225" cy="113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84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D6B7D-75D7-4300-9A8E-B8450CAE2068}"/>
              </a:ext>
            </a:extLst>
          </p:cNvPr>
          <p:cNvSpPr>
            <a:spLocks noGrp="1"/>
          </p:cNvSpPr>
          <p:nvPr>
            <p:ph type="title"/>
          </p:nvPr>
        </p:nvSpPr>
        <p:spPr>
          <a:xfrm>
            <a:off x="1043631" y="873940"/>
            <a:ext cx="4928291" cy="1035781"/>
          </a:xfrm>
        </p:spPr>
        <p:txBody>
          <a:bodyPr anchor="ctr">
            <a:normAutofit/>
          </a:bodyPr>
          <a:lstStyle/>
          <a:p>
            <a:r>
              <a:rPr lang="en-IE" sz="3600">
                <a:effectLst/>
              </a:rPr>
              <a:t>Blynk.Console</a:t>
            </a:r>
            <a:endParaRPr lang="en-IE" sz="3600"/>
          </a:p>
        </p:txBody>
      </p:sp>
      <p:sp>
        <p:nvSpPr>
          <p:cNvPr id="3" name="Content Placeholder 2">
            <a:extLst>
              <a:ext uri="{FF2B5EF4-FFF2-40B4-BE49-F238E27FC236}">
                <a16:creationId xmlns:a16="http://schemas.microsoft.com/office/drawing/2014/main" id="{09AC3A3F-D55B-453D-92A1-B86DDA2993AA}"/>
              </a:ext>
            </a:extLst>
          </p:cNvPr>
          <p:cNvSpPr>
            <a:spLocks noGrp="1"/>
          </p:cNvSpPr>
          <p:nvPr>
            <p:ph idx="1"/>
          </p:nvPr>
        </p:nvSpPr>
        <p:spPr>
          <a:xfrm>
            <a:off x="1045029" y="2524721"/>
            <a:ext cx="4991629" cy="3677123"/>
          </a:xfrm>
        </p:spPr>
        <p:txBody>
          <a:bodyPr anchor="ctr">
            <a:normAutofit/>
          </a:bodyPr>
          <a:lstStyle/>
          <a:p>
            <a:r>
              <a:rPr lang="en-GB" sz="1800" b="1"/>
              <a:t>Blynk.Console</a:t>
            </a:r>
            <a:r>
              <a:rPr lang="en-GB" sz="1800"/>
              <a:t> is a feature-rich web application</a:t>
            </a:r>
          </a:p>
          <a:p>
            <a:r>
              <a:rPr lang="en-GB" sz="1800"/>
              <a:t>Register with Blynk to gain access</a:t>
            </a:r>
          </a:p>
          <a:p>
            <a:r>
              <a:rPr lang="en-GB" sz="1800"/>
              <a:t>Use it to: </a:t>
            </a:r>
          </a:p>
          <a:p>
            <a:pPr lvl="1"/>
            <a:r>
              <a:rPr lang="en-GB" sz="1800"/>
              <a:t>Configuration of how connected devices work on the platform + application settings.</a:t>
            </a:r>
          </a:p>
          <a:p>
            <a:pPr lvl="1"/>
            <a:r>
              <a:rPr lang="en-GB" sz="1800"/>
              <a:t>Management of devices, their data, users, organizations and locations </a:t>
            </a:r>
          </a:p>
          <a:p>
            <a:pPr lvl="1"/>
            <a:r>
              <a:rPr lang="en-GB" sz="1800"/>
              <a:t>Remote monitoring and control of devices</a:t>
            </a:r>
            <a:endParaRPr lang="en-IE" sz="1800"/>
          </a:p>
        </p:txBody>
      </p:sp>
      <p:pic>
        <p:nvPicPr>
          <p:cNvPr id="5" name="Picture 4">
            <a:extLst>
              <a:ext uri="{FF2B5EF4-FFF2-40B4-BE49-F238E27FC236}">
                <a16:creationId xmlns:a16="http://schemas.microsoft.com/office/drawing/2014/main" id="{F67E8D7B-943C-4190-BD1B-57214AD46831}"/>
              </a:ext>
            </a:extLst>
          </p:cNvPr>
          <p:cNvPicPr>
            <a:picLocks noChangeAspect="1"/>
          </p:cNvPicPr>
          <p:nvPr/>
        </p:nvPicPr>
        <p:blipFill>
          <a:blip r:embed="rId2"/>
          <a:stretch>
            <a:fillRect/>
          </a:stretch>
        </p:blipFill>
        <p:spPr>
          <a:xfrm>
            <a:off x="8240936" y="841905"/>
            <a:ext cx="1506165" cy="2317178"/>
          </a:xfrm>
          <a:prstGeom prst="rect">
            <a:avLst/>
          </a:prstGeom>
        </p:spPr>
      </p:pic>
      <p:pic>
        <p:nvPicPr>
          <p:cNvPr id="1027" name="Picture 3">
            <a:extLst>
              <a:ext uri="{FF2B5EF4-FFF2-40B4-BE49-F238E27FC236}">
                <a16:creationId xmlns:a16="http://schemas.microsoft.com/office/drawing/2014/main" id="{9C5A9703-3C74-4B9D-9522-1D8DE750A2F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7010798" y="3564160"/>
            <a:ext cx="4065130" cy="271347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Blynk IoT - Apps on Google Play">
            <a:extLst>
              <a:ext uri="{FF2B5EF4-FFF2-40B4-BE49-F238E27FC236}">
                <a16:creationId xmlns:a16="http://schemas.microsoft.com/office/drawing/2014/main" id="{9D02047A-36C0-A3DF-2179-FBF503DCC2C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41891" y="1244600"/>
            <a:ext cx="575734" cy="57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0608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9F95-95A6-4B55-981D-166404818A0F}"/>
              </a:ext>
            </a:extLst>
          </p:cNvPr>
          <p:cNvSpPr>
            <a:spLocks noGrp="1"/>
          </p:cNvSpPr>
          <p:nvPr>
            <p:ph type="title"/>
          </p:nvPr>
        </p:nvSpPr>
        <p:spPr>
          <a:xfrm>
            <a:off x="1043631" y="873940"/>
            <a:ext cx="4928291" cy="1035781"/>
          </a:xfrm>
        </p:spPr>
        <p:txBody>
          <a:bodyPr anchor="ctr">
            <a:normAutofit/>
          </a:bodyPr>
          <a:lstStyle/>
          <a:p>
            <a:r>
              <a:rPr lang="en-IE" sz="3600" dirty="0"/>
              <a:t>Blynk App</a:t>
            </a:r>
          </a:p>
        </p:txBody>
      </p:sp>
      <p:sp>
        <p:nvSpPr>
          <p:cNvPr id="3" name="Content Placeholder 2">
            <a:extLst>
              <a:ext uri="{FF2B5EF4-FFF2-40B4-BE49-F238E27FC236}">
                <a16:creationId xmlns:a16="http://schemas.microsoft.com/office/drawing/2014/main" id="{ADD830D4-3554-4B3E-809F-498C350BF96D}"/>
              </a:ext>
            </a:extLst>
          </p:cNvPr>
          <p:cNvSpPr>
            <a:spLocks noGrp="1"/>
          </p:cNvSpPr>
          <p:nvPr>
            <p:ph idx="1"/>
          </p:nvPr>
        </p:nvSpPr>
        <p:spPr>
          <a:xfrm>
            <a:off x="1045029" y="2524721"/>
            <a:ext cx="4991629" cy="3677123"/>
          </a:xfrm>
        </p:spPr>
        <p:txBody>
          <a:bodyPr anchor="ctr">
            <a:normAutofit/>
          </a:bodyPr>
          <a:lstStyle/>
          <a:p>
            <a:r>
              <a:rPr lang="en-GB" sz="1500" b="1" dirty="0"/>
              <a:t>Blynk App</a:t>
            </a:r>
            <a:r>
              <a:rPr lang="en-GB" sz="1500" dirty="0"/>
              <a:t> is a multi-functional native iOS and Android mobile application</a:t>
            </a:r>
          </a:p>
          <a:p>
            <a:r>
              <a:rPr lang="en-GB" sz="1500" dirty="0"/>
              <a:t>Use it to:</a:t>
            </a:r>
          </a:p>
          <a:p>
            <a:pPr lvl="1"/>
            <a:r>
              <a:rPr lang="en-GB" sz="1500" dirty="0"/>
              <a:t>Remote monitoring and control of connected devices that work with Blynk platform</a:t>
            </a:r>
          </a:p>
          <a:p>
            <a:pPr lvl="1"/>
            <a:r>
              <a:rPr lang="en-GB" sz="1500" dirty="0"/>
              <a:t>Configuration of mobile UI during prototyping and production stages</a:t>
            </a:r>
          </a:p>
          <a:p>
            <a:pPr lvl="1"/>
            <a:r>
              <a:rPr lang="en-GB" sz="1500" dirty="0"/>
              <a:t>Automate work of connected devices</a:t>
            </a:r>
          </a:p>
          <a:p>
            <a:r>
              <a:rPr lang="en-US" sz="1500" dirty="0">
                <a:cs typeface="Calibri"/>
              </a:rPr>
              <a:t>Allows you to create mobile applications using drag and drop</a:t>
            </a:r>
          </a:p>
          <a:p>
            <a:pPr lvl="1"/>
            <a:r>
              <a:rPr lang="en-US" sz="1500" dirty="0">
                <a:cs typeface="Calibri"/>
              </a:rPr>
              <a:t>Uses "widgets"</a:t>
            </a:r>
          </a:p>
          <a:p>
            <a:r>
              <a:rPr lang="en-US" sz="1500" dirty="0">
                <a:cs typeface="Calibri"/>
              </a:rPr>
              <a:t>No Code!!!</a:t>
            </a:r>
          </a:p>
          <a:p>
            <a:pPr lvl="1"/>
            <a:r>
              <a:rPr lang="en-US" sz="1500" dirty="0">
                <a:cs typeface="Calibri"/>
              </a:rPr>
              <a:t>Don't worry – that comes later</a:t>
            </a:r>
          </a:p>
          <a:p>
            <a:endParaRPr lang="en-IE" sz="1500" dirty="0"/>
          </a:p>
        </p:txBody>
      </p:sp>
      <p:pic>
        <p:nvPicPr>
          <p:cNvPr id="5" name="Picture 4">
            <a:extLst>
              <a:ext uri="{FF2B5EF4-FFF2-40B4-BE49-F238E27FC236}">
                <a16:creationId xmlns:a16="http://schemas.microsoft.com/office/drawing/2014/main" id="{56BE1ABE-98CB-430A-AA19-DE161BB66BEC}"/>
              </a:ext>
            </a:extLst>
          </p:cNvPr>
          <p:cNvPicPr>
            <a:picLocks noChangeAspect="1"/>
          </p:cNvPicPr>
          <p:nvPr/>
        </p:nvPicPr>
        <p:blipFill>
          <a:blip r:embed="rId2"/>
          <a:stretch>
            <a:fillRect/>
          </a:stretch>
        </p:blipFill>
        <p:spPr>
          <a:xfrm>
            <a:off x="7959978" y="841905"/>
            <a:ext cx="2068081" cy="2317178"/>
          </a:xfrm>
          <a:prstGeom prst="rect">
            <a:avLst/>
          </a:prstGeom>
        </p:spPr>
      </p:pic>
      <p:pic>
        <p:nvPicPr>
          <p:cNvPr id="2050" name="Picture 2">
            <a:extLst>
              <a:ext uri="{FF2B5EF4-FFF2-40B4-BE49-F238E27FC236}">
                <a16:creationId xmlns:a16="http://schemas.microsoft.com/office/drawing/2014/main" id="{4E5A7F21-5E4C-4489-A64A-FF0F0F6D6F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841066" y="3764243"/>
            <a:ext cx="4305905" cy="2196010"/>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Blynk IoT - Apps on Google Play">
            <a:extLst>
              <a:ext uri="{FF2B5EF4-FFF2-40B4-BE49-F238E27FC236}">
                <a16:creationId xmlns:a16="http://schemas.microsoft.com/office/drawing/2014/main" id="{2BCD0F55-CB09-A2AB-C0FA-C89CA10EB1A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85667" y="1306227"/>
            <a:ext cx="694267" cy="694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866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79C9-15D1-4663-BF33-AD08430EBE2E}"/>
              </a:ext>
            </a:extLst>
          </p:cNvPr>
          <p:cNvSpPr>
            <a:spLocks noGrp="1"/>
          </p:cNvSpPr>
          <p:nvPr>
            <p:ph type="title"/>
          </p:nvPr>
        </p:nvSpPr>
        <p:spPr>
          <a:xfrm>
            <a:off x="1043631" y="873940"/>
            <a:ext cx="5052369" cy="1035781"/>
          </a:xfrm>
        </p:spPr>
        <p:txBody>
          <a:bodyPr anchor="ctr">
            <a:normAutofit/>
          </a:bodyPr>
          <a:lstStyle/>
          <a:p>
            <a:r>
              <a:rPr lang="en-IE" sz="3300" dirty="0"/>
              <a:t>Blynk Library </a:t>
            </a:r>
          </a:p>
        </p:txBody>
      </p:sp>
      <p:sp>
        <p:nvSpPr>
          <p:cNvPr id="3" name="Content Placeholder 2">
            <a:extLst>
              <a:ext uri="{FF2B5EF4-FFF2-40B4-BE49-F238E27FC236}">
                <a16:creationId xmlns:a16="http://schemas.microsoft.com/office/drawing/2014/main" id="{92C2BC7E-9445-4A5E-B7F1-4A1A4082E9A5}"/>
              </a:ext>
            </a:extLst>
          </p:cNvPr>
          <p:cNvSpPr>
            <a:spLocks noGrp="1"/>
          </p:cNvSpPr>
          <p:nvPr>
            <p:ph idx="1"/>
          </p:nvPr>
        </p:nvSpPr>
        <p:spPr>
          <a:xfrm>
            <a:off x="1045029" y="2524721"/>
            <a:ext cx="4991629" cy="3677123"/>
          </a:xfrm>
        </p:spPr>
        <p:txBody>
          <a:bodyPr anchor="ctr">
            <a:normAutofit/>
          </a:bodyPr>
          <a:lstStyle/>
          <a:p>
            <a:r>
              <a:rPr lang="en-GB" sz="1500" dirty="0"/>
              <a:t>L</a:t>
            </a:r>
            <a:r>
              <a:rPr lang="en-GB" sz="1500" dirty="0">
                <a:effectLst/>
              </a:rPr>
              <a:t>ightweight embedded library that runs on over 400 supported hardware models</a:t>
            </a:r>
          </a:p>
          <a:p>
            <a:pPr lvl="1"/>
            <a:r>
              <a:rPr lang="en-GB" sz="1100" dirty="0"/>
              <a:t>We’ll use a unsupported python one</a:t>
            </a:r>
            <a:endParaRPr lang="en-GB" sz="1100" dirty="0">
              <a:effectLst/>
            </a:endParaRPr>
          </a:p>
          <a:p>
            <a:r>
              <a:rPr lang="en-GB" sz="1500" dirty="0"/>
              <a:t>Use it to:</a:t>
            </a:r>
          </a:p>
          <a:p>
            <a:pPr lvl="1"/>
            <a:r>
              <a:rPr lang="en-GB" sz="1500" dirty="0"/>
              <a:t>bring your device online and authenticating)</a:t>
            </a:r>
          </a:p>
          <a:p>
            <a:pPr lvl="1"/>
            <a:r>
              <a:rPr lang="en-GB" sz="1500" dirty="0"/>
              <a:t>Connectivity management (</a:t>
            </a:r>
            <a:r>
              <a:rPr lang="en-GB" sz="1500" dirty="0" err="1"/>
              <a:t>WiFi</a:t>
            </a:r>
            <a:r>
              <a:rPr lang="en-GB" sz="1500" dirty="0"/>
              <a:t>, Cellular, Ethernet)</a:t>
            </a:r>
          </a:p>
          <a:p>
            <a:pPr lvl="1"/>
            <a:r>
              <a:rPr lang="en-GB" sz="1500" dirty="0"/>
              <a:t>Data transfer Over-the-air firmware updates (for selected hardware models)</a:t>
            </a:r>
          </a:p>
          <a:p>
            <a:r>
              <a:rPr lang="en-GB" sz="1500" dirty="0"/>
              <a:t>Available for most popular hardware platforms</a:t>
            </a:r>
          </a:p>
          <a:p>
            <a:pPr lvl="1"/>
            <a:r>
              <a:rPr lang="en-GB" sz="1500" dirty="0"/>
              <a:t>RPi, Arduino, ...</a:t>
            </a:r>
          </a:p>
          <a:p>
            <a:r>
              <a:rPr lang="en-GB" sz="1500" dirty="0"/>
              <a:t>Enable communication between the device and cloud API to work with specific Blynk App and Blynk cloud features</a:t>
            </a:r>
          </a:p>
          <a:p>
            <a:r>
              <a:rPr lang="en-GB" sz="1500" dirty="0"/>
              <a:t>Python, </a:t>
            </a:r>
            <a:r>
              <a:rPr lang="en-GB" sz="1500" dirty="0" err="1"/>
              <a:t>Javascript</a:t>
            </a:r>
            <a:r>
              <a:rPr lang="en-GB" sz="1500" dirty="0"/>
              <a:t>, C++ … on the RPi.</a:t>
            </a:r>
          </a:p>
          <a:p>
            <a:endParaRPr lang="en-IE" sz="1500" dirty="0"/>
          </a:p>
        </p:txBody>
      </p:sp>
      <p:pic>
        <p:nvPicPr>
          <p:cNvPr id="6" name="Picture 5">
            <a:extLst>
              <a:ext uri="{FF2B5EF4-FFF2-40B4-BE49-F238E27FC236}">
                <a16:creationId xmlns:a16="http://schemas.microsoft.com/office/drawing/2014/main" id="{366C94C8-7C0E-4B4A-A152-50380F623E8F}"/>
              </a:ext>
            </a:extLst>
          </p:cNvPr>
          <p:cNvPicPr>
            <a:picLocks noChangeAspect="1"/>
          </p:cNvPicPr>
          <p:nvPr/>
        </p:nvPicPr>
        <p:blipFill>
          <a:blip r:embed="rId2"/>
          <a:stretch>
            <a:fillRect/>
          </a:stretch>
        </p:blipFill>
        <p:spPr>
          <a:xfrm>
            <a:off x="6930493" y="974876"/>
            <a:ext cx="4223252" cy="4968532"/>
          </a:xfrm>
          <a:prstGeom prst="rect">
            <a:avLst/>
          </a:prstGeom>
        </p:spPr>
      </p:pic>
      <p:pic>
        <p:nvPicPr>
          <p:cNvPr id="5122" name="Picture 2" descr="Blynk IoT - Apps on Google Play">
            <a:extLst>
              <a:ext uri="{FF2B5EF4-FFF2-40B4-BE49-F238E27FC236}">
                <a16:creationId xmlns:a16="http://schemas.microsoft.com/office/drawing/2014/main" id="{8C1D8C36-6356-9B15-5B2A-871CA4DC6A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5134" y="2024508"/>
            <a:ext cx="1295399" cy="1295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173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20EB6-B472-4B03-BA62-148F5078EC54}"/>
              </a:ext>
            </a:extLst>
          </p:cNvPr>
          <p:cNvSpPr>
            <a:spLocks noGrp="1"/>
          </p:cNvSpPr>
          <p:nvPr>
            <p:ph type="title"/>
          </p:nvPr>
        </p:nvSpPr>
        <p:spPr>
          <a:xfrm>
            <a:off x="648929" y="629266"/>
            <a:ext cx="3505495" cy="1622321"/>
          </a:xfrm>
        </p:spPr>
        <p:txBody>
          <a:bodyPr>
            <a:normAutofit/>
          </a:bodyPr>
          <a:lstStyle/>
          <a:p>
            <a:r>
              <a:rPr lang="en-IE" dirty="0"/>
              <a:t>Blynk cloud Platform</a:t>
            </a:r>
          </a:p>
        </p:txBody>
      </p:sp>
      <p:sp>
        <p:nvSpPr>
          <p:cNvPr id="3" name="Content Placeholder 2">
            <a:extLst>
              <a:ext uri="{FF2B5EF4-FFF2-40B4-BE49-F238E27FC236}">
                <a16:creationId xmlns:a16="http://schemas.microsoft.com/office/drawing/2014/main" id="{2C24901C-3813-453B-9B58-1EA02ED57085}"/>
              </a:ext>
            </a:extLst>
          </p:cNvPr>
          <p:cNvSpPr>
            <a:spLocks noGrp="1"/>
          </p:cNvSpPr>
          <p:nvPr>
            <p:ph idx="1"/>
          </p:nvPr>
        </p:nvSpPr>
        <p:spPr>
          <a:xfrm>
            <a:off x="648931" y="2438400"/>
            <a:ext cx="3505494" cy="3785419"/>
          </a:xfrm>
        </p:spPr>
        <p:txBody>
          <a:bodyPr>
            <a:normAutofit fontScale="77500" lnSpcReduction="20000"/>
          </a:bodyPr>
          <a:lstStyle/>
          <a:p>
            <a:r>
              <a:rPr lang="en-GB" sz="2000" b="1" dirty="0"/>
              <a:t>Blynk Cloud</a:t>
            </a:r>
            <a:r>
              <a:rPr lang="en-GB" sz="2000" dirty="0"/>
              <a:t> is a server infrastructure – heart of Blynk IoT platform. Cloud is responsible for binding all the platform components together.</a:t>
            </a:r>
          </a:p>
          <a:p>
            <a:r>
              <a:rPr lang="en-GB" sz="2000" dirty="0"/>
              <a:t>Controls all the communications between the mobile device(e.g. your phone) and hardware (e.g. the RPi)</a:t>
            </a:r>
          </a:p>
          <a:p>
            <a:r>
              <a:rPr lang="en-GB" sz="2000" dirty="0"/>
              <a:t>Remember we talked about the benefits of indirect communication.  </a:t>
            </a:r>
          </a:p>
          <a:p>
            <a:r>
              <a:rPr lang="en-GB" sz="2000" dirty="0"/>
              <a:t>It's Cloud-based but you can run your own private Blynk Server</a:t>
            </a:r>
          </a:p>
          <a:p>
            <a:r>
              <a:rPr lang="en-GB" sz="2000" dirty="0"/>
              <a:t>A bit like MQTT...(actually, after peeking at the source code,  it uses the same MQTT libraries from the previous lab!)</a:t>
            </a:r>
          </a:p>
          <a:p>
            <a:endParaRPr lang="en-IE" sz="2000" dirty="0"/>
          </a:p>
        </p:txBody>
      </p:sp>
      <p:pic>
        <p:nvPicPr>
          <p:cNvPr id="5" name="Picture 4">
            <a:extLst>
              <a:ext uri="{FF2B5EF4-FFF2-40B4-BE49-F238E27FC236}">
                <a16:creationId xmlns:a16="http://schemas.microsoft.com/office/drawing/2014/main" id="{1C7850BC-0A20-4FD2-9CF9-679D2A00F579}"/>
              </a:ext>
            </a:extLst>
          </p:cNvPr>
          <p:cNvPicPr>
            <a:picLocks noChangeAspect="1"/>
          </p:cNvPicPr>
          <p:nvPr/>
        </p:nvPicPr>
        <p:blipFill>
          <a:blip r:embed="rId2"/>
          <a:stretch>
            <a:fillRect/>
          </a:stretch>
        </p:blipFill>
        <p:spPr>
          <a:xfrm>
            <a:off x="5405862" y="891734"/>
            <a:ext cx="6019331" cy="5071286"/>
          </a:xfrm>
          <a:prstGeom prst="rect">
            <a:avLst/>
          </a:prstGeom>
          <a:effectLst/>
        </p:spPr>
      </p:pic>
      <p:pic>
        <p:nvPicPr>
          <p:cNvPr id="6146" name="Picture 2" descr="Blynk IoT - Apps on Google Play">
            <a:extLst>
              <a:ext uri="{FF2B5EF4-FFF2-40B4-BE49-F238E27FC236}">
                <a16:creationId xmlns:a16="http://schemas.microsoft.com/office/drawing/2014/main" id="{9BF9AA20-3A43-4630-E360-B7B0D66EB60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6266" y="1728291"/>
            <a:ext cx="1235041" cy="1235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9556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D3CE3-5C1D-42E5-9B6F-E87990F7A639}"/>
              </a:ext>
            </a:extLst>
          </p:cNvPr>
          <p:cNvSpPr>
            <a:spLocks noGrp="1"/>
          </p:cNvSpPr>
          <p:nvPr>
            <p:ph type="title"/>
          </p:nvPr>
        </p:nvSpPr>
        <p:spPr>
          <a:xfrm>
            <a:off x="648929" y="629266"/>
            <a:ext cx="5127031" cy="1676603"/>
          </a:xfrm>
        </p:spPr>
        <p:txBody>
          <a:bodyPr>
            <a:normAutofit/>
          </a:bodyPr>
          <a:lstStyle/>
          <a:p>
            <a:r>
              <a:rPr lang="en-US" dirty="0">
                <a:cs typeface="Calibri Light"/>
              </a:rPr>
              <a:t>Benefits</a:t>
            </a:r>
            <a:endParaRPr lang="en-US" dirty="0"/>
          </a:p>
        </p:txBody>
      </p:sp>
      <p:sp>
        <p:nvSpPr>
          <p:cNvPr id="3" name="Content Placeholder 2">
            <a:extLst>
              <a:ext uri="{FF2B5EF4-FFF2-40B4-BE49-F238E27FC236}">
                <a16:creationId xmlns:a16="http://schemas.microsoft.com/office/drawing/2014/main" id="{96ED45A7-D9CE-4C92-A7E3-243B08E172F1}"/>
              </a:ext>
            </a:extLst>
          </p:cNvPr>
          <p:cNvSpPr>
            <a:spLocks noGrp="1"/>
          </p:cNvSpPr>
          <p:nvPr>
            <p:ph idx="1"/>
          </p:nvPr>
        </p:nvSpPr>
        <p:spPr>
          <a:xfrm>
            <a:off x="648930" y="2438400"/>
            <a:ext cx="5127029" cy="3785419"/>
          </a:xfrm>
        </p:spPr>
        <p:txBody>
          <a:bodyPr vert="horz" lIns="91440" tIns="45720" rIns="91440" bIns="45720" rtlCol="0">
            <a:normAutofit/>
          </a:bodyPr>
          <a:lstStyle/>
          <a:p>
            <a:r>
              <a:rPr lang="en-US" dirty="0">
                <a:cs typeface="Calibri"/>
              </a:rPr>
              <a:t>Don’t need to be a mobile app developer</a:t>
            </a:r>
          </a:p>
          <a:p>
            <a:r>
              <a:rPr lang="en-US" dirty="0">
                <a:cs typeface="Calibri"/>
              </a:rPr>
              <a:t>Minimal code</a:t>
            </a:r>
          </a:p>
          <a:p>
            <a:r>
              <a:rPr lang="en-US" dirty="0">
                <a:cs typeface="Calibri"/>
              </a:rPr>
              <a:t>Reasonably mature (around since 2014)</a:t>
            </a:r>
          </a:p>
          <a:p>
            <a:r>
              <a:rPr lang="en-US" dirty="0">
                <a:cs typeface="Calibri"/>
              </a:rPr>
              <a:t>Very quick to create a prototype</a:t>
            </a:r>
          </a:p>
          <a:p>
            <a:r>
              <a:rPr lang="en-US" dirty="0">
                <a:cs typeface="Calibri"/>
              </a:rPr>
              <a:t>If you want, process to publish to App store/Google Play</a:t>
            </a:r>
          </a:p>
          <a:p>
            <a:endParaRPr lang="en-US" dirty="0">
              <a:cs typeface="Calibri"/>
            </a:endParaRPr>
          </a:p>
        </p:txBody>
      </p:sp>
      <p:pic>
        <p:nvPicPr>
          <p:cNvPr id="5" name="Picture 4">
            <a:extLst>
              <a:ext uri="{FF2B5EF4-FFF2-40B4-BE49-F238E27FC236}">
                <a16:creationId xmlns:a16="http://schemas.microsoft.com/office/drawing/2014/main" id="{FCC1673E-D1B8-4C3C-8766-EB60AD9D9A4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82" r="1" b="1"/>
          <a:stretch/>
        </p:blipFill>
        <p:spPr>
          <a:xfrm>
            <a:off x="6090613" y="640082"/>
            <a:ext cx="5461724" cy="5577837"/>
          </a:xfrm>
          <a:prstGeom prst="rect">
            <a:avLst/>
          </a:prstGeom>
          <a:effectLst/>
        </p:spPr>
      </p:pic>
      <p:sp>
        <p:nvSpPr>
          <p:cNvPr id="6" name="TextBox 5">
            <a:extLst>
              <a:ext uri="{FF2B5EF4-FFF2-40B4-BE49-F238E27FC236}">
                <a16:creationId xmlns:a16="http://schemas.microsoft.com/office/drawing/2014/main" id="{D5C96EDB-79F5-4449-B16A-8FFAA73A56E3}"/>
              </a:ext>
            </a:extLst>
          </p:cNvPr>
          <p:cNvSpPr txBox="1"/>
          <p:nvPr/>
        </p:nvSpPr>
        <p:spPr>
          <a:xfrm>
            <a:off x="9751909" y="6870700"/>
            <a:ext cx="2440091" cy="200055"/>
          </a:xfrm>
          <a:prstGeom prst="rect">
            <a:avLst/>
          </a:prstGeom>
          <a:solidFill>
            <a:srgbClr val="000000"/>
          </a:solidFill>
        </p:spPr>
        <p:txBody>
          <a:bodyPr wrap="none" rtlCol="0">
            <a:spAutoFit/>
          </a:bodyPr>
          <a:lstStyle/>
          <a:p>
            <a:pPr algn="r">
              <a:spcAft>
                <a:spcPts val="600"/>
              </a:spcAft>
            </a:pPr>
            <a:r>
              <a:rPr lang="en-IE" sz="700">
                <a:solidFill>
                  <a:srgbClr val="FFFFFF"/>
                </a:solidFill>
                <a:hlinkClick r:id="rId3" tooltip="http://bts-sta.fr/la-maison-du-futur-toujours-plus-technologisee-deviendra-t-elle-une-maison-toujours-moins-humanisee/#comments">
                  <a:extLst>
                    <a:ext uri="{A12FA001-AC4F-418D-AE19-62706E023703}">
                      <ahyp:hlinkClr xmlns:ahyp="http://schemas.microsoft.com/office/drawing/2018/hyperlinkcolor" val="tx"/>
                    </a:ext>
                  </a:extLst>
                </a:hlinkClick>
              </a:rPr>
              <a:t>This Photo</a:t>
            </a:r>
            <a:r>
              <a:rPr lang="en-IE" sz="700">
                <a:solidFill>
                  <a:srgbClr val="FFFFFF"/>
                </a:solidFill>
              </a:rPr>
              <a:t> by Unknown Author is licensed under </a:t>
            </a:r>
            <a:r>
              <a:rPr lang="en-IE" sz="700">
                <a:solidFill>
                  <a:srgbClr val="FFFFFF"/>
                </a:solidFill>
                <a:hlinkClick r:id="rId4" tooltip="https://creativecommons.org/licenses/by-nc-sa/3.0/">
                  <a:extLst>
                    <a:ext uri="{A12FA001-AC4F-418D-AE19-62706E023703}">
                      <ahyp:hlinkClr xmlns:ahyp="http://schemas.microsoft.com/office/drawing/2018/hyperlinkcolor" val="tx"/>
                    </a:ext>
                  </a:extLst>
                </a:hlinkClick>
              </a:rPr>
              <a:t>CC BY-SA-NC</a:t>
            </a:r>
            <a:endParaRPr lang="en-IE" sz="700">
              <a:solidFill>
                <a:srgbClr val="FFFFFF"/>
              </a:solidFill>
            </a:endParaRPr>
          </a:p>
        </p:txBody>
      </p:sp>
    </p:spTree>
    <p:extLst>
      <p:ext uri="{BB962C8B-B14F-4D97-AF65-F5344CB8AC3E}">
        <p14:creationId xmlns:p14="http://schemas.microsoft.com/office/powerpoint/2010/main" val="3386554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B151-9E5A-47DD-B288-2651A7480688}"/>
              </a:ext>
            </a:extLst>
          </p:cNvPr>
          <p:cNvSpPr>
            <a:spLocks noGrp="1"/>
          </p:cNvSpPr>
          <p:nvPr>
            <p:ph type="title"/>
          </p:nvPr>
        </p:nvSpPr>
        <p:spPr>
          <a:xfrm>
            <a:off x="838200" y="5529884"/>
            <a:ext cx="7719381" cy="1096331"/>
          </a:xfrm>
        </p:spPr>
        <p:txBody>
          <a:bodyPr>
            <a:normAutofit/>
          </a:bodyPr>
          <a:lstStyle/>
          <a:p>
            <a:r>
              <a:rPr lang="en-IE"/>
              <a:t>Features</a:t>
            </a:r>
            <a:endParaRPr lang="en-IE" dirty="0"/>
          </a:p>
        </p:txBody>
      </p:sp>
      <p:graphicFrame>
        <p:nvGraphicFramePr>
          <p:cNvPr id="5" name="Content Placeholder 2">
            <a:extLst>
              <a:ext uri="{FF2B5EF4-FFF2-40B4-BE49-F238E27FC236}">
                <a16:creationId xmlns:a16="http://schemas.microsoft.com/office/drawing/2014/main" id="{054BDE94-7BB0-4F07-A5E7-56C3C57E004F}"/>
              </a:ext>
            </a:extLst>
          </p:cNvPr>
          <p:cNvGraphicFramePr>
            <a:graphicFrameLocks noGrp="1"/>
          </p:cNvGraphicFramePr>
          <p:nvPr>
            <p:ph idx="1"/>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6846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C0042-AA2A-357D-F75B-99A8CAD1B705}"/>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51D46E7B-7FDE-0C29-D7B4-F87EA0B12BA8}"/>
              </a:ext>
            </a:extLst>
          </p:cNvPr>
          <p:cNvSpPr>
            <a:spLocks noGrp="1"/>
          </p:cNvSpPr>
          <p:nvPr>
            <p:ph idx="1"/>
          </p:nvPr>
        </p:nvSpPr>
        <p:spPr/>
        <p:txBody>
          <a:bodyPr/>
          <a:lstStyle/>
          <a:p>
            <a:endParaRPr lang="en-IE"/>
          </a:p>
        </p:txBody>
      </p:sp>
      <p:pic>
        <p:nvPicPr>
          <p:cNvPr id="5" name="Picture 4">
            <a:extLst>
              <a:ext uri="{FF2B5EF4-FFF2-40B4-BE49-F238E27FC236}">
                <a16:creationId xmlns:a16="http://schemas.microsoft.com/office/drawing/2014/main" id="{F432CEDD-ABF1-1DE8-2453-FBA06079A305}"/>
              </a:ext>
            </a:extLst>
          </p:cNvPr>
          <p:cNvPicPr>
            <a:picLocks noChangeAspect="1"/>
          </p:cNvPicPr>
          <p:nvPr/>
        </p:nvPicPr>
        <p:blipFill>
          <a:blip r:embed="rId2"/>
          <a:stretch>
            <a:fillRect/>
          </a:stretch>
        </p:blipFill>
        <p:spPr>
          <a:xfrm>
            <a:off x="838200" y="237804"/>
            <a:ext cx="8426883" cy="6255071"/>
          </a:xfrm>
          <a:prstGeom prst="rect">
            <a:avLst/>
          </a:prstGeom>
        </p:spPr>
      </p:pic>
    </p:spTree>
    <p:extLst>
      <p:ext uri="{BB962C8B-B14F-4D97-AF65-F5344CB8AC3E}">
        <p14:creationId xmlns:p14="http://schemas.microsoft.com/office/powerpoint/2010/main" val="353869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DBD84-54E8-45AF-ABEF-7F9ED27F3443}"/>
              </a:ext>
            </a:extLst>
          </p:cNvPr>
          <p:cNvSpPr>
            <a:spLocks noGrp="1"/>
          </p:cNvSpPr>
          <p:nvPr>
            <p:ph type="title"/>
          </p:nvPr>
        </p:nvSpPr>
        <p:spPr>
          <a:xfrm>
            <a:off x="524741" y="620392"/>
            <a:ext cx="3808268" cy="5504688"/>
          </a:xfrm>
        </p:spPr>
        <p:txBody>
          <a:bodyPr>
            <a:normAutofit/>
          </a:bodyPr>
          <a:lstStyle/>
          <a:p>
            <a:r>
              <a:rPr lang="en-IE" sz="6000" dirty="0"/>
              <a:t>Blynk Concepts</a:t>
            </a:r>
          </a:p>
        </p:txBody>
      </p:sp>
      <p:graphicFrame>
        <p:nvGraphicFramePr>
          <p:cNvPr id="5" name="Content Placeholder 2">
            <a:extLst>
              <a:ext uri="{FF2B5EF4-FFF2-40B4-BE49-F238E27FC236}">
                <a16:creationId xmlns:a16="http://schemas.microsoft.com/office/drawing/2014/main" id="{E8AFCCA8-2374-49FB-8E56-C745524BC564}"/>
              </a:ext>
            </a:extLst>
          </p:cNvPr>
          <p:cNvGraphicFramePr>
            <a:graphicFrameLocks noGrp="1"/>
          </p:cNvGraphicFramePr>
          <p:nvPr>
            <p:ph idx="1"/>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112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C3729-7AED-4360-9CB0-ECD02B107B42}"/>
              </a:ext>
            </a:extLst>
          </p:cNvPr>
          <p:cNvSpPr>
            <a:spLocks noGrp="1"/>
          </p:cNvSpPr>
          <p:nvPr>
            <p:ph type="title"/>
          </p:nvPr>
        </p:nvSpPr>
        <p:spPr>
          <a:xfrm>
            <a:off x="648929" y="629266"/>
            <a:ext cx="3505495" cy="1622321"/>
          </a:xfrm>
        </p:spPr>
        <p:txBody>
          <a:bodyPr>
            <a:normAutofit/>
          </a:bodyPr>
          <a:lstStyle/>
          <a:p>
            <a:r>
              <a:rPr lang="en-IE" sz="4100"/>
              <a:t>Blynk Concepts: Device</a:t>
            </a:r>
          </a:p>
        </p:txBody>
      </p:sp>
      <p:sp>
        <p:nvSpPr>
          <p:cNvPr id="3" name="Content Placeholder 2">
            <a:extLst>
              <a:ext uri="{FF2B5EF4-FFF2-40B4-BE49-F238E27FC236}">
                <a16:creationId xmlns:a16="http://schemas.microsoft.com/office/drawing/2014/main" id="{AF6734B3-A9AB-4EEB-B4A7-5707FEA68F23}"/>
              </a:ext>
            </a:extLst>
          </p:cNvPr>
          <p:cNvSpPr>
            <a:spLocks noGrp="1"/>
          </p:cNvSpPr>
          <p:nvPr>
            <p:ph idx="1"/>
          </p:nvPr>
        </p:nvSpPr>
        <p:spPr>
          <a:xfrm>
            <a:off x="648931" y="2438400"/>
            <a:ext cx="3505494" cy="3785419"/>
          </a:xfrm>
        </p:spPr>
        <p:txBody>
          <a:bodyPr>
            <a:normAutofit lnSpcReduction="10000"/>
          </a:bodyPr>
          <a:lstStyle/>
          <a:p>
            <a:r>
              <a:rPr lang="en-IE" sz="1700" dirty="0"/>
              <a:t>A “device” can be:</a:t>
            </a:r>
          </a:p>
          <a:p>
            <a:pPr lvl="1"/>
            <a:r>
              <a:rPr lang="en-IE" sz="1700" dirty="0"/>
              <a:t>A small </a:t>
            </a:r>
            <a:r>
              <a:rPr lang="en-IE" sz="1700" dirty="0" err="1"/>
              <a:t>MicroController</a:t>
            </a:r>
            <a:r>
              <a:rPr lang="en-IE" sz="1700" dirty="0"/>
              <a:t> based hardware (e.g. Arduino, </a:t>
            </a:r>
            <a:r>
              <a:rPr lang="en-IE" sz="1700" b="1" dirty="0"/>
              <a:t>Raspberry Pi, </a:t>
            </a:r>
            <a:r>
              <a:rPr lang="en-IE" sz="1700" dirty="0"/>
              <a:t>etc)</a:t>
            </a:r>
          </a:p>
          <a:p>
            <a:pPr lvl="1"/>
            <a:r>
              <a:rPr lang="en-IE" sz="1700" dirty="0"/>
              <a:t>A finished physical product like a Smart Air Conditioner, or a virtual service that sends data to Blynk Cloud using REST API.</a:t>
            </a:r>
          </a:p>
          <a:p>
            <a:r>
              <a:rPr lang="en-IE" sz="1700" dirty="0"/>
              <a:t>Each device has an “</a:t>
            </a:r>
            <a:r>
              <a:rPr lang="en-IE" sz="1700" b="1" dirty="0"/>
              <a:t>Authentication Token</a:t>
            </a:r>
            <a:r>
              <a:rPr lang="en-IE" sz="1700" dirty="0"/>
              <a:t>”. This is a unique identifier generated in </a:t>
            </a:r>
            <a:r>
              <a:rPr lang="en-IE" sz="1700" dirty="0" err="1"/>
              <a:t>Blynk.Cloud</a:t>
            </a:r>
            <a:endParaRPr lang="en-IE" sz="1700" dirty="0"/>
          </a:p>
          <a:p>
            <a:r>
              <a:rPr lang="en-GB" sz="1700" dirty="0"/>
              <a:t>Every device uses a </a:t>
            </a:r>
            <a:r>
              <a:rPr lang="en-GB" sz="1700" b="1" dirty="0"/>
              <a:t>Device Template. </a:t>
            </a:r>
            <a:endParaRPr lang="en-IE" sz="1700" dirty="0"/>
          </a:p>
        </p:txBody>
      </p:sp>
      <p:pic>
        <p:nvPicPr>
          <p:cNvPr id="5" name="Picture 4">
            <a:extLst>
              <a:ext uri="{FF2B5EF4-FFF2-40B4-BE49-F238E27FC236}">
                <a16:creationId xmlns:a16="http://schemas.microsoft.com/office/drawing/2014/main" id="{8EC8A7C7-2448-046A-DBC7-86CF890F0683}"/>
              </a:ext>
            </a:extLst>
          </p:cNvPr>
          <p:cNvPicPr>
            <a:picLocks noChangeAspect="1"/>
          </p:cNvPicPr>
          <p:nvPr/>
        </p:nvPicPr>
        <p:blipFill>
          <a:blip r:embed="rId2"/>
          <a:stretch>
            <a:fillRect/>
          </a:stretch>
        </p:blipFill>
        <p:spPr>
          <a:xfrm>
            <a:off x="4663989" y="1234695"/>
            <a:ext cx="6879080" cy="4658105"/>
          </a:xfrm>
          <a:prstGeom prst="rect">
            <a:avLst/>
          </a:prstGeom>
        </p:spPr>
      </p:pic>
    </p:spTree>
    <p:extLst>
      <p:ext uri="{BB962C8B-B14F-4D97-AF65-F5344CB8AC3E}">
        <p14:creationId xmlns:p14="http://schemas.microsoft.com/office/powerpoint/2010/main" val="1453584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AB05-1BC7-400F-A6BB-7B548EAF62EF}"/>
              </a:ext>
            </a:extLst>
          </p:cNvPr>
          <p:cNvSpPr>
            <a:spLocks noGrp="1"/>
          </p:cNvSpPr>
          <p:nvPr>
            <p:ph type="title"/>
          </p:nvPr>
        </p:nvSpPr>
        <p:spPr/>
        <p:txBody>
          <a:bodyPr/>
          <a:lstStyle/>
          <a:p>
            <a:r>
              <a:rPr lang="en-IE" dirty="0"/>
              <a:t>Blynk Concepts: Device Template</a:t>
            </a:r>
          </a:p>
        </p:txBody>
      </p:sp>
      <p:sp>
        <p:nvSpPr>
          <p:cNvPr id="3" name="Content Placeholder 2">
            <a:extLst>
              <a:ext uri="{FF2B5EF4-FFF2-40B4-BE49-F238E27FC236}">
                <a16:creationId xmlns:a16="http://schemas.microsoft.com/office/drawing/2014/main" id="{045A2771-4A1F-4558-A9FE-FBD11B7DE900}"/>
              </a:ext>
            </a:extLst>
          </p:cNvPr>
          <p:cNvSpPr>
            <a:spLocks noGrp="1"/>
          </p:cNvSpPr>
          <p:nvPr>
            <p:ph idx="1"/>
          </p:nvPr>
        </p:nvSpPr>
        <p:spPr>
          <a:xfrm>
            <a:off x="553947" y="1435490"/>
            <a:ext cx="5918771" cy="4554343"/>
          </a:xfrm>
        </p:spPr>
        <p:txBody>
          <a:bodyPr>
            <a:normAutofit fontScale="77500" lnSpcReduction="20000"/>
          </a:bodyPr>
          <a:lstStyle/>
          <a:p>
            <a:r>
              <a:rPr lang="en-GB" b="1" dirty="0">
                <a:effectLst/>
              </a:rPr>
              <a:t>A Device Template is a set of configurations used by similar devices.</a:t>
            </a:r>
          </a:p>
          <a:p>
            <a:r>
              <a:rPr lang="en-GB" dirty="0">
                <a:effectLst/>
              </a:rPr>
              <a:t>A device template specifies:</a:t>
            </a:r>
          </a:p>
          <a:p>
            <a:pPr lvl="1"/>
            <a:r>
              <a:rPr lang="en-GB" b="1" dirty="0">
                <a:effectLst/>
              </a:rPr>
              <a:t>General Settings: </a:t>
            </a:r>
            <a:r>
              <a:rPr lang="en-GB" dirty="0">
                <a:effectLst/>
              </a:rPr>
              <a:t>general settings of the device(name, ID etc..)</a:t>
            </a:r>
          </a:p>
          <a:p>
            <a:pPr lvl="1"/>
            <a:r>
              <a:rPr lang="en-GB" b="1" dirty="0">
                <a:effectLst/>
              </a:rPr>
              <a:t>Metadata: </a:t>
            </a:r>
            <a:r>
              <a:rPr lang="en-GB" dirty="0">
                <a:effectLst/>
              </a:rPr>
              <a:t>Serial Number field, email </a:t>
            </a:r>
            <a:r>
              <a:rPr lang="en-GB" dirty="0"/>
              <a:t>field to use for email notifications</a:t>
            </a:r>
          </a:p>
          <a:p>
            <a:pPr lvl="1"/>
            <a:r>
              <a:rPr lang="en-GB" b="1" dirty="0">
                <a:effectLst/>
              </a:rPr>
              <a:t>Datastreams:</a:t>
            </a:r>
            <a:r>
              <a:rPr lang="en-GB" dirty="0">
                <a:effectLst/>
              </a:rPr>
              <a:t> channels for any data that flows in and out from the device to the cloud. For example sensor data should go through a </a:t>
            </a:r>
            <a:r>
              <a:rPr lang="en-GB" dirty="0" err="1">
                <a:effectLst/>
              </a:rPr>
              <a:t>Datastream</a:t>
            </a:r>
            <a:r>
              <a:rPr lang="en-GB" dirty="0">
                <a:effectLst/>
              </a:rPr>
              <a:t>. </a:t>
            </a:r>
            <a:r>
              <a:rPr lang="en-GB" dirty="0"/>
              <a:t>T</a:t>
            </a:r>
            <a:r>
              <a:rPr lang="en-GB" dirty="0">
                <a:effectLst/>
              </a:rPr>
              <a:t>hese are also known as “</a:t>
            </a:r>
            <a:r>
              <a:rPr lang="en-GB" b="1" dirty="0">
                <a:effectLst/>
              </a:rPr>
              <a:t>Virtual Pins</a:t>
            </a:r>
            <a:r>
              <a:rPr lang="en-GB" dirty="0">
                <a:effectLst/>
              </a:rPr>
              <a:t>”.</a:t>
            </a:r>
          </a:p>
          <a:p>
            <a:pPr lvl="1"/>
            <a:r>
              <a:rPr lang="en-GB" b="1" dirty="0">
                <a:effectLst/>
              </a:rPr>
              <a:t>Events: i</a:t>
            </a:r>
            <a:r>
              <a:rPr lang="en-GB" dirty="0">
                <a:effectLst/>
              </a:rPr>
              <a:t>mportant events in the life of the device that should be logged and, if needed, used for notifications. Events can be triggered from the device itself or externally using HTTP API</a:t>
            </a:r>
          </a:p>
          <a:p>
            <a:pPr lvl="1"/>
            <a:r>
              <a:rPr lang="en-GB" b="1" dirty="0"/>
              <a:t>Dashboards:</a:t>
            </a:r>
            <a:r>
              <a:rPr lang="en-GB" dirty="0"/>
              <a:t> Set of UI elements to visualise data and send commands/data to/from device</a:t>
            </a:r>
          </a:p>
          <a:p>
            <a:pPr lvl="2"/>
            <a:r>
              <a:rPr lang="en-GB" dirty="0">
                <a:effectLst/>
              </a:rPr>
              <a:t>There are two dashboards: Web and Mobile</a:t>
            </a:r>
          </a:p>
        </p:txBody>
      </p:sp>
      <p:pic>
        <p:nvPicPr>
          <p:cNvPr id="5" name="Picture 4">
            <a:extLst>
              <a:ext uri="{FF2B5EF4-FFF2-40B4-BE49-F238E27FC236}">
                <a16:creationId xmlns:a16="http://schemas.microsoft.com/office/drawing/2014/main" id="{27694B3E-B40C-8552-5DEE-A31C343B719C}"/>
              </a:ext>
            </a:extLst>
          </p:cNvPr>
          <p:cNvPicPr>
            <a:picLocks noChangeAspect="1"/>
          </p:cNvPicPr>
          <p:nvPr/>
        </p:nvPicPr>
        <p:blipFill>
          <a:blip r:embed="rId2"/>
          <a:stretch>
            <a:fillRect/>
          </a:stretch>
        </p:blipFill>
        <p:spPr>
          <a:xfrm>
            <a:off x="6601793" y="1435491"/>
            <a:ext cx="5364176" cy="3987017"/>
          </a:xfrm>
          <a:prstGeom prst="rect">
            <a:avLst/>
          </a:prstGeom>
        </p:spPr>
      </p:pic>
    </p:spTree>
    <p:extLst>
      <p:ext uri="{BB962C8B-B14F-4D97-AF65-F5344CB8AC3E}">
        <p14:creationId xmlns:p14="http://schemas.microsoft.com/office/powerpoint/2010/main" val="1955482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Web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effectLst/>
              </a:rPr>
              <a:t>a set of UI elements (widgets) to visualize the data from the device accessible for the users in Blynk.Console – a web-based application.</a:t>
            </a:r>
            <a:endParaRPr lang="en-IE" sz="2000"/>
          </a:p>
        </p:txBody>
      </p:sp>
      <p:pic>
        <p:nvPicPr>
          <p:cNvPr id="2050" name="Picture 2">
            <a:extLst>
              <a:ext uri="{FF2B5EF4-FFF2-40B4-BE49-F238E27FC236}">
                <a16:creationId xmlns:a16="http://schemas.microsoft.com/office/drawing/2014/main" id="{6A5DCF87-2589-4948-9278-F75CCA5B2EC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6490838-A93B-4E49-82D3-79B7A1CDC5C9}"/>
                  </a:ext>
                </a:extLst>
              </p14:cNvPr>
              <p14:cNvContentPartPr/>
              <p14:nvPr/>
            </p14:nvContentPartPr>
            <p14:xfrm>
              <a:off x="7596181" y="1056842"/>
              <a:ext cx="3819240" cy="3794040"/>
            </p14:xfrm>
          </p:contentPart>
        </mc:Choice>
        <mc:Fallback xmlns="">
          <p:pic>
            <p:nvPicPr>
              <p:cNvPr id="6" name="Ink 5">
                <a:extLst>
                  <a:ext uri="{FF2B5EF4-FFF2-40B4-BE49-F238E27FC236}">
                    <a16:creationId xmlns:a16="http://schemas.microsoft.com/office/drawing/2014/main" id="{56490838-A93B-4E49-82D3-79B7A1CDC5C9}"/>
                  </a:ext>
                </a:extLst>
              </p:cNvPr>
              <p:cNvPicPr/>
              <p:nvPr/>
            </p:nvPicPr>
            <p:blipFill>
              <a:blip r:embed="rId4"/>
              <a:stretch>
                <a:fillRect/>
              </a:stretch>
            </p:blipFill>
            <p:spPr>
              <a:xfrm>
                <a:off x="7560181" y="1021202"/>
                <a:ext cx="3890880" cy="3865680"/>
              </a:xfrm>
              <a:prstGeom prst="rect">
                <a:avLst/>
              </a:prstGeom>
            </p:spPr>
          </p:pic>
        </mc:Fallback>
      </mc:AlternateContent>
    </p:spTree>
    <p:extLst>
      <p:ext uri="{BB962C8B-B14F-4D97-AF65-F5344CB8AC3E}">
        <p14:creationId xmlns:p14="http://schemas.microsoft.com/office/powerpoint/2010/main" val="3812705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BBC2-9C64-4F1C-BC74-22D1E288B371}"/>
              </a:ext>
            </a:extLst>
          </p:cNvPr>
          <p:cNvSpPr>
            <a:spLocks noGrp="1"/>
          </p:cNvSpPr>
          <p:nvPr>
            <p:ph type="title"/>
          </p:nvPr>
        </p:nvSpPr>
        <p:spPr>
          <a:xfrm>
            <a:off x="648929" y="629266"/>
            <a:ext cx="3505495" cy="1622321"/>
          </a:xfrm>
        </p:spPr>
        <p:txBody>
          <a:bodyPr>
            <a:normAutofit/>
          </a:bodyPr>
          <a:lstStyle/>
          <a:p>
            <a:r>
              <a:rPr lang="en-IE" sz="3700"/>
              <a:t>Blynk Concepts: Mobile Dashboard</a:t>
            </a:r>
          </a:p>
        </p:txBody>
      </p:sp>
      <p:sp>
        <p:nvSpPr>
          <p:cNvPr id="3" name="Content Placeholder 2">
            <a:extLst>
              <a:ext uri="{FF2B5EF4-FFF2-40B4-BE49-F238E27FC236}">
                <a16:creationId xmlns:a16="http://schemas.microsoft.com/office/drawing/2014/main" id="{35ACBADA-E6F4-4E21-8ACC-A59AFA35177B}"/>
              </a:ext>
            </a:extLst>
          </p:cNvPr>
          <p:cNvSpPr>
            <a:spLocks noGrp="1"/>
          </p:cNvSpPr>
          <p:nvPr>
            <p:ph idx="1"/>
          </p:nvPr>
        </p:nvSpPr>
        <p:spPr>
          <a:xfrm>
            <a:off x="648931" y="2438400"/>
            <a:ext cx="3505494" cy="3785419"/>
          </a:xfrm>
        </p:spPr>
        <p:txBody>
          <a:bodyPr>
            <a:normAutofit/>
          </a:bodyPr>
          <a:lstStyle/>
          <a:p>
            <a:r>
              <a:rPr lang="en-GB" sz="2000"/>
              <a:t>a set of UI elements (widgets) to visualize the data in Blynk mobile apps for iOS and Android. </a:t>
            </a:r>
          </a:p>
          <a:p>
            <a:r>
              <a:rPr lang="en-GB" sz="2000"/>
              <a:t>Mobile apps also contain a template of how device is represented in the list of devices (tiles)</a:t>
            </a:r>
            <a:endParaRPr lang="en-IE" sz="2000"/>
          </a:p>
        </p:txBody>
      </p:sp>
      <p:pic>
        <p:nvPicPr>
          <p:cNvPr id="3074" name="Picture 2">
            <a:extLst>
              <a:ext uri="{FF2B5EF4-FFF2-40B4-BE49-F238E27FC236}">
                <a16:creationId xmlns:a16="http://schemas.microsoft.com/office/drawing/2014/main" id="{07F42705-C9EB-4002-B4C2-24E1932B53F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298039"/>
            <a:ext cx="6019331" cy="4258675"/>
          </a:xfrm>
          <a:prstGeom prst="rect">
            <a:avLst/>
          </a:prstGeom>
          <a:noFill/>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7E74386-C6AF-4A92-A254-44685F9B0585}"/>
                  </a:ext>
                </a:extLst>
              </p14:cNvPr>
              <p14:cNvContentPartPr/>
              <p14:nvPr/>
            </p14:nvContentPartPr>
            <p14:xfrm>
              <a:off x="5234581" y="2507282"/>
              <a:ext cx="3104640" cy="3073680"/>
            </p14:xfrm>
          </p:contentPart>
        </mc:Choice>
        <mc:Fallback xmlns="">
          <p:pic>
            <p:nvPicPr>
              <p:cNvPr id="5" name="Ink 4">
                <a:extLst>
                  <a:ext uri="{FF2B5EF4-FFF2-40B4-BE49-F238E27FC236}">
                    <a16:creationId xmlns:a16="http://schemas.microsoft.com/office/drawing/2014/main" id="{07E74386-C6AF-4A92-A254-44685F9B0585}"/>
                  </a:ext>
                </a:extLst>
              </p:cNvPr>
              <p:cNvPicPr/>
              <p:nvPr/>
            </p:nvPicPr>
            <p:blipFill>
              <a:blip r:embed="rId4"/>
              <a:stretch>
                <a:fillRect/>
              </a:stretch>
            </p:blipFill>
            <p:spPr>
              <a:xfrm>
                <a:off x="5198581" y="2471642"/>
                <a:ext cx="3176280" cy="3145320"/>
              </a:xfrm>
              <a:prstGeom prst="rect">
                <a:avLst/>
              </a:prstGeom>
            </p:spPr>
          </p:pic>
        </mc:Fallback>
      </mc:AlternateContent>
    </p:spTree>
    <p:extLst>
      <p:ext uri="{BB962C8B-B14F-4D97-AF65-F5344CB8AC3E}">
        <p14:creationId xmlns:p14="http://schemas.microsoft.com/office/powerpoint/2010/main" val="30076940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4A655-3A32-4A8A-A38F-99A8F171D1A4}"/>
              </a:ext>
            </a:extLst>
          </p:cNvPr>
          <p:cNvSpPr>
            <a:spLocks noGrp="1"/>
          </p:cNvSpPr>
          <p:nvPr>
            <p:ph type="title"/>
          </p:nvPr>
        </p:nvSpPr>
        <p:spPr>
          <a:xfrm>
            <a:off x="1136428" y="627564"/>
            <a:ext cx="7474172" cy="1325563"/>
          </a:xfrm>
        </p:spPr>
        <p:txBody>
          <a:bodyPr>
            <a:normAutofit/>
          </a:bodyPr>
          <a:lstStyle/>
          <a:p>
            <a:r>
              <a:rPr lang="en-IE" dirty="0"/>
              <a:t>Development Steps</a:t>
            </a:r>
          </a:p>
        </p:txBody>
      </p:sp>
      <p:sp>
        <p:nvSpPr>
          <p:cNvPr id="8" name="Content Placeholder 2">
            <a:extLst>
              <a:ext uri="{FF2B5EF4-FFF2-40B4-BE49-F238E27FC236}">
                <a16:creationId xmlns:a16="http://schemas.microsoft.com/office/drawing/2014/main" id="{67EEA831-8DBC-422C-843D-E14A8F4F247B}"/>
              </a:ext>
            </a:extLst>
          </p:cNvPr>
          <p:cNvSpPr>
            <a:spLocks noGrp="1"/>
          </p:cNvSpPr>
          <p:nvPr>
            <p:ph idx="1"/>
          </p:nvPr>
        </p:nvSpPr>
        <p:spPr>
          <a:xfrm>
            <a:off x="1136429" y="2278173"/>
            <a:ext cx="6467867" cy="3450613"/>
          </a:xfrm>
        </p:spPr>
        <p:txBody>
          <a:bodyPr anchor="ctr">
            <a:normAutofit fontScale="85000" lnSpcReduction="20000"/>
          </a:bodyPr>
          <a:lstStyle/>
          <a:p>
            <a:pPr marL="457200" indent="-457200">
              <a:buAutoNum type="arabicPeriod"/>
            </a:pPr>
            <a:r>
              <a:rPr lang="en-IE" sz="2400" dirty="0"/>
              <a:t>Create an Account with Blynk</a:t>
            </a:r>
            <a:endParaRPr lang="en-US" dirty="0"/>
          </a:p>
          <a:p>
            <a:pPr marL="457200" indent="-457200">
              <a:buAutoNum type="arabicPeriod"/>
            </a:pPr>
            <a:r>
              <a:rPr lang="en-IE" sz="2400" dirty="0"/>
              <a:t>Add a Device</a:t>
            </a:r>
            <a:endParaRPr lang="en-IE" sz="2400" dirty="0">
              <a:cs typeface="Calibri"/>
            </a:endParaRPr>
          </a:p>
          <a:p>
            <a:pPr marL="914400" lvl="1" indent="-457200">
              <a:buAutoNum type="arabicPeriod"/>
            </a:pPr>
            <a:r>
              <a:rPr lang="en-IE" dirty="0">
                <a:cs typeface="Calibri"/>
              </a:rPr>
              <a:t>Choose your hardware</a:t>
            </a:r>
          </a:p>
          <a:p>
            <a:pPr marL="914400" lvl="1" indent="-457200">
              <a:buAutoNum type="arabicPeriod"/>
            </a:pPr>
            <a:r>
              <a:rPr lang="en-IE" dirty="0">
                <a:cs typeface="Calibri"/>
              </a:rPr>
              <a:t>Create “Template”</a:t>
            </a:r>
          </a:p>
          <a:p>
            <a:pPr marL="914400" lvl="1" indent="-457200">
              <a:buAutoNum type="arabicPeriod"/>
            </a:pPr>
            <a:r>
              <a:rPr lang="en-IE" dirty="0"/>
              <a:t>This will result in an Authentication Credentials for that Device</a:t>
            </a:r>
            <a:endParaRPr lang="en-IE" dirty="0">
              <a:cs typeface="Calibri"/>
            </a:endParaRPr>
          </a:p>
          <a:p>
            <a:pPr marL="514350" indent="-514350">
              <a:buAutoNum type="arabicPeriod"/>
            </a:pPr>
            <a:r>
              <a:rPr lang="en-IE" dirty="0">
                <a:cs typeface="Calibri"/>
              </a:rPr>
              <a:t>Code the Hardware Device(e.g. </a:t>
            </a:r>
            <a:r>
              <a:rPr lang="en-IE" dirty="0" err="1">
                <a:cs typeface="Calibri"/>
              </a:rPr>
              <a:t>Rpi</a:t>
            </a:r>
            <a:r>
              <a:rPr lang="en-IE" dirty="0">
                <a:cs typeface="Calibri"/>
              </a:rPr>
              <a:t>)</a:t>
            </a:r>
            <a:br>
              <a:rPr lang="en-IE" dirty="0">
                <a:cs typeface="Calibri"/>
              </a:rPr>
            </a:br>
            <a:r>
              <a:rPr lang="en-IE" dirty="0">
                <a:cs typeface="Calibri"/>
              </a:rPr>
              <a:t>	Use the relevant library(e.g. Python Library)</a:t>
            </a:r>
          </a:p>
          <a:p>
            <a:pPr marL="514350" indent="-514350">
              <a:buAutoNum type="arabicPeriod"/>
            </a:pPr>
            <a:r>
              <a:rPr lang="en-IE" dirty="0">
                <a:cs typeface="Calibri"/>
              </a:rPr>
              <a:t>Install Blynk App on Phone</a:t>
            </a:r>
          </a:p>
          <a:p>
            <a:pPr marL="971550" lvl="1" indent="-514350">
              <a:buAutoNum type="arabicPeriod"/>
            </a:pPr>
            <a:r>
              <a:rPr lang="en-IE" dirty="0">
                <a:cs typeface="Calibri"/>
              </a:rPr>
              <a:t>Develop Blynk </a:t>
            </a:r>
          </a:p>
          <a:p>
            <a:endParaRPr lang="en-IE" sz="2400" dirty="0">
              <a:cs typeface="Calibri"/>
            </a:endParaRPr>
          </a:p>
        </p:txBody>
      </p:sp>
      <p:pic>
        <p:nvPicPr>
          <p:cNvPr id="7" name="Graphic 6" descr="Smart Phone">
            <a:extLst>
              <a:ext uri="{FF2B5EF4-FFF2-40B4-BE49-F238E27FC236}">
                <a16:creationId xmlns:a16="http://schemas.microsoft.com/office/drawing/2014/main" id="{A61806A3-D96C-415B-A7A8-8AE4452EBE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13987" y="2857501"/>
            <a:ext cx="1142998" cy="1142998"/>
          </a:xfrm>
          <a:prstGeom prst="rect">
            <a:avLst/>
          </a:prstGeom>
        </p:spPr>
      </p:pic>
    </p:spTree>
    <p:extLst>
      <p:ext uri="{BB962C8B-B14F-4D97-AF65-F5344CB8AC3E}">
        <p14:creationId xmlns:p14="http://schemas.microsoft.com/office/powerpoint/2010/main" val="4131430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7714-A923-47C1-B347-0A9920D38816}"/>
              </a:ext>
            </a:extLst>
          </p:cNvPr>
          <p:cNvSpPr>
            <a:spLocks noGrp="1"/>
          </p:cNvSpPr>
          <p:nvPr>
            <p:ph type="title"/>
          </p:nvPr>
        </p:nvSpPr>
        <p:spPr/>
        <p:txBody>
          <a:bodyPr/>
          <a:lstStyle/>
          <a:p>
            <a:r>
              <a:rPr lang="en-IE" dirty="0"/>
              <a:t>Add a Device</a:t>
            </a:r>
          </a:p>
        </p:txBody>
      </p:sp>
      <p:sp>
        <p:nvSpPr>
          <p:cNvPr id="3" name="Content Placeholder 2">
            <a:extLst>
              <a:ext uri="{FF2B5EF4-FFF2-40B4-BE49-F238E27FC236}">
                <a16:creationId xmlns:a16="http://schemas.microsoft.com/office/drawing/2014/main" id="{FC797771-44A0-410B-BB14-6A9F44DFE542}"/>
              </a:ext>
            </a:extLst>
          </p:cNvPr>
          <p:cNvSpPr>
            <a:spLocks noGrp="1"/>
          </p:cNvSpPr>
          <p:nvPr>
            <p:ph idx="1"/>
          </p:nvPr>
        </p:nvSpPr>
        <p:spPr/>
        <p:txBody>
          <a:bodyPr/>
          <a:lstStyle/>
          <a:p>
            <a:r>
              <a:rPr lang="en-IE" dirty="0"/>
              <a:t>Create a new device</a:t>
            </a:r>
          </a:p>
          <a:p>
            <a:r>
              <a:rPr lang="en-IE" dirty="0"/>
              <a:t>Set Notifications:</a:t>
            </a:r>
          </a:p>
          <a:p>
            <a:pPr lvl="1"/>
            <a:r>
              <a:rPr lang="en-GB" dirty="0">
                <a:effectLst/>
              </a:rPr>
              <a:t>Specify who gets notifications, which events will trigger notifications, and which channel should be used.</a:t>
            </a:r>
          </a:p>
          <a:p>
            <a:pPr lvl="1"/>
            <a:r>
              <a:rPr lang="en-GB" dirty="0"/>
              <a:t>3 options: </a:t>
            </a:r>
          </a:p>
          <a:p>
            <a:pPr lvl="2"/>
            <a:r>
              <a:rPr lang="en-GB" dirty="0"/>
              <a:t>E-mail</a:t>
            </a:r>
          </a:p>
          <a:p>
            <a:pPr lvl="2"/>
            <a:r>
              <a:rPr lang="en-GB" dirty="0"/>
              <a:t>Push notifications - a push notification is a message that pops up on a mobile device. Users don't have to be in the app to get them</a:t>
            </a:r>
          </a:p>
          <a:p>
            <a:pPr lvl="2"/>
            <a:r>
              <a:rPr lang="en-GB" dirty="0"/>
              <a:t>SMS - notification will be delivered as a text message using mobile operator (only available in paid option though…)</a:t>
            </a:r>
            <a:endParaRPr lang="en-IE" dirty="0"/>
          </a:p>
        </p:txBody>
      </p:sp>
    </p:spTree>
    <p:extLst>
      <p:ext uri="{BB962C8B-B14F-4D97-AF65-F5344CB8AC3E}">
        <p14:creationId xmlns:p14="http://schemas.microsoft.com/office/powerpoint/2010/main" val="2301203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972F-6F9C-4173-AC34-2B0DCFBA22D4}"/>
              </a:ext>
            </a:extLst>
          </p:cNvPr>
          <p:cNvSpPr>
            <a:spLocks noGrp="1"/>
          </p:cNvSpPr>
          <p:nvPr>
            <p:ph type="title"/>
          </p:nvPr>
        </p:nvSpPr>
        <p:spPr>
          <a:xfrm>
            <a:off x="781201" y="387726"/>
            <a:ext cx="3505495" cy="1622321"/>
          </a:xfrm>
        </p:spPr>
        <p:txBody>
          <a:bodyPr>
            <a:normAutofit/>
          </a:bodyPr>
          <a:lstStyle/>
          <a:p>
            <a:r>
              <a:rPr lang="en-IE" dirty="0"/>
              <a:t>Working with Templates</a:t>
            </a:r>
          </a:p>
        </p:txBody>
      </p:sp>
      <p:sp>
        <p:nvSpPr>
          <p:cNvPr id="3" name="Content Placeholder 2">
            <a:extLst>
              <a:ext uri="{FF2B5EF4-FFF2-40B4-BE49-F238E27FC236}">
                <a16:creationId xmlns:a16="http://schemas.microsoft.com/office/drawing/2014/main" id="{0B8E40DA-EA20-4BA0-9E54-95E6673C7BCF}"/>
              </a:ext>
            </a:extLst>
          </p:cNvPr>
          <p:cNvSpPr>
            <a:spLocks noGrp="1"/>
          </p:cNvSpPr>
          <p:nvPr>
            <p:ph idx="1"/>
          </p:nvPr>
        </p:nvSpPr>
        <p:spPr>
          <a:xfrm>
            <a:off x="648931" y="2438400"/>
            <a:ext cx="3505494" cy="3785419"/>
          </a:xfrm>
        </p:spPr>
        <p:txBody>
          <a:bodyPr>
            <a:normAutofit/>
          </a:bodyPr>
          <a:lstStyle/>
          <a:p>
            <a:r>
              <a:rPr lang="en-GB" sz="1100"/>
              <a:t>Datastreams is a way to structure data that regularly flows in an out from device. </a:t>
            </a:r>
          </a:p>
          <a:p>
            <a:r>
              <a:rPr lang="en-GB" sz="1100"/>
              <a:t>Use it for sensor data, any telemetry, or actuators.</a:t>
            </a:r>
          </a:p>
          <a:p>
            <a:r>
              <a:rPr lang="en-GB" sz="1100"/>
              <a:t>Virtual Pin is a concept invented to provide exchange of any data between hardware, web and mobile app. </a:t>
            </a:r>
          </a:p>
          <a:p>
            <a:r>
              <a:rPr lang="en-GB" sz="1100"/>
              <a:t>Virtual pins allow you to interface with any sensor, any library, any actuator.Think about Virtual Pins as a box where you can put any value, and everyone who has access to this box can see this value.</a:t>
            </a:r>
          </a:p>
          <a:p>
            <a:r>
              <a:rPr lang="en-GB" sz="1100"/>
              <a:t>You can set UNITS that will be viewed in the Widget by selecting them from the dropdown menu.</a:t>
            </a:r>
          </a:p>
          <a:p>
            <a:r>
              <a:rPr lang="en-GB" sz="1100"/>
              <a:t>It's a very powerful feature to display and send any data from your hardware to the application.</a:t>
            </a:r>
            <a:r>
              <a:rPr lang="en-GB" sz="1100" b="1"/>
              <a:t>Please make sure you differentiate Virtual Pins from physical GPIO pins on your hardware.</a:t>
            </a:r>
            <a:endParaRPr lang="en-IE" sz="1100" b="1"/>
          </a:p>
        </p:txBody>
      </p:sp>
      <p:pic>
        <p:nvPicPr>
          <p:cNvPr id="2052" name="Picture 4">
            <a:extLst>
              <a:ext uri="{FF2B5EF4-FFF2-40B4-BE49-F238E27FC236}">
                <a16:creationId xmlns:a16="http://schemas.microsoft.com/office/drawing/2014/main" id="{00EB924D-ED48-41DA-88EC-D2C3346DB0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23217" y="807593"/>
            <a:ext cx="4584621" cy="5239568"/>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538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DD068-05EA-4D37-BF7B-7DBAC242A8F4}"/>
              </a:ext>
            </a:extLst>
          </p:cNvPr>
          <p:cNvSpPr>
            <a:spLocks noGrp="1"/>
          </p:cNvSpPr>
          <p:nvPr>
            <p:ph type="title"/>
          </p:nvPr>
        </p:nvSpPr>
        <p:spPr>
          <a:xfrm>
            <a:off x="648929" y="629266"/>
            <a:ext cx="3505495" cy="1622321"/>
          </a:xfrm>
        </p:spPr>
        <p:txBody>
          <a:bodyPr>
            <a:normAutofit fontScale="90000"/>
          </a:bodyPr>
          <a:lstStyle/>
          <a:p>
            <a:r>
              <a:rPr lang="en-IE" dirty="0"/>
              <a:t>Working with Templates: Events</a:t>
            </a:r>
          </a:p>
        </p:txBody>
      </p:sp>
      <p:sp>
        <p:nvSpPr>
          <p:cNvPr id="3" name="Content Placeholder 2">
            <a:extLst>
              <a:ext uri="{FF2B5EF4-FFF2-40B4-BE49-F238E27FC236}">
                <a16:creationId xmlns:a16="http://schemas.microsoft.com/office/drawing/2014/main" id="{F65EC2E7-18CD-44B5-B5B4-314808DD85A1}"/>
              </a:ext>
            </a:extLst>
          </p:cNvPr>
          <p:cNvSpPr>
            <a:spLocks noGrp="1"/>
          </p:cNvSpPr>
          <p:nvPr>
            <p:ph idx="1"/>
          </p:nvPr>
        </p:nvSpPr>
        <p:spPr>
          <a:xfrm>
            <a:off x="648931" y="2438400"/>
            <a:ext cx="3505494" cy="3785419"/>
          </a:xfrm>
        </p:spPr>
        <p:txBody>
          <a:bodyPr>
            <a:normAutofit/>
          </a:bodyPr>
          <a:lstStyle/>
          <a:p>
            <a:r>
              <a:rPr lang="en-GB" sz="1300"/>
              <a:t>Events are used to track important events happening on your devices.</a:t>
            </a:r>
          </a:p>
          <a:p>
            <a:r>
              <a:rPr lang="en-GB" sz="1300"/>
              <a:t>Events can trigger notifications which can be </a:t>
            </a:r>
          </a:p>
          <a:p>
            <a:pPr lvl="1"/>
            <a:r>
              <a:rPr lang="en-GB" sz="1300"/>
              <a:t>sent over email</a:t>
            </a:r>
          </a:p>
          <a:p>
            <a:pPr lvl="1"/>
            <a:r>
              <a:rPr lang="en-GB" sz="1300"/>
              <a:t>delivered as push notifications to user’s phone</a:t>
            </a:r>
          </a:p>
          <a:p>
            <a:pPr lvl="1"/>
            <a:r>
              <a:rPr lang="en-GB" sz="1300"/>
              <a:t>SMS</a:t>
            </a:r>
            <a:endParaRPr lang="en-IE" sz="1300"/>
          </a:p>
          <a:p>
            <a:r>
              <a:rPr lang="en-IE" sz="1300"/>
              <a:t>Examples:</a:t>
            </a:r>
          </a:p>
          <a:p>
            <a:pPr lvl="1"/>
            <a:r>
              <a:rPr lang="en-GB" sz="1300">
                <a:effectLst/>
              </a:rPr>
              <a:t>log a moment when a temperature reached a certain threshold and send a notification to selected users</a:t>
            </a:r>
          </a:p>
          <a:p>
            <a:pPr lvl="1"/>
            <a:r>
              <a:rPr lang="en-GB" sz="1300">
                <a:effectLst/>
              </a:rPr>
              <a:t>You need to log a total working hours of the device. If it approaches or goes beyond a max value, you would need to notify technical support so that they can replace the device</a:t>
            </a:r>
            <a:endParaRPr lang="en-IE" sz="1300"/>
          </a:p>
          <a:p>
            <a:pPr lvl="1"/>
            <a:endParaRPr lang="en-GB" sz="1300"/>
          </a:p>
        </p:txBody>
      </p:sp>
      <p:pic>
        <p:nvPicPr>
          <p:cNvPr id="1026" name="Picture 2">
            <a:extLst>
              <a:ext uri="{FF2B5EF4-FFF2-40B4-BE49-F238E27FC236}">
                <a16:creationId xmlns:a16="http://schemas.microsoft.com/office/drawing/2014/main" id="{CCDF2038-2841-4204-AAF2-04694CDD97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2486857"/>
            <a:ext cx="6019331" cy="188104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0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94527-E197-4E46-9931-45E2B2666857}"/>
              </a:ext>
            </a:extLst>
          </p:cNvPr>
          <p:cNvSpPr>
            <a:spLocks noGrp="1"/>
          </p:cNvSpPr>
          <p:nvPr>
            <p:ph type="title"/>
          </p:nvPr>
        </p:nvSpPr>
        <p:spPr>
          <a:xfrm>
            <a:off x="648929" y="629266"/>
            <a:ext cx="3505495" cy="1622321"/>
          </a:xfrm>
        </p:spPr>
        <p:txBody>
          <a:bodyPr>
            <a:normAutofit/>
          </a:bodyPr>
          <a:lstStyle/>
          <a:p>
            <a:r>
              <a:rPr lang="en-IE" dirty="0" err="1"/>
              <a:t>Blynk.Apps</a:t>
            </a:r>
            <a:endParaRPr lang="en-IE" dirty="0"/>
          </a:p>
        </p:txBody>
      </p:sp>
      <p:sp>
        <p:nvSpPr>
          <p:cNvPr id="3" name="Content Placeholder 2">
            <a:extLst>
              <a:ext uri="{FF2B5EF4-FFF2-40B4-BE49-F238E27FC236}">
                <a16:creationId xmlns:a16="http://schemas.microsoft.com/office/drawing/2014/main" id="{F238A286-AEC5-4834-A364-2D338CDB64F6}"/>
              </a:ext>
            </a:extLst>
          </p:cNvPr>
          <p:cNvSpPr>
            <a:spLocks noGrp="1"/>
          </p:cNvSpPr>
          <p:nvPr>
            <p:ph idx="1"/>
          </p:nvPr>
        </p:nvSpPr>
        <p:spPr>
          <a:xfrm>
            <a:off x="648931" y="2438400"/>
            <a:ext cx="3505494" cy="3785419"/>
          </a:xfrm>
        </p:spPr>
        <p:txBody>
          <a:bodyPr>
            <a:normAutofit fontScale="92500" lnSpcReduction="10000"/>
          </a:bodyPr>
          <a:lstStyle/>
          <a:p>
            <a:r>
              <a:rPr lang="en-GB" sz="2000" dirty="0">
                <a:effectLst/>
              </a:rPr>
              <a:t>Using the Blynk App, a Mobile Dashboard </a:t>
            </a:r>
            <a:r>
              <a:rPr lang="en-GB" sz="2000" dirty="0"/>
              <a:t>can be</a:t>
            </a:r>
            <a:r>
              <a:rPr lang="en-GB" sz="2000" dirty="0">
                <a:effectLst/>
              </a:rPr>
              <a:t> built from Widgets - modular UI elements which can be positioned on the canvas.</a:t>
            </a:r>
          </a:p>
          <a:p>
            <a:r>
              <a:rPr lang="en-GB" sz="2000" dirty="0"/>
              <a:t>To add Widgets to Canvas:</a:t>
            </a:r>
          </a:p>
          <a:p>
            <a:pPr lvl="1"/>
            <a:r>
              <a:rPr lang="en-GB" sz="1600" dirty="0">
                <a:effectLst/>
              </a:rPr>
              <a:t>tap anywhere on empty canvas or press PLUS icon in the top right corner of the app.</a:t>
            </a:r>
          </a:p>
          <a:p>
            <a:pPr lvl="1"/>
            <a:r>
              <a:rPr lang="en-GB" sz="1600" dirty="0">
                <a:effectLst/>
              </a:rPr>
              <a:t>A Widget Box will open</a:t>
            </a:r>
          </a:p>
          <a:p>
            <a:pPr lvl="1"/>
            <a:r>
              <a:rPr lang="en-GB" sz="1600" dirty="0">
                <a:effectLst/>
              </a:rPr>
              <a:t>Find the widget you need and tap on it</a:t>
            </a:r>
          </a:p>
          <a:p>
            <a:pPr lvl="1"/>
            <a:r>
              <a:rPr lang="en-GB" sz="1600" dirty="0">
                <a:effectLst/>
              </a:rPr>
              <a:t>Widget will placed in the first empty area required for this widget</a:t>
            </a:r>
          </a:p>
          <a:p>
            <a:pPr lvl="1"/>
            <a:r>
              <a:rPr lang="en-GB" sz="1600" dirty="0"/>
              <a:t>Configure Widget. </a:t>
            </a:r>
            <a:endParaRPr lang="en-GB" sz="1600" dirty="0">
              <a:effectLst/>
            </a:endParaRPr>
          </a:p>
          <a:p>
            <a:endParaRPr lang="en-IE" sz="2000" dirty="0"/>
          </a:p>
        </p:txBody>
      </p:sp>
      <p:pic>
        <p:nvPicPr>
          <p:cNvPr id="2050" name="Picture 2">
            <a:extLst>
              <a:ext uri="{FF2B5EF4-FFF2-40B4-BE49-F238E27FC236}">
                <a16:creationId xmlns:a16="http://schemas.microsoft.com/office/drawing/2014/main" id="{558A6A84-3563-4D4E-BC19-8C62CA4E1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05862" y="1830874"/>
            <a:ext cx="6019331" cy="3193005"/>
          </a:xfrm>
          <a:prstGeom prst="rect">
            <a:avLst/>
          </a:prstGeom>
          <a:noFill/>
          <a:effectLst/>
          <a:extLst>
            <a:ext uri="{909E8E84-426E-40DD-AFC4-6F175D3DCCD1}">
              <a14:hiddenFill xmlns:a14="http://schemas.microsoft.com/office/drawing/2010/main">
                <a:solidFill>
                  <a:srgbClr val="FFFFFF"/>
                </a:solidFill>
              </a14:hiddenFill>
            </a:ext>
          </a:extLst>
        </p:spPr>
      </p:pic>
      <p:sp>
        <p:nvSpPr>
          <p:cNvPr id="4" name="Arrow: Right 3">
            <a:extLst>
              <a:ext uri="{FF2B5EF4-FFF2-40B4-BE49-F238E27FC236}">
                <a16:creationId xmlns:a16="http://schemas.microsoft.com/office/drawing/2014/main" id="{30841EDD-0BC7-43AB-B45C-4D7530CA8612}"/>
              </a:ext>
            </a:extLst>
          </p:cNvPr>
          <p:cNvSpPr/>
          <p:nvPr/>
        </p:nvSpPr>
        <p:spPr>
          <a:xfrm>
            <a:off x="7389962" y="3157268"/>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Arrow: Right 7">
            <a:extLst>
              <a:ext uri="{FF2B5EF4-FFF2-40B4-BE49-F238E27FC236}">
                <a16:creationId xmlns:a16="http://schemas.microsoft.com/office/drawing/2014/main" id="{AF3A36D3-8DBD-4AEB-92EC-C09281549ECF}"/>
              </a:ext>
            </a:extLst>
          </p:cNvPr>
          <p:cNvSpPr/>
          <p:nvPr/>
        </p:nvSpPr>
        <p:spPr>
          <a:xfrm>
            <a:off x="9061082" y="3157267"/>
            <a:ext cx="270295" cy="38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E045A1D-8675-4946-ADAC-01038D1890D0}"/>
                  </a:ext>
                </a:extLst>
              </p14:cNvPr>
              <p14:cNvContentPartPr/>
              <p14:nvPr/>
            </p14:nvContentPartPr>
            <p14:xfrm>
              <a:off x="7089301" y="2181580"/>
              <a:ext cx="195840" cy="276120"/>
            </p14:xfrm>
          </p:contentPart>
        </mc:Choice>
        <mc:Fallback xmlns="">
          <p:pic>
            <p:nvPicPr>
              <p:cNvPr id="5" name="Ink 4">
                <a:extLst>
                  <a:ext uri="{FF2B5EF4-FFF2-40B4-BE49-F238E27FC236}">
                    <a16:creationId xmlns:a16="http://schemas.microsoft.com/office/drawing/2014/main" id="{BE045A1D-8675-4946-ADAC-01038D1890D0}"/>
                  </a:ext>
                </a:extLst>
              </p:cNvPr>
              <p:cNvPicPr/>
              <p:nvPr/>
            </p:nvPicPr>
            <p:blipFill>
              <a:blip r:embed="rId4"/>
              <a:stretch>
                <a:fillRect/>
              </a:stretch>
            </p:blipFill>
            <p:spPr>
              <a:xfrm>
                <a:off x="7053301" y="2145580"/>
                <a:ext cx="267480" cy="347760"/>
              </a:xfrm>
              <a:prstGeom prst="rect">
                <a:avLst/>
              </a:prstGeom>
            </p:spPr>
          </p:pic>
        </mc:Fallback>
      </mc:AlternateContent>
    </p:spTree>
    <p:extLst>
      <p:ext uri="{BB962C8B-B14F-4D97-AF65-F5344CB8AC3E}">
        <p14:creationId xmlns:p14="http://schemas.microsoft.com/office/powerpoint/2010/main" val="2564760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F524B-0D15-49A8-BDAC-CEEE8FC0EC8B}"/>
              </a:ext>
            </a:extLst>
          </p:cNvPr>
          <p:cNvSpPr>
            <a:spLocks noGrp="1"/>
          </p:cNvSpPr>
          <p:nvPr>
            <p:ph type="title"/>
          </p:nvPr>
        </p:nvSpPr>
        <p:spPr/>
        <p:txBody>
          <a:bodyPr/>
          <a:lstStyle/>
          <a:p>
            <a:r>
              <a:rPr lang="en-IE" dirty="0"/>
              <a:t>Widgets </a:t>
            </a:r>
          </a:p>
        </p:txBody>
      </p:sp>
      <p:sp>
        <p:nvSpPr>
          <p:cNvPr id="3" name="Content Placeholder 2">
            <a:extLst>
              <a:ext uri="{FF2B5EF4-FFF2-40B4-BE49-F238E27FC236}">
                <a16:creationId xmlns:a16="http://schemas.microsoft.com/office/drawing/2014/main" id="{26C825F0-B397-4FE5-AAB6-10ACA66857DF}"/>
              </a:ext>
            </a:extLst>
          </p:cNvPr>
          <p:cNvSpPr>
            <a:spLocks noGrp="1"/>
          </p:cNvSpPr>
          <p:nvPr>
            <p:ph idx="1"/>
          </p:nvPr>
        </p:nvSpPr>
        <p:spPr>
          <a:xfrm>
            <a:off x="838200" y="1825625"/>
            <a:ext cx="4813570" cy="4351338"/>
          </a:xfrm>
        </p:spPr>
        <p:txBody>
          <a:bodyPr/>
          <a:lstStyle/>
          <a:p>
            <a:r>
              <a:rPr lang="en-IE" dirty="0"/>
              <a:t>Categorised as:</a:t>
            </a:r>
          </a:p>
          <a:p>
            <a:pPr lvl="1"/>
            <a:r>
              <a:rPr lang="en-IE" dirty="0"/>
              <a:t>Controllers</a:t>
            </a:r>
          </a:p>
          <a:p>
            <a:pPr lvl="1"/>
            <a:endParaRPr lang="en-IE" dirty="0"/>
          </a:p>
          <a:p>
            <a:pPr lvl="1"/>
            <a:endParaRPr lang="en-IE" dirty="0"/>
          </a:p>
          <a:p>
            <a:pPr lvl="1"/>
            <a:r>
              <a:rPr lang="en-IE" dirty="0"/>
              <a:t>Display</a:t>
            </a:r>
          </a:p>
          <a:p>
            <a:pPr lvl="1"/>
            <a:endParaRPr lang="en-IE" dirty="0"/>
          </a:p>
          <a:p>
            <a:pPr lvl="1"/>
            <a:endParaRPr lang="en-IE" dirty="0"/>
          </a:p>
          <a:p>
            <a:pPr lvl="1"/>
            <a:r>
              <a:rPr lang="en-IE" dirty="0"/>
              <a:t>Notifications</a:t>
            </a:r>
          </a:p>
          <a:p>
            <a:pPr marL="457200" lvl="1" indent="0">
              <a:buNone/>
            </a:pPr>
            <a:endParaRPr lang="en-IE" dirty="0"/>
          </a:p>
        </p:txBody>
      </p:sp>
      <p:pic>
        <p:nvPicPr>
          <p:cNvPr id="4" name="Picture 3">
            <a:extLst>
              <a:ext uri="{FF2B5EF4-FFF2-40B4-BE49-F238E27FC236}">
                <a16:creationId xmlns:a16="http://schemas.microsoft.com/office/drawing/2014/main" id="{A5F6B18B-2CC3-4E8D-B701-AF31285F8496}"/>
              </a:ext>
            </a:extLst>
          </p:cNvPr>
          <p:cNvPicPr>
            <a:picLocks noChangeAspect="1"/>
          </p:cNvPicPr>
          <p:nvPr/>
        </p:nvPicPr>
        <p:blipFill>
          <a:blip r:embed="rId2"/>
          <a:stretch>
            <a:fillRect/>
          </a:stretch>
        </p:blipFill>
        <p:spPr>
          <a:xfrm>
            <a:off x="1318706" y="2657475"/>
            <a:ext cx="819150" cy="771525"/>
          </a:xfrm>
          <a:prstGeom prst="rect">
            <a:avLst/>
          </a:prstGeom>
        </p:spPr>
      </p:pic>
      <p:pic>
        <p:nvPicPr>
          <p:cNvPr id="5" name="Picture 4">
            <a:extLst>
              <a:ext uri="{FF2B5EF4-FFF2-40B4-BE49-F238E27FC236}">
                <a16:creationId xmlns:a16="http://schemas.microsoft.com/office/drawing/2014/main" id="{D990EFDF-CBCC-42D9-B9E6-8FEA39DC2A99}"/>
              </a:ext>
            </a:extLst>
          </p:cNvPr>
          <p:cNvPicPr>
            <a:picLocks noChangeAspect="1"/>
          </p:cNvPicPr>
          <p:nvPr/>
        </p:nvPicPr>
        <p:blipFill>
          <a:blip r:embed="rId3"/>
          <a:stretch>
            <a:fillRect/>
          </a:stretch>
        </p:blipFill>
        <p:spPr>
          <a:xfrm>
            <a:off x="2329977" y="2657475"/>
            <a:ext cx="781050" cy="781050"/>
          </a:xfrm>
          <a:prstGeom prst="rect">
            <a:avLst/>
          </a:prstGeom>
        </p:spPr>
      </p:pic>
      <p:pic>
        <p:nvPicPr>
          <p:cNvPr id="6" name="Picture 5">
            <a:extLst>
              <a:ext uri="{FF2B5EF4-FFF2-40B4-BE49-F238E27FC236}">
                <a16:creationId xmlns:a16="http://schemas.microsoft.com/office/drawing/2014/main" id="{72479243-249C-4B3C-AAD7-5B5E34904D4A}"/>
              </a:ext>
            </a:extLst>
          </p:cNvPr>
          <p:cNvPicPr>
            <a:picLocks noChangeAspect="1"/>
          </p:cNvPicPr>
          <p:nvPr/>
        </p:nvPicPr>
        <p:blipFill>
          <a:blip r:embed="rId4"/>
          <a:stretch>
            <a:fillRect/>
          </a:stretch>
        </p:blipFill>
        <p:spPr>
          <a:xfrm>
            <a:off x="3196245" y="2619374"/>
            <a:ext cx="866775" cy="847725"/>
          </a:xfrm>
          <a:prstGeom prst="rect">
            <a:avLst/>
          </a:prstGeom>
        </p:spPr>
      </p:pic>
      <p:pic>
        <p:nvPicPr>
          <p:cNvPr id="7" name="Picture 6">
            <a:extLst>
              <a:ext uri="{FF2B5EF4-FFF2-40B4-BE49-F238E27FC236}">
                <a16:creationId xmlns:a16="http://schemas.microsoft.com/office/drawing/2014/main" id="{CAEC8DB1-B9AE-441C-BDAE-2C64BA533493}"/>
              </a:ext>
            </a:extLst>
          </p:cNvPr>
          <p:cNvPicPr>
            <a:picLocks noChangeAspect="1"/>
          </p:cNvPicPr>
          <p:nvPr/>
        </p:nvPicPr>
        <p:blipFill>
          <a:blip r:embed="rId5"/>
          <a:stretch>
            <a:fillRect/>
          </a:stretch>
        </p:blipFill>
        <p:spPr>
          <a:xfrm>
            <a:off x="1318706" y="3856037"/>
            <a:ext cx="885825" cy="809625"/>
          </a:xfrm>
          <a:prstGeom prst="rect">
            <a:avLst/>
          </a:prstGeom>
        </p:spPr>
      </p:pic>
      <p:pic>
        <p:nvPicPr>
          <p:cNvPr id="8" name="Picture 7">
            <a:extLst>
              <a:ext uri="{FF2B5EF4-FFF2-40B4-BE49-F238E27FC236}">
                <a16:creationId xmlns:a16="http://schemas.microsoft.com/office/drawing/2014/main" id="{EEF113F9-57B0-4884-A5F7-ECEC4BAC223C}"/>
              </a:ext>
            </a:extLst>
          </p:cNvPr>
          <p:cNvPicPr>
            <a:picLocks noChangeAspect="1"/>
          </p:cNvPicPr>
          <p:nvPr/>
        </p:nvPicPr>
        <p:blipFill>
          <a:blip r:embed="rId6"/>
          <a:stretch>
            <a:fillRect/>
          </a:stretch>
        </p:blipFill>
        <p:spPr>
          <a:xfrm>
            <a:off x="2204531" y="3841039"/>
            <a:ext cx="809625" cy="828675"/>
          </a:xfrm>
          <a:prstGeom prst="rect">
            <a:avLst/>
          </a:prstGeom>
        </p:spPr>
      </p:pic>
      <p:pic>
        <p:nvPicPr>
          <p:cNvPr id="9" name="Picture 8">
            <a:extLst>
              <a:ext uri="{FF2B5EF4-FFF2-40B4-BE49-F238E27FC236}">
                <a16:creationId xmlns:a16="http://schemas.microsoft.com/office/drawing/2014/main" id="{797F0728-DDF2-42DA-8495-EA7916359D63}"/>
              </a:ext>
            </a:extLst>
          </p:cNvPr>
          <p:cNvPicPr>
            <a:picLocks noChangeAspect="1"/>
          </p:cNvPicPr>
          <p:nvPr/>
        </p:nvPicPr>
        <p:blipFill>
          <a:blip r:embed="rId7"/>
          <a:stretch>
            <a:fillRect/>
          </a:stretch>
        </p:blipFill>
        <p:spPr>
          <a:xfrm>
            <a:off x="3111027" y="3750178"/>
            <a:ext cx="1150296" cy="1010395"/>
          </a:xfrm>
          <a:prstGeom prst="rect">
            <a:avLst/>
          </a:prstGeom>
        </p:spPr>
      </p:pic>
      <p:pic>
        <p:nvPicPr>
          <p:cNvPr id="11" name="Picture 10">
            <a:extLst>
              <a:ext uri="{FF2B5EF4-FFF2-40B4-BE49-F238E27FC236}">
                <a16:creationId xmlns:a16="http://schemas.microsoft.com/office/drawing/2014/main" id="{98A7A567-3481-4928-B6F1-4CC43F307FA3}"/>
              </a:ext>
            </a:extLst>
          </p:cNvPr>
          <p:cNvPicPr>
            <a:picLocks noChangeAspect="1"/>
          </p:cNvPicPr>
          <p:nvPr/>
        </p:nvPicPr>
        <p:blipFill>
          <a:blip r:embed="rId8"/>
          <a:stretch>
            <a:fillRect/>
          </a:stretch>
        </p:blipFill>
        <p:spPr>
          <a:xfrm>
            <a:off x="2204531" y="4993091"/>
            <a:ext cx="819150" cy="885825"/>
          </a:xfrm>
          <a:prstGeom prst="rect">
            <a:avLst/>
          </a:prstGeom>
        </p:spPr>
      </p:pic>
      <p:sp>
        <p:nvSpPr>
          <p:cNvPr id="12" name="Content Placeholder 2">
            <a:extLst>
              <a:ext uri="{FF2B5EF4-FFF2-40B4-BE49-F238E27FC236}">
                <a16:creationId xmlns:a16="http://schemas.microsoft.com/office/drawing/2014/main" id="{AE93C045-CF95-4DDF-984E-D74298DEB138}"/>
              </a:ext>
            </a:extLst>
          </p:cNvPr>
          <p:cNvSpPr txBox="1">
            <a:spLocks/>
          </p:cNvSpPr>
          <p:nvPr/>
        </p:nvSpPr>
        <p:spPr>
          <a:xfrm>
            <a:off x="5173899" y="2282825"/>
            <a:ext cx="481357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IE" dirty="0"/>
              <a:t>Interface</a:t>
            </a:r>
          </a:p>
          <a:p>
            <a:pPr lvl="2"/>
            <a:r>
              <a:rPr lang="en-IE" dirty="0"/>
              <a:t>Tabs, Menu, Map..</a:t>
            </a:r>
          </a:p>
          <a:p>
            <a:pPr lvl="1"/>
            <a:endParaRPr lang="en-IE" dirty="0"/>
          </a:p>
          <a:p>
            <a:pPr marL="457200" lvl="1" indent="0">
              <a:buFont typeface="Arial" panose="020B0604020202020204" pitchFamily="34" charset="0"/>
              <a:buNone/>
            </a:pPr>
            <a:endParaRPr lang="en-IE" dirty="0"/>
          </a:p>
        </p:txBody>
      </p:sp>
    </p:spTree>
    <p:extLst>
      <p:ext uri="{BB962C8B-B14F-4D97-AF65-F5344CB8AC3E}">
        <p14:creationId xmlns:p14="http://schemas.microsoft.com/office/powerpoint/2010/main" val="2142849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2E79-03FB-437D-AB2A-9AB50557D9EE}"/>
              </a:ext>
            </a:extLst>
          </p:cNvPr>
          <p:cNvSpPr>
            <a:spLocks noGrp="1"/>
          </p:cNvSpPr>
          <p:nvPr>
            <p:ph type="title"/>
          </p:nvPr>
        </p:nvSpPr>
        <p:spPr/>
        <p:txBody>
          <a:bodyPr/>
          <a:lstStyle/>
          <a:p>
            <a:r>
              <a:rPr lang="en-US" dirty="0">
                <a:cs typeface="Calibri Light"/>
              </a:rPr>
              <a:t>Example</a:t>
            </a:r>
            <a:endParaRPr lang="en-US" dirty="0"/>
          </a:p>
        </p:txBody>
      </p:sp>
      <p:sp>
        <p:nvSpPr>
          <p:cNvPr id="3" name="Content Placeholder 2">
            <a:extLst>
              <a:ext uri="{FF2B5EF4-FFF2-40B4-BE49-F238E27FC236}">
                <a16:creationId xmlns:a16="http://schemas.microsoft.com/office/drawing/2014/main" id="{312F2108-18BB-4690-962D-AF9461735246}"/>
              </a:ext>
            </a:extLst>
          </p:cNvPr>
          <p:cNvSpPr>
            <a:spLocks noGrp="1"/>
          </p:cNvSpPr>
          <p:nvPr>
            <p:ph idx="1"/>
          </p:nvPr>
        </p:nvSpPr>
        <p:spPr/>
        <p:txBody>
          <a:bodyPr vert="horz" lIns="91440" tIns="45720" rIns="91440" bIns="45720" rtlCol="0" anchor="t">
            <a:normAutofit/>
          </a:bodyPr>
          <a:lstStyle/>
          <a:p>
            <a:pPr marL="0" indent="0">
              <a:buNone/>
            </a:pPr>
            <a:r>
              <a:rPr lang="en-US" dirty="0">
                <a:cs typeface="Calibri"/>
              </a:rPr>
              <a:t>DEMO!!!!!</a:t>
            </a:r>
          </a:p>
        </p:txBody>
      </p:sp>
      <p:pic>
        <p:nvPicPr>
          <p:cNvPr id="5" name="Picture 4" descr="A close up of a logo&#10;&#10;Description generated with very high confidence">
            <a:extLst>
              <a:ext uri="{FF2B5EF4-FFF2-40B4-BE49-F238E27FC236}">
                <a16:creationId xmlns:a16="http://schemas.microsoft.com/office/drawing/2014/main" id="{190BDCB1-89AB-4BF1-B0B7-910AE9C2F3EB}"/>
              </a:ext>
            </a:extLst>
          </p:cNvPr>
          <p:cNvPicPr>
            <a:picLocks noChangeAspect="1"/>
          </p:cNvPicPr>
          <p:nvPr/>
        </p:nvPicPr>
        <p:blipFill>
          <a:blip r:embed="rId2"/>
          <a:stretch>
            <a:fillRect/>
          </a:stretch>
        </p:blipFill>
        <p:spPr>
          <a:xfrm>
            <a:off x="7937470" y="5002601"/>
            <a:ext cx="587134" cy="792192"/>
          </a:xfrm>
          <a:prstGeom prst="rect">
            <a:avLst/>
          </a:prstGeom>
        </p:spPr>
      </p:pic>
      <p:pic>
        <p:nvPicPr>
          <p:cNvPr id="7" name="Picture 6" descr="A close up of a logo&#10;&#10;Description generated with very high confidence">
            <a:extLst>
              <a:ext uri="{FF2B5EF4-FFF2-40B4-BE49-F238E27FC236}">
                <a16:creationId xmlns:a16="http://schemas.microsoft.com/office/drawing/2014/main" id="{28E54732-A904-4FC8-B0B7-C19B3FDA3E24}"/>
              </a:ext>
            </a:extLst>
          </p:cNvPr>
          <p:cNvPicPr>
            <a:picLocks noChangeAspect="1"/>
          </p:cNvPicPr>
          <p:nvPr/>
        </p:nvPicPr>
        <p:blipFill>
          <a:blip r:embed="rId3"/>
          <a:stretch>
            <a:fillRect/>
          </a:stretch>
        </p:blipFill>
        <p:spPr>
          <a:xfrm>
            <a:off x="4666733" y="1383271"/>
            <a:ext cx="2872427" cy="2886804"/>
          </a:xfrm>
          <a:prstGeom prst="rect">
            <a:avLst/>
          </a:prstGeom>
        </p:spPr>
      </p:pic>
      <p:pic>
        <p:nvPicPr>
          <p:cNvPr id="9" name="Picture 8" descr="A close up of a device&#10;&#10;Description generated with very high confidence">
            <a:extLst>
              <a:ext uri="{FF2B5EF4-FFF2-40B4-BE49-F238E27FC236}">
                <a16:creationId xmlns:a16="http://schemas.microsoft.com/office/drawing/2014/main" id="{A78F2EC7-F266-489A-BC8E-09711EA6EF24}"/>
              </a:ext>
            </a:extLst>
          </p:cNvPr>
          <p:cNvPicPr>
            <a:picLocks noChangeAspect="1"/>
          </p:cNvPicPr>
          <p:nvPr/>
        </p:nvPicPr>
        <p:blipFill>
          <a:blip r:embed="rId4"/>
          <a:stretch>
            <a:fillRect/>
          </a:stretch>
        </p:blipFill>
        <p:spPr>
          <a:xfrm>
            <a:off x="3385509" y="4998199"/>
            <a:ext cx="791473" cy="800998"/>
          </a:xfrm>
          <a:prstGeom prst="rect">
            <a:avLst/>
          </a:prstGeom>
        </p:spPr>
      </p:pic>
      <p:pic>
        <p:nvPicPr>
          <p:cNvPr id="11" name="Picture 10" descr="A picture containing vector graphics&#10;&#10;Description generated with high confidence">
            <a:extLst>
              <a:ext uri="{FF2B5EF4-FFF2-40B4-BE49-F238E27FC236}">
                <a16:creationId xmlns:a16="http://schemas.microsoft.com/office/drawing/2014/main" id="{932F4DF5-1CF5-44B7-980E-A72424BDD285}"/>
              </a:ext>
            </a:extLst>
          </p:cNvPr>
          <p:cNvPicPr>
            <a:picLocks noChangeAspect="1"/>
          </p:cNvPicPr>
          <p:nvPr/>
        </p:nvPicPr>
        <p:blipFill>
          <a:blip r:embed="rId5"/>
          <a:stretch>
            <a:fillRect/>
          </a:stretch>
        </p:blipFill>
        <p:spPr>
          <a:xfrm>
            <a:off x="5558287" y="2390549"/>
            <a:ext cx="1089804" cy="1099242"/>
          </a:xfrm>
          <a:prstGeom prst="rect">
            <a:avLst/>
          </a:prstGeom>
        </p:spPr>
      </p:pic>
      <p:sp>
        <p:nvSpPr>
          <p:cNvPr id="13" name="Arrow: Left-Up 12">
            <a:extLst>
              <a:ext uri="{FF2B5EF4-FFF2-40B4-BE49-F238E27FC236}">
                <a16:creationId xmlns:a16="http://schemas.microsoft.com/office/drawing/2014/main" id="{18D3C4A2-E167-4BC9-B0A9-A2DAFB5DC7E9}"/>
              </a:ext>
            </a:extLst>
          </p:cNvPr>
          <p:cNvSpPr/>
          <p:nvPr/>
        </p:nvSpPr>
        <p:spPr>
          <a:xfrm rot="16200000">
            <a:off x="7115729" y="3622030"/>
            <a:ext cx="1828051" cy="706620"/>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row: Left-Up 14">
            <a:extLst>
              <a:ext uri="{FF2B5EF4-FFF2-40B4-BE49-F238E27FC236}">
                <a16:creationId xmlns:a16="http://schemas.microsoft.com/office/drawing/2014/main" id="{6691F130-F994-4D2F-991C-2130977232DD}"/>
              </a:ext>
            </a:extLst>
          </p:cNvPr>
          <p:cNvSpPr/>
          <p:nvPr/>
        </p:nvSpPr>
        <p:spPr>
          <a:xfrm rot="16200000" flipV="1">
            <a:off x="3075691" y="3581026"/>
            <a:ext cx="1828051" cy="788625"/>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976711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E687-DC6F-03CA-15DC-96A1A5A1CBAD}"/>
              </a:ext>
            </a:extLst>
          </p:cNvPr>
          <p:cNvSpPr>
            <a:spLocks noGrp="1"/>
          </p:cNvSpPr>
          <p:nvPr>
            <p:ph type="title"/>
          </p:nvPr>
        </p:nvSpPr>
        <p:spPr/>
        <p:txBody>
          <a:bodyPr/>
          <a:lstStyle/>
          <a:p>
            <a:r>
              <a:rPr lang="en-GB" dirty="0"/>
              <a:t>WARNING!!!!</a:t>
            </a:r>
            <a:endParaRPr lang="en-IE" dirty="0"/>
          </a:p>
        </p:txBody>
      </p:sp>
      <p:sp>
        <p:nvSpPr>
          <p:cNvPr id="3" name="Content Placeholder 2">
            <a:extLst>
              <a:ext uri="{FF2B5EF4-FFF2-40B4-BE49-F238E27FC236}">
                <a16:creationId xmlns:a16="http://schemas.microsoft.com/office/drawing/2014/main" id="{1594D018-5AC2-70A6-3B3A-361D5EBCBA25}"/>
              </a:ext>
            </a:extLst>
          </p:cNvPr>
          <p:cNvSpPr>
            <a:spLocks noGrp="1"/>
          </p:cNvSpPr>
          <p:nvPr>
            <p:ph idx="1"/>
          </p:nvPr>
        </p:nvSpPr>
        <p:spPr/>
        <p:txBody>
          <a:bodyPr>
            <a:normAutofit fontScale="92500" lnSpcReduction="10000"/>
          </a:bodyPr>
          <a:lstStyle/>
          <a:p>
            <a:r>
              <a:rPr lang="en-GB" dirty="0"/>
              <a:t>Blynk has gone very commercial</a:t>
            </a:r>
          </a:p>
          <a:p>
            <a:r>
              <a:rPr lang="en-GB" dirty="0"/>
              <a:t>Still has “free tier” but just 200,000 messages allowed</a:t>
            </a:r>
          </a:p>
          <a:p>
            <a:r>
              <a:rPr lang="en-GB" dirty="0"/>
              <a:t>You can burn through that very quickly if you’re not careful</a:t>
            </a:r>
          </a:p>
          <a:p>
            <a:endParaRPr lang="en-GB" dirty="0"/>
          </a:p>
          <a:p>
            <a:endParaRPr lang="en-GB" dirty="0"/>
          </a:p>
          <a:p>
            <a:endParaRPr lang="en-GB" dirty="0"/>
          </a:p>
          <a:p>
            <a:pPr marL="0" indent="0">
              <a:buNone/>
            </a:pPr>
            <a:endParaRPr lang="en-GB" dirty="0"/>
          </a:p>
          <a:p>
            <a:r>
              <a:rPr lang="en-GB" dirty="0"/>
              <a:t>My approach: </a:t>
            </a:r>
          </a:p>
          <a:p>
            <a:pPr lvl="1"/>
            <a:r>
              <a:rPr lang="en-GB" dirty="0"/>
              <a:t>Just send messages when you need to</a:t>
            </a:r>
          </a:p>
          <a:p>
            <a:pPr lvl="1"/>
            <a:r>
              <a:rPr lang="en-GB" dirty="0"/>
              <a:t>Stop the app immediately on finishing testing</a:t>
            </a:r>
          </a:p>
          <a:p>
            <a:pPr marL="457200" lvl="1" indent="0">
              <a:buNone/>
            </a:pPr>
            <a:endParaRPr lang="en-IE" dirty="0"/>
          </a:p>
        </p:txBody>
      </p:sp>
      <p:pic>
        <p:nvPicPr>
          <p:cNvPr id="5" name="Picture 4">
            <a:extLst>
              <a:ext uri="{FF2B5EF4-FFF2-40B4-BE49-F238E27FC236}">
                <a16:creationId xmlns:a16="http://schemas.microsoft.com/office/drawing/2014/main" id="{0C8A11BD-91B8-DD7B-C472-64F83F6B29A0}"/>
              </a:ext>
            </a:extLst>
          </p:cNvPr>
          <p:cNvPicPr>
            <a:picLocks noChangeAspect="1"/>
          </p:cNvPicPr>
          <p:nvPr/>
        </p:nvPicPr>
        <p:blipFill>
          <a:blip r:embed="rId2"/>
          <a:stretch>
            <a:fillRect/>
          </a:stretch>
        </p:blipFill>
        <p:spPr>
          <a:xfrm>
            <a:off x="1377457" y="3167066"/>
            <a:ext cx="4718543" cy="1735750"/>
          </a:xfrm>
          <a:prstGeom prst="rect">
            <a:avLst/>
          </a:prstGeom>
        </p:spPr>
      </p:pic>
      <p:sp>
        <p:nvSpPr>
          <p:cNvPr id="6" name="Arrow: Right 5">
            <a:extLst>
              <a:ext uri="{FF2B5EF4-FFF2-40B4-BE49-F238E27FC236}">
                <a16:creationId xmlns:a16="http://schemas.microsoft.com/office/drawing/2014/main" id="{8EAA6B4F-7EE1-C9FA-76FC-B264BBADF903}"/>
              </a:ext>
            </a:extLst>
          </p:cNvPr>
          <p:cNvSpPr/>
          <p:nvPr/>
        </p:nvSpPr>
        <p:spPr>
          <a:xfrm>
            <a:off x="1238987" y="4376790"/>
            <a:ext cx="934948" cy="821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10846665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1871</Words>
  <Application>Microsoft Office PowerPoint</Application>
  <PresentationFormat>Widescreen</PresentationFormat>
  <Paragraphs>235</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IoT Platforms</vt:lpstr>
      <vt:lpstr>What are IoT platforms</vt:lpstr>
      <vt:lpstr>What are IoT Platform</vt:lpstr>
      <vt:lpstr>IoT Platform Characteristics</vt:lpstr>
      <vt:lpstr>IoT Platform – general architecture</vt:lpstr>
      <vt:lpstr>IoT Platform Advantages</vt:lpstr>
      <vt:lpstr>Which one?</vt:lpstr>
      <vt:lpstr>Examples:</vt:lpstr>
      <vt:lpstr>Mobile Device IoT using Blynk</vt:lpstr>
      <vt:lpstr>Mobile Devices and IoT</vt:lpstr>
      <vt:lpstr>Mobile Apps in IoT, Examples</vt:lpstr>
      <vt:lpstr>PowerPoint Presentation</vt:lpstr>
      <vt:lpstr>What's Blynk</vt:lpstr>
      <vt:lpstr>Platform Overview</vt:lpstr>
      <vt:lpstr>Blynk.Console</vt:lpstr>
      <vt:lpstr>Blynk App</vt:lpstr>
      <vt:lpstr>Blynk Library </vt:lpstr>
      <vt:lpstr>Blynk cloud Platform</vt:lpstr>
      <vt:lpstr>Benefits</vt:lpstr>
      <vt:lpstr>Features</vt:lpstr>
      <vt:lpstr>PowerPoint Presentation</vt:lpstr>
      <vt:lpstr>Blynk Concepts</vt:lpstr>
      <vt:lpstr>Blynk Concepts: Device</vt:lpstr>
      <vt:lpstr>Blynk Concepts: Device Template</vt:lpstr>
      <vt:lpstr>Blynk Concepts: Web Dashboard</vt:lpstr>
      <vt:lpstr>Blynk Concepts: Mobile Dashboard</vt:lpstr>
      <vt:lpstr>Development Steps</vt:lpstr>
      <vt:lpstr>Add a Device</vt:lpstr>
      <vt:lpstr>Working with Templates</vt:lpstr>
      <vt:lpstr>Working with Templates: Events</vt:lpstr>
      <vt:lpstr>Blynk.Apps</vt:lpstr>
      <vt:lpstr>Widgets </vt:lpstr>
      <vt:lpstr>Example</vt:lpstr>
      <vt:lpstr>WARNING!!!!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Platforms</dc:title>
  <dc:creator>Frank X Walsh</dc:creator>
  <cp:lastModifiedBy>Frank Walsh</cp:lastModifiedBy>
  <cp:revision>18</cp:revision>
  <dcterms:created xsi:type="dcterms:W3CDTF">2019-10-30T11:31:28Z</dcterms:created>
  <dcterms:modified xsi:type="dcterms:W3CDTF">2025-11-26T11:08:35Z</dcterms:modified>
</cp:coreProperties>
</file>