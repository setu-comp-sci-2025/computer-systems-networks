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59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Frank X Walsh</cp:lastModifiedBy>
  <cp:revision>1</cp:revision>
  <dcterms:created xsi:type="dcterms:W3CDTF">2024-11-04T10:13:16Z</dcterms:created>
  <dcterms:modified xsi:type="dcterms:W3CDTF">2025-11-01T20:45:42Z</dcterms:modified>
</cp:coreProperties>
</file>