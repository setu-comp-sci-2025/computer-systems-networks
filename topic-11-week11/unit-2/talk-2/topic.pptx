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7887E-5D88-41A2-AC04-8D86EBA9455E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765FB-4E4F-4C21-905E-3358C8B15D4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900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Packet Tracer provides a virtual sensor simulation environment. It supports digital-twin-style testing for IoT integration, but it is more accurately described as a simulator unless it is linked and synchronized with a specific physical device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765FB-4E4F-4C21-905E-3358C8B15D41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68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6FE4-D459-B394-9DD9-B4113B339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376F4-2F5B-273F-739A-AEC04B9D6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14F3C-0BD0-E796-FC7C-103340CCB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001DE-A970-8D43-4E12-EF416D97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86BB8-F343-99BF-9704-A4896AB5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053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A1A6-8404-2F67-13EC-68847A0E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06AC-3B32-9B46-2135-3942BB4A5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B8FA9-A823-8492-9D6F-81436F6D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867AD-C50F-8EFA-5474-28643A34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A0178-C328-FB4F-2E1D-75434E6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3906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71AD-4345-42C0-47BF-CAC526529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06D1E-EF5A-FD99-7690-0FCB4BD8C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1BF89-E55E-345F-3C1E-E351DEBB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649E6-6997-F92E-AF24-53E31808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3CA21-FEB3-086C-6D57-A22D1D4F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981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2715-CF26-939B-58A1-51AC1EF2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B6F8-8A90-466D-432B-DA17DBC49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89467-4DB1-42DE-3623-56D873D9F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2DAAD-67D1-CE75-61AF-9D77D5D3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2B30D-1D17-D6FA-6420-1C746701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BED99-5A95-D149-F61C-1A8BB3E8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382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5E1E-4C35-13AF-77A4-AAACE19C4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C4F83-F175-1994-2090-F0DA64152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B9CC-B15B-DC9A-FFF1-5C18BA0A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616A0-A639-79EE-2499-AB19AF3B6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59414-6320-834B-DF97-C1AA2CDC1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1B6D2-375F-6EE5-9A93-4AE32A6D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6819F-038F-DD59-851E-6A1CB4E0F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0DBD-51DA-07E1-D092-5CB18FFC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417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DCF6-395D-35B8-0578-C3BD4B6A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23457-1716-905C-74FB-D583E6E9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7DC91-C7BB-772A-1A79-6AEBD999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BA273-4298-0A32-4BB0-82BBAED6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59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F31622-6780-A07E-23A7-7B1DA204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4FC2D-D1D2-0729-6A54-22B02E82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F62EA-AF3D-FF4D-AC3F-3B1005D0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501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EBAE-FAE5-F7E8-9658-3D2DB98D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9E5EE-C64B-FC9B-E7C8-64ACF1265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FBF09-ED5C-B789-51AE-2530D15A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21418-776D-52A3-3F5F-7A839D3E6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795D5-938A-33B6-4A1E-7583CE60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445D5-6899-CFD4-7757-853E06CE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669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A8EC-C2C4-219F-2067-0A1E4658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74FB3-A868-31A5-05F0-6A9825A3A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D621D-6B6C-B4E7-89D9-D60988096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A45D4-2C7E-E699-1EEB-1E7D54B5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921A1-21AA-A927-EAB1-2D8B18DC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4C8C7-29A1-CD25-EE99-081831FF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97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0A403-03EE-6BB7-2373-980F0997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399F0-4858-3534-4E50-3ED292096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CDB1A-353F-6CEA-757B-B9D90204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5E237-98D7-247A-1175-30A3715D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433C-C2C5-385D-D63B-9A5D6ED9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767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07D369-E25D-4092-B236-83F8D687B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EED02-8EE7-E77C-A2CA-F95C03234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DD1EB-DE53-75A5-35F0-24C23093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B2031-5779-5ECC-298E-CC32F9A1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CCD11-72EC-3707-AB61-56185946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981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7E80B-BB3E-B13B-71BD-DF33989D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03B08-E0C4-EE62-8FF7-42ADDF31A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0DB7C-E896-7A1E-7EA4-1BDB683C9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18713-EC9A-406F-9611-0442CCCF4DCC}" type="datetimeFigureOut">
              <a:rPr lang="en-IE" smtClean="0"/>
              <a:t>08/12/2025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7AE47-1D88-843C-EE35-4AFD04B61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481C-75FB-7E39-8BFD-3D6189CCF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ECFF-DAE9-4933-AD24-EE5D8E2AB4E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966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29EF-DF16-A2C2-FEE5-DA4B023B1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Simulating Sensors in 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56997-3231-8AEA-D955-0225828B01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411442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8B08-E62C-E3F1-F1C1-7FE704B6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DF12-4DC8-5554-9DB1-4F6751F96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You want to create a project but you don’t have all the devices required</a:t>
            </a:r>
          </a:p>
          <a:p>
            <a:r>
              <a:rPr lang="en-IE" dirty="0"/>
              <a:t>You want to test scenarios that are difficult to create/repeat in real world</a:t>
            </a:r>
          </a:p>
          <a:p>
            <a:pPr lvl="1"/>
            <a:r>
              <a:rPr lang="en-IE" dirty="0"/>
              <a:t>High/low temperatures and extreme environmental conditions</a:t>
            </a:r>
          </a:p>
          <a:p>
            <a:pPr lvl="1"/>
            <a:r>
              <a:rPr lang="en-IE" dirty="0"/>
              <a:t>Repeatable Tests -  Test your software/hardware use cases after a change is made</a:t>
            </a:r>
          </a:p>
          <a:p>
            <a:r>
              <a:rPr lang="en-IE" dirty="0"/>
              <a:t>Prototyping/feasibility: test a solution before  you purchase/acquire hardware</a:t>
            </a:r>
          </a:p>
        </p:txBody>
      </p:sp>
    </p:spTree>
    <p:extLst>
      <p:ext uri="{BB962C8B-B14F-4D97-AF65-F5344CB8AC3E}">
        <p14:creationId xmlns:p14="http://schemas.microsoft.com/office/powerpoint/2010/main" val="148124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0870-C203-B075-E104-2FB8B4A2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IE" sz="4000" dirty="0" err="1"/>
              <a:t>Asside</a:t>
            </a:r>
            <a:r>
              <a:rPr lang="en-IE" sz="4000" dirty="0"/>
              <a:t>: Digital Twin</a:t>
            </a:r>
          </a:p>
        </p:txBody>
      </p:sp>
      <p:pic>
        <p:nvPicPr>
          <p:cNvPr id="5" name="Picture 4" descr="A blue and white cityscape&#10;&#10;Description automatically generated">
            <a:extLst>
              <a:ext uri="{FF2B5EF4-FFF2-40B4-BE49-F238E27FC236}">
                <a16:creationId xmlns:a16="http://schemas.microsoft.com/office/drawing/2014/main" id="{0C72F4A2-EC5D-2171-F302-6E8D7969A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051" r="21049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EEDB6-1C00-B2B3-D366-9E9B21F0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500" dirty="0"/>
              <a:t>A digital twin is a digital representation of a physical asset (e.g., a sensor, device, or system) that models its behaviour and state, often using live and historical data from the real asset to stay synchronized and support simulation and analysis.</a:t>
            </a:r>
          </a:p>
          <a:p>
            <a:r>
              <a:rPr lang="en-GB" sz="1500" b="1" dirty="0"/>
              <a:t>Near Real-Time Operation: </a:t>
            </a:r>
            <a:r>
              <a:rPr lang="en-GB" sz="1500" dirty="0"/>
              <a:t>reflects the state of a corresponding physical counterpart or simulates it based on defined parameter</a:t>
            </a:r>
          </a:p>
          <a:p>
            <a:r>
              <a:rPr lang="en-GB" sz="1500" b="1" dirty="0"/>
              <a:t>Repeatable Testing</a:t>
            </a:r>
            <a:r>
              <a:rPr lang="en-GB" sz="1500" dirty="0"/>
              <a:t>: Consistent, repeatable testing scenarios, ensuring that edge cases, errors, and performance can be tested</a:t>
            </a:r>
          </a:p>
          <a:p>
            <a:r>
              <a:rPr lang="en-GB" sz="1500" b="1" dirty="0"/>
              <a:t>Integration Testing</a:t>
            </a:r>
            <a:r>
              <a:rPr lang="en-GB" sz="1500" dirty="0"/>
              <a:t>: integrating and testing systems, such as IoT applications, without requiring the actual physical devices to be present in early-stage development.</a:t>
            </a:r>
          </a:p>
          <a:p>
            <a:r>
              <a:rPr lang="en-GB" sz="1500" b="1" dirty="0"/>
              <a:t>Scalability and Flexibility: can </a:t>
            </a:r>
            <a:r>
              <a:rPr lang="en-GB" sz="1500" dirty="0"/>
              <a:t>simulate multiple devices and can be easily modified to adjust parameters or simulate different environmental conditions and various use cases.</a:t>
            </a:r>
            <a:endParaRPr lang="en-IE" sz="1500" dirty="0"/>
          </a:p>
        </p:txBody>
      </p:sp>
    </p:spTree>
    <p:extLst>
      <p:ext uri="{BB962C8B-B14F-4D97-AF65-F5344CB8AC3E}">
        <p14:creationId xmlns:p14="http://schemas.microsoft.com/office/powerpoint/2010/main" val="299178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BFEB-6FDB-B71C-3D4D-80DC2B3B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Generalised Design: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AEA0A-C459-411B-6416-BE55F0D90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33B2A-57CC-E914-421A-BC210AC8F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67" y="1368640"/>
            <a:ext cx="7948196" cy="538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5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68602-CF0B-65E0-490C-8BD35B85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1. Update Sensors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32A96-F79D-3CA9-56EB-DF8451D9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7643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E" dirty="0"/>
              <a:t>Update PT sensors to send data via UDP</a:t>
            </a:r>
          </a:p>
          <a:p>
            <a:r>
              <a:rPr lang="en-IE" dirty="0"/>
              <a:t>Add sensor to PT workspace.</a:t>
            </a:r>
          </a:p>
          <a:p>
            <a:r>
              <a:rPr lang="en-IE" dirty="0"/>
              <a:t>Open Sensor configuration and click on Advanced</a:t>
            </a:r>
          </a:p>
          <a:p>
            <a:r>
              <a:rPr lang="en-IE" dirty="0"/>
              <a:t>Select “Programming” tab</a:t>
            </a:r>
          </a:p>
          <a:p>
            <a:r>
              <a:rPr lang="en-IE" dirty="0"/>
              <a:t>Select Python version of running program</a:t>
            </a:r>
          </a:p>
          <a:p>
            <a:r>
              <a:rPr lang="en-IE" dirty="0"/>
              <a:t>Add “bridging” module </a:t>
            </a:r>
          </a:p>
          <a:p>
            <a:pPr lvl="1"/>
            <a:r>
              <a:rPr lang="en-IE" dirty="0"/>
              <a:t>Sends UDP datagram with sensor data to external UDP server</a:t>
            </a:r>
          </a:p>
          <a:p>
            <a:r>
              <a:rPr lang="en-IE" dirty="0"/>
              <a:t>Import bridging module and call to send data. </a:t>
            </a:r>
          </a:p>
          <a:p>
            <a:endParaRPr lang="en-I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992F38-D713-3CD9-7088-954BD302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59" y="658971"/>
            <a:ext cx="5254365" cy="551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7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B595-0799-3909-772F-A874D7A8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IE" sz="3200"/>
              <a:t>2. Sensor Listener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198B-F78A-CA1B-6C86-A57520DE6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E" sz="1700"/>
              <a:t>Develop a sensor module that “listens” for PT sensor data and can provide it to other programs</a:t>
            </a:r>
          </a:p>
          <a:p>
            <a:r>
              <a:rPr lang="en-IE" sz="1700"/>
              <a:t>Develop sensor_listener module</a:t>
            </a:r>
          </a:p>
          <a:p>
            <a:pPr lvl="1"/>
            <a:r>
              <a:rPr lang="en-IE" sz="1700"/>
              <a:t>Instances </a:t>
            </a:r>
            <a:r>
              <a:rPr lang="en-GB" sz="1700"/>
              <a:t>receive data from sensors (or other devices) over a network using UDP</a:t>
            </a:r>
          </a:p>
          <a:p>
            <a:pPr lvl="1"/>
            <a:r>
              <a:rPr lang="en-GB" sz="1700"/>
              <a:t>Import into other programs to receive sensor data. </a:t>
            </a:r>
          </a:p>
          <a:p>
            <a:pPr lvl="1"/>
            <a:r>
              <a:rPr lang="en-GB" sz="1700"/>
              <a:t>Uses Theading to start the UDP listening process separate to the main program</a:t>
            </a:r>
          </a:p>
          <a:p>
            <a:pPr lvl="1"/>
            <a:r>
              <a:rPr lang="en-GB" sz="1700"/>
              <a:t>Deploy with main program</a:t>
            </a:r>
          </a:p>
          <a:p>
            <a:endParaRPr lang="en-IE" sz="1700"/>
          </a:p>
          <a:p>
            <a:pPr lvl="1"/>
            <a:endParaRPr lang="en-IE" sz="1700"/>
          </a:p>
          <a:p>
            <a:endParaRPr lang="en-IE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3340D-9866-424D-DE14-84695B9B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742550"/>
            <a:ext cx="5319062" cy="329781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134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8084-C997-7A5C-F936-F95670C7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IE" sz="3200"/>
              <a:t>3. Import into Main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AAEA-3F5C-7037-92C2-7341B6A23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IE" sz="2000"/>
              <a:t>Import Sensor Listener into main program</a:t>
            </a:r>
          </a:p>
          <a:p>
            <a:pPr lvl="1"/>
            <a:r>
              <a:rPr lang="en-IE" sz="2000"/>
              <a:t>Instead/substituting sensor </a:t>
            </a:r>
          </a:p>
          <a:p>
            <a:r>
              <a:rPr lang="en-IE" sz="2000"/>
              <a:t>Create instance and assign “callback” function to handle sensor data events as they occur.</a:t>
            </a:r>
          </a:p>
          <a:p>
            <a:pPr marL="0" indent="0">
              <a:buNone/>
            </a:pPr>
            <a:endParaRPr lang="en-IE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F5730-6E39-C75A-F264-CD3C88C55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451518"/>
            <a:ext cx="6389346" cy="396427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13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AB7F-E24D-E18F-30DC-D38D36A7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DEMO!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F3174-0CE4-7718-7B77-996C02485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PT Simulation and Code available on Website…</a:t>
            </a:r>
          </a:p>
        </p:txBody>
      </p:sp>
    </p:spTree>
    <p:extLst>
      <p:ext uri="{BB962C8B-B14F-4D97-AF65-F5344CB8AC3E}">
        <p14:creationId xmlns:p14="http://schemas.microsoft.com/office/powerpoint/2010/main" val="37840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Microsoft Office PowerPoint</Application>
  <PresentationFormat>Widescreen</PresentationFormat>
  <Paragraphs>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Simulating Sensors in PT</vt:lpstr>
      <vt:lpstr>Context</vt:lpstr>
      <vt:lpstr>Asside: Digital Twin</vt:lpstr>
      <vt:lpstr>Generalised Design: </vt:lpstr>
      <vt:lpstr>1. Update Sensors </vt:lpstr>
      <vt:lpstr>2. Sensor Listener Module</vt:lpstr>
      <vt:lpstr>3. Import into Main Program</vt:lpstr>
      <vt:lpstr>DEMO!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2</cp:revision>
  <dcterms:created xsi:type="dcterms:W3CDTF">2024-12-09T10:34:07Z</dcterms:created>
  <dcterms:modified xsi:type="dcterms:W3CDTF">2025-12-08T13:50:43Z</dcterms:modified>
</cp:coreProperties>
</file>