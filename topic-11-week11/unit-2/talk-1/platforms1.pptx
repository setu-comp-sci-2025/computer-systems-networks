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72" r:id="rId2"/>
    <p:sldId id="273" r:id="rId3"/>
    <p:sldId id="274" r:id="rId4"/>
    <p:sldId id="275" r:id="rId5"/>
    <p:sldId id="277" r:id="rId6"/>
    <p:sldId id="278" r:id="rId7"/>
    <p:sldId id="279" r:id="rId8"/>
    <p:sldId id="281" r:id="rId9"/>
    <p:sldId id="282" r:id="rId10"/>
    <p:sldId id="284" r:id="rId11"/>
    <p:sldId id="285" r:id="rId12"/>
    <p:sldId id="280" r:id="rId13"/>
    <p:sldId id="288" r:id="rId14"/>
    <p:sldId id="289" r:id="rId15"/>
    <p:sldId id="29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11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72" y="3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6_2">
  <dgm:title val=""/>
  <dgm:desc val=""/>
  <dgm:catLst>
    <dgm:cat type="accent6" pri="16200"/>
  </dgm:catLst>
  <dgm:styleLbl name="node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6"/>
    </dgm:fillClrLst>
    <dgm:linClrLst meth="repeat">
      <a:schemeClr val="accent6"/>
    </dgm:linClrLst>
    <dgm:effectClrLst/>
    <dgm:txLinClrLst/>
    <dgm:txFillClrLst/>
    <dgm:txEffectClrLst/>
  </dgm:styleLbl>
  <dgm:styleLbl name="lnNode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tint val="60000"/>
      </a:schemeClr>
    </dgm:fillClrLst>
    <dgm:linClrLst meth="repeat">
      <a:schemeClr val="accent6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/>
    </dgm:fillClrLst>
    <dgm:linClrLst meth="repeat">
      <a:schemeClr val="accent6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/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8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B74676-956D-4CD3-A2CE-1DEAFC840EE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DCEC639-0156-41D1-9E94-A10AB0506CE3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Create a new channel</a:t>
          </a:r>
        </a:p>
      </dgm:t>
    </dgm:pt>
    <dgm:pt modelId="{702FD6B2-D777-43F1-9FEE-10BF9D629B55}" type="parTrans" cxnId="{19C5D857-D576-48EE-92CA-D86D9A049A70}">
      <dgm:prSet/>
      <dgm:spPr/>
      <dgm:t>
        <a:bodyPr/>
        <a:lstStyle/>
        <a:p>
          <a:endParaRPr lang="en-US"/>
        </a:p>
      </dgm:t>
    </dgm:pt>
    <dgm:pt modelId="{B5FB015B-B74C-46C3-B0A2-498F279A6631}" type="sibTrans" cxnId="{19C5D857-D576-48EE-92CA-D86D9A049A70}">
      <dgm:prSet/>
      <dgm:spPr/>
      <dgm:t>
        <a:bodyPr/>
        <a:lstStyle/>
        <a:p>
          <a:endParaRPr lang="en-US"/>
        </a:p>
      </dgm:t>
    </dgm:pt>
    <dgm:pt modelId="{AB6476FB-21E3-4A95-A8EA-E273E68C196B}">
      <dgm:prSet phldrT="[Text]"/>
      <dgm:spPr/>
      <dgm:t>
        <a:bodyPr/>
        <a:lstStyle/>
        <a:p>
          <a:r>
            <a:rPr lang="en-US" dirty="0">
              <a:solidFill>
                <a:srgbClr val="000000"/>
              </a:solidFill>
              <a:cs typeface="Calibri Light"/>
            </a:rPr>
            <a:t>Test for certain conditions and perform actions</a:t>
          </a:r>
        </a:p>
      </dgm:t>
    </dgm:pt>
    <dgm:pt modelId="{69FCE964-BDAC-4DBE-85CD-5A74CEEDA311}" type="parTrans" cxnId="{AEDEE67A-D25D-4B11-AF29-97D7A7DD8D16}">
      <dgm:prSet/>
      <dgm:spPr/>
      <dgm:t>
        <a:bodyPr/>
        <a:lstStyle/>
        <a:p>
          <a:endParaRPr lang="en-IE"/>
        </a:p>
      </dgm:t>
    </dgm:pt>
    <dgm:pt modelId="{A9811301-F1B9-4379-97B2-697866470DA1}" type="sibTrans" cxnId="{AEDEE67A-D25D-4B11-AF29-97D7A7DD8D16}">
      <dgm:prSet/>
      <dgm:spPr/>
      <dgm:t>
        <a:bodyPr/>
        <a:lstStyle/>
        <a:p>
          <a:endParaRPr lang="en-IE"/>
        </a:p>
      </dgm:t>
    </dgm:pt>
    <dgm:pt modelId="{85DD4E1E-4E74-424D-A582-C6FDC19DA21E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Act on the data</a:t>
          </a:r>
        </a:p>
      </dgm:t>
    </dgm:pt>
    <dgm:pt modelId="{3A3081BC-09EE-4119-9C91-930824170E11}" type="parTrans" cxnId="{0A54686B-6AAA-48AC-BEA0-151E6F526C9C}">
      <dgm:prSet/>
      <dgm:spPr/>
      <dgm:t>
        <a:bodyPr/>
        <a:lstStyle/>
        <a:p>
          <a:endParaRPr lang="en-IE"/>
        </a:p>
      </dgm:t>
    </dgm:pt>
    <dgm:pt modelId="{90395C15-B4F3-4653-883C-D98D34E4C42C}" type="sibTrans" cxnId="{0A54686B-6AAA-48AC-BEA0-151E6F526C9C}">
      <dgm:prSet/>
      <dgm:spPr/>
      <dgm:t>
        <a:bodyPr/>
        <a:lstStyle/>
        <a:p>
          <a:endParaRPr lang="en-IE"/>
        </a:p>
      </dgm:t>
    </dgm:pt>
    <dgm:pt modelId="{2B8B757D-9336-4371-ADCC-BF80DD8A28EB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Run analytical algorithms/</a:t>
          </a:r>
          <a:r>
            <a:rPr lang="en-US" err="1">
              <a:solidFill>
                <a:srgbClr val="000000"/>
              </a:solidFill>
              <a:cs typeface="Calibri Light"/>
            </a:rPr>
            <a:t>visualise</a:t>
          </a:r>
          <a:r>
            <a:rPr lang="en-US">
              <a:solidFill>
                <a:srgbClr val="000000"/>
              </a:solidFill>
              <a:cs typeface="Calibri Light"/>
            </a:rPr>
            <a:t> your data</a:t>
          </a:r>
        </a:p>
      </dgm:t>
    </dgm:pt>
    <dgm:pt modelId="{2C4FC06B-C196-4C47-BBBD-37EA1C6A37D3}" type="parTrans" cxnId="{472C13A7-99CA-4FCF-A46C-1B78B973F729}">
      <dgm:prSet/>
      <dgm:spPr/>
      <dgm:t>
        <a:bodyPr/>
        <a:lstStyle/>
        <a:p>
          <a:endParaRPr lang="en-IE"/>
        </a:p>
      </dgm:t>
    </dgm:pt>
    <dgm:pt modelId="{9935AF4A-8E8A-42CF-9955-9655EF76D59A}" type="sibTrans" cxnId="{472C13A7-99CA-4FCF-A46C-1B78B973F729}">
      <dgm:prSet/>
      <dgm:spPr/>
      <dgm:t>
        <a:bodyPr/>
        <a:lstStyle/>
        <a:p>
          <a:endParaRPr lang="en-IE"/>
        </a:p>
      </dgm:t>
    </dgm:pt>
    <dgm:pt modelId="{46E2AD9E-4221-4DE6-AD9F-13C45EB8A80A}">
      <dgm:prSet phldrT="[Text]"/>
      <dgm:spPr/>
      <dgm:t>
        <a:bodyPr/>
        <a:lstStyle/>
        <a:p>
          <a:r>
            <a:rPr lang="en-US" err="1">
              <a:solidFill>
                <a:srgbClr val="000000"/>
              </a:solidFill>
              <a:cs typeface="Calibri Light"/>
            </a:rPr>
            <a:t>Analyse</a:t>
          </a:r>
          <a:r>
            <a:rPr lang="en-US">
              <a:solidFill>
                <a:srgbClr val="000000"/>
              </a:solidFill>
              <a:cs typeface="Calibri Light"/>
            </a:rPr>
            <a:t> the data</a:t>
          </a:r>
        </a:p>
      </dgm:t>
    </dgm:pt>
    <dgm:pt modelId="{3DA05906-2AD2-4E2B-AFAD-10AE967DB450}" type="parTrans" cxnId="{B86FB68B-F3D5-481A-8E6F-5B373C217494}">
      <dgm:prSet/>
      <dgm:spPr/>
      <dgm:t>
        <a:bodyPr/>
        <a:lstStyle/>
        <a:p>
          <a:endParaRPr lang="en-IE"/>
        </a:p>
      </dgm:t>
    </dgm:pt>
    <dgm:pt modelId="{824617BB-9CAB-4D3A-B41B-1D9483600B32}" type="sibTrans" cxnId="{B86FB68B-F3D5-481A-8E6F-5B373C217494}">
      <dgm:prSet/>
      <dgm:spPr/>
      <dgm:t>
        <a:bodyPr/>
        <a:lstStyle/>
        <a:p>
          <a:endParaRPr lang="en-IE"/>
        </a:p>
      </dgm:t>
    </dgm:pt>
    <dgm:pt modelId="{FAE51547-F187-42B5-8B30-E70425D493C9}">
      <dgm:prSet phldrT="[Text]"/>
      <dgm:spPr/>
      <dgm:t>
        <a:bodyPr/>
        <a:lstStyle/>
        <a:p>
          <a:r>
            <a:rPr lang="en-US" dirty="0">
              <a:solidFill>
                <a:srgbClr val="000000"/>
              </a:solidFill>
              <a:cs typeface="Calibri Light"/>
            </a:rPr>
            <a:t>Devices write data to channels</a:t>
          </a:r>
        </a:p>
      </dgm:t>
    </dgm:pt>
    <dgm:pt modelId="{FD9BFADE-F840-4A11-9C77-19F1A106BFEA}" type="parTrans" cxnId="{2980344E-A53D-4205-BD6D-76A2A131F54F}">
      <dgm:prSet/>
      <dgm:spPr/>
      <dgm:t>
        <a:bodyPr/>
        <a:lstStyle/>
        <a:p>
          <a:endParaRPr lang="en-IE"/>
        </a:p>
      </dgm:t>
    </dgm:pt>
    <dgm:pt modelId="{4536DA97-78CE-4AE0-A8BA-40FB57038083}" type="sibTrans" cxnId="{2980344E-A53D-4205-BD6D-76A2A131F54F}">
      <dgm:prSet/>
      <dgm:spPr/>
      <dgm:t>
        <a:bodyPr/>
        <a:lstStyle/>
        <a:p>
          <a:endParaRPr lang="en-IE"/>
        </a:p>
      </dgm:t>
    </dgm:pt>
    <dgm:pt modelId="{2B112B81-FE7C-4060-BE83-FF789D9B2146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Collect data in the channel</a:t>
          </a:r>
        </a:p>
      </dgm:t>
    </dgm:pt>
    <dgm:pt modelId="{BEDE8F0C-DC2A-4B29-9832-6CF804F571DC}" type="parTrans" cxnId="{EA804C0D-2494-4904-B729-9592A25170C8}">
      <dgm:prSet/>
      <dgm:spPr/>
      <dgm:t>
        <a:bodyPr/>
        <a:lstStyle/>
        <a:p>
          <a:endParaRPr lang="en-IE"/>
        </a:p>
      </dgm:t>
    </dgm:pt>
    <dgm:pt modelId="{16D885EE-718A-4B55-8511-B691340064BD}" type="sibTrans" cxnId="{EA804C0D-2494-4904-B729-9592A25170C8}">
      <dgm:prSet/>
      <dgm:spPr/>
      <dgm:t>
        <a:bodyPr/>
        <a:lstStyle/>
        <a:p>
          <a:endParaRPr lang="en-IE"/>
        </a:p>
      </dgm:t>
    </dgm:pt>
    <dgm:pt modelId="{13236A84-C06E-45C4-8164-A09C00F41FCD}">
      <dgm:prSet phldrT="[Text]"/>
      <dgm:spPr/>
      <dgm:t>
        <a:bodyPr/>
        <a:lstStyle/>
        <a:p>
          <a:r>
            <a:rPr lang="en-US">
              <a:solidFill>
                <a:srgbClr val="000000"/>
              </a:solidFill>
              <a:cs typeface="Calibri Light"/>
            </a:rPr>
            <a:t>Channels collect data</a:t>
          </a:r>
        </a:p>
      </dgm:t>
    </dgm:pt>
    <dgm:pt modelId="{8F1160EF-256D-47D7-BE43-4E214AD68491}" type="parTrans" cxnId="{FC5B1BDF-13D3-43FF-ABB6-71F338D1D51C}">
      <dgm:prSet/>
      <dgm:spPr/>
      <dgm:t>
        <a:bodyPr/>
        <a:lstStyle/>
        <a:p>
          <a:endParaRPr lang="en-IE"/>
        </a:p>
      </dgm:t>
    </dgm:pt>
    <dgm:pt modelId="{2E1CF1F4-EEAC-434E-AB1D-B5DA92E5489A}" type="sibTrans" cxnId="{FC5B1BDF-13D3-43FF-ABB6-71F338D1D51C}">
      <dgm:prSet/>
      <dgm:spPr/>
      <dgm:t>
        <a:bodyPr/>
        <a:lstStyle/>
        <a:p>
          <a:endParaRPr lang="en-IE"/>
        </a:p>
      </dgm:t>
    </dgm:pt>
    <dgm:pt modelId="{0E689B39-18E8-4E5F-9A14-27E46818F28F}" type="pres">
      <dgm:prSet presAssocID="{74B74676-956D-4CD3-A2CE-1DEAFC840EE5}" presName="linear" presStyleCnt="0">
        <dgm:presLayoutVars>
          <dgm:animLvl val="lvl"/>
          <dgm:resizeHandles val="exact"/>
        </dgm:presLayoutVars>
      </dgm:prSet>
      <dgm:spPr/>
    </dgm:pt>
    <dgm:pt modelId="{2EB9ED06-E800-408B-A057-55BCAC4E80DA}" type="pres">
      <dgm:prSet presAssocID="{8DCEC639-0156-41D1-9E94-A10AB0506C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5A8FB84-4399-4ADD-9C41-148CD2F88334}" type="pres">
      <dgm:prSet presAssocID="{8DCEC639-0156-41D1-9E94-A10AB0506CE3}" presName="childText" presStyleLbl="revTx" presStyleIdx="0" presStyleCnt="4">
        <dgm:presLayoutVars>
          <dgm:bulletEnabled val="1"/>
        </dgm:presLayoutVars>
      </dgm:prSet>
      <dgm:spPr/>
    </dgm:pt>
    <dgm:pt modelId="{E5242DD5-EEBD-48A8-8691-157A0412A169}" type="pres">
      <dgm:prSet presAssocID="{2B112B81-FE7C-4060-BE83-FF789D9B2146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70D7B967-F2DF-4C31-942F-386729447F1D}" type="pres">
      <dgm:prSet presAssocID="{2B112B81-FE7C-4060-BE83-FF789D9B2146}" presName="childText" presStyleLbl="revTx" presStyleIdx="1" presStyleCnt="4">
        <dgm:presLayoutVars>
          <dgm:bulletEnabled val="1"/>
        </dgm:presLayoutVars>
      </dgm:prSet>
      <dgm:spPr/>
    </dgm:pt>
    <dgm:pt modelId="{7808C7BD-9E65-4310-BAD7-7D6235676288}" type="pres">
      <dgm:prSet presAssocID="{46E2AD9E-4221-4DE6-AD9F-13C45EB8A80A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EED0355B-AC55-4BB2-AED4-1CFF06038ABC}" type="pres">
      <dgm:prSet presAssocID="{46E2AD9E-4221-4DE6-AD9F-13C45EB8A80A}" presName="childText" presStyleLbl="revTx" presStyleIdx="2" presStyleCnt="4">
        <dgm:presLayoutVars>
          <dgm:bulletEnabled val="1"/>
        </dgm:presLayoutVars>
      </dgm:prSet>
      <dgm:spPr/>
    </dgm:pt>
    <dgm:pt modelId="{396B0043-9CD3-4845-8C47-C498CCF03DB9}" type="pres">
      <dgm:prSet presAssocID="{85DD4E1E-4E74-424D-A582-C6FDC19DA21E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5D401931-6047-4318-BA1A-03DE6DA68404}" type="pres">
      <dgm:prSet presAssocID="{85DD4E1E-4E74-424D-A582-C6FDC19DA21E}" presName="childText" presStyleLbl="revTx" presStyleIdx="3" presStyleCnt="4">
        <dgm:presLayoutVars>
          <dgm:bulletEnabled val="1"/>
        </dgm:presLayoutVars>
      </dgm:prSet>
      <dgm:spPr/>
    </dgm:pt>
  </dgm:ptLst>
  <dgm:cxnLst>
    <dgm:cxn modelId="{EA804C0D-2494-4904-B729-9592A25170C8}" srcId="{74B74676-956D-4CD3-A2CE-1DEAFC840EE5}" destId="{2B112B81-FE7C-4060-BE83-FF789D9B2146}" srcOrd="1" destOrd="0" parTransId="{BEDE8F0C-DC2A-4B29-9832-6CF804F571DC}" sibTransId="{16D885EE-718A-4B55-8511-B691340064BD}"/>
    <dgm:cxn modelId="{2DF64F1F-96AD-44B8-A919-6F228413E767}" type="presOf" srcId="{46E2AD9E-4221-4DE6-AD9F-13C45EB8A80A}" destId="{7808C7BD-9E65-4310-BAD7-7D6235676288}" srcOrd="0" destOrd="0" presId="urn:microsoft.com/office/officeart/2005/8/layout/vList2"/>
    <dgm:cxn modelId="{0B13CE2B-23EC-4FF2-B75B-2A78EADE1CD6}" type="presOf" srcId="{74B74676-956D-4CD3-A2CE-1DEAFC840EE5}" destId="{0E689B39-18E8-4E5F-9A14-27E46818F28F}" srcOrd="0" destOrd="0" presId="urn:microsoft.com/office/officeart/2005/8/layout/vList2"/>
    <dgm:cxn modelId="{0A54686B-6AAA-48AC-BEA0-151E6F526C9C}" srcId="{74B74676-956D-4CD3-A2CE-1DEAFC840EE5}" destId="{85DD4E1E-4E74-424D-A582-C6FDC19DA21E}" srcOrd="3" destOrd="0" parTransId="{3A3081BC-09EE-4119-9C91-930824170E11}" sibTransId="{90395C15-B4F3-4653-883C-D98D34E4C42C}"/>
    <dgm:cxn modelId="{2980344E-A53D-4205-BD6D-76A2A131F54F}" srcId="{2B112B81-FE7C-4060-BE83-FF789D9B2146}" destId="{FAE51547-F187-42B5-8B30-E70425D493C9}" srcOrd="0" destOrd="0" parTransId="{FD9BFADE-F840-4A11-9C77-19F1A106BFEA}" sibTransId="{4536DA97-78CE-4AE0-A8BA-40FB57038083}"/>
    <dgm:cxn modelId="{44593D50-DFFF-4546-9F56-6F3E592B43E8}" type="presOf" srcId="{8DCEC639-0156-41D1-9E94-A10AB0506CE3}" destId="{2EB9ED06-E800-408B-A057-55BCAC4E80DA}" srcOrd="0" destOrd="0" presId="urn:microsoft.com/office/officeart/2005/8/layout/vList2"/>
    <dgm:cxn modelId="{19C5D857-D576-48EE-92CA-D86D9A049A70}" srcId="{74B74676-956D-4CD3-A2CE-1DEAFC840EE5}" destId="{8DCEC639-0156-41D1-9E94-A10AB0506CE3}" srcOrd="0" destOrd="0" parTransId="{702FD6B2-D777-43F1-9FEE-10BF9D629B55}" sibTransId="{B5FB015B-B74C-46C3-B0A2-498F279A6631}"/>
    <dgm:cxn modelId="{AEDEE67A-D25D-4B11-AF29-97D7A7DD8D16}" srcId="{85DD4E1E-4E74-424D-A582-C6FDC19DA21E}" destId="{AB6476FB-21E3-4A95-A8EA-E273E68C196B}" srcOrd="0" destOrd="0" parTransId="{69FCE964-BDAC-4DBE-85CD-5A74CEEDA311}" sibTransId="{A9811301-F1B9-4379-97B2-697866470DA1}"/>
    <dgm:cxn modelId="{B29B3A84-BF7A-45DB-AD4E-017E938D5A4C}" type="presOf" srcId="{2B112B81-FE7C-4060-BE83-FF789D9B2146}" destId="{E5242DD5-EEBD-48A8-8691-157A0412A169}" srcOrd="0" destOrd="0" presId="urn:microsoft.com/office/officeart/2005/8/layout/vList2"/>
    <dgm:cxn modelId="{48CF9F8A-A64A-4E2A-BA65-64BE1FB3ABE8}" type="presOf" srcId="{85DD4E1E-4E74-424D-A582-C6FDC19DA21E}" destId="{396B0043-9CD3-4845-8C47-C498CCF03DB9}" srcOrd="0" destOrd="0" presId="urn:microsoft.com/office/officeart/2005/8/layout/vList2"/>
    <dgm:cxn modelId="{B86FB68B-F3D5-481A-8E6F-5B373C217494}" srcId="{74B74676-956D-4CD3-A2CE-1DEAFC840EE5}" destId="{46E2AD9E-4221-4DE6-AD9F-13C45EB8A80A}" srcOrd="2" destOrd="0" parTransId="{3DA05906-2AD2-4E2B-AFAD-10AE967DB450}" sibTransId="{824617BB-9CAB-4D3A-B41B-1D9483600B32}"/>
    <dgm:cxn modelId="{770639A5-33C9-45CA-8CFE-9314EC4D555E}" type="presOf" srcId="{AB6476FB-21E3-4A95-A8EA-E273E68C196B}" destId="{5D401931-6047-4318-BA1A-03DE6DA68404}" srcOrd="0" destOrd="0" presId="urn:microsoft.com/office/officeart/2005/8/layout/vList2"/>
    <dgm:cxn modelId="{472C13A7-99CA-4FCF-A46C-1B78B973F729}" srcId="{46E2AD9E-4221-4DE6-AD9F-13C45EB8A80A}" destId="{2B8B757D-9336-4371-ADCC-BF80DD8A28EB}" srcOrd="0" destOrd="0" parTransId="{2C4FC06B-C196-4C47-BBBD-37EA1C6A37D3}" sibTransId="{9935AF4A-8E8A-42CF-9955-9655EF76D59A}"/>
    <dgm:cxn modelId="{FE8242AB-7FE1-43B1-BB90-DE7E03EF4765}" type="presOf" srcId="{13236A84-C06E-45C4-8164-A09C00F41FCD}" destId="{D5A8FB84-4399-4ADD-9C41-148CD2F88334}" srcOrd="0" destOrd="0" presId="urn:microsoft.com/office/officeart/2005/8/layout/vList2"/>
    <dgm:cxn modelId="{49BEC0BA-829B-4062-A5B3-F99C8A07E545}" type="presOf" srcId="{FAE51547-F187-42B5-8B30-E70425D493C9}" destId="{70D7B967-F2DF-4C31-942F-386729447F1D}" srcOrd="0" destOrd="0" presId="urn:microsoft.com/office/officeart/2005/8/layout/vList2"/>
    <dgm:cxn modelId="{0A6B7BDD-ED1F-418D-B0C2-4AFADAE8C4B8}" type="presOf" srcId="{2B8B757D-9336-4371-ADCC-BF80DD8A28EB}" destId="{EED0355B-AC55-4BB2-AED4-1CFF06038ABC}" srcOrd="0" destOrd="0" presId="urn:microsoft.com/office/officeart/2005/8/layout/vList2"/>
    <dgm:cxn modelId="{FC5B1BDF-13D3-43FF-ABB6-71F338D1D51C}" srcId="{8DCEC639-0156-41D1-9E94-A10AB0506CE3}" destId="{13236A84-C06E-45C4-8164-A09C00F41FCD}" srcOrd="0" destOrd="0" parTransId="{8F1160EF-256D-47D7-BE43-4E214AD68491}" sibTransId="{2E1CF1F4-EEAC-434E-AB1D-B5DA92E5489A}"/>
    <dgm:cxn modelId="{3B301340-7BC3-43C5-8702-7D46E4E2ABF0}" type="presParOf" srcId="{0E689B39-18E8-4E5F-9A14-27E46818F28F}" destId="{2EB9ED06-E800-408B-A057-55BCAC4E80DA}" srcOrd="0" destOrd="0" presId="urn:microsoft.com/office/officeart/2005/8/layout/vList2"/>
    <dgm:cxn modelId="{65B19093-B5E8-48AC-B214-41351030F0AE}" type="presParOf" srcId="{0E689B39-18E8-4E5F-9A14-27E46818F28F}" destId="{D5A8FB84-4399-4ADD-9C41-148CD2F88334}" srcOrd="1" destOrd="0" presId="urn:microsoft.com/office/officeart/2005/8/layout/vList2"/>
    <dgm:cxn modelId="{6F7A6C72-C6AC-46E8-8D91-B436C8E4D0BD}" type="presParOf" srcId="{0E689B39-18E8-4E5F-9A14-27E46818F28F}" destId="{E5242DD5-EEBD-48A8-8691-157A0412A169}" srcOrd="2" destOrd="0" presId="urn:microsoft.com/office/officeart/2005/8/layout/vList2"/>
    <dgm:cxn modelId="{1079DB44-84CC-4F2C-B400-66962D95087F}" type="presParOf" srcId="{0E689B39-18E8-4E5F-9A14-27E46818F28F}" destId="{70D7B967-F2DF-4C31-942F-386729447F1D}" srcOrd="3" destOrd="0" presId="urn:microsoft.com/office/officeart/2005/8/layout/vList2"/>
    <dgm:cxn modelId="{D3AA58D6-5142-42AC-AB8C-2BFADE50678D}" type="presParOf" srcId="{0E689B39-18E8-4E5F-9A14-27E46818F28F}" destId="{7808C7BD-9E65-4310-BAD7-7D6235676288}" srcOrd="4" destOrd="0" presId="urn:microsoft.com/office/officeart/2005/8/layout/vList2"/>
    <dgm:cxn modelId="{674A9AA8-07BB-46B4-8709-97819B730FAA}" type="presParOf" srcId="{0E689B39-18E8-4E5F-9A14-27E46818F28F}" destId="{EED0355B-AC55-4BB2-AED4-1CFF06038ABC}" srcOrd="5" destOrd="0" presId="urn:microsoft.com/office/officeart/2005/8/layout/vList2"/>
    <dgm:cxn modelId="{CD04EE66-CEE8-4708-88D8-A5E8686A29C2}" type="presParOf" srcId="{0E689B39-18E8-4E5F-9A14-27E46818F28F}" destId="{396B0043-9CD3-4845-8C47-C498CCF03DB9}" srcOrd="6" destOrd="0" presId="urn:microsoft.com/office/officeart/2005/8/layout/vList2"/>
    <dgm:cxn modelId="{5A1FD16A-3873-4DC1-87D3-9D1532A7DF85}" type="presParOf" srcId="{0E689B39-18E8-4E5F-9A14-27E46818F28F}" destId="{5D401931-6047-4318-BA1A-03DE6DA68404}" srcOrd="7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EC3427C-BB0C-4CBF-BD21-B1D921BD4517}" type="doc">
      <dgm:prSet loTypeId="urn:microsoft.com/office/officeart/2018/5/layout/IconCircleLabelList" loCatId="icon" qsTypeId="urn:microsoft.com/office/officeart/2005/8/quickstyle/simple4" qsCatId="simple" csTypeId="urn:microsoft.com/office/officeart/2018/5/colors/Iconchunking_neutralbg_accent6_2" csCatId="accent6" phldr="1"/>
      <dgm:spPr/>
      <dgm:t>
        <a:bodyPr/>
        <a:lstStyle/>
        <a:p>
          <a:endParaRPr lang="en-US"/>
        </a:p>
      </dgm:t>
    </dgm:pt>
    <dgm:pt modelId="{4817AE45-9867-4B80-8CC0-686BACACC02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Create a new channel to collect data from devices</a:t>
          </a:r>
        </a:p>
      </dgm:t>
    </dgm:pt>
    <dgm:pt modelId="{F3471827-DDF0-4603-A076-8AE175A8F2D3}" type="parTrans" cxnId="{FE837E75-D64A-4E10-B32B-23C323164CC1}">
      <dgm:prSet/>
      <dgm:spPr/>
      <dgm:t>
        <a:bodyPr/>
        <a:lstStyle/>
        <a:p>
          <a:endParaRPr lang="en-US"/>
        </a:p>
      </dgm:t>
    </dgm:pt>
    <dgm:pt modelId="{FD041D24-3A2A-459A-945B-1B56CBDAD4FA}" type="sibTrans" cxnId="{FE837E75-D64A-4E10-B32B-23C323164CC1}">
      <dgm:prSet/>
      <dgm:spPr/>
      <dgm:t>
        <a:bodyPr/>
        <a:lstStyle/>
        <a:p>
          <a:endParaRPr lang="en-US"/>
        </a:p>
      </dgm:t>
    </dgm:pt>
    <dgm:pt modelId="{47C54959-3B86-4FA9-94D1-D346A8BAC971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Define data fields for the channel(max 8)</a:t>
          </a:r>
        </a:p>
      </dgm:t>
    </dgm:pt>
    <dgm:pt modelId="{5BC5F1BF-1C42-4F42-893E-E4D5FDBC9DB6}" type="parTrans" cxnId="{23093626-E5A9-4AD5-92B9-503D6B56FE80}">
      <dgm:prSet/>
      <dgm:spPr/>
      <dgm:t>
        <a:bodyPr/>
        <a:lstStyle/>
        <a:p>
          <a:endParaRPr lang="en-US"/>
        </a:p>
      </dgm:t>
    </dgm:pt>
    <dgm:pt modelId="{A428FCBB-1747-4C6D-A252-0F415B184086}" type="sibTrans" cxnId="{23093626-E5A9-4AD5-92B9-503D6B56FE80}">
      <dgm:prSet/>
      <dgm:spPr/>
      <dgm:t>
        <a:bodyPr/>
        <a:lstStyle/>
        <a:p>
          <a:endParaRPr lang="en-US"/>
        </a:p>
      </dgm:t>
    </dgm:pt>
    <dgm:pt modelId="{A36A58F8-A2E1-4C2E-A052-7D72CF0CD4E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Can also input location(</a:t>
          </a:r>
          <a:r>
            <a:rPr lang="en-US" err="1"/>
            <a:t>lat</a:t>
          </a:r>
          <a:r>
            <a:rPr lang="en-US"/>
            <a:t>/long) of channel source)</a:t>
          </a:r>
        </a:p>
      </dgm:t>
    </dgm:pt>
    <dgm:pt modelId="{94C0C22F-9EAA-4CDF-B730-E672CCF01DC0}" type="parTrans" cxnId="{B0CD7E3E-0987-4D7E-8FF5-2AE49E945DEC}">
      <dgm:prSet/>
      <dgm:spPr/>
      <dgm:t>
        <a:bodyPr/>
        <a:lstStyle/>
        <a:p>
          <a:endParaRPr lang="en-US"/>
        </a:p>
      </dgm:t>
    </dgm:pt>
    <dgm:pt modelId="{1606CCAD-8D0D-4D07-A77A-1EAC24619093}" type="sibTrans" cxnId="{B0CD7E3E-0987-4D7E-8FF5-2AE49E945DEC}">
      <dgm:prSet/>
      <dgm:spPr/>
      <dgm:t>
        <a:bodyPr/>
        <a:lstStyle/>
        <a:p>
          <a:endParaRPr lang="en-US"/>
        </a:p>
      </dgm:t>
    </dgm:pt>
    <dgm:pt modelId="{3A466A6E-D2F8-412F-8E48-07C38A11F511}" type="pres">
      <dgm:prSet presAssocID="{5EC3427C-BB0C-4CBF-BD21-B1D921BD4517}" presName="root" presStyleCnt="0">
        <dgm:presLayoutVars>
          <dgm:dir/>
          <dgm:resizeHandles val="exact"/>
        </dgm:presLayoutVars>
      </dgm:prSet>
      <dgm:spPr/>
    </dgm:pt>
    <dgm:pt modelId="{33914B66-FB67-4F77-908E-CDD0026CCFE6}" type="pres">
      <dgm:prSet presAssocID="{4817AE45-9867-4B80-8CC0-686BACACC02F}" presName="compNode" presStyleCnt="0"/>
      <dgm:spPr/>
    </dgm:pt>
    <dgm:pt modelId="{81E4ADCD-5E35-4C23-8054-C11268C47566}" type="pres">
      <dgm:prSet presAssocID="{4817AE45-9867-4B80-8CC0-686BACACC02F}" presName="iconBgRect" presStyleLbl="bgShp" presStyleIdx="0" presStyleCnt="3"/>
      <dgm:spPr/>
    </dgm:pt>
    <dgm:pt modelId="{BE79B936-D0B3-4995-BA69-3244D714445B}" type="pres">
      <dgm:prSet presAssocID="{4817AE45-9867-4B80-8CC0-686BACACC02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7BD52D77-A670-45D9-8A5D-E94711E2BC6A}" type="pres">
      <dgm:prSet presAssocID="{4817AE45-9867-4B80-8CC0-686BACACC02F}" presName="spaceRect" presStyleCnt="0"/>
      <dgm:spPr/>
    </dgm:pt>
    <dgm:pt modelId="{FB3FFD95-940C-48C2-BD4B-A12BB3C186C6}" type="pres">
      <dgm:prSet presAssocID="{4817AE45-9867-4B80-8CC0-686BACACC02F}" presName="textRect" presStyleLbl="revTx" presStyleIdx="0" presStyleCnt="3">
        <dgm:presLayoutVars>
          <dgm:chMax val="1"/>
          <dgm:chPref val="1"/>
        </dgm:presLayoutVars>
      </dgm:prSet>
      <dgm:spPr/>
    </dgm:pt>
    <dgm:pt modelId="{283B1DD8-09C4-4276-B417-A3F02A63A5F4}" type="pres">
      <dgm:prSet presAssocID="{FD041D24-3A2A-459A-945B-1B56CBDAD4FA}" presName="sibTrans" presStyleCnt="0"/>
      <dgm:spPr/>
    </dgm:pt>
    <dgm:pt modelId="{18620578-1730-4DD9-99A2-9577230B29B5}" type="pres">
      <dgm:prSet presAssocID="{47C54959-3B86-4FA9-94D1-D346A8BAC971}" presName="compNode" presStyleCnt="0"/>
      <dgm:spPr/>
    </dgm:pt>
    <dgm:pt modelId="{A0002346-1991-4BD7-9CF4-1D4F8D0EA9FB}" type="pres">
      <dgm:prSet presAssocID="{47C54959-3B86-4FA9-94D1-D346A8BAC971}" presName="iconBgRect" presStyleLbl="bgShp" presStyleIdx="1" presStyleCnt="3"/>
      <dgm:spPr/>
    </dgm:pt>
    <dgm:pt modelId="{F2B728EA-5889-40E1-961D-C57ADFFCE435}" type="pres">
      <dgm:prSet presAssocID="{47C54959-3B86-4FA9-94D1-D346A8BAC971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D454127B-0489-4B9C-A4FC-5DD87B42970D}" type="pres">
      <dgm:prSet presAssocID="{47C54959-3B86-4FA9-94D1-D346A8BAC971}" presName="spaceRect" presStyleCnt="0"/>
      <dgm:spPr/>
    </dgm:pt>
    <dgm:pt modelId="{0CED06EA-D859-428D-AEAD-D139EA87F741}" type="pres">
      <dgm:prSet presAssocID="{47C54959-3B86-4FA9-94D1-D346A8BAC971}" presName="textRect" presStyleLbl="revTx" presStyleIdx="1" presStyleCnt="3">
        <dgm:presLayoutVars>
          <dgm:chMax val="1"/>
          <dgm:chPref val="1"/>
        </dgm:presLayoutVars>
      </dgm:prSet>
      <dgm:spPr/>
    </dgm:pt>
    <dgm:pt modelId="{E80EB1CD-A41E-40BF-B4D8-1A149ACAC4DD}" type="pres">
      <dgm:prSet presAssocID="{A428FCBB-1747-4C6D-A252-0F415B184086}" presName="sibTrans" presStyleCnt="0"/>
      <dgm:spPr/>
    </dgm:pt>
    <dgm:pt modelId="{398BC761-DDEA-4E47-AE58-478BB64A9250}" type="pres">
      <dgm:prSet presAssocID="{A36A58F8-A2E1-4C2E-A052-7D72CF0CD4E7}" presName="compNode" presStyleCnt="0"/>
      <dgm:spPr/>
    </dgm:pt>
    <dgm:pt modelId="{E09773D8-64D7-4A0A-8D09-91E13F12A246}" type="pres">
      <dgm:prSet presAssocID="{A36A58F8-A2E1-4C2E-A052-7D72CF0CD4E7}" presName="iconBgRect" presStyleLbl="bgShp" presStyleIdx="2" presStyleCnt="3"/>
      <dgm:spPr/>
    </dgm:pt>
    <dgm:pt modelId="{409DD374-902E-46D9-B73F-3A5F73382298}" type="pres">
      <dgm:prSet presAssocID="{A36A58F8-A2E1-4C2E-A052-7D72CF0CD4E7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5BD0C823-3AC7-4CCB-BC61-FFBA419DC947}" type="pres">
      <dgm:prSet presAssocID="{A36A58F8-A2E1-4C2E-A052-7D72CF0CD4E7}" presName="spaceRect" presStyleCnt="0"/>
      <dgm:spPr/>
    </dgm:pt>
    <dgm:pt modelId="{FF5D1D63-8B8A-4E2D-81BE-6559074D8A90}" type="pres">
      <dgm:prSet presAssocID="{A36A58F8-A2E1-4C2E-A052-7D72CF0CD4E7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9F0EC1A-9CDC-4302-9F2E-0362FE27C18E}" type="presOf" srcId="{4817AE45-9867-4B80-8CC0-686BACACC02F}" destId="{FB3FFD95-940C-48C2-BD4B-A12BB3C186C6}" srcOrd="0" destOrd="0" presId="urn:microsoft.com/office/officeart/2018/5/layout/IconCircleLabelList"/>
    <dgm:cxn modelId="{EE190A26-5E9E-4A28-9382-DFBA2CF5900F}" type="presOf" srcId="{A36A58F8-A2E1-4C2E-A052-7D72CF0CD4E7}" destId="{FF5D1D63-8B8A-4E2D-81BE-6559074D8A90}" srcOrd="0" destOrd="0" presId="urn:microsoft.com/office/officeart/2018/5/layout/IconCircleLabelList"/>
    <dgm:cxn modelId="{23093626-E5A9-4AD5-92B9-503D6B56FE80}" srcId="{5EC3427C-BB0C-4CBF-BD21-B1D921BD4517}" destId="{47C54959-3B86-4FA9-94D1-D346A8BAC971}" srcOrd="1" destOrd="0" parTransId="{5BC5F1BF-1C42-4F42-893E-E4D5FDBC9DB6}" sibTransId="{A428FCBB-1747-4C6D-A252-0F415B184086}"/>
    <dgm:cxn modelId="{B0CD7E3E-0987-4D7E-8FF5-2AE49E945DEC}" srcId="{5EC3427C-BB0C-4CBF-BD21-B1D921BD4517}" destId="{A36A58F8-A2E1-4C2E-A052-7D72CF0CD4E7}" srcOrd="2" destOrd="0" parTransId="{94C0C22F-9EAA-4CDF-B730-E672CCF01DC0}" sibTransId="{1606CCAD-8D0D-4D07-A77A-1EAC24619093}"/>
    <dgm:cxn modelId="{C44B086D-FCB3-401F-98A6-1069EDF00B85}" type="presOf" srcId="{47C54959-3B86-4FA9-94D1-D346A8BAC971}" destId="{0CED06EA-D859-428D-AEAD-D139EA87F741}" srcOrd="0" destOrd="0" presId="urn:microsoft.com/office/officeart/2018/5/layout/IconCircleLabelList"/>
    <dgm:cxn modelId="{FE837E75-D64A-4E10-B32B-23C323164CC1}" srcId="{5EC3427C-BB0C-4CBF-BD21-B1D921BD4517}" destId="{4817AE45-9867-4B80-8CC0-686BACACC02F}" srcOrd="0" destOrd="0" parTransId="{F3471827-DDF0-4603-A076-8AE175A8F2D3}" sibTransId="{FD041D24-3A2A-459A-945B-1B56CBDAD4FA}"/>
    <dgm:cxn modelId="{E9302D98-EC11-4D2A-AAC8-ADDB382E2A08}" type="presOf" srcId="{5EC3427C-BB0C-4CBF-BD21-B1D921BD4517}" destId="{3A466A6E-D2F8-412F-8E48-07C38A11F511}" srcOrd="0" destOrd="0" presId="urn:microsoft.com/office/officeart/2018/5/layout/IconCircleLabelList"/>
    <dgm:cxn modelId="{358600AD-BA2A-47A5-8992-7EBD70160D0F}" type="presParOf" srcId="{3A466A6E-D2F8-412F-8E48-07C38A11F511}" destId="{33914B66-FB67-4F77-908E-CDD0026CCFE6}" srcOrd="0" destOrd="0" presId="urn:microsoft.com/office/officeart/2018/5/layout/IconCircleLabelList"/>
    <dgm:cxn modelId="{1779B53B-EE84-4C99-969C-4D3E34AA71B4}" type="presParOf" srcId="{33914B66-FB67-4F77-908E-CDD0026CCFE6}" destId="{81E4ADCD-5E35-4C23-8054-C11268C47566}" srcOrd="0" destOrd="0" presId="urn:microsoft.com/office/officeart/2018/5/layout/IconCircleLabelList"/>
    <dgm:cxn modelId="{427D5D12-A3B0-4808-8840-1C891E8383BB}" type="presParOf" srcId="{33914B66-FB67-4F77-908E-CDD0026CCFE6}" destId="{BE79B936-D0B3-4995-BA69-3244D714445B}" srcOrd="1" destOrd="0" presId="urn:microsoft.com/office/officeart/2018/5/layout/IconCircleLabelList"/>
    <dgm:cxn modelId="{C009535B-C199-453D-9C30-E7BC1B77C181}" type="presParOf" srcId="{33914B66-FB67-4F77-908E-CDD0026CCFE6}" destId="{7BD52D77-A670-45D9-8A5D-E94711E2BC6A}" srcOrd="2" destOrd="0" presId="urn:microsoft.com/office/officeart/2018/5/layout/IconCircleLabelList"/>
    <dgm:cxn modelId="{DC38F4B9-15B3-43CC-8C76-E3392E203B63}" type="presParOf" srcId="{33914B66-FB67-4F77-908E-CDD0026CCFE6}" destId="{FB3FFD95-940C-48C2-BD4B-A12BB3C186C6}" srcOrd="3" destOrd="0" presId="urn:microsoft.com/office/officeart/2018/5/layout/IconCircleLabelList"/>
    <dgm:cxn modelId="{46E53365-F370-4502-97DC-83320518295D}" type="presParOf" srcId="{3A466A6E-D2F8-412F-8E48-07C38A11F511}" destId="{283B1DD8-09C4-4276-B417-A3F02A63A5F4}" srcOrd="1" destOrd="0" presId="urn:microsoft.com/office/officeart/2018/5/layout/IconCircleLabelList"/>
    <dgm:cxn modelId="{533F3C42-B063-46A8-A31E-C8A95946E563}" type="presParOf" srcId="{3A466A6E-D2F8-412F-8E48-07C38A11F511}" destId="{18620578-1730-4DD9-99A2-9577230B29B5}" srcOrd="2" destOrd="0" presId="urn:microsoft.com/office/officeart/2018/5/layout/IconCircleLabelList"/>
    <dgm:cxn modelId="{18EBF2AD-C679-4E45-BAAF-4068463D1E0E}" type="presParOf" srcId="{18620578-1730-4DD9-99A2-9577230B29B5}" destId="{A0002346-1991-4BD7-9CF4-1D4F8D0EA9FB}" srcOrd="0" destOrd="0" presId="urn:microsoft.com/office/officeart/2018/5/layout/IconCircleLabelList"/>
    <dgm:cxn modelId="{9830EFC4-0BEF-475A-977C-B57EB825A9FF}" type="presParOf" srcId="{18620578-1730-4DD9-99A2-9577230B29B5}" destId="{F2B728EA-5889-40E1-961D-C57ADFFCE435}" srcOrd="1" destOrd="0" presId="urn:microsoft.com/office/officeart/2018/5/layout/IconCircleLabelList"/>
    <dgm:cxn modelId="{E9BE27D6-1FEF-4C7C-860A-6132B7A306FC}" type="presParOf" srcId="{18620578-1730-4DD9-99A2-9577230B29B5}" destId="{D454127B-0489-4B9C-A4FC-5DD87B42970D}" srcOrd="2" destOrd="0" presId="urn:microsoft.com/office/officeart/2018/5/layout/IconCircleLabelList"/>
    <dgm:cxn modelId="{EA2B0427-58C8-4C69-B9A8-EDEE0EA5AD49}" type="presParOf" srcId="{18620578-1730-4DD9-99A2-9577230B29B5}" destId="{0CED06EA-D859-428D-AEAD-D139EA87F741}" srcOrd="3" destOrd="0" presId="urn:microsoft.com/office/officeart/2018/5/layout/IconCircleLabelList"/>
    <dgm:cxn modelId="{2E6AD81E-A581-4983-97E8-D6229ED7483B}" type="presParOf" srcId="{3A466A6E-D2F8-412F-8E48-07C38A11F511}" destId="{E80EB1CD-A41E-40BF-B4D8-1A149ACAC4DD}" srcOrd="3" destOrd="0" presId="urn:microsoft.com/office/officeart/2018/5/layout/IconCircleLabelList"/>
    <dgm:cxn modelId="{16D7C338-A810-4447-857B-0F6E736404CD}" type="presParOf" srcId="{3A466A6E-D2F8-412F-8E48-07C38A11F511}" destId="{398BC761-DDEA-4E47-AE58-478BB64A9250}" srcOrd="4" destOrd="0" presId="urn:microsoft.com/office/officeart/2018/5/layout/IconCircleLabelList"/>
    <dgm:cxn modelId="{9ED6C64D-221B-4C41-A388-4EE3616A9F2C}" type="presParOf" srcId="{398BC761-DDEA-4E47-AE58-478BB64A9250}" destId="{E09773D8-64D7-4A0A-8D09-91E13F12A246}" srcOrd="0" destOrd="0" presId="urn:microsoft.com/office/officeart/2018/5/layout/IconCircleLabelList"/>
    <dgm:cxn modelId="{4512298D-AD7A-4627-9501-26BB89C68CCF}" type="presParOf" srcId="{398BC761-DDEA-4E47-AE58-478BB64A9250}" destId="{409DD374-902E-46D9-B73F-3A5F73382298}" srcOrd="1" destOrd="0" presId="urn:microsoft.com/office/officeart/2018/5/layout/IconCircleLabelList"/>
    <dgm:cxn modelId="{12109865-A661-4D18-9729-C2EBD1F6E43A}" type="presParOf" srcId="{398BC761-DDEA-4E47-AE58-478BB64A9250}" destId="{5BD0C823-3AC7-4CCB-BC61-FFBA419DC947}" srcOrd="2" destOrd="0" presId="urn:microsoft.com/office/officeart/2018/5/layout/IconCircleLabelList"/>
    <dgm:cxn modelId="{27DDB401-5932-41A2-A563-32FA8DC7470A}" type="presParOf" srcId="{398BC761-DDEA-4E47-AE58-478BB64A9250}" destId="{FF5D1D63-8B8A-4E2D-81BE-6559074D8A9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B9ED06-E800-408B-A057-55BCAC4E80DA}">
      <dsp:nvSpPr>
        <dsp:cNvPr id="0" name=""/>
        <dsp:cNvSpPr/>
      </dsp:nvSpPr>
      <dsp:spPr>
        <a:xfrm>
          <a:off x="0" y="67328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rgbClr val="000000"/>
              </a:solidFill>
              <a:cs typeface="Calibri Light"/>
            </a:rPr>
            <a:t>Create a new channel</a:t>
          </a:r>
        </a:p>
      </dsp:txBody>
      <dsp:txXfrm>
        <a:off x="30442" y="97770"/>
        <a:ext cx="10454716" cy="562726"/>
      </dsp:txXfrm>
    </dsp:sp>
    <dsp:sp modelId="{D5A8FB84-4399-4ADD-9C41-148CD2F88334}">
      <dsp:nvSpPr>
        <dsp:cNvPr id="0" name=""/>
        <dsp:cNvSpPr/>
      </dsp:nvSpPr>
      <dsp:spPr>
        <a:xfrm>
          <a:off x="0" y="690938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rgbClr val="000000"/>
              </a:solidFill>
              <a:cs typeface="Calibri Light"/>
            </a:rPr>
            <a:t>Channels collect data</a:t>
          </a:r>
        </a:p>
      </dsp:txBody>
      <dsp:txXfrm>
        <a:off x="0" y="690938"/>
        <a:ext cx="10515600" cy="430560"/>
      </dsp:txXfrm>
    </dsp:sp>
    <dsp:sp modelId="{E5242DD5-EEBD-48A8-8691-157A0412A169}">
      <dsp:nvSpPr>
        <dsp:cNvPr id="0" name=""/>
        <dsp:cNvSpPr/>
      </dsp:nvSpPr>
      <dsp:spPr>
        <a:xfrm>
          <a:off x="0" y="112149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rgbClr val="000000"/>
              </a:solidFill>
              <a:cs typeface="Calibri Light"/>
            </a:rPr>
            <a:t>Collect data in the channel</a:t>
          </a:r>
        </a:p>
      </dsp:txBody>
      <dsp:txXfrm>
        <a:off x="30442" y="1151941"/>
        <a:ext cx="10454716" cy="562726"/>
      </dsp:txXfrm>
    </dsp:sp>
    <dsp:sp modelId="{70D7B967-F2DF-4C31-942F-386729447F1D}">
      <dsp:nvSpPr>
        <dsp:cNvPr id="0" name=""/>
        <dsp:cNvSpPr/>
      </dsp:nvSpPr>
      <dsp:spPr>
        <a:xfrm>
          <a:off x="0" y="174510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solidFill>
                <a:srgbClr val="000000"/>
              </a:solidFill>
              <a:cs typeface="Calibri Light"/>
            </a:rPr>
            <a:t>Devices write data to channels</a:t>
          </a:r>
        </a:p>
      </dsp:txBody>
      <dsp:txXfrm>
        <a:off x="0" y="1745109"/>
        <a:ext cx="10515600" cy="430560"/>
      </dsp:txXfrm>
    </dsp:sp>
    <dsp:sp modelId="{7808C7BD-9E65-4310-BAD7-7D6235676288}">
      <dsp:nvSpPr>
        <dsp:cNvPr id="0" name=""/>
        <dsp:cNvSpPr/>
      </dsp:nvSpPr>
      <dsp:spPr>
        <a:xfrm>
          <a:off x="0" y="217566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err="1">
              <a:solidFill>
                <a:srgbClr val="000000"/>
              </a:solidFill>
              <a:cs typeface="Calibri Light"/>
            </a:rPr>
            <a:t>Analyse</a:t>
          </a:r>
          <a:r>
            <a:rPr lang="en-US" sz="2600" kern="1200">
              <a:solidFill>
                <a:srgbClr val="000000"/>
              </a:solidFill>
              <a:cs typeface="Calibri Light"/>
            </a:rPr>
            <a:t> the data</a:t>
          </a:r>
        </a:p>
      </dsp:txBody>
      <dsp:txXfrm>
        <a:off x="30442" y="2206111"/>
        <a:ext cx="10454716" cy="562726"/>
      </dsp:txXfrm>
    </dsp:sp>
    <dsp:sp modelId="{EED0355B-AC55-4BB2-AED4-1CFF06038ABC}">
      <dsp:nvSpPr>
        <dsp:cNvPr id="0" name=""/>
        <dsp:cNvSpPr/>
      </dsp:nvSpPr>
      <dsp:spPr>
        <a:xfrm>
          <a:off x="0" y="279927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>
              <a:solidFill>
                <a:srgbClr val="000000"/>
              </a:solidFill>
              <a:cs typeface="Calibri Light"/>
            </a:rPr>
            <a:t>Run analytical algorithms/</a:t>
          </a:r>
          <a:r>
            <a:rPr lang="en-US" sz="2000" kern="1200" err="1">
              <a:solidFill>
                <a:srgbClr val="000000"/>
              </a:solidFill>
              <a:cs typeface="Calibri Light"/>
            </a:rPr>
            <a:t>visualise</a:t>
          </a:r>
          <a:r>
            <a:rPr lang="en-US" sz="2000" kern="1200">
              <a:solidFill>
                <a:srgbClr val="000000"/>
              </a:solidFill>
              <a:cs typeface="Calibri Light"/>
            </a:rPr>
            <a:t> your data</a:t>
          </a:r>
        </a:p>
      </dsp:txBody>
      <dsp:txXfrm>
        <a:off x="0" y="2799279"/>
        <a:ext cx="10515600" cy="430560"/>
      </dsp:txXfrm>
    </dsp:sp>
    <dsp:sp modelId="{396B0043-9CD3-4845-8C47-C498CCF03DB9}">
      <dsp:nvSpPr>
        <dsp:cNvPr id="0" name=""/>
        <dsp:cNvSpPr/>
      </dsp:nvSpPr>
      <dsp:spPr>
        <a:xfrm>
          <a:off x="0" y="3229839"/>
          <a:ext cx="10515600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>
              <a:solidFill>
                <a:srgbClr val="000000"/>
              </a:solidFill>
              <a:cs typeface="Calibri Light"/>
            </a:rPr>
            <a:t>Act on the data</a:t>
          </a:r>
        </a:p>
      </dsp:txBody>
      <dsp:txXfrm>
        <a:off x="30442" y="3260281"/>
        <a:ext cx="10454716" cy="562726"/>
      </dsp:txXfrm>
    </dsp:sp>
    <dsp:sp modelId="{5D401931-6047-4318-BA1A-03DE6DA68404}">
      <dsp:nvSpPr>
        <dsp:cNvPr id="0" name=""/>
        <dsp:cNvSpPr/>
      </dsp:nvSpPr>
      <dsp:spPr>
        <a:xfrm>
          <a:off x="0" y="3853449"/>
          <a:ext cx="10515600" cy="4305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33870" tIns="33020" rIns="184912" bIns="33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000" kern="1200" dirty="0">
              <a:solidFill>
                <a:srgbClr val="000000"/>
              </a:solidFill>
              <a:cs typeface="Calibri Light"/>
            </a:rPr>
            <a:t>Test for certain conditions and perform actions</a:t>
          </a:r>
        </a:p>
      </dsp:txBody>
      <dsp:txXfrm>
        <a:off x="0" y="3853449"/>
        <a:ext cx="10515600" cy="4305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1E4ADCD-5E35-4C23-8054-C11268C47566}">
      <dsp:nvSpPr>
        <dsp:cNvPr id="0" name=""/>
        <dsp:cNvSpPr/>
      </dsp:nvSpPr>
      <dsp:spPr>
        <a:xfrm>
          <a:off x="369059" y="13927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BE79B936-D0B3-4995-BA69-3244D714445B}">
      <dsp:nvSpPr>
        <dsp:cNvPr id="0" name=""/>
        <dsp:cNvSpPr/>
      </dsp:nvSpPr>
      <dsp:spPr>
        <a:xfrm>
          <a:off x="603059" y="37327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B3FFD95-940C-48C2-BD4B-A12BB3C186C6}">
      <dsp:nvSpPr>
        <dsp:cNvPr id="0" name=""/>
        <dsp:cNvSpPr/>
      </dsp:nvSpPr>
      <dsp:spPr>
        <a:xfrm>
          <a:off x="18059" y="157927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Create a new channel to collect data from devices</a:t>
          </a:r>
        </a:p>
      </dsp:txBody>
      <dsp:txXfrm>
        <a:off x="18059" y="1579273"/>
        <a:ext cx="1800000" cy="720000"/>
      </dsp:txXfrm>
    </dsp:sp>
    <dsp:sp modelId="{A0002346-1991-4BD7-9CF4-1D4F8D0EA9FB}">
      <dsp:nvSpPr>
        <dsp:cNvPr id="0" name=""/>
        <dsp:cNvSpPr/>
      </dsp:nvSpPr>
      <dsp:spPr>
        <a:xfrm>
          <a:off x="2484059" y="13927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F2B728EA-5889-40E1-961D-C57ADFFCE435}">
      <dsp:nvSpPr>
        <dsp:cNvPr id="0" name=""/>
        <dsp:cNvSpPr/>
      </dsp:nvSpPr>
      <dsp:spPr>
        <a:xfrm>
          <a:off x="2718059" y="37327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CED06EA-D859-428D-AEAD-D139EA87F741}">
      <dsp:nvSpPr>
        <dsp:cNvPr id="0" name=""/>
        <dsp:cNvSpPr/>
      </dsp:nvSpPr>
      <dsp:spPr>
        <a:xfrm>
          <a:off x="2133059" y="157927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Define data fields for the channel(max 8)</a:t>
          </a:r>
        </a:p>
      </dsp:txBody>
      <dsp:txXfrm>
        <a:off x="2133059" y="1579273"/>
        <a:ext cx="1800000" cy="720000"/>
      </dsp:txXfrm>
    </dsp:sp>
    <dsp:sp modelId="{E09773D8-64D7-4A0A-8D09-91E13F12A246}">
      <dsp:nvSpPr>
        <dsp:cNvPr id="0" name=""/>
        <dsp:cNvSpPr/>
      </dsp:nvSpPr>
      <dsp:spPr>
        <a:xfrm>
          <a:off x="4599059" y="139272"/>
          <a:ext cx="1098000" cy="1098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09DD374-902E-46D9-B73F-3A5F73382298}">
      <dsp:nvSpPr>
        <dsp:cNvPr id="0" name=""/>
        <dsp:cNvSpPr/>
      </dsp:nvSpPr>
      <dsp:spPr>
        <a:xfrm>
          <a:off x="4833059" y="37327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F5D1D63-8B8A-4E2D-81BE-6559074D8A90}">
      <dsp:nvSpPr>
        <dsp:cNvPr id="0" name=""/>
        <dsp:cNvSpPr/>
      </dsp:nvSpPr>
      <dsp:spPr>
        <a:xfrm>
          <a:off x="4248059" y="1579273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Can also input location(</a:t>
          </a:r>
          <a:r>
            <a:rPr lang="en-US" sz="1500" kern="1200" err="1"/>
            <a:t>lat</a:t>
          </a:r>
          <a:r>
            <a:rPr lang="en-US" sz="1500" kern="1200"/>
            <a:t>/long) of channel source)</a:t>
          </a:r>
        </a:p>
      </dsp:txBody>
      <dsp:txXfrm>
        <a:off x="4248059" y="1579273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3CA026-0B95-4A00-933D-6AE5D99250E8}" type="datetimeFigureOut">
              <a:rPr lang="en-IE" smtClean="0"/>
              <a:t>03/12/2025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0B477B-5E5C-4F40-BC30-CC3DE6366696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4700830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12/3/2025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api.thingspeak.com/update?api_key=%3cWRITE-KEY%3e&amp;field1=12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1B92C-808C-42AC-9EF1-DD3FF7AB72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endParaRPr lang="en-US" dirty="0" err="1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E47537-01C5-4FEE-AA7D-00C533EF67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911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581C23-AAEC-4AFE-BF85-D28F0CA99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5400">
                <a:cs typeface="Calibri Light"/>
              </a:rPr>
              <a:t>Thingspeak</a:t>
            </a:r>
            <a:endParaRPr lang="en-US" sz="5400"/>
          </a:p>
        </p:txBody>
      </p:sp>
      <p:sp>
        <p:nvSpPr>
          <p:cNvPr id="15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0A95-3F1D-497D-9636-13E02DEFE1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200" dirty="0">
                <a:cs typeface="Calibri"/>
              </a:rPr>
              <a:t> </a:t>
            </a:r>
            <a:r>
              <a:rPr lang="en-US" sz="2200" b="1" dirty="0" err="1">
                <a:cs typeface="Calibri"/>
              </a:rPr>
              <a:t>ThingSpeak</a:t>
            </a:r>
            <a:r>
              <a:rPr lang="en-US" sz="2200" dirty="0">
                <a:cs typeface="Calibri"/>
              </a:rPr>
              <a:t> is a cloud-based IoT platform to store and retrieve data from devices.</a:t>
            </a:r>
            <a:endParaRPr lang="en-US" sz="2200" dirty="0"/>
          </a:p>
          <a:p>
            <a:pPr lvl="1"/>
            <a:r>
              <a:rPr lang="en-US" sz="2200" dirty="0">
                <a:cs typeface="Calibri"/>
              </a:rPr>
              <a:t>Uses HTTP protocol/Restful APIs</a:t>
            </a:r>
          </a:p>
          <a:p>
            <a:pPr lvl="1"/>
            <a:r>
              <a:rPr lang="en-US" sz="2200" dirty="0">
                <a:cs typeface="Calibri"/>
              </a:rPr>
              <a:t>MQTT</a:t>
            </a:r>
          </a:p>
          <a:p>
            <a:r>
              <a:rPr lang="en-US" sz="2200" dirty="0">
                <a:cs typeface="Calibri"/>
              </a:rPr>
              <a:t>"Collect and </a:t>
            </a:r>
            <a:r>
              <a:rPr lang="en-US" sz="2200" dirty="0" err="1">
                <a:cs typeface="Calibri"/>
              </a:rPr>
              <a:t>analyse</a:t>
            </a:r>
            <a:r>
              <a:rPr lang="en-US" sz="2200" dirty="0">
                <a:cs typeface="Calibri"/>
              </a:rPr>
              <a:t> data quickly and easily"</a:t>
            </a:r>
          </a:p>
          <a:p>
            <a:endParaRPr lang="en-US" sz="2200" dirty="0"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7837A8B-E314-461F-B634-B109448CD58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781" r="16757" b="1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1284248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 picture containing screenshot&#10;&#10;Description generated with very high confidence">
            <a:extLst>
              <a:ext uri="{FF2B5EF4-FFF2-40B4-BE49-F238E27FC236}">
                <a16:creationId xmlns:a16="http://schemas.microsoft.com/office/drawing/2014/main" id="{FD95A123-83E5-4FA7-A727-B780ACE805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2663" y="1895775"/>
            <a:ext cx="6955765" cy="405848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76B4F2E-6231-457E-B1FE-9539EB1E2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 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6FA3C2-1834-47B6-9302-EBA828EDEE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370" y="2098795"/>
            <a:ext cx="5684810" cy="433696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Account-based</a:t>
            </a:r>
          </a:p>
          <a:p>
            <a:pPr lvl="1"/>
            <a:r>
              <a:rPr lang="en-US" dirty="0">
                <a:cs typeface="Calibri"/>
              </a:rPr>
              <a:t>Can create free account online</a:t>
            </a:r>
          </a:p>
          <a:p>
            <a:r>
              <a:rPr lang="en-US" dirty="0">
                <a:cs typeface="Calibri"/>
              </a:rPr>
              <a:t>Brought to you by the people who made </a:t>
            </a:r>
            <a:r>
              <a:rPr lang="en-US" dirty="0" err="1">
                <a:cs typeface="Calibri"/>
              </a:rPr>
              <a:t>Matlab</a:t>
            </a:r>
            <a:r>
              <a:rPr lang="en-US" dirty="0">
                <a:cs typeface="Calibri"/>
              </a:rPr>
              <a:t>/Simulink</a:t>
            </a:r>
          </a:p>
          <a:p>
            <a:pPr lvl="1"/>
            <a:r>
              <a:rPr lang="en-US" dirty="0">
                <a:cs typeface="Calibri"/>
              </a:rPr>
              <a:t>Uses </a:t>
            </a:r>
            <a:r>
              <a:rPr lang="en-US" dirty="0" err="1">
                <a:cs typeface="Calibri"/>
              </a:rPr>
              <a:t>Matlab</a:t>
            </a:r>
            <a:r>
              <a:rPr lang="en-US" dirty="0">
                <a:cs typeface="Calibri"/>
              </a:rPr>
              <a:t> features/</a:t>
            </a:r>
            <a:r>
              <a:rPr lang="en-US" dirty="0" err="1">
                <a:cs typeface="Calibri"/>
              </a:rPr>
              <a:t>toolboxs</a:t>
            </a:r>
          </a:p>
          <a:p>
            <a:r>
              <a:rPr lang="en-US" dirty="0">
                <a:cs typeface="Calibri"/>
              </a:rPr>
              <a:t>SDKs/</a:t>
            </a:r>
            <a:r>
              <a:rPr lang="en-US" dirty="0" err="1">
                <a:cs typeface="Calibri"/>
              </a:rPr>
              <a:t>librarys</a:t>
            </a:r>
            <a:r>
              <a:rPr lang="en-US" dirty="0">
                <a:cs typeface="Calibri"/>
              </a:rPr>
              <a:t> for popular languages/devices</a:t>
            </a:r>
          </a:p>
          <a:p>
            <a:r>
              <a:rPr lang="en-US" dirty="0">
                <a:cs typeface="Calibri"/>
              </a:rPr>
              <a:t>Restful API means should work with any device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238801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0BA35-EF4A-4981-8A38-5EA451175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 – basic use</a:t>
            </a:r>
            <a:endParaRPr lang="en-US" dirty="0"/>
          </a:p>
        </p:txBody>
      </p:sp>
      <p:graphicFrame>
        <p:nvGraphicFramePr>
          <p:cNvPr id="11" name="Diagram 11">
            <a:extLst>
              <a:ext uri="{FF2B5EF4-FFF2-40B4-BE49-F238E27FC236}">
                <a16:creationId xmlns:a16="http://schemas.microsoft.com/office/drawing/2014/main" id="{827AB241-85F8-4500-90BD-E7E029844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4608211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23153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BFC0A-058C-459A-B4FB-6A26A3D6A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566" y="164605"/>
            <a:ext cx="9122584" cy="1325563"/>
          </a:xfrm>
        </p:spPr>
        <p:txBody>
          <a:bodyPr>
            <a:normAutofit/>
          </a:bodyPr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 – Create new channel</a:t>
            </a:r>
            <a:endParaRPr lang="en-US" dirty="0"/>
          </a:p>
        </p:txBody>
      </p:sp>
      <p:pic>
        <p:nvPicPr>
          <p:cNvPr id="4" name="Picture 4" descr="A screenshot of a cell phone&#10;&#10;Description generated with very high confidence">
            <a:extLst>
              <a:ext uri="{FF2B5EF4-FFF2-40B4-BE49-F238E27FC236}">
                <a16:creationId xmlns:a16="http://schemas.microsoft.com/office/drawing/2014/main" id="{15359B13-469B-464F-819B-673A85DBE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925" y="1791739"/>
            <a:ext cx="6338055" cy="4275311"/>
          </a:xfrm>
          <a:prstGeom prst="rect">
            <a:avLst/>
          </a:prstGeom>
        </p:spPr>
      </p:pic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56B88DA4-DED9-4B3B-81F0-CEBC3F4B914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52987414"/>
              </p:ext>
            </p:extLst>
          </p:nvPr>
        </p:nvGraphicFramePr>
        <p:xfrm>
          <a:off x="709170" y="1622281"/>
          <a:ext cx="6066118" cy="243854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75435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A19A-76AD-4414-A8C1-88FE59476B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81" y="5691"/>
            <a:ext cx="10515600" cy="1325563"/>
          </a:xfrm>
        </p:spPr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  - New channel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438CF9-A001-42BB-B4A3-2A28239462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294" y="1164266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Once saved you can access channel page:</a:t>
            </a:r>
            <a:endParaRPr lang="en-US" dirty="0" err="1"/>
          </a:p>
        </p:txBody>
      </p:sp>
      <p:pic>
        <p:nvPicPr>
          <p:cNvPr id="4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1CD4AB69-D2A4-4695-A5A6-DE693D671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646" y="1696739"/>
            <a:ext cx="9500558" cy="6138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58165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4A261-4F7F-4C60-B2ED-A9697614C8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Thingspeak</a:t>
            </a:r>
            <a:r>
              <a:rPr lang="en-US" dirty="0">
                <a:cs typeface="Calibri Light"/>
              </a:rPr>
              <a:t>  - Add data to channel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DAFDC-5741-419E-ACC4-03AE68247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842" y="1825625"/>
            <a:ext cx="12787222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Programmatically, many ways!</a:t>
            </a:r>
          </a:p>
          <a:p>
            <a:pPr lvl="1"/>
            <a:r>
              <a:rPr lang="en-US" dirty="0">
                <a:cs typeface="Calibri"/>
              </a:rPr>
              <a:t>Construct HTTP GET request and include field values in query string</a:t>
            </a:r>
          </a:p>
          <a:p>
            <a:pPr lvl="1"/>
            <a:r>
              <a:rPr lang="en-US" dirty="0">
                <a:cs typeface="Calibri"/>
              </a:rPr>
              <a:t>MQTT (see in Lab)</a:t>
            </a: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pPr lvl="1">
              <a:buNone/>
            </a:pPr>
            <a:endParaRPr lang="en-US" sz="2800" dirty="0">
              <a:cs typeface="Calibri"/>
            </a:endParaRPr>
          </a:p>
          <a:p>
            <a:pPr marL="457200" lvl="1" indent="0">
              <a:buNone/>
            </a:pPr>
            <a:r>
              <a:rPr lang="en-US" sz="2800" dirty="0">
                <a:cs typeface="Calibri"/>
              </a:rPr>
              <a:t>GET </a:t>
            </a:r>
            <a:r>
              <a:rPr lang="en-US" sz="2800" dirty="0">
                <a:cs typeface="Calibri"/>
                <a:hlinkClick r:id="rId2"/>
              </a:rPr>
              <a:t>https://api.thingspeak.com/update?api_key=&lt;WRITE-KEY&gt;&amp;field1=12</a:t>
            </a:r>
            <a:endParaRPr lang="en-US" sz="2800" dirty="0">
              <a:cs typeface="Calibri"/>
            </a:endParaRPr>
          </a:p>
          <a:p>
            <a:pPr marL="457200" lvl="1" indent="0">
              <a:buNone/>
            </a:pPr>
            <a:endParaRPr lang="en-US" dirty="0">
              <a:cs typeface="Calibri"/>
            </a:endParaRPr>
          </a:p>
          <a:p>
            <a:r>
              <a:rPr lang="en-US" dirty="0">
                <a:cs typeface="Calibri"/>
              </a:rPr>
              <a:t>Using HTTP GET request, can test from a browser:</a:t>
            </a:r>
          </a:p>
          <a:p>
            <a:pPr marL="0" indent="0">
              <a:buNone/>
            </a:pPr>
            <a:endParaRPr lang="en-US" dirty="0">
              <a:cs typeface="Calibri"/>
            </a:endParaRPr>
          </a:p>
          <a:p>
            <a:pPr marL="0" indent="0">
              <a:buNone/>
            </a:pPr>
            <a:endParaRPr lang="en-US" dirty="0">
              <a:cs typeface="Calibri"/>
            </a:endParaRPr>
          </a:p>
        </p:txBody>
      </p:sp>
      <p:pic>
        <p:nvPicPr>
          <p:cNvPr id="6" name="Picture 6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D080558C-AFE2-4A20-B57C-AE841ACE5A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939" y="5367912"/>
            <a:ext cx="14561387" cy="161810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589E00C-46AB-4893-999C-DD27FDBD8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2956" y="1357831"/>
            <a:ext cx="5124450" cy="2314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4281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CDB6E-19EC-4281-890E-EE3CAA95F0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Think Speak – Analyse data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9DF725-1B9B-4E8A-9F82-9F0BB89010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2305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Thingspeak will visualise each field by default in channel view</a:t>
            </a:r>
            <a:endParaRPr lang="en-US"/>
          </a:p>
        </p:txBody>
      </p:sp>
      <p:pic>
        <p:nvPicPr>
          <p:cNvPr id="4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448883B6-4FEB-43EF-9F19-D8DD57424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154" y="1929804"/>
            <a:ext cx="6783237" cy="4809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19639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700D8-E8FC-4D82-93DC-4A495F74F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Thingspeak  - Apps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EB4E6-9269-4119-8EEA-C113ECAAF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cs typeface="Calibri"/>
              </a:rPr>
              <a:t>The Apps tab provides various mechanism to transform, analyse,visualise and act on data.</a:t>
            </a:r>
            <a:endParaRPr lang="en-US"/>
          </a:p>
        </p:txBody>
      </p:sp>
      <p:pic>
        <p:nvPicPr>
          <p:cNvPr id="4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F18340B7-646F-454C-931A-0223ACFACC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513" y="2609246"/>
            <a:ext cx="5992483" cy="4356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2604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86ECB-7F25-4687-A92A-F6BCC5584D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cs typeface="Calibri Light"/>
              </a:rPr>
              <a:t>ThingSpeak Example: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29BFB-E9B4-4013-834E-19E9DE1A6B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cs typeface="Calibri"/>
              </a:rPr>
              <a:t>Can write </a:t>
            </a:r>
            <a:r>
              <a:rPr lang="en-US" dirty="0" err="1">
                <a:cs typeface="Calibri"/>
              </a:rPr>
              <a:t>Matlab</a:t>
            </a:r>
            <a:r>
              <a:rPr lang="en-US" dirty="0">
                <a:cs typeface="Calibri"/>
              </a:rPr>
              <a:t> Code to </a:t>
            </a:r>
            <a:r>
              <a:rPr lang="en-US" dirty="0" err="1">
                <a:cs typeface="Calibri"/>
              </a:rPr>
              <a:t>analyse</a:t>
            </a:r>
            <a:r>
              <a:rPr lang="en-US" dirty="0">
                <a:cs typeface="Calibri"/>
              </a:rPr>
              <a:t> and transform data</a:t>
            </a:r>
          </a:p>
          <a:p>
            <a:r>
              <a:rPr lang="en-US" dirty="0">
                <a:cs typeface="Calibri"/>
              </a:rPr>
              <a:t>Possible uses:</a:t>
            </a:r>
          </a:p>
          <a:p>
            <a:pPr lvl="1"/>
            <a:r>
              <a:rPr lang="en-US" dirty="0">
                <a:cs typeface="Calibri"/>
              </a:rPr>
              <a:t>Clean data (remove outliers)</a:t>
            </a:r>
          </a:p>
          <a:p>
            <a:pPr lvl="1"/>
            <a:r>
              <a:rPr lang="en-US" dirty="0">
                <a:cs typeface="Calibri"/>
              </a:rPr>
              <a:t>Statistical analysis</a:t>
            </a:r>
          </a:p>
          <a:p>
            <a:pPr lvl="1"/>
            <a:r>
              <a:rPr lang="en-US" dirty="0" err="1">
                <a:cs typeface="Calibri"/>
              </a:rPr>
              <a:t>Transfomations</a:t>
            </a:r>
            <a:endParaRPr lang="en-US" dirty="0">
              <a:cs typeface="Calibri"/>
            </a:endParaRPr>
          </a:p>
          <a:p>
            <a:pPr lvl="1"/>
            <a:r>
              <a:rPr lang="en-US" dirty="0">
                <a:cs typeface="Calibri"/>
              </a:rPr>
              <a:t>Data Fusion</a:t>
            </a:r>
          </a:p>
          <a:p>
            <a:r>
              <a:rPr lang="en-US" dirty="0">
                <a:cs typeface="Calibri"/>
              </a:rPr>
              <a:t>Generally write results to second channel for further analysis/</a:t>
            </a:r>
            <a:r>
              <a:rPr lang="en-US" dirty="0" err="1">
                <a:cs typeface="Calibri"/>
              </a:rPr>
              <a:t>visualisation</a:t>
            </a:r>
            <a:r>
              <a:rPr lang="en-US" dirty="0">
                <a:cs typeface="Calibri"/>
              </a:rPr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35910210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DA97D5-F4E5-49BB-BDB8-4DA887BFD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Thinkspeak: Convert Celcius to Fahrenheit</a:t>
            </a:r>
            <a:endParaRPr lang="en-US"/>
          </a:p>
        </p:txBody>
      </p:sp>
      <p:pic>
        <p:nvPicPr>
          <p:cNvPr id="4" name="Picture 4" descr="A screenshot of a cell phone&#10;&#10;Description generated with high confidence">
            <a:extLst>
              <a:ext uri="{FF2B5EF4-FFF2-40B4-BE49-F238E27FC236}">
                <a16:creationId xmlns:a16="http://schemas.microsoft.com/office/drawing/2014/main" id="{4D1DDFF3-8A39-41DB-A2D5-2BAE82800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8195" y="1292452"/>
            <a:ext cx="7839637" cy="5271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24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8A344-EC48-4764-9019-3C836BE7A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2" y="1204109"/>
            <a:ext cx="10023398" cy="857894"/>
          </a:xfrm>
        </p:spPr>
        <p:txBody>
          <a:bodyPr>
            <a:normAutofit/>
          </a:bodyPr>
          <a:lstStyle/>
          <a:p>
            <a:r>
              <a:rPr lang="en-US" sz="4000" dirty="0" err="1">
                <a:cs typeface="Calibri Light"/>
              </a:rPr>
              <a:t>Thingspeak</a:t>
            </a:r>
            <a:r>
              <a:rPr lang="en-US" sz="4000" dirty="0">
                <a:cs typeface="Calibri Light"/>
              </a:rPr>
              <a:t> – Add data with HTTP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26DFED-92CF-426B-97B2-AC1AF4BBD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932" y="2399115"/>
            <a:ext cx="2779954" cy="282001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1600" dirty="0">
                <a:cs typeface="Calibri"/>
              </a:rPr>
              <a:t>Make HTTP request from Python:</a:t>
            </a:r>
          </a:p>
          <a:p>
            <a:pPr marL="0" indent="0">
              <a:buNone/>
            </a:pPr>
            <a:endParaRPr lang="en-US" sz="1600" dirty="0">
              <a:cs typeface="Calibri"/>
            </a:endParaRPr>
          </a:p>
          <a:p>
            <a:pPr marL="0" indent="0">
              <a:buNone/>
            </a:pPr>
            <a:endParaRPr lang="en-US" sz="1600" dirty="0">
              <a:cs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31B2C4-9748-550B-5B8A-D14AC7EF1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9148" y="3110081"/>
            <a:ext cx="7110817" cy="367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069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8B05B-5B9B-47A2-A41D-490381341B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351" y="433545"/>
            <a:ext cx="11139854" cy="93044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400" dirty="0" err="1"/>
              <a:t>Thingspeak</a:t>
            </a:r>
            <a:r>
              <a:rPr lang="en-US" sz="5400" dirty="0"/>
              <a:t> – Add data with MQTT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E89FCA6-024E-4482-A530-1550020B03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6083" y="2002010"/>
            <a:ext cx="5455917" cy="35736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E91E722-2F0C-094A-BB7D-394AEBF6C7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722" y="1444531"/>
            <a:ext cx="4438728" cy="534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916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2169EF-8C40-4010-AA11-7CCE2BDAB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Which to use: HTTP or MQTT API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CE1EB-8B00-4440-958E-9732197F6D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dirty="0"/>
              <a:t>HTTP (REST) API</a:t>
            </a:r>
          </a:p>
          <a:p>
            <a:pPr lvl="1"/>
            <a:r>
              <a:rPr lang="en-GB" dirty="0"/>
              <a:t>You need to retrieve any historical data, such as data within a defined time range.</a:t>
            </a:r>
          </a:p>
          <a:p>
            <a:pPr lvl="1"/>
            <a:r>
              <a:rPr lang="en-GB" dirty="0"/>
              <a:t>You want to Create Channel, Read Settings, Clear Channel, Delete Channel, or Create Chart.</a:t>
            </a:r>
          </a:p>
          <a:p>
            <a:pPr lvl="1"/>
            <a:r>
              <a:rPr lang="en-GB" dirty="0"/>
              <a:t>You need a response!</a:t>
            </a:r>
          </a:p>
          <a:p>
            <a:r>
              <a:rPr lang="en-GB" dirty="0"/>
              <a:t>MQTT</a:t>
            </a:r>
          </a:p>
          <a:p>
            <a:pPr lvl="1"/>
            <a:r>
              <a:rPr lang="en-GB" dirty="0"/>
              <a:t>Your device is power-constrained, and you want lower battery consumption to send data to </a:t>
            </a:r>
            <a:r>
              <a:rPr lang="en-GB" dirty="0" err="1"/>
              <a:t>ThingSpeak</a:t>
            </a:r>
            <a:r>
              <a:rPr lang="en-GB" dirty="0"/>
              <a:t>. Also, an MQTT PUBLISH operation is typically faster in this scenario.</a:t>
            </a:r>
          </a:p>
          <a:p>
            <a:pPr lvl="1"/>
            <a:r>
              <a:rPr lang="en-GB" dirty="0"/>
              <a:t>Your device connectivity is intermittent, and you have limited bandwidth usage.</a:t>
            </a:r>
          </a:p>
          <a:p>
            <a:pPr lvl="1"/>
            <a:r>
              <a:rPr lang="en-GB" dirty="0"/>
              <a:t>You want immediate updates of data posted to a channel.</a:t>
            </a:r>
          </a:p>
          <a:p>
            <a:pPr lvl="1"/>
            <a:r>
              <a:rPr lang="en-GB" dirty="0"/>
              <a:t>You want messages pushed to you instead of needing to poll the server for new messages.</a:t>
            </a:r>
            <a:endParaRPr lang="en-IE" dirty="0"/>
          </a:p>
        </p:txBody>
      </p:sp>
    </p:spTree>
    <p:extLst>
      <p:ext uri="{BB962C8B-B14F-4D97-AF65-F5344CB8AC3E}">
        <p14:creationId xmlns:p14="http://schemas.microsoft.com/office/powerpoint/2010/main" val="10885609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ontrol a Light with TalkBack on Arduino - MATLAB &amp; Simulink">
            <a:extLst>
              <a:ext uri="{FF2B5EF4-FFF2-40B4-BE49-F238E27FC236}">
                <a16:creationId xmlns:a16="http://schemas.microsoft.com/office/drawing/2014/main" id="{F1AC04EB-C04C-0C68-231C-13F70D8BEE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3630" y="4394200"/>
            <a:ext cx="8010525" cy="2562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7EE8F88-D57F-7A29-2F87-4EE794CD65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New - Talkback</a:t>
            </a:r>
            <a:endParaRPr lang="en-I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DE6F9-8F21-B525-7C12-AA363FC82D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400" y="1387475"/>
            <a:ext cx="10515600" cy="3006725"/>
          </a:xfrm>
        </p:spPr>
        <p:txBody>
          <a:bodyPr>
            <a:normAutofit fontScale="70000" lnSpcReduction="20000"/>
          </a:bodyPr>
          <a:lstStyle/>
          <a:p>
            <a:r>
              <a:rPr lang="en-GB" b="1" dirty="0" err="1"/>
              <a:t>TalkBack</a:t>
            </a:r>
            <a:r>
              <a:rPr lang="en-GB" dirty="0"/>
              <a:t> is a </a:t>
            </a:r>
            <a:r>
              <a:rPr lang="en-GB" b="1" dirty="0"/>
              <a:t>cloud-side command queue</a:t>
            </a:r>
            <a:r>
              <a:rPr lang="en-GB" dirty="0"/>
              <a:t> in </a:t>
            </a:r>
            <a:r>
              <a:rPr lang="en-GB" dirty="0" err="1"/>
              <a:t>ThingSpeak</a:t>
            </a:r>
            <a:r>
              <a:rPr lang="en-GB" dirty="0"/>
              <a:t>.</a:t>
            </a:r>
          </a:p>
          <a:p>
            <a:r>
              <a:rPr lang="en-GB" dirty="0"/>
              <a:t>You (or an app) </a:t>
            </a:r>
            <a:r>
              <a:rPr lang="en-GB" b="1" dirty="0"/>
              <a:t>enqueue commands</a:t>
            </a:r>
            <a:r>
              <a:rPr lang="en-GB" dirty="0"/>
              <a:t>; devices </a:t>
            </a:r>
            <a:r>
              <a:rPr lang="en-GB" b="1" dirty="0"/>
              <a:t>poll and execute</a:t>
            </a:r>
            <a:r>
              <a:rPr lang="en-GB" dirty="0"/>
              <a:t> them later.</a:t>
            </a:r>
          </a:p>
          <a:p>
            <a:r>
              <a:rPr lang="en-GB" dirty="0"/>
              <a:t>Workflow:</a:t>
            </a:r>
          </a:p>
          <a:p>
            <a:pPr lvl="1"/>
            <a:r>
              <a:rPr lang="en-GB" b="1" dirty="0"/>
              <a:t>App/User</a:t>
            </a:r>
            <a:r>
              <a:rPr lang="en-GB" dirty="0"/>
              <a:t> adds a command to a </a:t>
            </a:r>
            <a:r>
              <a:rPr lang="en-GB" dirty="0" err="1"/>
              <a:t>TalkBack</a:t>
            </a:r>
            <a:r>
              <a:rPr lang="en-GB" dirty="0"/>
              <a:t> queue (e.g., SET_FAN=ON)</a:t>
            </a:r>
          </a:p>
          <a:p>
            <a:pPr lvl="1"/>
            <a:r>
              <a:rPr lang="en-GB" b="1" dirty="0"/>
              <a:t>Device polls</a:t>
            </a:r>
            <a:r>
              <a:rPr lang="en-GB" dirty="0"/>
              <a:t> </a:t>
            </a:r>
            <a:r>
              <a:rPr lang="en-GB" dirty="0" err="1"/>
              <a:t>TalkBack</a:t>
            </a:r>
            <a:r>
              <a:rPr lang="en-GB" dirty="0"/>
              <a:t> periodically (HTTP request)</a:t>
            </a:r>
          </a:p>
          <a:p>
            <a:pPr lvl="1"/>
            <a:r>
              <a:rPr lang="en-GB" dirty="0" err="1"/>
              <a:t>ThingSpeak</a:t>
            </a:r>
            <a:r>
              <a:rPr lang="en-GB" dirty="0"/>
              <a:t> returns the </a:t>
            </a:r>
            <a:r>
              <a:rPr lang="en-GB" b="1" dirty="0"/>
              <a:t>next pending command</a:t>
            </a:r>
          </a:p>
          <a:p>
            <a:pPr lvl="1"/>
            <a:r>
              <a:rPr lang="en-GB" dirty="0"/>
              <a:t>Device </a:t>
            </a:r>
            <a:r>
              <a:rPr lang="en-GB" b="1" dirty="0"/>
              <a:t>executes</a:t>
            </a:r>
            <a:r>
              <a:rPr lang="en-GB" dirty="0"/>
              <a:t> it and (optionally) </a:t>
            </a:r>
            <a:r>
              <a:rPr lang="en-GB" b="1" dirty="0"/>
              <a:t>logs status</a:t>
            </a:r>
            <a:r>
              <a:rPr lang="en-GB" dirty="0"/>
              <a:t> to a channel field</a:t>
            </a:r>
            <a:endParaRPr lang="en-IE" dirty="0"/>
          </a:p>
          <a:p>
            <a:pPr marL="0" indent="0">
              <a:buNone/>
            </a:pPr>
            <a:r>
              <a:rPr lang="en-GB" b="1" dirty="0"/>
              <a:t>API ideas (common pattern)</a:t>
            </a:r>
            <a:endParaRPr lang="en-GB" dirty="0"/>
          </a:p>
          <a:p>
            <a:r>
              <a:rPr lang="en-GB" b="1" dirty="0"/>
              <a:t>Add command:</a:t>
            </a:r>
            <a:r>
              <a:rPr lang="en-GB" dirty="0"/>
              <a:t> .../talkbacks/&lt;ID&gt;/</a:t>
            </a:r>
            <a:r>
              <a:rPr lang="en-GB" dirty="0" err="1"/>
              <a:t>commands.json?api_key</a:t>
            </a:r>
            <a:r>
              <a:rPr lang="en-GB" dirty="0"/>
              <a:t>=...&amp;</a:t>
            </a:r>
            <a:r>
              <a:rPr lang="en-GB" dirty="0" err="1"/>
              <a:t>command_string</a:t>
            </a:r>
            <a:r>
              <a:rPr lang="en-GB" dirty="0"/>
              <a:t>=...</a:t>
            </a:r>
          </a:p>
          <a:p>
            <a:r>
              <a:rPr lang="en-GB" b="1" dirty="0"/>
              <a:t>Get next command:</a:t>
            </a:r>
            <a:r>
              <a:rPr lang="en-GB" dirty="0"/>
              <a:t> .../talkbacks/&lt;ID&gt;/commands/</a:t>
            </a:r>
            <a:r>
              <a:rPr lang="en-GB" dirty="0" err="1"/>
              <a:t>execute.json?api_key</a:t>
            </a:r>
            <a:r>
              <a:rPr lang="en-GB" dirty="0"/>
              <a:t>=..</a:t>
            </a:r>
          </a:p>
          <a:p>
            <a:pPr marL="457200" lvl="1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71175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568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Thingspeak</vt:lpstr>
      <vt:lpstr>Thingspeak</vt:lpstr>
      <vt:lpstr>Thingspeak Overview</vt:lpstr>
      <vt:lpstr>Thingspeak – basic use</vt:lpstr>
      <vt:lpstr>ThingSpeak – Create new channel</vt:lpstr>
      <vt:lpstr>Thingspeak  - New channel</vt:lpstr>
      <vt:lpstr>Thingspeak  - Add data to channel</vt:lpstr>
      <vt:lpstr>Think Speak – Analyse data</vt:lpstr>
      <vt:lpstr>Thingspeak  - Apps</vt:lpstr>
      <vt:lpstr>ThingSpeak Example: Analysis</vt:lpstr>
      <vt:lpstr>Thinkspeak: Convert Celcius to Fahrenheit</vt:lpstr>
      <vt:lpstr>Thingspeak – Add data with HTTP</vt:lpstr>
      <vt:lpstr>Thingspeak – Add data with MQTT</vt:lpstr>
      <vt:lpstr>Which to use: HTTP or MQTT API</vt:lpstr>
      <vt:lpstr>New - Talkback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IoT Platforms</dc:title>
  <dc:creator>Frank X Walsh</dc:creator>
  <cp:lastModifiedBy>Frank Walsh</cp:lastModifiedBy>
  <cp:revision>19</cp:revision>
  <dcterms:created xsi:type="dcterms:W3CDTF">2019-10-30T11:31:28Z</dcterms:created>
  <dcterms:modified xsi:type="dcterms:W3CDTF">2025-12-03T13:33:06Z</dcterms:modified>
</cp:coreProperties>
</file>