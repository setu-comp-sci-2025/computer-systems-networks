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1148" r:id="rId2"/>
    <p:sldId id="1149" r:id="rId3"/>
    <p:sldId id="1134" r:id="rId4"/>
    <p:sldId id="1135" r:id="rId5"/>
    <p:sldId id="1136" r:id="rId6"/>
    <p:sldId id="1137" r:id="rId7"/>
    <p:sldId id="1138" r:id="rId8"/>
    <p:sldId id="1139" r:id="rId9"/>
    <p:sldId id="1140" r:id="rId10"/>
    <p:sldId id="1141" r:id="rId11"/>
    <p:sldId id="1142" r:id="rId12"/>
    <p:sldId id="1143" r:id="rId13"/>
    <p:sldId id="1144" r:id="rId14"/>
    <p:sldId id="114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76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78D2A9-2593-4350-BFF0-9A3A4E1A584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D19012A-870F-419B-8696-EDC68F155E31}">
      <dgm:prSet/>
      <dgm:spPr/>
      <dgm:t>
        <a:bodyPr/>
        <a:lstStyle/>
        <a:p>
          <a:pPr>
            <a:lnSpc>
              <a:spcPct val="100000"/>
            </a:lnSpc>
          </a:pPr>
          <a:r>
            <a:rPr lang="en-IE"/>
            <a:t>Short  for Network Mapper</a:t>
          </a:r>
          <a:endParaRPr lang="en-US"/>
        </a:p>
      </dgm:t>
    </dgm:pt>
    <dgm:pt modelId="{D0D9CBB7-F489-4F19-A20A-49C68A7A9D42}" type="parTrans" cxnId="{FB017543-5B18-46E9-89B2-58EC1578DD0F}">
      <dgm:prSet/>
      <dgm:spPr/>
      <dgm:t>
        <a:bodyPr/>
        <a:lstStyle/>
        <a:p>
          <a:endParaRPr lang="en-US"/>
        </a:p>
      </dgm:t>
    </dgm:pt>
    <dgm:pt modelId="{D774A2C2-5FA2-465A-B745-21A436D11668}" type="sibTrans" cxnId="{FB017543-5B18-46E9-89B2-58EC1578DD0F}">
      <dgm:prSet/>
      <dgm:spPr/>
      <dgm:t>
        <a:bodyPr/>
        <a:lstStyle/>
        <a:p>
          <a:endParaRPr lang="en-US"/>
        </a:p>
      </dgm:t>
    </dgm:pt>
    <dgm:pt modelId="{778CC5B5-893E-45C8-9B61-EAEAD281502F}">
      <dgm:prSet/>
      <dgm:spPr/>
      <dgm:t>
        <a:bodyPr/>
        <a:lstStyle/>
        <a:p>
          <a:pPr>
            <a:lnSpc>
              <a:spcPct val="100000"/>
            </a:lnSpc>
          </a:pPr>
          <a:r>
            <a:rPr lang="en-IE"/>
            <a:t>Utility for scanning a network</a:t>
          </a:r>
          <a:endParaRPr lang="en-US"/>
        </a:p>
      </dgm:t>
    </dgm:pt>
    <dgm:pt modelId="{EF25C0F9-61D0-4DB4-A68E-86013A4AE900}" type="parTrans" cxnId="{B65BB0A7-AB71-40AA-8651-CE1E020231BD}">
      <dgm:prSet/>
      <dgm:spPr/>
      <dgm:t>
        <a:bodyPr/>
        <a:lstStyle/>
        <a:p>
          <a:endParaRPr lang="en-US"/>
        </a:p>
      </dgm:t>
    </dgm:pt>
    <dgm:pt modelId="{D9E23FD4-079C-4AB7-A134-8732ADCE5F7F}" type="sibTrans" cxnId="{B65BB0A7-AB71-40AA-8651-CE1E020231BD}">
      <dgm:prSet/>
      <dgm:spPr/>
      <dgm:t>
        <a:bodyPr/>
        <a:lstStyle/>
        <a:p>
          <a:endParaRPr lang="en-US"/>
        </a:p>
      </dgm:t>
    </dgm:pt>
    <dgm:pt modelId="{940B17EC-2C83-4ED1-AC10-C4DEC8E561BF}">
      <dgm:prSet/>
      <dgm:spPr/>
      <dgm:t>
        <a:bodyPr/>
        <a:lstStyle/>
        <a:p>
          <a:pPr>
            <a:lnSpc>
              <a:spcPct val="100000"/>
            </a:lnSpc>
          </a:pPr>
          <a:r>
            <a:rPr lang="en-IE"/>
            <a:t>Used for IT auditing, Device/Asset discovery, Security profiling, Hacking!</a:t>
          </a:r>
          <a:endParaRPr lang="en-US"/>
        </a:p>
      </dgm:t>
    </dgm:pt>
    <dgm:pt modelId="{E0321885-CDCA-455F-9706-0BEE787CD41C}" type="parTrans" cxnId="{16634B86-9EC0-4235-B95C-732D707F073F}">
      <dgm:prSet/>
      <dgm:spPr/>
      <dgm:t>
        <a:bodyPr/>
        <a:lstStyle/>
        <a:p>
          <a:endParaRPr lang="en-US"/>
        </a:p>
      </dgm:t>
    </dgm:pt>
    <dgm:pt modelId="{60D08F05-56C4-4CD7-B15A-17D6391C5358}" type="sibTrans" cxnId="{16634B86-9EC0-4235-B95C-732D707F073F}">
      <dgm:prSet/>
      <dgm:spPr/>
      <dgm:t>
        <a:bodyPr/>
        <a:lstStyle/>
        <a:p>
          <a:endParaRPr lang="en-US"/>
        </a:p>
      </dgm:t>
    </dgm:pt>
    <dgm:pt modelId="{E69B6AE8-623F-4294-BA65-9D599E354B8B}" type="pres">
      <dgm:prSet presAssocID="{D678D2A9-2593-4350-BFF0-9A3A4E1A5845}" presName="root" presStyleCnt="0">
        <dgm:presLayoutVars>
          <dgm:dir/>
          <dgm:resizeHandles val="exact"/>
        </dgm:presLayoutVars>
      </dgm:prSet>
      <dgm:spPr/>
    </dgm:pt>
    <dgm:pt modelId="{C583FDE9-E5C6-457A-9C18-60F23222DBA0}" type="pres">
      <dgm:prSet presAssocID="{8D19012A-870F-419B-8696-EDC68F155E31}" presName="compNode" presStyleCnt="0"/>
      <dgm:spPr/>
    </dgm:pt>
    <dgm:pt modelId="{89AB46CE-5A6F-445A-9BC9-5B2D52631640}" type="pres">
      <dgm:prSet presAssocID="{8D19012A-870F-419B-8696-EDC68F155E31}" presName="bgRect" presStyleLbl="bgShp" presStyleIdx="0" presStyleCnt="3"/>
      <dgm:spPr/>
    </dgm:pt>
    <dgm:pt modelId="{ECCBBAC0-16CF-4AD7-A4EE-E25A1296B56C}" type="pres">
      <dgm:prSet presAssocID="{8D19012A-870F-419B-8696-EDC68F155E3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5EF823A9-9F30-49D8-A813-3449FDADBF83}" type="pres">
      <dgm:prSet presAssocID="{8D19012A-870F-419B-8696-EDC68F155E31}" presName="spaceRect" presStyleCnt="0"/>
      <dgm:spPr/>
    </dgm:pt>
    <dgm:pt modelId="{5D1AC0CD-8825-4101-A904-2E672457D150}" type="pres">
      <dgm:prSet presAssocID="{8D19012A-870F-419B-8696-EDC68F155E31}" presName="parTx" presStyleLbl="revTx" presStyleIdx="0" presStyleCnt="3">
        <dgm:presLayoutVars>
          <dgm:chMax val="0"/>
          <dgm:chPref val="0"/>
        </dgm:presLayoutVars>
      </dgm:prSet>
      <dgm:spPr/>
    </dgm:pt>
    <dgm:pt modelId="{6362BA42-60C5-42CF-AC03-63D625D998B2}" type="pres">
      <dgm:prSet presAssocID="{D774A2C2-5FA2-465A-B745-21A436D11668}" presName="sibTrans" presStyleCnt="0"/>
      <dgm:spPr/>
    </dgm:pt>
    <dgm:pt modelId="{2D0A3BBE-718E-4A6D-A956-E5FBE5BF3CE0}" type="pres">
      <dgm:prSet presAssocID="{778CC5B5-893E-45C8-9B61-EAEAD281502F}" presName="compNode" presStyleCnt="0"/>
      <dgm:spPr/>
    </dgm:pt>
    <dgm:pt modelId="{F820F62E-6C39-403B-ADCE-E1A13831F7D0}" type="pres">
      <dgm:prSet presAssocID="{778CC5B5-893E-45C8-9B61-EAEAD281502F}" presName="bgRect" presStyleLbl="bgShp" presStyleIdx="1" presStyleCnt="3"/>
      <dgm:spPr/>
    </dgm:pt>
    <dgm:pt modelId="{B6EC9034-3E5B-488D-BAE1-A97A22313714}" type="pres">
      <dgm:prSet presAssocID="{778CC5B5-893E-45C8-9B61-EAEAD281502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otocopier"/>
        </a:ext>
      </dgm:extLst>
    </dgm:pt>
    <dgm:pt modelId="{593F8BA6-E970-4254-92EC-CAD4753CFC3A}" type="pres">
      <dgm:prSet presAssocID="{778CC5B5-893E-45C8-9B61-EAEAD281502F}" presName="spaceRect" presStyleCnt="0"/>
      <dgm:spPr/>
    </dgm:pt>
    <dgm:pt modelId="{F3F9BFD9-3883-4AA1-96AF-BC9D3FF43418}" type="pres">
      <dgm:prSet presAssocID="{778CC5B5-893E-45C8-9B61-EAEAD281502F}" presName="parTx" presStyleLbl="revTx" presStyleIdx="1" presStyleCnt="3">
        <dgm:presLayoutVars>
          <dgm:chMax val="0"/>
          <dgm:chPref val="0"/>
        </dgm:presLayoutVars>
      </dgm:prSet>
      <dgm:spPr/>
    </dgm:pt>
    <dgm:pt modelId="{9744688C-5A4A-47D0-BBD9-3AA99ED85E57}" type="pres">
      <dgm:prSet presAssocID="{D9E23FD4-079C-4AB7-A134-8732ADCE5F7F}" presName="sibTrans" presStyleCnt="0"/>
      <dgm:spPr/>
    </dgm:pt>
    <dgm:pt modelId="{E1C4ADAD-1D44-4ECF-B7AC-AA4B89A4A78E}" type="pres">
      <dgm:prSet presAssocID="{940B17EC-2C83-4ED1-AC10-C4DEC8E561BF}" presName="compNode" presStyleCnt="0"/>
      <dgm:spPr/>
    </dgm:pt>
    <dgm:pt modelId="{4F220035-922E-4B06-8920-E1D96DC35EEF}" type="pres">
      <dgm:prSet presAssocID="{940B17EC-2C83-4ED1-AC10-C4DEC8E561BF}" presName="bgRect" presStyleLbl="bgShp" presStyleIdx="2" presStyleCnt="3"/>
      <dgm:spPr/>
    </dgm:pt>
    <dgm:pt modelId="{F948B879-B5E4-4177-B1E6-F6A0CF6B6A8C}" type="pres">
      <dgm:prSet presAssocID="{940B17EC-2C83-4ED1-AC10-C4DEC8E561B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3B2A4DBD-260E-4498-A1D9-D3E67900BB56}" type="pres">
      <dgm:prSet presAssocID="{940B17EC-2C83-4ED1-AC10-C4DEC8E561BF}" presName="spaceRect" presStyleCnt="0"/>
      <dgm:spPr/>
    </dgm:pt>
    <dgm:pt modelId="{071078F3-2BA8-44E5-A182-E266585C167B}" type="pres">
      <dgm:prSet presAssocID="{940B17EC-2C83-4ED1-AC10-C4DEC8E561B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B017543-5B18-46E9-89B2-58EC1578DD0F}" srcId="{D678D2A9-2593-4350-BFF0-9A3A4E1A5845}" destId="{8D19012A-870F-419B-8696-EDC68F155E31}" srcOrd="0" destOrd="0" parTransId="{D0D9CBB7-F489-4F19-A20A-49C68A7A9D42}" sibTransId="{D774A2C2-5FA2-465A-B745-21A436D11668}"/>
    <dgm:cxn modelId="{16634B86-9EC0-4235-B95C-732D707F073F}" srcId="{D678D2A9-2593-4350-BFF0-9A3A4E1A5845}" destId="{940B17EC-2C83-4ED1-AC10-C4DEC8E561BF}" srcOrd="2" destOrd="0" parTransId="{E0321885-CDCA-455F-9706-0BEE787CD41C}" sibTransId="{60D08F05-56C4-4CD7-B15A-17D6391C5358}"/>
    <dgm:cxn modelId="{558B8C89-CBA3-4E99-85E7-6A50EDEE1383}" type="presOf" srcId="{778CC5B5-893E-45C8-9B61-EAEAD281502F}" destId="{F3F9BFD9-3883-4AA1-96AF-BC9D3FF43418}" srcOrd="0" destOrd="0" presId="urn:microsoft.com/office/officeart/2018/2/layout/IconVerticalSolidList"/>
    <dgm:cxn modelId="{03C5A89C-4C4C-4ED6-87C8-44060812D09B}" type="presOf" srcId="{940B17EC-2C83-4ED1-AC10-C4DEC8E561BF}" destId="{071078F3-2BA8-44E5-A182-E266585C167B}" srcOrd="0" destOrd="0" presId="urn:microsoft.com/office/officeart/2018/2/layout/IconVerticalSolidList"/>
    <dgm:cxn modelId="{B65BB0A7-AB71-40AA-8651-CE1E020231BD}" srcId="{D678D2A9-2593-4350-BFF0-9A3A4E1A5845}" destId="{778CC5B5-893E-45C8-9B61-EAEAD281502F}" srcOrd="1" destOrd="0" parTransId="{EF25C0F9-61D0-4DB4-A68E-86013A4AE900}" sibTransId="{D9E23FD4-079C-4AB7-A134-8732ADCE5F7F}"/>
    <dgm:cxn modelId="{31C4F5CB-1261-4516-8D18-B48E7D515B4F}" type="presOf" srcId="{D678D2A9-2593-4350-BFF0-9A3A4E1A5845}" destId="{E69B6AE8-623F-4294-BA65-9D599E354B8B}" srcOrd="0" destOrd="0" presId="urn:microsoft.com/office/officeart/2018/2/layout/IconVerticalSolidList"/>
    <dgm:cxn modelId="{7C0DAFF8-A9F7-4D7E-9F7C-F7D907F02734}" type="presOf" srcId="{8D19012A-870F-419B-8696-EDC68F155E31}" destId="{5D1AC0CD-8825-4101-A904-2E672457D150}" srcOrd="0" destOrd="0" presId="urn:microsoft.com/office/officeart/2018/2/layout/IconVerticalSolidList"/>
    <dgm:cxn modelId="{6DCA6024-AF5A-4B48-8C68-47F43C902812}" type="presParOf" srcId="{E69B6AE8-623F-4294-BA65-9D599E354B8B}" destId="{C583FDE9-E5C6-457A-9C18-60F23222DBA0}" srcOrd="0" destOrd="0" presId="urn:microsoft.com/office/officeart/2018/2/layout/IconVerticalSolidList"/>
    <dgm:cxn modelId="{94FC4B96-3552-43FF-8321-D2A113FAB2AB}" type="presParOf" srcId="{C583FDE9-E5C6-457A-9C18-60F23222DBA0}" destId="{89AB46CE-5A6F-445A-9BC9-5B2D52631640}" srcOrd="0" destOrd="0" presId="urn:microsoft.com/office/officeart/2018/2/layout/IconVerticalSolidList"/>
    <dgm:cxn modelId="{F4464440-DE58-43BC-AF4A-5B07024E1D71}" type="presParOf" srcId="{C583FDE9-E5C6-457A-9C18-60F23222DBA0}" destId="{ECCBBAC0-16CF-4AD7-A4EE-E25A1296B56C}" srcOrd="1" destOrd="0" presId="urn:microsoft.com/office/officeart/2018/2/layout/IconVerticalSolidList"/>
    <dgm:cxn modelId="{8AC1C02A-F6CB-4F8A-AA03-751635DA530F}" type="presParOf" srcId="{C583FDE9-E5C6-457A-9C18-60F23222DBA0}" destId="{5EF823A9-9F30-49D8-A813-3449FDADBF83}" srcOrd="2" destOrd="0" presId="urn:microsoft.com/office/officeart/2018/2/layout/IconVerticalSolidList"/>
    <dgm:cxn modelId="{B67B6A9E-604A-4C43-A94F-1A60A82FE5BA}" type="presParOf" srcId="{C583FDE9-E5C6-457A-9C18-60F23222DBA0}" destId="{5D1AC0CD-8825-4101-A904-2E672457D150}" srcOrd="3" destOrd="0" presId="urn:microsoft.com/office/officeart/2018/2/layout/IconVerticalSolidList"/>
    <dgm:cxn modelId="{682BE726-8C40-4A7B-B084-222BD58D2BE9}" type="presParOf" srcId="{E69B6AE8-623F-4294-BA65-9D599E354B8B}" destId="{6362BA42-60C5-42CF-AC03-63D625D998B2}" srcOrd="1" destOrd="0" presId="urn:microsoft.com/office/officeart/2018/2/layout/IconVerticalSolidList"/>
    <dgm:cxn modelId="{A30D5F53-F716-4123-906A-AFB6FE6E2A9F}" type="presParOf" srcId="{E69B6AE8-623F-4294-BA65-9D599E354B8B}" destId="{2D0A3BBE-718E-4A6D-A956-E5FBE5BF3CE0}" srcOrd="2" destOrd="0" presId="urn:microsoft.com/office/officeart/2018/2/layout/IconVerticalSolidList"/>
    <dgm:cxn modelId="{ED2EB718-EC58-426A-9C4D-43BBD569CDC0}" type="presParOf" srcId="{2D0A3BBE-718E-4A6D-A956-E5FBE5BF3CE0}" destId="{F820F62E-6C39-403B-ADCE-E1A13831F7D0}" srcOrd="0" destOrd="0" presId="urn:microsoft.com/office/officeart/2018/2/layout/IconVerticalSolidList"/>
    <dgm:cxn modelId="{4432AF64-39CB-408D-AA33-D6143C9E5030}" type="presParOf" srcId="{2D0A3BBE-718E-4A6D-A956-E5FBE5BF3CE0}" destId="{B6EC9034-3E5B-488D-BAE1-A97A22313714}" srcOrd="1" destOrd="0" presId="urn:microsoft.com/office/officeart/2018/2/layout/IconVerticalSolidList"/>
    <dgm:cxn modelId="{E0006155-40D8-49E8-8518-D134799D04C3}" type="presParOf" srcId="{2D0A3BBE-718E-4A6D-A956-E5FBE5BF3CE0}" destId="{593F8BA6-E970-4254-92EC-CAD4753CFC3A}" srcOrd="2" destOrd="0" presId="urn:microsoft.com/office/officeart/2018/2/layout/IconVerticalSolidList"/>
    <dgm:cxn modelId="{EE7DA142-FD65-4436-A1CD-6EB8D1FCB60B}" type="presParOf" srcId="{2D0A3BBE-718E-4A6D-A956-E5FBE5BF3CE0}" destId="{F3F9BFD9-3883-4AA1-96AF-BC9D3FF43418}" srcOrd="3" destOrd="0" presId="urn:microsoft.com/office/officeart/2018/2/layout/IconVerticalSolidList"/>
    <dgm:cxn modelId="{455E5255-69A0-442C-AD24-EA4BC1D6B773}" type="presParOf" srcId="{E69B6AE8-623F-4294-BA65-9D599E354B8B}" destId="{9744688C-5A4A-47D0-BBD9-3AA99ED85E57}" srcOrd="3" destOrd="0" presId="urn:microsoft.com/office/officeart/2018/2/layout/IconVerticalSolidList"/>
    <dgm:cxn modelId="{10AEFB2A-37DC-47F0-9442-E5C24C582AD9}" type="presParOf" srcId="{E69B6AE8-623F-4294-BA65-9D599E354B8B}" destId="{E1C4ADAD-1D44-4ECF-B7AC-AA4B89A4A78E}" srcOrd="4" destOrd="0" presId="urn:microsoft.com/office/officeart/2018/2/layout/IconVerticalSolidList"/>
    <dgm:cxn modelId="{2CFB486F-A96F-4F41-A7A7-9F810006C2A2}" type="presParOf" srcId="{E1C4ADAD-1D44-4ECF-B7AC-AA4B89A4A78E}" destId="{4F220035-922E-4B06-8920-E1D96DC35EEF}" srcOrd="0" destOrd="0" presId="urn:microsoft.com/office/officeart/2018/2/layout/IconVerticalSolidList"/>
    <dgm:cxn modelId="{1B361865-8F45-47DF-9849-2BF0EFD0C719}" type="presParOf" srcId="{E1C4ADAD-1D44-4ECF-B7AC-AA4B89A4A78E}" destId="{F948B879-B5E4-4177-B1E6-F6A0CF6B6A8C}" srcOrd="1" destOrd="0" presId="urn:microsoft.com/office/officeart/2018/2/layout/IconVerticalSolidList"/>
    <dgm:cxn modelId="{E0A66796-D9B8-4331-9753-E63AB69047EE}" type="presParOf" srcId="{E1C4ADAD-1D44-4ECF-B7AC-AA4B89A4A78E}" destId="{3B2A4DBD-260E-4498-A1D9-D3E67900BB56}" srcOrd="2" destOrd="0" presId="urn:microsoft.com/office/officeart/2018/2/layout/IconVerticalSolidList"/>
    <dgm:cxn modelId="{A813D0E8-65FB-4224-AD18-F2062093251A}" type="presParOf" srcId="{E1C4ADAD-1D44-4ECF-B7AC-AA4B89A4A78E}" destId="{071078F3-2BA8-44E5-A182-E266585C16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AB46CE-5A6F-445A-9BC9-5B2D52631640}">
      <dsp:nvSpPr>
        <dsp:cNvPr id="0" name=""/>
        <dsp:cNvSpPr/>
      </dsp:nvSpPr>
      <dsp:spPr>
        <a:xfrm>
          <a:off x="0" y="456"/>
          <a:ext cx="3822189" cy="10690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BBAC0-16CF-4AD7-A4EE-E25A1296B56C}">
      <dsp:nvSpPr>
        <dsp:cNvPr id="0" name=""/>
        <dsp:cNvSpPr/>
      </dsp:nvSpPr>
      <dsp:spPr>
        <a:xfrm>
          <a:off x="323402" y="241004"/>
          <a:ext cx="588004" cy="5880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1AC0CD-8825-4101-A904-2E672457D150}">
      <dsp:nvSpPr>
        <dsp:cNvPr id="0" name=""/>
        <dsp:cNvSpPr/>
      </dsp:nvSpPr>
      <dsp:spPr>
        <a:xfrm>
          <a:off x="1234809" y="456"/>
          <a:ext cx="2587379" cy="1069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146" tIns="113146" rIns="113146" bIns="1131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kern="1200"/>
            <a:t>Short  for Network Mapper</a:t>
          </a:r>
          <a:endParaRPr lang="en-US" sz="1600" kern="1200"/>
        </a:p>
      </dsp:txBody>
      <dsp:txXfrm>
        <a:off x="1234809" y="456"/>
        <a:ext cx="2587379" cy="1069099"/>
      </dsp:txXfrm>
    </dsp:sp>
    <dsp:sp modelId="{F820F62E-6C39-403B-ADCE-E1A13831F7D0}">
      <dsp:nvSpPr>
        <dsp:cNvPr id="0" name=""/>
        <dsp:cNvSpPr/>
      </dsp:nvSpPr>
      <dsp:spPr>
        <a:xfrm>
          <a:off x="0" y="1336831"/>
          <a:ext cx="3822189" cy="10690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EC9034-3E5B-488D-BAE1-A97A22313714}">
      <dsp:nvSpPr>
        <dsp:cNvPr id="0" name=""/>
        <dsp:cNvSpPr/>
      </dsp:nvSpPr>
      <dsp:spPr>
        <a:xfrm>
          <a:off x="323402" y="1577378"/>
          <a:ext cx="588004" cy="5880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F9BFD9-3883-4AA1-96AF-BC9D3FF43418}">
      <dsp:nvSpPr>
        <dsp:cNvPr id="0" name=""/>
        <dsp:cNvSpPr/>
      </dsp:nvSpPr>
      <dsp:spPr>
        <a:xfrm>
          <a:off x="1234809" y="1336831"/>
          <a:ext cx="2587379" cy="1069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146" tIns="113146" rIns="113146" bIns="1131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kern="1200"/>
            <a:t>Utility for scanning a network</a:t>
          </a:r>
          <a:endParaRPr lang="en-US" sz="1600" kern="1200"/>
        </a:p>
      </dsp:txBody>
      <dsp:txXfrm>
        <a:off x="1234809" y="1336831"/>
        <a:ext cx="2587379" cy="1069099"/>
      </dsp:txXfrm>
    </dsp:sp>
    <dsp:sp modelId="{4F220035-922E-4B06-8920-E1D96DC35EEF}">
      <dsp:nvSpPr>
        <dsp:cNvPr id="0" name=""/>
        <dsp:cNvSpPr/>
      </dsp:nvSpPr>
      <dsp:spPr>
        <a:xfrm>
          <a:off x="0" y="2673205"/>
          <a:ext cx="3822189" cy="10690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48B879-B5E4-4177-B1E6-F6A0CF6B6A8C}">
      <dsp:nvSpPr>
        <dsp:cNvPr id="0" name=""/>
        <dsp:cNvSpPr/>
      </dsp:nvSpPr>
      <dsp:spPr>
        <a:xfrm>
          <a:off x="323402" y="2913753"/>
          <a:ext cx="588004" cy="5880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078F3-2BA8-44E5-A182-E266585C167B}">
      <dsp:nvSpPr>
        <dsp:cNvPr id="0" name=""/>
        <dsp:cNvSpPr/>
      </dsp:nvSpPr>
      <dsp:spPr>
        <a:xfrm>
          <a:off x="1234809" y="2673205"/>
          <a:ext cx="2587379" cy="1069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146" tIns="113146" rIns="113146" bIns="1131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kern="1200"/>
            <a:t>Used for IT auditing, Device/Asset discovery, Security profiling, Hacking!</a:t>
          </a:r>
          <a:endParaRPr lang="en-US" sz="1600" kern="1200"/>
        </a:p>
      </dsp:txBody>
      <dsp:txXfrm>
        <a:off x="1234809" y="2673205"/>
        <a:ext cx="2587379" cy="10690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1T11:45:15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2616 203 8144 0 0,'0'0'741'0'0,"-16"-7"676"0"0,15 6-1405 0 0,0 0-1 0 0,0-1 1 0 0,1 1-1 0 0,-1 0 1 0 0,0-1-1 0 0,1 1 1 0 0,-1-1 0 0 0,0 1-1 0 0,1-1 1 0 0,0 1-1 0 0,-1-1 1 0 0,1 1-1 0 0,0-1 1 0 0,0-1-1 0 0,-3-8 18 0 0,-22-27-29 0 0,19 33 249 0 0,0 1-1 0 0,1 0 1 0 0,-2 0 0 0 0,1 0 0 0 0,0 1 0 0 0,-1 0 0 0 0,0 0 0 0 0,1 1 0 0 0,-1 0-1 0 0,0 0 1 0 0,-13-1 0 0 0,6-2 406 0 0,-1 1-108 0 0,-46 1 573 0 0,39 1-940 0 0,0 1 0 0 0,-25 2 0 0 0,-73 4 786 0 0,-38-13-437 0 0,83 3-462 0 0,40 2 137 0 0,-65 3 1 0 0,38 2 87 0 0,20-2-80 0 0,-18-2 10 0 0,-1 4 0 0 0,1 2 0 0 0,-85 16 0 0 0,124-15-215 0 0,-201 42 62 0 0,186-39-71 0 0,-13 2 15 0 0,-74 8 37 0 0,92-12-47 0 0,-83 23 115 0 0,67-19-115 0 0,2 2 1 0 0,-60 23-1 0 0,-61 37-3 0 0,146-64 0 0 0,-26 15 0 0 0,30-13 0 0 0,-1-2 0 0 0,-33 12 0 0 0,36-15 0 0 0,0 1-1 0 0,-13 7 0 0 0,-16 6 14 0 0,0 4 25 0 0,10-4-23 0 0,26-16-15 0 0,0 0 0 0 0,1 0 0 0 0,0 1 0 0 0,-1 0 0 0 0,1 1 0 0 0,1-1 0 0 0,-9 9 0 0 0,13-12 0 0 0,0 0 0 0 0,0 0 0 0 0,0 0 0 0 0,0 0 0 0 0,1 0 0 0 0,-1 0 0 0 0,0 0 0 0 0,1 1 0 0 0,-1-1 0 0 0,0 0 0 0 0,1 0 0 0 0,-1 1 0 0 0,1-1 0 0 0,0 0 0 0 0,-1 3 0 0 0,-9 27 0 0 0,9-30 0 0 0,0 0 0 0 0,1 1 0 0 0,-1-1 0 0 0,0 0 0 0 0,1 0 0 0 0,-1 1 0 0 0,1-1 0 0 0,-1 0 0 0 0,1 1 0 0 0,0-1 0 0 0,-1 1 0 0 0,1-1 0 0 0,0 0 0 0 0,0 1 0 0 0,0-1 0 0 0,1 3 0 0 0,-2 5 0 0 0,-1-2 0 0 0,1-4 0 0 0,0-1 0 0 0,0 0 0 0 0,1 0 0 0 0,-1 1 0 0 0,1-1 0 0 0,0 0 0 0 0,-1 1 0 0 0,1-1 0 0 0,0 0 0 0 0,0 1 0 0 0,1-1 0 0 0,-1 0 0 0 0,0 1 0 0 0,1-1 0 0 0,0 3 0 0 0,1 1 0 0 0,-1 1 0 0 0,1 1 0 0 0,0-1 0 0 0,0 0 0 0 0,0 0 0 0 0,1 1 0 0 0,1-2 0 0 0,-1 1 0 0 0,1 0 0 0 0,0-1 0 0 0,9 12 0 0 0,-11-17 0 0 0,-1-1 0 0 0,0 1 0 0 0,0 0 0 0 0,0 0 0 0 0,0 0 0 0 0,0-1 0 0 0,0 1 0 0 0,0 0 0 0 0,-1 0 0 0 0,1 0 0 0 0,0 1 0 0 0,0-1 0 0 0,-1 0 0 0 0,1 0 0 0 0,-1 0 0 0 0,2 2 0 0 0,0 2 0 0 0,14 13 17 0 0,-1-1 51 0 0,1 0 0 0 0,32 26-1 0 0,10-9 241 0 0,-43-26-220 0 0,0 0 0 0 0,0 0 0 0 0,1-2 0 0 0,0 0 0 0 0,17 4 0 0 0,-6-4-1 0 0,16 6-26 0 0,34 13-17 0 0,-26-10-12 0 0,60 17 32 0 0,-83-23-63 0 0,47 10 9 0 0,116 10 482 0 0,48 10-592 0 0,-96-12-23 0 0,-90-17 305 0 0,-25-4-75 0 0,36 2-1 0 0,37 1-243 0 0,68 1 543 0 0,-100-9-395 0 0,141-7-190 0 0,-71 2 263 0 0,186-6 124 0 0,-156 6-76 0 0,-67-4-35 0 0,3 0 17 0 0,-29 3-21 0 0,-52 2-47 0 0,0 2-1 0 0,32 1 0 0 0,-28 2 19 0 0,49-5-1 0 0,-6-1 18 0 0,114-5 143 0 0,-40 7-228 0 0,-18 0 72 0 0,120-3 68 0 0,-199 2 36 0 0,80 6 0 0 0,-18-1-95 0 0,-20 0-58 0 0,-82-2-19 0 0,46 3 0 0 0,75 14 0 0 0,-51-7 220 0 0,-53-7-166 0 0,124 1-84 0 0,-16-2-14 0 0,122 17 108 0 0,-158-11-97 0 0,50 1-30 0 0,5-12 82 0 0,84 2 37 0 0,-170 3 0 0 0,67 6-123 0 0,-53-3 45 0 0,0-3 0 0 0,82-8 0 0 0,21-1 35 0 0,402 3 40 0 0,-352-5-117 0 0,-115 3 110 0 0,-53 1-28 0 0,197-22 46 0 0,-146 13-128 0 0,76-9 64 0 0,-91 13 0 0 0,-36 3 2 0 0,93-13 50 0 0,62-14-11 0 0,34 4-128 0 0,-191 23 91 0 0,75-16-1 0 0,-79 11 54 0 0,175-41 7 0 0,-26-6-105 0 0,-44 11 10 0 0,-128 36 67 0 0,59-28 0 0 0,-61 24-44 0 0,52-26 19 0 0,-75 36 5 0 0,-1-1 0 0 0,0 0 0 0 0,0-1 0 0 0,0 0 0 0 0,10-12 1 0 0,0 1 14 0 0,-14 13-8 0 0,-1-1 0 0 0,1 1 1 0 0,-1-1-1 0 0,0 0 0 0 0,-1-1 1 0 0,0 1-1 0 0,5-12 0 0 0,10-18 36 0 0,-17 33-51 0 0,0 1 0 0 0,0-1 0 0 0,-1 0-1 0 0,1 0 1 0 0,-1 0 0 0 0,0 0 0 0 0,0 0-1 0 0,0 0 1 0 0,-1 0 0 0 0,1 0 0 0 0,-1 0-1 0 0,0 0 1 0 0,-1-7 0 0 0,0 4 22 0 0,-1 0 0 0 0,0 0 0 0 0,0 1 0 0 0,0-1 0 0 0,-1 1-1 0 0,0 0 1 0 0,-6-9 0 0 0,-2-1 40 0 0,-1 0-1 0 0,0 1 1 0 0,-1 1 0 0 0,-28-24-1 0 0,32 30-69 0 0,-1 0 0 0 0,0 0 0 0 0,0 1 0 0 0,-1 0 0 0 0,0 1 0 0 0,-1 0 0 0 0,-18-6 0 0 0,-11-9 0 0 0,32 15 2 0 0,0 1 1 0 0,-1 0 0 0 0,-15-5 0 0 0,-51-19 210 0 0,43 20-213 0 0,-56-6 0 0 0,72 12 0 0 0,1 0 0 0 0,0-1 0 0 0,-16-7 0 0 0,-24-5 0 0 0,-13 0 29 0 0,34 7-7 0 0,-2 1 1 0 0,-42-3-1 0 0,2-1 130 0 0,50 7-82 0 0,-29-2-1 0 0,-215-16-376 0 0,189 15 286 0 0,-64-1-30 0 0,-51 3 51 0 0,-169 2-64 0 0,206 8 64 0 0,-22 6 444 0 0,80-7-420 0 0,51 0-26 0 0,-67-4 0 0 0,-128-5-300 0 0,161 7 244 0 0,-68 10 58 0 0,-1 1 0 0 0,-50-12 0 0 0,-105 0 0 0 0,114 6 0 0 0,-168 2 0 0 0,196 0 40 0 0,-2 0 0 0 0,-203 14-40 0 0,255-16 112 0 0,22-2 0 0 0,-31 2-38 0 0,-26 2-289 0 0,-40-5 249 0 0,103-5 39 0 0,-1 3-52 0 0,-165-7 32 0 0,141 6-53 0 0,0-3 32 0 0,2 0 0 0 0,-221-3 183 0 0,201 7-147 0 0,75-2 43 0 0,-73-11-1 0 0,-136-35 136 0 0,232 42-244 0 0,0 1 0 0 0,0 2 0 0 0,-1 1 0 0 0,-62 8 0 0 0,70-3-33 0 0,-186 30-1554 0 0,166-23 363 0 0,0 5-60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1T11:45:32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2795 920 0 0,'0'0'1665'0'0,"-4"11"2008"0"0,-1 2 3869 0 0,0-5-2809 0 0,19-29-4057 0 0,-9 14-447 0 0,0 0 1 0 0,-1 0 0 0 0,0 0-1 0 0,6-14 1 0 0,44-99 1375 0 0,-24 57-992 0 0,9-42 75 0 0,-8 20-232 0 0,5-4-14 0 0,109-238 379 0 0,-82 189-618 0 0,-25 53-85 0 0,45-106 131 0 0,25-53 20 0 0,-6 37-19 0 0,-89 178-192 0 0,10-30 1 0 0,3-5 11 0 0,24-73 38 0 0,-19 46-99 0 0,-5 3 55 0 0,-22 76-64 0 0,3-7 0 0 0,16-32 0 0 0,-14 32 0 0 0,13-36 0 0 0,4-9 0 0 0,-20 46 0 0 0,-5 15 0 0 0,0 0 0 0 0,0 1 0 0 0,1-1 0 0 0,-1 0 0 0 0,0 0 0 0 0,1 0 0 0 0,0 1 0 0 0,3-5 0 0 0,-3 5 0 0 0,-1 0 0 0 0,0 0 0 0 0,0 0 0 0 0,0 0 0 0 0,0 0 0 0 0,0 0 0 0 0,0 0 0 0 0,0 0 0 0 0,0-5 0 0 0,0 5 0 0 0,-1-1 0 0 0,1 0 0 0 0,0 1 0 0 0,0-1 0 0 0,0 0 0 0 0,0 1 0 0 0,1 0 0 0 0,1-4 0 0 0,13-22 0 0 0,-14 23 0 0 0,-1 1 0 0 0,2 0 0 0 0,-1-1 0 0 0,0 1 0 0 0,1 0 0 0 0,4-4 0 0 0,11-20 0 0 0,-9 18 0 0 0,0 1 0 0 0,11-18 0 0 0,-2 2 0 0 0,-13 18 0 0 0,0 0 0 0 0,-1-1 0 0 0,0 0 0 0 0,-1 0 0 0 0,0 0 0 0 0,3-11 0 0 0,-2 8 0 0 0,4 0 0 0 0,-8 11 0 0 0,1-1 0 0 0,-1 1 0 0 0,1-1 0 0 0,-1 1 0 0 0,1-1 0 0 0,-1 1 0 0 0,0-1 0 0 0,1 1 0 0 0,-1-1 0 0 0,0 1 0 0 0,1-1 0 0 0,-1 1 0 0 0,0-1 0 0 0,0 1 0 0 0,1-1 0 0 0,-1 0 0 0 0,0 1 0 0 0,0-1 0 0 0,0 0 0 0 0,0 1 0 0 0,0-1 0 0 0,0 0 0 0 0,0 1 0 0 0,0-1 0 0 0,0 1 0 0 0,0-2 0 0 0,0 1 0 0 0,-1 1 0 0 0,1 0 0 0 0,0-1 0 0 0,0 1 0 0 0,-1-1 0 0 0,1 1 0 0 0,0 0 0 0 0,0-1 0 0 0,0 1 0 0 0,0-1 0 0 0,0 1 0 0 0,0-1 0 0 0,0 1 0 0 0,0-1 0 0 0,0 1 0 0 0,0-1 0 0 0,0 1 0 0 0,0-1 0 0 0,0 1 0 0 0,0 0 0 0 0,0-1 0 0 0,0 1 0 0 0,0-1 0 0 0,0 1 0 0 0,1-1 0 0 0,-1 1 0 0 0,0 0 0 0 0,0-1 0 0 0,1 1 0 0 0,-1-1 0 0 0,0 1 0 0 0,1 0 0 0 0,-1-1 0 0 0,0 1 0 0 0,1 0 0 0 0,-1 0 0 0 0,1-1 0 0 0,2-2 0 0 0,0-1 0 0 0,0 1 0 0 0,0-1 0 0 0,0 0 0 0 0,3-6 0 0 0,1 3 11 0 0,-7 6 32 0 0,-19 0 18 0 0,0 3-50 0 0,3 1-9 0 0,9-1-3 0 0,1 1-1 0 0,-1-1 0 0 0,1 1 0 0 0,0 1 1 0 0,0-1-1 0 0,0 1 0 0 0,0 0 1 0 0,-7 7-1 0 0,-17 10-47 0 0,11-9 34 0 0,-29 26 0 0 0,18-13-27 0 0,-127 88-22 0 0,112-85 54 0 0,40-22-28 0 0,4-5 33 0 0,0 0 0 0 0,1 0 0 0 0,-1 0 0 0 0,0 0-1 0 0,0 0 1 0 0,0 0 0 0 0,0 0 0 0 0,0-1 0 0 0,0 1 0 0 0,0 0-1 0 0,0 0 1 0 0,0-1 0 0 0,0 1 0 0 0,0-1 0 0 0,0 1-1 0 0,-3 0 1 0 0,3-1-65 0 0,17-2-524 0 0,-7-1 573 0 0,1 0 0 0 0,-1 0 0 0 0,0-1 0 0 0,0 0-1 0 0,-1-1 1 0 0,1 0 0 0 0,-1-1 0 0 0,0 1 0 0 0,7-8 0 0 0,7-5-8 0 0,-9 8 13 0 0,23-26-1 0 0,11-9-14 0 0,-21 24 31 0 0,-17 12 0 0 0,1 1 0 0 0,0 0 0 0 0,19-10 0 0 0,-8 5 2 0 0,-19 11-3 0 0,1 0 0 0 0,0 0 0 0 0,0 1 1 0 0,-1-1-1 0 0,1 1 0 0 0,0 0 0 0 0,0-1 0 0 0,0 1 0 0 0,0 0 0 0 0,1 1 0 0 0,-1-1 0 0 0,0 1 0 0 0,5-1 1 0 0,10 2-24 0 0,-14 1 3 0 0,0 1 12 0 0,2-3 1 0 0,-5 0 6 0 0,1 0 0 0 0,-1 0-1 0 0,0 0 1 0 0,1 0-1 0 0,-1 0 1 0 0,0 0 0 0 0,1 1-1 0 0,-1-1 1 0 0,0 0-1 0 0,0 1 1 0 0,1-1 0 0 0,-1 1-1 0 0,0 0 1 0 0,0-1-1 0 0,0 1 1 0 0,0 0 0 0 0,0 0-1 0 0,1 1 1 0 0,4 1-18 0 0,-1 1-1 0 0,0-1 1 0 0,0 1 0 0 0,8 8 0 0 0,-11-9 13 0 0,0-1 0 0 0,-1 1 1 0 0,1-1-1 0 0,-1 1 1 0 0,1-1-1 0 0,-1 1 1 0 0,0 0-1 0 0,0 0 0 0 0,0 0 1 0 0,-1-1-1 0 0,1 1 1 0 0,0 5-1 0 0,10 33 7 0 0,-9-37 0 0 0,0 1 0 0 0,-1 0 0 0 0,1-1 0 0 0,-1 1 0 0 0,0 0 0 0 0,0 0 0 0 0,-1 0 0 0 0,1 0 0 0 0,-1 0 0 0 0,-1 6 0 0 0,-7 16 0 0 0,5-22 0 0 0,1 1 0 0 0,0-1 0 0 0,1 1 0 0 0,-3 11 0 0 0,3 97 0 0 0,-1-46 22 0 0,-2 39 20 0 0,4-98-211 0 0,0 1 0 0 0,1-1 0 0 0,2 16 0 0 0,-1-16-135 0 0,-1 2 0 0 0,0-1-1 0 0,-1 14 1 0 0,-3 0-779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0T15:31:47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2169 497 8752 0 0,'-1'-7'136'0'0,"0"1"-1"0"0,-1-1 1 0 0,0 0 0 0 0,0 0 0 0 0,0 1-1 0 0,-1-1 1 0 0,-4-8 0 0 0,-2-4 824 0 0,6 10-470 0 0,-1-1 1 0 0,-1 1-1 0 0,0 0 0 0 0,0 0 0 0 0,-1 1 0 0 0,0-1 0 0 0,0 1 0 0 0,-1 1 0 0 0,-9-10 1 0 0,2 6-280 0 0,-2-1 1 0 0,1 2-1 0 0,-1 0 1 0 0,-1 1-1 0 0,0 0 1 0 0,-30-10-1 0 0,0 4-268 0 0,-66-12-1 0 0,68 19-87 0 0,0 2-1 0 0,0 3 1 0 0,-68 2 0 0 0,44 6 28 0 0,-109 21 0 0 0,113-11 136 0 0,2 3-1 0 0,0 2 1 0 0,1 4-1 0 0,-81 43 1 0 0,20 1 160 0 0,-113 86 0 0 0,22 6 45 0 0,190-139-199 0 0,1 1 0 0 0,1 1 0 0 0,2 0 0 0 0,0 2 0 0 0,-18 29 0 0 0,11-10 0 0 0,1 2-1 0 0,-24 60 1 0 0,38-74-24 0 0,1 0 1 0 0,1 1 0 0 0,2 0-1 0 0,1 1 1 0 0,2-1 0 0 0,-2 67-1 0 0,7-71-1 0 0,1-1 0 0 0,2 0 0 0 0,1 0 0 0 0,1 0 0 0 0,2 0 0 0 0,0 0 0 0 0,2-1 0 0 0,21 43-1 0 0,48 74 1 0 0,-66-124 0 0 0,2-1 0 0 0,0 0 0 0 0,1-1 0 0 0,32 30 0 0 0,-20-25 8 0 0,1-2 0 0 0,1 0 0 0 0,0-3 0 0 0,2 0 0 0 0,0-2-1 0 0,1-1 1 0 0,0-1 0 0 0,1-2 0 0 0,1-2 0 0 0,0-1 0 0 0,0-1-1 0 0,1-2 1 0 0,0-1 0 0 0,54-1 0 0 0,129-13 148 0 0,-171 3-36 0 0,1-2-1 0 0,69-21 0 0 0,-65 14-108 0 0,-2-3 0 0 0,0-2-1 0 0,58-32 1 0 0,-11-6-50 0 0,116-91 0 0 0,-165 109 118 0 0,-1-2 0 0 0,-2-1 0 0 0,76-98-1 0 0,-40 26 74 0 0,-4-4 0 0 0,73-152 0 0 0,-115 196-4 0 0,27-84 1 0 0,-47 112-17 0 0,-3-1-1 0 0,-1 0 1 0 0,5-56 0 0 0,-14 84-44 0 0,-1 0-1 0 0,-1 0 0 0 0,-1-1 0 0 0,-1 1 0 0 0,-1 0 0 0 0,-1 0 0 0 0,0 0 0 0 0,-2 1 0 0 0,0-1 0 0 0,-1 1 1 0 0,-1 1-1 0 0,-1-1 0 0 0,0 2 0 0 0,-1-1 0 0 0,-1 1 0 0 0,-1 0 0 0 0,-1 1 0 0 0,0 1 0 0 0,-1 0 1 0 0,0 1-1 0 0,-1 0 0 0 0,-1 1 0 0 0,0 1 0 0 0,-1 1 0 0 0,0 0 0 0 0,-34-16 0 0 0,8 12-15 0 0,0 1-1 0 0,-1 2 0 0 0,0 2 0 0 0,-1 2 0 0 0,-78-4 0 0 0,-232 16 13 0 0,256 0-31 0 0,-355 29 51 0 0,380-23-182 0 0,0 3 0 0 0,1 4 1 0 0,1 3-1 0 0,-76 32 0 0 0,53-6-1543 0 0,3 10-5692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0T15:32:00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1621 563 6912 0 0,'-3'-1'48'0'0,"1"0"0"0"0,-1 0 0 0 0,0 0-1 0 0,0 0 1 0 0,1-1 0 0 0,-1 1 0 0 0,1-1 0 0 0,-1 0 0 0 0,1 1 0 0 0,0-1 0 0 0,0 0 0 0 0,0-1 0 0 0,0 1 0 0 0,0 0 0 0 0,0 0 0 0 0,-3-6-1 0 0,3 5 62 0 0,0 0-1 0 0,0 0 1 0 0,0 1-1 0 0,0-1 0 0 0,-1 1 1 0 0,1-1-1 0 0,-1 1 0 0 0,0 0 1 0 0,1 0-1 0 0,-1 0 1 0 0,0 0-1 0 0,0 1 0 0 0,-6-3 1 0 0,-13-8 377 0 0,0-3 16 0 0,-31-27 0 0 0,39 31-395 0 0,-1 0-1 0 0,0 2 1 0 0,-1 0-1 0 0,0 0 1 0 0,0 2 0 0 0,-1 0-1 0 0,0 1 1 0 0,0 0-1 0 0,-21-3 1 0 0,10 4-126 0 0,0 1 0 0 0,0 1 0 0 0,0 2 0 0 0,-1 0 0 0 0,1 2 0 0 0,0 2 0 0 0,-54 11 0 0 0,-8 8-84 0 0,-92 37 0 0 0,160-51 95 0 0,-129 53-354 0 0,106-43 292 0 0,1 1 1 0 0,-68 41 0 0 0,90-45 60 0 0,1 1 0 0 0,1 1 1 0 0,0 0-1 0 0,1 2 1 0 0,1 0-1 0 0,-22 31 0 0 0,8-11-5 0 0,12-11-9 0 0,2 0-1 0 0,0 2 1 0 0,2 0-1 0 0,-23 62 1 0 0,33-76 4 0 0,0-1 0 0 0,1 1 0 0 0,1 0 0 0 0,1 0 0 0 0,0 1 1 0 0,-1 23-1 0 0,4-31 6 0 0,1 1 0 0 0,-1 0 0 0 0,2 0 0 0 0,-1 0 0 0 0,1-1 0 0 0,1 1 0 0 0,0-1 0 0 0,0 0 0 0 0,1 1 0 0 0,0-1 0 0 0,10 16 0 0 0,0-5-14 0 0,1-1 1 0 0,0-1-1 0 0,1-1 1 0 0,1 0-1 0 0,1-1 1 0 0,26 19-1 0 0,-9-12-40 0 0,1 0-1 0 0,66 29 1 0 0,-74-42 65 0 0,0 0 0 0 0,0-2 1 0 0,1 0-1 0 0,0-2 0 0 0,0-2 1 0 0,0 0-1 0 0,1-2 0 0 0,31-2 1 0 0,-2-3 1 0 0,0-3 1 0 0,0-2 0 0 0,60-18 0 0 0,228-87 131 0 0,-259 81-84 0 0,-19 3 73 0 0,87-50 1 0 0,-84 40-89 0 0,28-18 26 0 0,-4-4 1 0 0,-1-4 0 0 0,153-139-1 0 0,-239 195-47 0 0,20-15 104 0 0,-2-2 0 0 0,-1-1-1 0 0,32-43 1 0 0,-55 67-104 0 0,7-11 61 0 0,0 0 1 0 0,-1 0-1 0 0,0-1 0 0 0,-1 0 0 0 0,-1-1 0 0 0,0 0 0 0 0,-1 0 0 0 0,4-18 1 0 0,-4 5 42 0 0,5-39 120 0 0,-10 62-215 0 0,-1-1-1 0 0,0 0 1 0 0,0 0 0 0 0,-1 0 0 0 0,0 0 0 0 0,0 0-1 0 0,-3-10 1 0 0,-11-22 125 0 0,-20-39-1 0 0,29 68-118 0 0,0 0 0 0 0,0 1 1 0 0,-1 0-1 0 0,0 0 0 0 0,-1 1 0 0 0,0 0 1 0 0,0 0-1 0 0,-1 1 0 0 0,0 0 1 0 0,0 1-1 0 0,-13-8 0 0 0,-14-5 40 0 0,-69-25 0 0 0,60 27-32 0 0,15 6-32 0 0,-1 1 0 0 0,-1 2 0 0 0,1 1 0 0 0,-2 1 0 0 0,-38-1 0 0 0,-2 4-17 0 0,-87 8-1 0 0,106 1-112 0 0,0 2 0 0 0,-103 29 0 0 0,-95 55-650 0 0,167-50-23 0 0,-149 97 0 0 0,143-74 344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0T15:32:01.4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2024 567 5528 0 0,'-31'-24'589'0'0,"-21"-20"874"0"0,39 33-168 0 0,0 0-1 0 0,-18-11 1 0 0,-11-8 333 0 0,9 8-1564 0 0,0 1 0 0 0,-2 2 0 0 0,0 1 0 0 0,-1 2 1 0 0,-68-21-1 0 0,42 20-382 0 0,0 2-1 0 0,-1 3 1 0 0,0 3 0 0 0,-81-2-1 0 0,65 10 26 0 0,0 4 1 0 0,1 3-1 0 0,-84 19 0 0 0,127-17 306 0 0,1 1 0 0 0,0 3 0 0 0,1 0 0 0 0,0 2 0 0 0,1 2 0 0 0,1 1 0 0 0,0 1 0 0 0,2 1 0 0 0,0 2 0 0 0,1 1 0 0 0,1 1 0 0 0,1 2 0 0 0,-38 45 0 0 0,28-26-29 0 0,-4 2-88 0 0,-41 64 0 0 0,49-59 44 0 0,-29 62-1 0 0,51-90 33 0 0,1 0 0 0 0,0 0 1 0 0,2 1-1 0 0,1 0 0 0 0,-5 39 0 0 0,8-29-8 0 0,1 1-1 0 0,2-1 1 0 0,1 0 0 0 0,9 56 0 0 0,-6-71 8 0 0,0-1 1 0 0,2 1-1 0 0,0-2 1 0 0,1 1-1 0 0,0-1 1 0 0,2 0-1 0 0,0 0 1 0 0,1-1-1 0 0,23 30 1 0 0,-23-36-32 0 0,0 1 1 0 0,0-2 0 0 0,1 1 0 0 0,1-1 0 0 0,-1-1-1 0 0,1 0 1 0 0,0-1 0 0 0,14 6 0 0 0,-7-5 15 0 0,0-1 0 0 0,1-1 0 0 0,-1 0 1 0 0,40 4-1 0 0,-1-5-55 0 0,0-4 0 0 0,114-11 0 0 0,-26-16 197 0 0,-62 9 156 0 0,-3-1-51 0 0,0-4-1 0 0,-1-3 0 0 0,81-39 1 0 0,-8-14 183 0 0,-54 25 82 0 0,167-93 488 0 0,-247 134-944 0 0,313-207 147 0 0,-264 168-122 0 0,135-105 24 0 0,-14-16 16 0 0,-151 133-60 0 0,-15 18 0 0 0,-1-2 1 0 0,-2-1-1 0 0,0 0 1 0 0,-1-2-1 0 0,16-29 1 0 0,-34 54-18 0 0,9-18 41 0 0,-1-1 0 0 0,0-1 0 0 0,11-40 0 0 0,-18 54-9 0 0,-1 0-1 0 0,-1 0 1 0 0,1 0-1 0 0,-1 0 1 0 0,0 0 0 0 0,0 0-1 0 0,-1 0 1 0 0,0 1 0 0 0,0-1-1 0 0,-1 0 1 0 0,0 0 0 0 0,0 1-1 0 0,-1-1 1 0 0,1 1 0 0 0,-1 0-1 0 0,-7-11 1 0 0,4 10 14 0 0,1 0 1 0 0,-1 0-1 0 0,-1 1 1 0 0,1 0-1 0 0,-1 0 1 0 0,0 0-1 0 0,-1 1 1 0 0,1 0-1 0 0,-1 1 0 0 0,0-1 1 0 0,-14-4-1 0 0,-6-1 83 0 0,-1 1 0 0 0,-37-7 0 0 0,31 11-105 0 0,0 0 1 0 0,0 3-1 0 0,0 1 1 0 0,-48 4-1 0 0,-143 28-269 0 0,217-30 239 0 0,-194 39-370 0 0,1 9-1 0 0,-297 115 1 0 0,390-119 215 0 0,-129 74 0 0 0,134-58 48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42408-4F80-458C-BF9E-D003E19AA17F}" type="datetimeFigureOut">
              <a:rPr lang="en-US"/>
              <a:t>9/27/2021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E90341-E123-41B7-9138-DC1D29E0C6A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9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bigprofiles.it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-nd/3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ockphoto.com/vector/agenda-list-vector-gm576933188-99179171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://superuser.com/questions/604298/how-does-the-performance-of-nano-pico-wireless-adapters-vs-regular-sized-usb-pc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virtualbox.org/manual/ch06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customXml" Target="../ink/ink2.xml"/><Relationship Id="rId4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jcjac.blogspot.com/2012/02/london-bridge-is-falling-down.html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customXml" Target="../ink/ink4.xml"/><Relationship Id="rId4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www.scottbrownconsulting.com/2018/11/nmap-top-ports-frequencies-study/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hyperlink" Target="https://creativecommons.org/licenses/by-nc-sa/3.0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cmint.com/nmap-network-security-scanner-in-kali-linux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/3.0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CBA4-1402-4043-A1EE-6F954F3533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4614" y="1783959"/>
            <a:ext cx="4087306" cy="2889114"/>
          </a:xfrm>
        </p:spPr>
        <p:txBody>
          <a:bodyPr anchor="b">
            <a:normAutofit/>
          </a:bodyPr>
          <a:lstStyle/>
          <a:p>
            <a:pPr algn="l"/>
            <a:r>
              <a:rPr lang="en-GB" sz="4600"/>
              <a:t>Getting to know your home network… </a:t>
            </a:r>
            <a:br>
              <a:rPr lang="en-GB" sz="4600"/>
            </a:br>
            <a:endParaRPr lang="en-IE" sz="4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8996C-66B7-4493-8D87-E5DDF1CE4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4612" y="4750893"/>
            <a:ext cx="4087305" cy="1147863"/>
          </a:xfrm>
        </p:spPr>
        <p:txBody>
          <a:bodyPr anchor="t">
            <a:normAutofit/>
          </a:bodyPr>
          <a:lstStyle/>
          <a:p>
            <a:pPr algn="l"/>
            <a:r>
              <a:rPr lang="en-GB" sz="2000"/>
              <a:t>(… and Network tools for the rest of the module)</a:t>
            </a:r>
            <a:endParaRPr lang="en-IE" sz="200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E509EDC9-D434-4D35-BF71-5ED9662625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060" b="1366"/>
          <a:stretch/>
        </p:blipFill>
        <p:spPr>
          <a:xfrm>
            <a:off x="79778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74138C-BF51-4405-AEA2-D3F9F65C323C}"/>
              </a:ext>
            </a:extLst>
          </p:cNvPr>
          <p:cNvSpPr txBox="1"/>
          <p:nvPr/>
        </p:nvSpPr>
        <p:spPr>
          <a:xfrm>
            <a:off x="9732673" y="6657945"/>
            <a:ext cx="2459327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://bigprofiles.i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2522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A09D5-371F-4316-866E-E49311817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IE" sz="4000"/>
              <a:t>Agenda	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386CD-45A8-4F64-A3A2-0232017FD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IE" sz="2000"/>
              <a:t>Adapters/NICs/Connections</a:t>
            </a:r>
          </a:p>
          <a:p>
            <a:r>
              <a:rPr lang="en-IE" sz="2000"/>
              <a:t>Virtual Machine Adapters</a:t>
            </a:r>
          </a:p>
          <a:p>
            <a:pPr lvl="1"/>
            <a:r>
              <a:rPr lang="en-IE" sz="2000"/>
              <a:t>Bridging and other stuff</a:t>
            </a:r>
          </a:p>
          <a:p>
            <a:r>
              <a:rPr lang="en-IE" sz="2000"/>
              <a:t>Home Network Analysis</a:t>
            </a:r>
          </a:p>
          <a:p>
            <a:pPr lvl="1"/>
            <a:r>
              <a:rPr lang="en-IE" sz="2000"/>
              <a:t>Nmap</a:t>
            </a:r>
          </a:p>
          <a:p>
            <a:pPr lvl="1"/>
            <a:r>
              <a:rPr lang="en-IE" sz="2000"/>
              <a:t>Wireshark</a:t>
            </a:r>
          </a:p>
          <a:p>
            <a:pPr lvl="1"/>
            <a:r>
              <a:rPr lang="en-IE" sz="2000"/>
              <a:t>Packet Tracer</a:t>
            </a:r>
          </a:p>
          <a:p>
            <a:pPr lvl="1"/>
            <a:endParaRPr lang="en-IE" sz="2000"/>
          </a:p>
          <a:p>
            <a:endParaRPr lang="en-IE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ext&#10;&#10;Description automatically generated with low confidence">
            <a:extLst>
              <a:ext uri="{FF2B5EF4-FFF2-40B4-BE49-F238E27FC236}">
                <a16:creationId xmlns:a16="http://schemas.microsoft.com/office/drawing/2014/main" id="{2EF7714E-33EF-4B9B-BCF6-FA619FDD6E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4" b="3065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386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011E7-24E0-41DA-8DE8-FD9DC530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294" y="486184"/>
            <a:ext cx="5397237" cy="1325563"/>
          </a:xfrm>
        </p:spPr>
        <p:txBody>
          <a:bodyPr>
            <a:normAutofit/>
          </a:bodyPr>
          <a:lstStyle/>
          <a:p>
            <a:r>
              <a:rPr lang="en-IE" dirty="0"/>
              <a:t>What’s a Network Adapter?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A46204-D59E-4478-9C5B-254C0CEE76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6" r="19064"/>
          <a:stretch/>
        </p:blipFill>
        <p:spPr bwMode="auto">
          <a:xfrm>
            <a:off x="698353" y="598677"/>
            <a:ext cx="2839505" cy="2733294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lose-up of a circuit board&#10;&#10;Description automatically generated with medium confidence">
            <a:extLst>
              <a:ext uri="{FF2B5EF4-FFF2-40B4-BE49-F238E27FC236}">
                <a16:creationId xmlns:a16="http://schemas.microsoft.com/office/drawing/2014/main" id="{84A78E9B-1D3F-4252-891B-C3B8AB5E96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5717" r="4192" b="1"/>
          <a:stretch/>
        </p:blipFill>
        <p:spPr>
          <a:xfrm>
            <a:off x="698353" y="3526029"/>
            <a:ext cx="3198020" cy="2733293"/>
          </a:xfrm>
          <a:custGeom>
            <a:avLst/>
            <a:gdLst/>
            <a:ahLst/>
            <a:cxnLst/>
            <a:rect l="l" t="t" r="r" b="b"/>
            <a:pathLst>
              <a:path w="4438338" h="2323972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F6C05-6123-40C8-890F-521667789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1294" y="1946684"/>
            <a:ext cx="5397237" cy="4351338"/>
          </a:xfrm>
        </p:spPr>
        <p:txBody>
          <a:bodyPr>
            <a:normAutofit/>
          </a:bodyPr>
          <a:lstStyle/>
          <a:p>
            <a:r>
              <a:rPr lang="en-IE" sz="1500" dirty="0"/>
              <a:t>AKA </a:t>
            </a:r>
            <a:r>
              <a:rPr lang="en-IE" sz="1500" b="1" dirty="0"/>
              <a:t>Network Interface Controller(NIC), LAN adapter, Physical Network Interface</a:t>
            </a:r>
            <a:r>
              <a:rPr lang="en-IE" sz="1500" dirty="0"/>
              <a:t>.</a:t>
            </a:r>
          </a:p>
          <a:p>
            <a:r>
              <a:rPr lang="en-IE" sz="1500" dirty="0"/>
              <a:t>Usually the piece of hardware built in to a device.</a:t>
            </a:r>
          </a:p>
          <a:p>
            <a:r>
              <a:rPr lang="en-GB" sz="1500" dirty="0"/>
              <a:t>Interconnection point between a device and a network.</a:t>
            </a:r>
            <a:endParaRPr lang="en-IE" sz="1500" dirty="0"/>
          </a:p>
          <a:p>
            <a:r>
              <a:rPr lang="en-IE" sz="1500" dirty="0"/>
              <a:t>Actually does not need to be a physical thing</a:t>
            </a:r>
          </a:p>
          <a:p>
            <a:pPr lvl="1"/>
            <a:r>
              <a:rPr lang="en-IE" sz="1500" dirty="0"/>
              <a:t>E.g. Your Virtual Machine has a Virtual Adapter </a:t>
            </a:r>
          </a:p>
          <a:p>
            <a:r>
              <a:rPr lang="en-GB" sz="1500" dirty="0"/>
              <a:t> This provides a base for a full network protocol stack (More later)</a:t>
            </a:r>
          </a:p>
          <a:p>
            <a:r>
              <a:rPr lang="en-GB" sz="1500" dirty="0"/>
              <a:t>On some Operating Systems, known as Network Connection/Device.</a:t>
            </a:r>
            <a:endParaRPr lang="en-IE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ADA8B9-87A7-4FA0-A6C7-A6A146E2C808}"/>
              </a:ext>
            </a:extLst>
          </p:cNvPr>
          <p:cNvSpPr txBox="1"/>
          <p:nvPr/>
        </p:nvSpPr>
        <p:spPr>
          <a:xfrm>
            <a:off x="9884958" y="6657945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4" tooltip="http://superuser.com/questions/604298/how-does-the-performance-of-nano-pico-wireless-adapters-vs-regular-sized-usb-p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205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1DBBF1-3229-4BD9-B3D1-B4CA571E7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843625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BC87C3E-1040-4EE4-9BDB-9537F7A1B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" y="968282"/>
            <a:ext cx="12188824" cy="4946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C5CB4E-68C6-4B0E-AAFE-22942213B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338" y="1566473"/>
            <a:ext cx="10601325" cy="21667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Virtual Box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E028F-5C26-43C9-8726-7E8D8360D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5338" y="4092320"/>
            <a:ext cx="10601325" cy="1144884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Bridged Adapter</a:t>
            </a:r>
          </a:p>
          <a:p>
            <a:pPr algn="ctr"/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 Folders</a:t>
            </a:r>
          </a:p>
          <a:p>
            <a:pPr algn="ctr"/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 Stuff…</a:t>
            </a:r>
          </a:p>
        </p:txBody>
      </p:sp>
      <p:cxnSp>
        <p:nvCxnSpPr>
          <p:cNvPr id="18" name="Straight Connector 13">
            <a:extLst>
              <a:ext uri="{FF2B5EF4-FFF2-40B4-BE49-F238E27FC236}">
                <a16:creationId xmlns:a16="http://schemas.microsoft.com/office/drawing/2014/main" id="{42CDBECE-872A-4C73-9DC1-BB4E805E2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3894594"/>
            <a:ext cx="27432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5">
            <a:extLst>
              <a:ext uri="{FF2B5EF4-FFF2-40B4-BE49-F238E27FC236}">
                <a16:creationId xmlns:a16="http://schemas.microsoft.com/office/drawing/2014/main" id="{F5CD5A0B-CDD7-427C-AA42-2EECFDFA1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6028863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163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1E18-8B33-4BE6-ABB3-630CB5EFE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Current VM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77139-0E02-4A9F-BF94-FBBD07037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31342" cy="4351338"/>
          </a:xfrm>
        </p:spPr>
        <p:txBody>
          <a:bodyPr/>
          <a:lstStyle/>
          <a:p>
            <a:r>
              <a:rPr lang="en-IE" dirty="0"/>
              <a:t>Up to now (using something called NAT)</a:t>
            </a:r>
          </a:p>
          <a:p>
            <a:r>
              <a:rPr lang="en-IE" dirty="0"/>
              <a:t>Problem: Cannot “see” home network from Guest VM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6C4932-AFA2-48B2-9FFC-B30BDB2E5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234" y="1981760"/>
            <a:ext cx="5764866" cy="427794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BC631E2-7F53-4A4B-81D8-D2FF25662C0D}"/>
              </a:ext>
            </a:extLst>
          </p:cNvPr>
          <p:cNvSpPr txBox="1">
            <a:spLocks/>
          </p:cNvSpPr>
          <p:nvPr/>
        </p:nvSpPr>
        <p:spPr>
          <a:xfrm>
            <a:off x="5878605" y="1825625"/>
            <a:ext cx="477594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61262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1E18-8B33-4BE6-ABB3-630CB5EFE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Preferred VM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77139-0E02-4A9F-BF94-FBBD07037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473389" cy="4351338"/>
          </a:xfrm>
        </p:spPr>
        <p:txBody>
          <a:bodyPr/>
          <a:lstStyle/>
          <a:p>
            <a:r>
              <a:rPr lang="en-IE" dirty="0"/>
              <a:t>Bridged Adapter</a:t>
            </a:r>
          </a:p>
          <a:p>
            <a:pPr lvl="1"/>
            <a:r>
              <a:rPr lang="en-GB" dirty="0"/>
              <a:t>Virtual Box connects the VM directly to the physical network via hosts network adapters</a:t>
            </a:r>
          </a:p>
          <a:p>
            <a:r>
              <a:rPr lang="en-GB" dirty="0"/>
              <a:t>How</a:t>
            </a:r>
            <a:r>
              <a:rPr lang="en-IE" dirty="0"/>
              <a:t> does that work?</a:t>
            </a:r>
          </a:p>
          <a:p>
            <a:pPr lvl="1"/>
            <a:r>
              <a:rPr lang="en-GB" dirty="0">
                <a:hlinkClick r:id="rId2"/>
              </a:rPr>
              <a:t>https://www.virtualbox.org/manual/ch06.html</a:t>
            </a:r>
            <a:endParaRPr lang="en-IE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BC631E2-7F53-4A4B-81D8-D2FF25662C0D}"/>
              </a:ext>
            </a:extLst>
          </p:cNvPr>
          <p:cNvSpPr txBox="1">
            <a:spLocks/>
          </p:cNvSpPr>
          <p:nvPr/>
        </p:nvSpPr>
        <p:spPr>
          <a:xfrm>
            <a:off x="5878605" y="1825625"/>
            <a:ext cx="477594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A87D3C-BDA8-40CD-9B20-47FEEBE7A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475" y="1409188"/>
            <a:ext cx="6391245" cy="476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696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F76B1-7DC5-46FA-90D6-4FA48290B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IE" sz="3700"/>
              <a:t>VirtualBox Bridged Adapter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EFC0F-3C97-40F1-82CC-A81A1BCCF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IE" sz="2000" dirty="0"/>
              <a:t>To configure it, you need to select the Physical Adapter on the host the you want to use.</a:t>
            </a:r>
          </a:p>
          <a:p>
            <a:r>
              <a:rPr lang="en-IE" sz="2000" b="1" dirty="0"/>
              <a:t>REMEMBER: if you change from wired to wireless connection ( or vice versa)  you’ll have to change this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DF23A9-6CD6-4577-AB6B-BD9604F2E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1361532"/>
            <a:ext cx="6019331" cy="4131689"/>
          </a:xfrm>
          <a:prstGeom prst="rect">
            <a:avLst/>
          </a:prstGeom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5D6C330-D86A-4A58-BBBC-530563972F9E}"/>
                  </a:ext>
                </a:extLst>
              </p14:cNvPr>
              <p14:cNvContentPartPr/>
              <p14:nvPr/>
            </p14:nvContentPartPr>
            <p14:xfrm>
              <a:off x="7324708" y="3295800"/>
              <a:ext cx="3636720" cy="444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5D6C330-D86A-4A58-BBBC-530563972F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15708" y="3287160"/>
                <a:ext cx="365436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E17533F-BBB4-4280-BCE5-84321237060B}"/>
                  </a:ext>
                </a:extLst>
              </p14:cNvPr>
              <p14:cNvContentPartPr/>
              <p14:nvPr/>
            </p14:nvContentPartPr>
            <p14:xfrm>
              <a:off x="8321908" y="3769560"/>
              <a:ext cx="468360" cy="1018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E17533F-BBB4-4280-BCE5-84321237060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13268" y="3760560"/>
                <a:ext cx="486000" cy="1035720"/>
              </a:xfrm>
              <a:prstGeom prst="rect">
                <a:avLst/>
              </a:prstGeom>
            </p:spPr>
          </p:pic>
        </mc:Fallback>
      </mc:AlternateContent>
      <p:sp>
        <p:nvSpPr>
          <p:cNvPr id="50" name="Textfeld 49">
            <a:extLst>
              <a:ext uri="{FF2B5EF4-FFF2-40B4-BE49-F238E27FC236}">
                <a16:creationId xmlns:a16="http://schemas.microsoft.com/office/drawing/2014/main" id="{A9967517-6454-4DF4-AC82-637D84662D9F}"/>
              </a:ext>
            </a:extLst>
          </p:cNvPr>
          <p:cNvSpPr txBox="1"/>
          <p:nvPr/>
        </p:nvSpPr>
        <p:spPr>
          <a:xfrm>
            <a:off x="6574446" y="4787640"/>
            <a:ext cx="4393832" cy="126188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algn="ctr"/>
            <a:r>
              <a:rPr lang="en-IE" sz="1900" dirty="0">
                <a:solidFill>
                  <a:srgbClr val="E71224"/>
                </a:solidFill>
              </a:rPr>
              <a:t>Dropdown automatically filled </a:t>
            </a:r>
          </a:p>
          <a:p>
            <a:pPr algn="ctr"/>
            <a:r>
              <a:rPr lang="en-IE" sz="1900" dirty="0">
                <a:solidFill>
                  <a:srgbClr val="E71224"/>
                </a:solidFill>
              </a:rPr>
              <a:t>with available Adapters/NICs on your host.</a:t>
            </a:r>
            <a:br>
              <a:rPr lang="en-IE" sz="1900" dirty="0">
                <a:solidFill>
                  <a:srgbClr val="E71224"/>
                </a:solidFill>
              </a:rPr>
            </a:br>
            <a:r>
              <a:rPr lang="en-IE" sz="1900" dirty="0">
                <a:solidFill>
                  <a:srgbClr val="E71224"/>
                </a:solidFill>
              </a:rPr>
              <a:t>Select the one </a:t>
            </a:r>
            <a:r>
              <a:rPr lang="en-IE" sz="1900" dirty="0" err="1">
                <a:solidFill>
                  <a:srgbClr val="E71224"/>
                </a:solidFill>
              </a:rPr>
              <a:t>one</a:t>
            </a:r>
            <a:r>
              <a:rPr lang="en-IE" sz="1900" dirty="0">
                <a:solidFill>
                  <a:srgbClr val="E71224"/>
                </a:solidFill>
              </a:rPr>
              <a:t> your using </a:t>
            </a:r>
          </a:p>
          <a:p>
            <a:pPr algn="ctr"/>
            <a:r>
              <a:rPr lang="en-IE" sz="1900" dirty="0">
                <a:solidFill>
                  <a:srgbClr val="E71224"/>
                </a:solidFill>
              </a:rPr>
              <a:t>to connect to your network</a:t>
            </a:r>
          </a:p>
        </p:txBody>
      </p:sp>
    </p:spTree>
    <p:extLst>
      <p:ext uri="{BB962C8B-B14F-4D97-AF65-F5344CB8AC3E}">
        <p14:creationId xmlns:p14="http://schemas.microsoft.com/office/powerpoint/2010/main" val="315737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D5A9-809A-4BD9-83B7-EEB691467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IE" sz="4100" dirty="0"/>
              <a:t>What if Bridged Adapter does not work…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06783-A68D-4AD2-8CCB-236CA3D7A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n-IE" sz="2000" dirty="0"/>
              <a:t>Some systems may not support bridging(rare). (NIC hardware/Drivers)</a:t>
            </a:r>
          </a:p>
          <a:p>
            <a:r>
              <a:rPr lang="en-IE" sz="2000" dirty="0"/>
              <a:t>You can set up your host with the tools required to do the labs (preferable to use VM though as it matches labs.)</a:t>
            </a:r>
          </a:p>
          <a:p>
            <a:pPr lvl="1"/>
            <a:r>
              <a:rPr lang="en-IE" sz="2000" dirty="0"/>
              <a:t>You’ll need Packet Tracer, Wireshark, Python 3.x, Node</a:t>
            </a:r>
            <a:endParaRPr lang="en-IE" sz="2400" dirty="0"/>
          </a:p>
          <a:p>
            <a:pPr marL="0" indent="0">
              <a:buNone/>
            </a:pPr>
            <a:endParaRPr lang="en-IE" sz="2000" dirty="0"/>
          </a:p>
        </p:txBody>
      </p:sp>
      <p:pic>
        <p:nvPicPr>
          <p:cNvPr id="5" name="Picture 4" descr="A picture containing outdoor, sky, water, boat&#10;&#10;Description automatically generated">
            <a:extLst>
              <a:ext uri="{FF2B5EF4-FFF2-40B4-BE49-F238E27FC236}">
                <a16:creationId xmlns:a16="http://schemas.microsoft.com/office/drawing/2014/main" id="{932FDF82-B6C1-46FF-A520-C9BF490418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0502" r="21460" b="-1"/>
          <a:stretch/>
        </p:blipFill>
        <p:spPr>
          <a:xfrm>
            <a:off x="5994401" y="10"/>
            <a:ext cx="6197600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8AAC11-813C-49CA-AFF1-C34A2160426B}"/>
              </a:ext>
            </a:extLst>
          </p:cNvPr>
          <p:cNvSpPr txBox="1"/>
          <p:nvPr/>
        </p:nvSpPr>
        <p:spPr>
          <a:xfrm>
            <a:off x="10005184" y="6657945"/>
            <a:ext cx="218681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://jcjac.blogspot.com/2012/02/london-bridge-is-falling-down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974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6D83F-8E42-4062-A45D-92B9051F0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53" y="267685"/>
            <a:ext cx="10515600" cy="1325563"/>
          </a:xfrm>
        </p:spPr>
        <p:txBody>
          <a:bodyPr/>
          <a:lstStyle/>
          <a:p>
            <a:r>
              <a:rPr lang="en-IE" dirty="0"/>
              <a:t>Shared Folder between VirtualBox guest and host.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8A579-E97B-42B8-A9C2-294872713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4943"/>
            <a:ext cx="5549153" cy="4351338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Handy for moving files from guest to host/host to guest</a:t>
            </a:r>
          </a:p>
          <a:p>
            <a:r>
              <a:rPr lang="en-IE" dirty="0"/>
              <a:t>In Virtual Box Manager, add the folder you want to share</a:t>
            </a:r>
          </a:p>
          <a:p>
            <a:r>
              <a:rPr lang="en-IE" dirty="0"/>
              <a:t>Run the following at the command line in the VM: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adduser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compsys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vboxsf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Reboot the VM!</a:t>
            </a:r>
            <a:endParaRPr lang="en-I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9FF916-B4FD-4F6E-BF8A-A667F6C44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451" y="1176617"/>
            <a:ext cx="5247078" cy="37584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8E49BFB-5F44-4692-B7EF-CEFF821E6579}"/>
                  </a:ext>
                </a:extLst>
              </p14:cNvPr>
              <p14:cNvContentPartPr/>
              <p14:nvPr/>
            </p14:nvContentPartPr>
            <p14:xfrm>
              <a:off x="6690748" y="2977560"/>
              <a:ext cx="901080" cy="778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8E49BFB-5F44-4692-B7EF-CEFF821E65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82108" y="2968920"/>
                <a:ext cx="918720" cy="79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0F3721F6-B035-462B-9E7A-695E0CEFD7CD}"/>
              </a:ext>
            </a:extLst>
          </p:cNvPr>
          <p:cNvGrpSpPr/>
          <p:nvPr/>
        </p:nvGrpSpPr>
        <p:grpSpPr>
          <a:xfrm>
            <a:off x="8223988" y="2493720"/>
            <a:ext cx="1021320" cy="1003320"/>
            <a:chOff x="8223988" y="2493720"/>
            <a:chExt cx="1021320" cy="100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7B60D40-D80E-4A7E-B0A7-2575266B0682}"/>
                    </a:ext>
                  </a:extLst>
                </p14:cNvPr>
                <p14:cNvContentPartPr/>
                <p14:nvPr/>
              </p14:nvContentPartPr>
              <p14:xfrm>
                <a:off x="8280508" y="2493720"/>
                <a:ext cx="883440" cy="558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7B60D40-D80E-4A7E-B0A7-2575266B068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71508" y="2484720"/>
                  <a:ext cx="90108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47957E7-2AAA-4D27-8CCE-FD5F5AE97CB7}"/>
                    </a:ext>
                  </a:extLst>
                </p14:cNvPr>
                <p14:cNvContentPartPr/>
                <p14:nvPr/>
              </p14:nvContentPartPr>
              <p14:xfrm>
                <a:off x="8223988" y="2903040"/>
                <a:ext cx="1021320" cy="594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47957E7-2AAA-4D27-8CCE-FD5F5AE97CB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15348" y="2894400"/>
                  <a:ext cx="1038960" cy="611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46A0E72-D21C-49D7-B924-F02122429A5E}"/>
              </a:ext>
            </a:extLst>
          </p:cNvPr>
          <p:cNvSpPr txBox="1"/>
          <p:nvPr/>
        </p:nvSpPr>
        <p:spPr>
          <a:xfrm>
            <a:off x="5729111" y="543030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/>
              <a:t>https://www.howtogeek.com/187703/how-to-access-folders-on-your-host-machine-from-an-ubuntu-virtual-machine-in-virtualbox/</a:t>
            </a:r>
          </a:p>
        </p:txBody>
      </p:sp>
    </p:spTree>
    <p:extLst>
      <p:ext uri="{BB962C8B-B14F-4D97-AF65-F5344CB8AC3E}">
        <p14:creationId xmlns:p14="http://schemas.microsoft.com/office/powerpoint/2010/main" val="284710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1798A-524E-495B-8EAA-503F58B21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8C4F1-CFED-4907-B012-F9FBD83DA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42314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diagram&#10;&#10;Description automatically generated">
            <a:extLst>
              <a:ext uri="{FF2B5EF4-FFF2-40B4-BE49-F238E27FC236}">
                <a16:creationId xmlns:a16="http://schemas.microsoft.com/office/drawing/2014/main" id="{A84F107B-018A-4898-A670-A1AB5651BB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157" r="3431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451D19-08BF-4585-B8C5-E5A2CC2A1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IE" sz="4000"/>
              <a:t>What’s Nmap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55C173-F0DF-4927-9807-DD6F81D03CB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531610" y="2434201"/>
          <a:ext cx="3822189" cy="3742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B10EE5C-F0C5-4E9B-A606-FC32CFD18F1F}"/>
              </a:ext>
            </a:extLst>
          </p:cNvPr>
          <p:cNvSpPr txBox="1"/>
          <p:nvPr/>
        </p:nvSpPr>
        <p:spPr>
          <a:xfrm>
            <a:off x="7229552" y="6657945"/>
            <a:ext cx="2440091" cy="200055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www.scottbrownconsulting.com/2018/11/nmap-top-ports-frequencies-study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9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002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F732C-EEFB-4FEF-B5F9-4378F2144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IE" sz="4000" dirty="0"/>
              <a:t>Nmap Usage – What’s out there.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58930-409C-4260-A734-6FBE033A1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904" y="2494450"/>
            <a:ext cx="4053545" cy="3563159"/>
          </a:xfrm>
        </p:spPr>
        <p:txBody>
          <a:bodyPr>
            <a:normAutofit fontScale="85000" lnSpcReduction="20000"/>
          </a:bodyPr>
          <a:lstStyle/>
          <a:p>
            <a:r>
              <a:rPr lang="en-IE" sz="1900" dirty="0"/>
              <a:t>Find out what’s on your network:</a:t>
            </a:r>
          </a:p>
          <a:p>
            <a:pPr marL="457200" lvl="1" indent="0">
              <a:buNone/>
            </a:pPr>
            <a:r>
              <a:rPr lang="en-IE" sz="1900" dirty="0" err="1"/>
              <a:t>sudo</a:t>
            </a:r>
            <a:r>
              <a:rPr lang="en-IE" sz="1900" dirty="0"/>
              <a:t> </a:t>
            </a:r>
            <a:r>
              <a:rPr lang="en-IE" sz="1900" dirty="0" err="1"/>
              <a:t>nmap</a:t>
            </a:r>
            <a:r>
              <a:rPr lang="en-IE" sz="1900" dirty="0"/>
              <a:t> -</a:t>
            </a:r>
            <a:r>
              <a:rPr lang="en-IE" sz="1900" dirty="0" err="1"/>
              <a:t>sn</a:t>
            </a:r>
            <a:r>
              <a:rPr lang="en-IE" sz="1900" dirty="0"/>
              <a:t> 192.168.1.0/24</a:t>
            </a:r>
          </a:p>
          <a:p>
            <a:r>
              <a:rPr lang="en-IE" sz="1900" dirty="0"/>
              <a:t>Detect Operating Systems:</a:t>
            </a:r>
            <a:br>
              <a:rPr lang="en-IE" sz="1900" dirty="0"/>
            </a:br>
            <a:r>
              <a:rPr lang="en-IE" sz="1900" dirty="0"/>
              <a:t>    </a:t>
            </a:r>
            <a:r>
              <a:rPr lang="en-IE" sz="1900" dirty="0" err="1"/>
              <a:t>sudo</a:t>
            </a:r>
            <a:r>
              <a:rPr lang="en-IE" sz="1900" dirty="0"/>
              <a:t> </a:t>
            </a:r>
            <a:r>
              <a:rPr lang="en-IE" sz="1900" dirty="0" err="1"/>
              <a:t>nmap</a:t>
            </a:r>
            <a:r>
              <a:rPr lang="en-IE" sz="1900" dirty="0"/>
              <a:t> -O 192.168.1.234</a:t>
            </a:r>
          </a:p>
          <a:p>
            <a:r>
              <a:rPr lang="en-IE" sz="1900" dirty="0"/>
              <a:t>Check open ports (more about this later)</a:t>
            </a:r>
            <a:br>
              <a:rPr lang="en-IE" sz="1900" dirty="0"/>
            </a:br>
            <a:r>
              <a:rPr lang="en-IE" sz="1900" dirty="0"/>
              <a:t>    </a:t>
            </a:r>
            <a:r>
              <a:rPr lang="en-IE" sz="1900" dirty="0" err="1"/>
              <a:t>sudo</a:t>
            </a:r>
            <a:r>
              <a:rPr lang="en-IE" sz="1900" dirty="0"/>
              <a:t> </a:t>
            </a:r>
            <a:r>
              <a:rPr lang="en-IE" sz="1900" dirty="0" err="1"/>
              <a:t>nmap</a:t>
            </a:r>
            <a:r>
              <a:rPr lang="en-IE" sz="1900" dirty="0"/>
              <a:t> –</a:t>
            </a:r>
            <a:r>
              <a:rPr lang="en-IE" sz="1900" dirty="0" err="1"/>
              <a:t>sT</a:t>
            </a:r>
            <a:r>
              <a:rPr lang="en-IE" sz="1900" dirty="0"/>
              <a:t> 192.168.1.0/24</a:t>
            </a:r>
          </a:p>
          <a:p>
            <a:r>
              <a:rPr lang="en-IE" sz="1900" dirty="0"/>
              <a:t>Check it all:</a:t>
            </a:r>
          </a:p>
          <a:p>
            <a:pPr lvl="1"/>
            <a:r>
              <a:rPr lang="en-IE" sz="1500" dirty="0"/>
              <a:t> </a:t>
            </a:r>
            <a:r>
              <a:rPr lang="en-IE" sz="1600" dirty="0" err="1"/>
              <a:t>sudo</a:t>
            </a:r>
            <a:r>
              <a:rPr lang="en-IE" sz="1600" dirty="0"/>
              <a:t> </a:t>
            </a:r>
            <a:r>
              <a:rPr lang="en-IE" sz="1600" dirty="0" err="1"/>
              <a:t>nmap</a:t>
            </a:r>
            <a:r>
              <a:rPr lang="en-IE" sz="1600" dirty="0"/>
              <a:t> –</a:t>
            </a:r>
            <a:r>
              <a:rPr lang="en-IE" sz="1600" dirty="0" err="1"/>
              <a:t>sA</a:t>
            </a:r>
            <a:r>
              <a:rPr lang="en-IE" sz="1600" dirty="0"/>
              <a:t> 192.168.1.123</a:t>
            </a:r>
            <a:br>
              <a:rPr lang="en-IE" sz="1500" dirty="0"/>
            </a:br>
            <a:endParaRPr lang="en-IE" sz="1500" dirty="0"/>
          </a:p>
          <a:p>
            <a:r>
              <a:rPr lang="en-IE" sz="1900" dirty="0"/>
              <a:t>Command line tool:</a:t>
            </a:r>
          </a:p>
          <a:p>
            <a:pPr lvl="1"/>
            <a:r>
              <a:rPr lang="en-IE" sz="1900" dirty="0"/>
              <a:t>You can use all the scripting goodness from previous section to do interesting stuff!</a:t>
            </a:r>
          </a:p>
          <a:p>
            <a:r>
              <a:rPr lang="en-IE" sz="2300" dirty="0"/>
              <a:t>DEMO.</a:t>
            </a:r>
          </a:p>
        </p:txBody>
      </p:sp>
      <p:pic>
        <p:nvPicPr>
          <p:cNvPr id="6" name="Picture 5" descr="Text, chat or text message&#10;&#10;Description automatically generated">
            <a:extLst>
              <a:ext uri="{FF2B5EF4-FFF2-40B4-BE49-F238E27FC236}">
                <a16:creationId xmlns:a16="http://schemas.microsoft.com/office/drawing/2014/main" id="{5786E678-BDC1-4A90-BCF3-99BEFEEF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8892" y="3225845"/>
            <a:ext cx="4802404" cy="2096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9042D1-6ACE-4A77-AC93-D57B91586160}"/>
              </a:ext>
            </a:extLst>
          </p:cNvPr>
          <p:cNvSpPr txBox="1"/>
          <p:nvPr/>
        </p:nvSpPr>
        <p:spPr>
          <a:xfrm>
            <a:off x="8581430" y="5122224"/>
            <a:ext cx="231986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://www.tecmint.com/nmap-network-security-scanner-in-kali-linux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518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3FCCF-FB9B-4845-8663-7317A38F7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IE" dirty="0"/>
              <a:t>Wireshark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E567E-0B5E-4BD4-BC8C-3E6150FA9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IE" sz="2000" dirty="0"/>
              <a:t>network protocol analyser</a:t>
            </a:r>
          </a:p>
          <a:p>
            <a:pPr lvl="1"/>
            <a:r>
              <a:rPr lang="en-GB" sz="2000" dirty="0"/>
              <a:t>see what’s happening on your network at a microscopic level</a:t>
            </a:r>
          </a:p>
          <a:p>
            <a:r>
              <a:rPr lang="en-IE" sz="2000" dirty="0"/>
              <a:t>https://www.wireshark.org/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5E003B-50C9-40A0-A9DE-672281CB6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140" y="807593"/>
            <a:ext cx="3942774" cy="523956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304488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5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681F2-0B5A-4835-98E8-923FB6A66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Packet Tracer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A6288A-E313-4AEA-BAD5-1488647B85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" b="4568"/>
          <a:stretch/>
        </p:blipFill>
        <p:spPr>
          <a:xfrm>
            <a:off x="841248" y="2516777"/>
            <a:ext cx="6236208" cy="366018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A5369-93B0-46EC-A26E-5DCB6E04D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 kern="1200" dirty="0">
                <a:latin typeface="+mn-lt"/>
                <a:ea typeface="+mn-ea"/>
                <a:cs typeface="+mn-cs"/>
              </a:rPr>
              <a:t>Network Simulator</a:t>
            </a:r>
          </a:p>
          <a:p>
            <a:r>
              <a:rPr lang="en-US" sz="2200" kern="1200" dirty="0">
                <a:latin typeface="+mn-lt"/>
                <a:ea typeface="+mn-ea"/>
                <a:cs typeface="+mn-cs"/>
              </a:rPr>
              <a:t>Visual tool to create and run networ</a:t>
            </a:r>
            <a:r>
              <a:rPr lang="en-US" sz="2200" dirty="0"/>
              <a:t>k topologies </a:t>
            </a:r>
          </a:p>
          <a:p>
            <a:r>
              <a:rPr lang="en-US" sz="2200" kern="1200" dirty="0">
                <a:latin typeface="+mn-lt"/>
                <a:ea typeface="+mn-ea"/>
                <a:cs typeface="+mn-cs"/>
              </a:rPr>
              <a:t>Includes IoT Devices</a:t>
            </a:r>
            <a:r>
              <a:rPr lang="en-US" sz="2200" dirty="0"/>
              <a:t>.</a:t>
            </a:r>
            <a:endParaRPr lang="en-US" sz="2200" kern="12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661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4105</TotalTime>
  <Words>582</Words>
  <Application>Microsoft Office PowerPoint</Application>
  <PresentationFormat>Widescreen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office theme</vt:lpstr>
      <vt:lpstr>Getting to know your home network…  </vt:lpstr>
      <vt:lpstr>Agenda </vt:lpstr>
      <vt:lpstr>What’s a Network Adapter?</vt:lpstr>
      <vt:lpstr>Virtual Box</vt:lpstr>
      <vt:lpstr>The Current VM setup</vt:lpstr>
      <vt:lpstr>Preferred VM Setup</vt:lpstr>
      <vt:lpstr>VirtualBox Bridged Adapter</vt:lpstr>
      <vt:lpstr>What if Bridged Adapter does not work… </vt:lpstr>
      <vt:lpstr>Shared Folder between VirtualBox guest and host.</vt:lpstr>
      <vt:lpstr>Nmap</vt:lpstr>
      <vt:lpstr>What’s Nmap</vt:lpstr>
      <vt:lpstr>Nmap Usage – What’s out there.</vt:lpstr>
      <vt:lpstr>Wireshark</vt:lpstr>
      <vt:lpstr>Packet Tracer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</dc:title>
  <dc:creator>Frank X Walsh</dc:creator>
  <cp:lastModifiedBy>Frank X Walsh</cp:lastModifiedBy>
  <cp:revision>31</cp:revision>
  <dcterms:created xsi:type="dcterms:W3CDTF">2018-09-11T11:50:21Z</dcterms:created>
  <dcterms:modified xsi:type="dcterms:W3CDTF">2021-09-27T10:56:22Z</dcterms:modified>
</cp:coreProperties>
</file>