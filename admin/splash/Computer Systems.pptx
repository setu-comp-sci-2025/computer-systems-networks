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48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C6F8-F9BF-4CE0-B38C-33AB24424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BE398-94FE-E705-090A-E13286C8D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E446E-8849-5FF6-E435-3CF58CA5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B13A9-864A-757A-1D38-0BDE2905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86704-26A5-EAE3-289D-D29BBA9F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498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D378-0777-D991-0B53-0557CAD9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421C-F995-6B41-5DD9-C1470DC57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D22E2-1547-7F84-F7EB-F213A2EC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F1147-2D09-F695-CE99-1B134AAD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7994E-9610-92C8-B307-397FC064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39693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6776-7757-A253-B3A7-0AD41653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B4F45-943C-BE17-70CA-E46E59E60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F91A8-862C-BF67-47AF-52C8FCE7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7E554-26F2-7967-169A-06E35C4C3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535E4-5042-FA99-E1E7-A367F028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81881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D0D4-B41F-8FCB-131F-FB582865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319AA-CE30-1F07-109D-47AE72CB8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749BA-1924-B8F8-EFA8-0FC436AA4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BCA2B-3D8A-178F-3244-6BBEBE31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B2D5D-E7EF-EA08-AD09-A10E089EE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1FC37-39C1-741A-0F33-2CAA72A1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911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1C177-7135-092E-EACE-869EF8EEC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C9A1E-D279-9388-01F3-70FD17460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CCFFE-5327-B722-762B-8D6BDA563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FFBDA-0BE7-B72A-A798-E5D8F6DDA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DDFC8-0CF8-CBB7-961C-A927B866F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D75ED-445A-5AD4-F916-D1A8BFCA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850494-AAB7-6C6C-FFA3-7FDD8951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500742-EBAF-8FC1-08BE-411C7440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128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96E9-94A2-36FC-CDB1-DEE14DA9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3978E-0FB0-0557-CD78-09E29644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C0F54-6E77-E4B4-27A3-F3D2A25C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D177DD-437F-43D5-C81D-BA3AB2A6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232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6326A1-F8BD-1532-5F68-D231FE8B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E6D587-9FC9-B51C-00F3-53B75FC99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5D0E6-24A5-02BB-493B-8A94B4E7E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52796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84F8-F204-D0D1-E2E7-7090F783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051A1-8564-15F0-8E1B-F79163FCF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0A6A0-640E-28E9-3445-4B3F0D3E5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60E82-B41B-BFA0-FDF8-50C99DE3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890EE-E2E7-2ED2-CD97-F7C4A624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88A3F-3156-09D0-ECBB-EF3149A01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20668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FE19A-B507-DA50-9CA4-9DB839F31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A8753-7CFE-2B20-AEC6-EFE8B89C4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27E5A-A222-EE26-1A25-67076A87B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8F29E-B4D7-8C42-50FF-A49A80B76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B6E49-007C-FABA-D2F3-D4C63AE3D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10F39-EC64-EB38-1E39-B3074372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8276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2F56-7B56-F05A-306E-8F65C65F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6E10E-F82F-BD4C-9E64-6AEC662C0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8DBE1-8312-BBD3-1AA0-3EC2C520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F0A55-7000-0D3D-C28C-70EC830D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20D9F-35CC-44FC-B5AF-141091D7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37210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B1130-A102-8F8C-FDC7-0DAF2524FB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2DF43-E7A6-451F-FE2D-B7F8E1E6C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B9E4D-3023-869B-2729-D1BDB702C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0243D-B11E-3E23-E267-C561C0A3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10342-E88D-95B4-B745-0DD17B783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3009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803C1-6448-86E6-904F-A3B3D57C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441F-6915-56E6-14D7-BF0689970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4E46-83F2-A401-22F0-18321ADC7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88F9E9-07FA-4946-B383-D1C19240DA9A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BEF6B-AD2F-6503-C3F2-F2CF3B4F1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D3F80-9AA3-178B-5913-692370872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BB006-EFEC-4A77-9ABA-129373430D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696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46FA1-3549-6408-8509-A8C40753A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6520" y="1844590"/>
            <a:ext cx="7624118" cy="2387600"/>
          </a:xfrm>
        </p:spPr>
        <p:txBody>
          <a:bodyPr/>
          <a:lstStyle/>
          <a:p>
            <a:pPr algn="l"/>
            <a:r>
              <a:rPr lang="en-IE" dirty="0"/>
              <a:t>Computer Systems </a:t>
            </a:r>
            <a:br>
              <a:rPr lang="en-IE" dirty="0"/>
            </a:br>
            <a:r>
              <a:rPr lang="en-IE" dirty="0"/>
              <a:t>&amp;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15FA8-819E-26EF-C0C4-3DCB4CE5F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302" y="1933832"/>
            <a:ext cx="9144000" cy="1655762"/>
          </a:xfrm>
        </p:spPr>
        <p:txBody>
          <a:bodyPr/>
          <a:lstStyle/>
          <a:p>
            <a:pPr algn="l"/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Certificate/Higher Diploma in Computer Science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0D75B-4230-96F2-CACB-CC03D9DB8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94" y="1760838"/>
            <a:ext cx="3209504" cy="2811162"/>
          </a:xfrm>
          <a:prstGeom prst="rect">
            <a:avLst/>
          </a:prstGeom>
        </p:spPr>
      </p:pic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ED35EC27-D1FA-605F-CB0C-40E8C44C3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605" y="4949108"/>
            <a:ext cx="3402169" cy="190889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5917F19-C738-561C-8FDB-610982B7D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94" y="5616582"/>
            <a:ext cx="3363397" cy="64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3B651FE-65E1-844D-1EC8-E29F24A125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47" b="37857"/>
          <a:stretch/>
        </p:blipFill>
        <p:spPr bwMode="auto">
          <a:xfrm>
            <a:off x="4245575" y="5447833"/>
            <a:ext cx="4268138" cy="105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880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Computer Systems  &amp; Networks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X Walsh</dc:creator>
  <cp:lastModifiedBy>Frank Walsh</cp:lastModifiedBy>
  <cp:revision>2</cp:revision>
  <dcterms:created xsi:type="dcterms:W3CDTF">2024-09-17T14:39:16Z</dcterms:created>
  <dcterms:modified xsi:type="dcterms:W3CDTF">2026-03-21T11:38:26Z</dcterms:modified>
</cp:coreProperties>
</file>