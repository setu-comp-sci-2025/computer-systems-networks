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5:31:15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149 385 2760 0 0,'0'0'125'0'0,"0"-2"123"0"0,0 0-125 0 0,1 0-1 0 0,-1 1 1 0 0,0-1-1 0 0,1 1 0 0 0,0-1 1 0 0,-1 0-1 0 0,1 1 1 0 0,0-1-1 0 0,-1 1 1 0 0,1 0-1 0 0,2-3 0 0 0,-2 3-13 0 0,0 0-1 0 0,0 0 1 0 0,-1 0-1 0 0,1 0 1 0 0,0-1-1 0 0,-1 1 1 0 0,1 0-1 0 0,0-1 1 0 0,-1 1-1 0 0,0 0 1 0 0,1-1-1 0 0,-1 1 1 0 0,0-1-1 0 0,1 1 0 0 0,-1-1 1 0 0,0 1-1 0 0,0 0 1 0 0,0-1-1 0 0,-1-2 1 0 0,0-5 52 0 0,0-1 0 0 0,0 1 0 0 0,1-1 0 0 0,2-18 0 0 0,0-6 550 0 0,-2 15 59 0 0,-1 1-260 0 0,2-1 1 0 0,4-30-1 0 0,-4 33-452 0 0,3-6 71 0 0,-3 18-42 0 0,1 1 1 0 0,-1-1-1 0 0,0 0 1 0 0,0 1 0 0 0,0-1-1 0 0,0 0 1 0 0,-1 0-1 0 0,0 1 1 0 0,0-1 0 0 0,0 0-1 0 0,0 0 1 0 0,-1-7-1 0 0,-3 2 70 0 0,-5-16 7970 0 0,9 33-9127 0 0,-2 128 2213 0 0,1 69-641 0 0,1 79 200 0 0,-1-136-440 0 0,-8 48-107 0 0,1-68-226 0 0,-26 392 72 0 0,19-327-24 0 0,-16 190-37 0 0,18-230-10 0 0,-5 90 0 0 0,-1-78-673 0 0,10-73-60 0 0,-1 52-1782 0 0,9-143 2219 0 0,1 1 0 0 0,1 0-1 0 0,-1-1 1 0 0,0 1 0 0 0,0-1-1 0 0,0 1 1 0 0,1-1 0 0 0,-1 1 0 0 0,1-1-1 0 0,-1 0 1 0 0,1 1 0 0 0,0-1 0 0 0,-1 1-1 0 0,1-1 1 0 0,0 0 0 0 0,0 0 0 0 0,0 1-1 0 0,0-1 1 0 0,0 0 0 0 0,0 0-1 0 0,0 0 1 0 0,0 0 0 0 0,2 1 0 0 0,12 11-4632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5:31:16.8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 5528 0 0,'0'0'12586'0'0,"0"11"-12197"0"0,1-2-323 0 0,0 0 0 0 0,0 0 0 0 0,1 0 0 0 0,0-1 0 0 0,5 13 0 0 0,5 23 8 0 0,21 128-10 0 0,-19-105 27 0 0,22 65-1 0 0,-21-84-69 0 0,3 7 152 0 0,4 0-1 0 0,1-2 1 0 0,3-1 0 0 0,34 52-1 0 0,-47-84-37 0 0,0-1 0 0 0,1 1 0 0 0,1-2 0 0 0,0 0 1 0 0,33 28-1 0 0,-40-40-69 0 0,0-1 1 0 0,1 0 0 0 0,-1 0-1 0 0,1-1 1 0 0,0 0 0 0 0,0-1 0 0 0,0 0-1 0 0,1-1 1 0 0,-1 1 0 0 0,1-2-1 0 0,-1 1 1 0 0,1-1 0 0 0,-1-1-1 0 0,1 0 1 0 0,0 0 0 0 0,11-2-1 0 0,-8-1 74 0 0,0 1 0 0 0,0-2-1 0 0,0 0 1 0 0,-1 0-1 0 0,0-1 1 0 0,0-1-1 0 0,0 0 1 0 0,0 0-1 0 0,-1-1 1 0 0,0-1-1 0 0,14-12 1 0 0,2-6 161 0 0,-1-2-1 0 0,-1 0 1 0 0,-1-2 0 0 0,-2 0 0 0 0,-1-2 0 0 0,-2 0 0 0 0,0-1 0 0 0,-3-1 0 0 0,16-44 0 0 0,13-46 8 0 0,39-170 1 0 0,-82 276-454 0 0,0 0 1 0 0,-1 0-1 0 0,0 0 1 0 0,-4-28 0 0 0,1-9-906 0 0,2 48 603 0 0,-1 1-1 0 0,1-1 0 0 0,-1 0 1 0 0,-3-10-1 0 0,-2-6-1472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5:31:19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1840 0 0,'0'0'15989'0'0,"13"7"-15320"0"0,-3 12-503 0 0,1 0 1 0 0,0-1-1 0 0,2-1 0 0 0,0 0 0 0 0,22 21 0 0 0,-11-10-227 0 0,85 114-155 0 0,-25-31 104 0 0,157 202-31 0 0,11-16 1 0 0,-188-227 128 0 0,31 38 14 0 0,-16-17 0 0 0,132 120 0 0 0,-13-58 31 0 0,72 66 18 0 0,-230-182-10 0 0,102 107 322 0 0,1 12-167 0 0,30 36 236 0 0,-138-151-322 0 0,-22-28-85 0 0,-1 1-1 0 0,-1 1 1 0 0,0 0 0 0 0,8 17 0 0 0,7 11 128 0 0,-16-27 34 0 0,0 1 0 0 0,9 25 0 0 0,36 86 722 0 0,-24-56-795 0 0,-28-61 33 0 0,1 2-596 0 0,5 6-5489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5:31:20.1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984 1 2760 0 0,'0'0'125'0'0,"-2"0"-3"0"0,-30 18 12999 0 0,31-17-13061 0 0,0 2-44 0 0,1-1 1 0 0,-1 1-1 0 0,1 0 1 0 0,-1 0-1 0 0,1-1 1 0 0,0 1-1 0 0,0 0 1 0 0,0 0-1 0 0,0 0 1 0 0,0-1 0 0 0,1 1-1 0 0,-1 0 1 0 0,1-1-1 0 0,0 1 1 0 0,0 0-1 0 0,0-1 1 0 0,0 1-1 0 0,2 2 1 0 0,3 12 130 0 0,5 16-31 0 0,0 0 1 0 0,23 42-1 0 0,-25-56-75 0 0,62 107-186 0 0,-40-75 78 0 0,-2-7 21 0 0,38 47 0 0 0,7 8-2 0 0,-53-70 48 0 0,30 31 0 0 0,-5-6 0 0 0,-32-37 21 0 0,-4-6 40 0 0,-1 1 1 0 0,0 0-1 0 0,-1 0 0 0 0,-1 1 0 0 0,7 15 0 0 0,-4-9 135 0 0,-8-16-122 0 0,0 1 1 0 0,0 0-1 0 0,-1 0 0 0 0,1 0 1 0 0,-1 1-1 0 0,2 5 0 0 0,0 4 101 0 0,-2-12-132 0 0,-1 1 0 0 0,1-1 0 0 0,0 1 0 0 0,-1 0 0 0 0,0-1 0 0 0,1 1 1 0 0,-1 0-1 0 0,0-1 0 0 0,-1 1 0 0 0,1 0 0 0 0,0-1 0 0 0,-1 1 0 0 0,1 0 0 0 0,-1-1 0 0 0,0 1 0 0 0,0-1 1 0 0,0 1-1 0 0,-1 2 0 0 0,-2 1 33 0 0,1-1 0 0 0,-1 0 1 0 0,-1 1-1 0 0,1-1 1 0 0,0-1-1 0 0,-1 1 0 0 0,0-1 1 0 0,0 0-1 0 0,-1 0 0 0 0,-10 6 1 0 0,1-1 213 0 0,-1-1-1 0 0,1-1 1 0 0,-2 0 0 0 0,-32 8 0 0 0,-74 9 1009 0 0,95-19-1031 0 0,-383 44 2638 0 0,358-45-2571 0 0,1-3 0 0 0,0-2 0 0 0,0-2 0 0 0,0-3 0 0 0,-85-19-1 0 0,108 16-587 0 0,-45-21-1 0 0,34 12-196 0 0,32 15 246 0 0,0 0-89 0 0,1 0-1 0 0,-1-1 0 0 0,1 1 1 0 0,0-1-1 0 0,1-1 1 0 0,-1 0-1 0 0,1 0 1 0 0,-1 0-1 0 0,2 0 1 0 0,-10-11-1 0 0,-61-76-1731 0 0,11-3-21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0355-6C6D-29B3-6F88-8DAFEAEFE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4C4D3-5EC1-8419-ECCD-468BCB37E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1953D-C0BF-42FF-0A1C-8138C5EB0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A955-FD35-42C5-9A08-99A1747288CB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D79AC-DF41-054B-EB1D-C5F923F1A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ED1E5-91C9-0E1A-2E29-8EAC4C17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6096-532D-4536-833B-0DBF5BC40D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5808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D97E6-58CC-08EC-B29D-394B08C0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95499-81C3-8513-374E-3F250013B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C40C1-1B45-C360-CF4C-17A241634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A955-FD35-42C5-9A08-99A1747288CB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0B732-D77B-D242-8C23-FB015E7C5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E0474-E3A0-7230-3081-100C7D049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6096-532D-4536-833B-0DBF5BC40D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007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56A4A-1317-CFD1-6A59-2796BA25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FBD0A-A87C-3B23-0A70-8EF749A2C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6E77E-406E-F5E0-1807-47BD4C687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A955-FD35-42C5-9A08-99A1747288CB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E5CA2-E627-9AA5-C9F9-364A769FA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62475-D9B6-A8D8-F963-F9520ADE0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6096-532D-4536-833B-0DBF5BC40D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556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6C686-6DB1-C117-1459-EF7538D5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41238-6A4C-07B8-FD04-D4DAE95B7D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E6138-CACA-2D2E-CE9B-7C30B67B8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64781-2A04-CA0B-48D9-5A1919CE9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A955-FD35-42C5-9A08-99A1747288CB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8FAAB-5D4B-C6FE-6D60-A282824C1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3395C-7AEA-DB0B-8C81-5EDED0455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6096-532D-4536-833B-0DBF5BC40D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54014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B228D-BBC9-5E60-23FE-6402D0691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E60DC-75C7-DFFB-7293-39107B693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010E3-89BE-3678-5C0B-D6AD7D4F1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3D520-4995-E075-E155-C7B58F25D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0C873A-0366-AE75-B718-142952DAC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CD83C-AE95-97F9-1342-F500F4FDD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A955-FD35-42C5-9A08-99A1747288CB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A7B42-A94D-5EFC-3CA6-8717DE7A4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F366A8-98DE-20CF-0457-0847B8A2C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6096-532D-4536-833B-0DBF5BC40D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2055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C98C-DFD1-C96C-AA91-C5B448C63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32B2AC-5D25-BCBF-0D7D-8C41849EC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A955-FD35-42C5-9A08-99A1747288CB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A2574-249A-A57B-04ED-E5EF00F64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66E92-01BA-1FAE-611A-73E10795A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6096-532D-4536-833B-0DBF5BC40D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0762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3D30AC-1489-41FA-D3DD-EF6D423E3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A955-FD35-42C5-9A08-99A1747288CB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406B75-E7FE-D8E3-0B90-7D45E27A1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219A8-E70D-4473-35A9-5570EC13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6096-532D-4536-833B-0DBF5BC40D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8133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68EBB-2A46-422D-621E-F3E1ED27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B0804-D002-A4BB-708B-3A4807710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9E6D1-DDCE-CC57-E74E-A220D5AB8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600D8-07CE-0AAE-93AB-6731B8DC9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A955-FD35-42C5-9A08-99A1747288CB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F2C837-B06B-9077-4F05-9A391535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CC14E-864F-F396-2580-AEA2BBB2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6096-532D-4536-833B-0DBF5BC40D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37784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A44CB-1AC9-B578-E836-9DCF6991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4DB768-D6FB-C8C1-79F9-0CD0007940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1CFA92-AA06-7EF8-0FB5-7E84BC905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E5284-D759-99DA-11AD-C48F67A31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A955-FD35-42C5-9A08-99A1747288CB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2FF0C-8A6D-C9D2-4ED6-8C1B423DE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A335B-78D1-9EA8-4C16-93F505FC6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6096-532D-4536-833B-0DBF5BC40D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721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4ED6-5F9F-F5E4-F457-3355CF462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8A7C1-57BD-2DB9-D534-4C12EB769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934AF-1DDF-B9AF-3D55-E6D70891E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A955-FD35-42C5-9A08-99A1747288CB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D73BA-CDCD-8A50-3E7F-D308221E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59210-1FEA-D9C3-C9BF-4F9C6E5C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6096-532D-4536-833B-0DBF5BC40D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08930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2BFBC3-E840-893D-817C-3B25DD1B23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0418F-9E15-3BC2-69B4-1F521E5C3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D260A-88FB-AB46-FCD8-7E0D7333E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A955-FD35-42C5-9A08-99A1747288CB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626AC-B276-597E-15DF-192915FF9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F1864-73D4-9E27-AAEA-D99DBCDF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6096-532D-4536-833B-0DBF5BC40D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77771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2B28BE-B0E2-D525-F59F-7AC1819F2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24C05-B834-AD6D-6C8C-D32CCB9FA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98E25-57F6-A426-081B-6159757103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AA955-FD35-42C5-9A08-99A1747288CB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68E82-E842-E6D7-FE03-EE16B9A58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29D68-2FC1-7D21-A9F1-086DDF9A9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16096-532D-4536-833B-0DBF5BC40D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3729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lose-up-of-blue-ethernet-cable-against-white-background-257906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doplast.ro/eng/UTP-Cat5-cables-pg_cables-1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etworkencyclopedia.com/shielded-twisted-pair-stp-cabling/" TargetMode="Externa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uperuser.com/questions/882397/rj45-locking-clip-breaks-when-i-crimp-how-do-i-crimp-without-breaking" TargetMode="External"/><Relationship Id="rId7" Type="http://schemas.openxmlformats.org/officeDocument/2006/relationships/image" Target="../media/image11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ttlebird.com.au/idc-rj45-cat5e-wall-plate-socket" TargetMode="External"/><Relationship Id="rId5" Type="http://schemas.openxmlformats.org/officeDocument/2006/relationships/image" Target="../media/image10.jpg"/><Relationship Id="rId4" Type="http://schemas.openxmlformats.org/officeDocument/2006/relationships/hyperlink" Target="https://creativecommons.org/licenses/by-sa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://networkengineering.stackexchange.com/questions/37995/what-is-the-reason-for-t568a-and-t568b-termination/3800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blue cable&#10;&#10;Description automatically generated">
            <a:extLst>
              <a:ext uri="{FF2B5EF4-FFF2-40B4-BE49-F238E27FC236}">
                <a16:creationId xmlns:a16="http://schemas.microsoft.com/office/drawing/2014/main" id="{9BC6F8DC-4EEB-8E58-E75B-856D5CBF7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308" b="13641"/>
          <a:stretch/>
        </p:blipFill>
        <p:spPr>
          <a:xfrm>
            <a:off x="20" y="-11728"/>
            <a:ext cx="12191980" cy="6869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3306540-870A-7346-8CFF-A1B08DE5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51563" y="-1474817"/>
            <a:ext cx="4488873" cy="12192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8739">
                <a:srgbClr val="000000">
                  <a:alpha val="61000"/>
                </a:srgbClr>
              </a:gs>
              <a:gs pos="72000">
                <a:srgbClr val="000000">
                  <a:alpha val="43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5F3BE-F5C4-79AA-F7FF-83D2DE8FE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112" y="3603636"/>
            <a:ext cx="6550706" cy="1855734"/>
          </a:xfrm>
        </p:spPr>
        <p:txBody>
          <a:bodyPr>
            <a:normAutofit/>
          </a:bodyPr>
          <a:lstStyle/>
          <a:p>
            <a:pPr algn="l"/>
            <a:r>
              <a:rPr lang="en-IE" sz="4000">
                <a:solidFill>
                  <a:srgbClr val="FFFFFF"/>
                </a:solidFill>
              </a:rPr>
              <a:t>Ethernet Cables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92FB4A-3452-1961-7888-EBC7D648D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6112" y="5580715"/>
            <a:ext cx="6550706" cy="775635"/>
          </a:xfrm>
        </p:spPr>
        <p:txBody>
          <a:bodyPr>
            <a:normAutofit/>
          </a:bodyPr>
          <a:lstStyle/>
          <a:p>
            <a:pPr algn="l"/>
            <a:r>
              <a:rPr lang="en-IE" sz="1600" dirty="0">
                <a:solidFill>
                  <a:srgbClr val="FFFFFF"/>
                </a:solidFill>
              </a:rPr>
              <a:t>Overview of Ethernet Cable Standards</a:t>
            </a:r>
          </a:p>
          <a:p>
            <a:pPr algn="l"/>
            <a:r>
              <a:rPr lang="en-IE" sz="1600" dirty="0">
                <a:solidFill>
                  <a:srgbClr val="FFFFFF"/>
                </a:solidFill>
              </a:rPr>
              <a:t>Mujahid Tabassum 2025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7A9D39-0AFA-32B6-688E-CD8F1FA6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71550" y="-22480"/>
            <a:ext cx="2170445" cy="2557051"/>
            <a:chOff x="9547551" y="-22480"/>
            <a:chExt cx="2588229" cy="304925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EBB2E2F-F378-A1C1-E5D4-B1E0183EB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3423100" flipV="1">
              <a:off x="10961210" y="1361485"/>
              <a:ext cx="1555088" cy="794052"/>
            </a:xfrm>
            <a:custGeom>
              <a:avLst/>
              <a:gdLst>
                <a:gd name="connsiteX0" fmla="*/ 0 w 1555088"/>
                <a:gd name="connsiteY0" fmla="*/ 792656 h 794052"/>
                <a:gd name="connsiteX1" fmla="*/ 360263 w 1555088"/>
                <a:gd name="connsiteY1" fmla="*/ 772355 h 794052"/>
                <a:gd name="connsiteX2" fmla="*/ 424380 w 1555088"/>
                <a:gd name="connsiteY2" fmla="*/ 553254 h 794052"/>
                <a:gd name="connsiteX3" fmla="*/ 640314 w 1555088"/>
                <a:gd name="connsiteY3" fmla="*/ 389706 h 794052"/>
                <a:gd name="connsiteX4" fmla="*/ 897018 w 1555088"/>
                <a:gd name="connsiteY4" fmla="*/ 361433 h 794052"/>
                <a:gd name="connsiteX5" fmla="*/ 1171282 w 1555088"/>
                <a:gd name="connsiteY5" fmla="*/ 531394 h 794052"/>
                <a:gd name="connsiteX6" fmla="*/ 1203881 w 1555088"/>
                <a:gd name="connsiteY6" fmla="*/ 589407 h 794052"/>
                <a:gd name="connsiteX7" fmla="*/ 1220200 w 1555088"/>
                <a:gd name="connsiteY7" fmla="*/ 650247 h 794052"/>
                <a:gd name="connsiteX8" fmla="*/ 1555088 w 1555088"/>
                <a:gd name="connsiteY8" fmla="*/ 433197 h 794052"/>
                <a:gd name="connsiteX9" fmla="*/ 1545852 w 1555088"/>
                <a:gd name="connsiteY9" fmla="*/ 414406 h 794052"/>
                <a:gd name="connsiteX10" fmla="*/ 1296812 w 1555088"/>
                <a:gd name="connsiteY10" fmla="*/ 151663 h 794052"/>
                <a:gd name="connsiteX11" fmla="*/ 948685 w 1555088"/>
                <a:gd name="connsiteY11" fmla="*/ 6956 h 794052"/>
                <a:gd name="connsiteX12" fmla="*/ 296689 w 1555088"/>
                <a:gd name="connsiteY12" fmla="*/ 150277 h 794052"/>
                <a:gd name="connsiteX13" fmla="*/ 23951 w 1555088"/>
                <a:gd name="connsiteY13" fmla="*/ 574644 h 794052"/>
                <a:gd name="connsiteX14" fmla="*/ 0 w 1555088"/>
                <a:gd name="connsiteY14" fmla="*/ 792656 h 79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55088" h="794052">
                  <a:moveTo>
                    <a:pt x="0" y="792656"/>
                  </a:moveTo>
                  <a:cubicBezTo>
                    <a:pt x="34112" y="799329"/>
                    <a:pt x="243308" y="780350"/>
                    <a:pt x="360263" y="772355"/>
                  </a:cubicBezTo>
                  <a:cubicBezTo>
                    <a:pt x="385999" y="655876"/>
                    <a:pt x="377705" y="617030"/>
                    <a:pt x="424380" y="553254"/>
                  </a:cubicBezTo>
                  <a:cubicBezTo>
                    <a:pt x="471055" y="489480"/>
                    <a:pt x="561540" y="421675"/>
                    <a:pt x="640314" y="389706"/>
                  </a:cubicBezTo>
                  <a:cubicBezTo>
                    <a:pt x="719087" y="357735"/>
                    <a:pt x="808524" y="337819"/>
                    <a:pt x="897018" y="361433"/>
                  </a:cubicBezTo>
                  <a:cubicBezTo>
                    <a:pt x="985513" y="385048"/>
                    <a:pt x="1116722" y="467302"/>
                    <a:pt x="1171282" y="531394"/>
                  </a:cubicBezTo>
                  <a:cubicBezTo>
                    <a:pt x="1184921" y="547417"/>
                    <a:pt x="1195632" y="567705"/>
                    <a:pt x="1203881" y="589407"/>
                  </a:cubicBezTo>
                  <a:lnTo>
                    <a:pt x="1220200" y="650247"/>
                  </a:lnTo>
                  <a:lnTo>
                    <a:pt x="1555088" y="433197"/>
                  </a:lnTo>
                  <a:lnTo>
                    <a:pt x="1545852" y="414406"/>
                  </a:lnTo>
                  <a:cubicBezTo>
                    <a:pt x="1492372" y="323555"/>
                    <a:pt x="1396340" y="219571"/>
                    <a:pt x="1296812" y="151663"/>
                  </a:cubicBezTo>
                  <a:cubicBezTo>
                    <a:pt x="1197284" y="83755"/>
                    <a:pt x="1087818" y="9043"/>
                    <a:pt x="948685" y="6956"/>
                  </a:cubicBezTo>
                  <a:cubicBezTo>
                    <a:pt x="689060" y="-21685"/>
                    <a:pt x="481405" y="40459"/>
                    <a:pt x="296689" y="150277"/>
                  </a:cubicBezTo>
                  <a:cubicBezTo>
                    <a:pt x="149862" y="246054"/>
                    <a:pt x="42815" y="487442"/>
                    <a:pt x="23951" y="574644"/>
                  </a:cubicBezTo>
                  <a:cubicBezTo>
                    <a:pt x="4278" y="706729"/>
                    <a:pt x="3603" y="710594"/>
                    <a:pt x="0" y="792656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2968223-B72F-92CD-EEBC-BAF04E053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5315536" flipV="1">
              <a:off x="11226903" y="2582485"/>
              <a:ext cx="442769" cy="445803"/>
            </a:xfrm>
            <a:custGeom>
              <a:avLst/>
              <a:gdLst>
                <a:gd name="connsiteX0" fmla="*/ 2531073 w 4828010"/>
                <a:gd name="connsiteY0" fmla="*/ 0 h 4873559"/>
                <a:gd name="connsiteX1" fmla="*/ 3937963 w 4828010"/>
                <a:gd name="connsiteY1" fmla="*/ 437433 h 4873559"/>
                <a:gd name="connsiteX2" fmla="*/ 4806231 w 4828010"/>
                <a:gd name="connsiteY2" fmla="*/ 1773180 h 4873559"/>
                <a:gd name="connsiteX3" fmla="*/ 4448644 w 4828010"/>
                <a:gd name="connsiteY3" fmla="*/ 3933235 h 4873559"/>
                <a:gd name="connsiteX4" fmla="*/ 3192542 w 4828010"/>
                <a:gd name="connsiteY4" fmla="*/ 4716168 h 4873559"/>
                <a:gd name="connsiteX5" fmla="*/ 937448 w 4828010"/>
                <a:gd name="connsiteY5" fmla="*/ 4547691 h 4873559"/>
                <a:gd name="connsiteX6" fmla="*/ 12348 w 4828010"/>
                <a:gd name="connsiteY6" fmla="*/ 3026750 h 4873559"/>
                <a:gd name="connsiteX7" fmla="*/ 553508 w 4828010"/>
                <a:gd name="connsiteY7" fmla="*/ 740383 h 4873559"/>
                <a:gd name="connsiteX8" fmla="*/ 2531073 w 4828010"/>
                <a:gd name="connsiteY8" fmla="*/ 0 h 4873559"/>
                <a:gd name="connsiteX0" fmla="*/ 2531073 w 4828010"/>
                <a:gd name="connsiteY0" fmla="*/ 0 h 4853896"/>
                <a:gd name="connsiteX1" fmla="*/ 3937963 w 4828010"/>
                <a:gd name="connsiteY1" fmla="*/ 437433 h 4853896"/>
                <a:gd name="connsiteX2" fmla="*/ 4806231 w 4828010"/>
                <a:gd name="connsiteY2" fmla="*/ 1773180 h 4853896"/>
                <a:gd name="connsiteX3" fmla="*/ 4448644 w 4828010"/>
                <a:gd name="connsiteY3" fmla="*/ 3933235 h 4853896"/>
                <a:gd name="connsiteX4" fmla="*/ 3192542 w 4828010"/>
                <a:gd name="connsiteY4" fmla="*/ 4716168 h 4853896"/>
                <a:gd name="connsiteX5" fmla="*/ 1075671 w 4828010"/>
                <a:gd name="connsiteY5" fmla="*/ 4473263 h 4853896"/>
                <a:gd name="connsiteX6" fmla="*/ 12348 w 4828010"/>
                <a:gd name="connsiteY6" fmla="*/ 3026750 h 4853896"/>
                <a:gd name="connsiteX7" fmla="*/ 553508 w 4828010"/>
                <a:gd name="connsiteY7" fmla="*/ 740383 h 4853896"/>
                <a:gd name="connsiteX8" fmla="*/ 2531073 w 4828010"/>
                <a:gd name="connsiteY8" fmla="*/ 0 h 4853896"/>
                <a:gd name="connsiteX0" fmla="*/ 2531073 w 4828010"/>
                <a:gd name="connsiteY0" fmla="*/ 0 h 4852652"/>
                <a:gd name="connsiteX1" fmla="*/ 3937963 w 4828010"/>
                <a:gd name="connsiteY1" fmla="*/ 437433 h 4852652"/>
                <a:gd name="connsiteX2" fmla="*/ 4806231 w 4828010"/>
                <a:gd name="connsiteY2" fmla="*/ 1773180 h 4852652"/>
                <a:gd name="connsiteX3" fmla="*/ 4448644 w 4828010"/>
                <a:gd name="connsiteY3" fmla="*/ 3933235 h 4852652"/>
                <a:gd name="connsiteX4" fmla="*/ 3192542 w 4828010"/>
                <a:gd name="connsiteY4" fmla="*/ 4716168 h 4852652"/>
                <a:gd name="connsiteX5" fmla="*/ 1160732 w 4828010"/>
                <a:gd name="connsiteY5" fmla="*/ 4467947 h 4852652"/>
                <a:gd name="connsiteX6" fmla="*/ 12348 w 4828010"/>
                <a:gd name="connsiteY6" fmla="*/ 3026750 h 4852652"/>
                <a:gd name="connsiteX7" fmla="*/ 553508 w 4828010"/>
                <a:gd name="connsiteY7" fmla="*/ 740383 h 4852652"/>
                <a:gd name="connsiteX8" fmla="*/ 2531073 w 4828010"/>
                <a:gd name="connsiteY8" fmla="*/ 0 h 4852652"/>
                <a:gd name="connsiteX0" fmla="*/ 2531073 w 4828010"/>
                <a:gd name="connsiteY0" fmla="*/ 0 h 4852652"/>
                <a:gd name="connsiteX1" fmla="*/ 3937963 w 4828010"/>
                <a:gd name="connsiteY1" fmla="*/ 437433 h 4852652"/>
                <a:gd name="connsiteX2" fmla="*/ 4806231 w 4828010"/>
                <a:gd name="connsiteY2" fmla="*/ 1773180 h 4852652"/>
                <a:gd name="connsiteX3" fmla="*/ 4448644 w 4828010"/>
                <a:gd name="connsiteY3" fmla="*/ 3933235 h 4852652"/>
                <a:gd name="connsiteX4" fmla="*/ 3192542 w 4828010"/>
                <a:gd name="connsiteY4" fmla="*/ 4716168 h 4852652"/>
                <a:gd name="connsiteX5" fmla="*/ 1160732 w 4828010"/>
                <a:gd name="connsiteY5" fmla="*/ 4467947 h 4852652"/>
                <a:gd name="connsiteX6" fmla="*/ 12348 w 4828010"/>
                <a:gd name="connsiteY6" fmla="*/ 3026750 h 4852652"/>
                <a:gd name="connsiteX7" fmla="*/ 553508 w 4828010"/>
                <a:gd name="connsiteY7" fmla="*/ 740383 h 4852652"/>
                <a:gd name="connsiteX8" fmla="*/ 2531073 w 4828010"/>
                <a:gd name="connsiteY8" fmla="*/ 0 h 4852652"/>
                <a:gd name="connsiteX0" fmla="*/ 2460239 w 4757176"/>
                <a:gd name="connsiteY0" fmla="*/ 0 h 4850182"/>
                <a:gd name="connsiteX1" fmla="*/ 3867129 w 4757176"/>
                <a:gd name="connsiteY1" fmla="*/ 437433 h 4850182"/>
                <a:gd name="connsiteX2" fmla="*/ 4735397 w 4757176"/>
                <a:gd name="connsiteY2" fmla="*/ 1773180 h 4850182"/>
                <a:gd name="connsiteX3" fmla="*/ 4377810 w 4757176"/>
                <a:gd name="connsiteY3" fmla="*/ 3933235 h 4850182"/>
                <a:gd name="connsiteX4" fmla="*/ 3121708 w 4757176"/>
                <a:gd name="connsiteY4" fmla="*/ 4716168 h 4850182"/>
                <a:gd name="connsiteX5" fmla="*/ 1089898 w 4757176"/>
                <a:gd name="connsiteY5" fmla="*/ 4467947 h 4850182"/>
                <a:gd name="connsiteX6" fmla="*/ 15942 w 4757176"/>
                <a:gd name="connsiteY6" fmla="*/ 3101178 h 4850182"/>
                <a:gd name="connsiteX7" fmla="*/ 482674 w 4757176"/>
                <a:gd name="connsiteY7" fmla="*/ 740383 h 4850182"/>
                <a:gd name="connsiteX8" fmla="*/ 2460239 w 4757176"/>
                <a:gd name="connsiteY8" fmla="*/ 0 h 4850182"/>
                <a:gd name="connsiteX0" fmla="*/ 2460239 w 4757176"/>
                <a:gd name="connsiteY0" fmla="*/ 0 h 4850182"/>
                <a:gd name="connsiteX1" fmla="*/ 3867129 w 4757176"/>
                <a:gd name="connsiteY1" fmla="*/ 437433 h 4850182"/>
                <a:gd name="connsiteX2" fmla="*/ 4735397 w 4757176"/>
                <a:gd name="connsiteY2" fmla="*/ 1773180 h 4850182"/>
                <a:gd name="connsiteX3" fmla="*/ 4377810 w 4757176"/>
                <a:gd name="connsiteY3" fmla="*/ 3933235 h 4850182"/>
                <a:gd name="connsiteX4" fmla="*/ 3121708 w 4757176"/>
                <a:gd name="connsiteY4" fmla="*/ 4716168 h 4850182"/>
                <a:gd name="connsiteX5" fmla="*/ 1089898 w 4757176"/>
                <a:gd name="connsiteY5" fmla="*/ 4467947 h 4850182"/>
                <a:gd name="connsiteX6" fmla="*/ 15942 w 4757176"/>
                <a:gd name="connsiteY6" fmla="*/ 3101178 h 4850182"/>
                <a:gd name="connsiteX7" fmla="*/ 482674 w 4757176"/>
                <a:gd name="connsiteY7" fmla="*/ 740383 h 4850182"/>
                <a:gd name="connsiteX8" fmla="*/ 2460239 w 4757176"/>
                <a:gd name="connsiteY8" fmla="*/ 0 h 4850182"/>
                <a:gd name="connsiteX0" fmla="*/ 2484014 w 4780951"/>
                <a:gd name="connsiteY0" fmla="*/ 0 h 4850182"/>
                <a:gd name="connsiteX1" fmla="*/ 3890904 w 4780951"/>
                <a:gd name="connsiteY1" fmla="*/ 437433 h 4850182"/>
                <a:gd name="connsiteX2" fmla="*/ 4759172 w 4780951"/>
                <a:gd name="connsiteY2" fmla="*/ 1773180 h 4850182"/>
                <a:gd name="connsiteX3" fmla="*/ 4401585 w 4780951"/>
                <a:gd name="connsiteY3" fmla="*/ 3933235 h 4850182"/>
                <a:gd name="connsiteX4" fmla="*/ 3145483 w 4780951"/>
                <a:gd name="connsiteY4" fmla="*/ 4716168 h 4850182"/>
                <a:gd name="connsiteX5" fmla="*/ 1113673 w 4780951"/>
                <a:gd name="connsiteY5" fmla="*/ 4467947 h 4850182"/>
                <a:gd name="connsiteX6" fmla="*/ 39717 w 4780951"/>
                <a:gd name="connsiteY6" fmla="*/ 3101178 h 4850182"/>
                <a:gd name="connsiteX7" fmla="*/ 506449 w 4780951"/>
                <a:gd name="connsiteY7" fmla="*/ 740383 h 4850182"/>
                <a:gd name="connsiteX8" fmla="*/ 2484014 w 4780951"/>
                <a:gd name="connsiteY8" fmla="*/ 0 h 4850182"/>
                <a:gd name="connsiteX0" fmla="*/ 2484014 w 4780127"/>
                <a:gd name="connsiteY0" fmla="*/ 0 h 4850182"/>
                <a:gd name="connsiteX1" fmla="*/ 3890904 w 4780127"/>
                <a:gd name="connsiteY1" fmla="*/ 437433 h 4850182"/>
                <a:gd name="connsiteX2" fmla="*/ 4759172 w 4780127"/>
                <a:gd name="connsiteY2" fmla="*/ 1773180 h 4850182"/>
                <a:gd name="connsiteX3" fmla="*/ 4390953 w 4780127"/>
                <a:gd name="connsiteY3" fmla="*/ 3805644 h 4850182"/>
                <a:gd name="connsiteX4" fmla="*/ 3145483 w 4780127"/>
                <a:gd name="connsiteY4" fmla="*/ 4716168 h 4850182"/>
                <a:gd name="connsiteX5" fmla="*/ 1113673 w 4780127"/>
                <a:gd name="connsiteY5" fmla="*/ 4467947 h 4850182"/>
                <a:gd name="connsiteX6" fmla="*/ 39717 w 4780127"/>
                <a:gd name="connsiteY6" fmla="*/ 3101178 h 4850182"/>
                <a:gd name="connsiteX7" fmla="*/ 506449 w 4780127"/>
                <a:gd name="connsiteY7" fmla="*/ 740383 h 4850182"/>
                <a:gd name="connsiteX8" fmla="*/ 2484014 w 4780127"/>
                <a:gd name="connsiteY8" fmla="*/ 0 h 4850182"/>
                <a:gd name="connsiteX0" fmla="*/ 2484014 w 4778010"/>
                <a:gd name="connsiteY0" fmla="*/ 0 h 4846926"/>
                <a:gd name="connsiteX1" fmla="*/ 3890904 w 4778010"/>
                <a:gd name="connsiteY1" fmla="*/ 437433 h 4846926"/>
                <a:gd name="connsiteX2" fmla="*/ 4759172 w 4778010"/>
                <a:gd name="connsiteY2" fmla="*/ 1773180 h 4846926"/>
                <a:gd name="connsiteX3" fmla="*/ 4390953 w 4778010"/>
                <a:gd name="connsiteY3" fmla="*/ 3805644 h 4846926"/>
                <a:gd name="connsiteX4" fmla="*/ 3343914 w 4778010"/>
                <a:gd name="connsiteY4" fmla="*/ 4712128 h 4846926"/>
                <a:gd name="connsiteX5" fmla="*/ 1113673 w 4778010"/>
                <a:gd name="connsiteY5" fmla="*/ 4467947 h 4846926"/>
                <a:gd name="connsiteX6" fmla="*/ 39717 w 4778010"/>
                <a:gd name="connsiteY6" fmla="*/ 3101178 h 4846926"/>
                <a:gd name="connsiteX7" fmla="*/ 506449 w 4778010"/>
                <a:gd name="connsiteY7" fmla="*/ 740383 h 4846926"/>
                <a:gd name="connsiteX8" fmla="*/ 2484014 w 4778010"/>
                <a:gd name="connsiteY8" fmla="*/ 0 h 4846926"/>
                <a:gd name="connsiteX0" fmla="*/ 2484014 w 4782503"/>
                <a:gd name="connsiteY0" fmla="*/ 0 h 4846926"/>
                <a:gd name="connsiteX1" fmla="*/ 3890904 w 4782503"/>
                <a:gd name="connsiteY1" fmla="*/ 437433 h 4846926"/>
                <a:gd name="connsiteX2" fmla="*/ 4759172 w 4782503"/>
                <a:gd name="connsiteY2" fmla="*/ 1773180 h 4846926"/>
                <a:gd name="connsiteX3" fmla="*/ 4450482 w 4782503"/>
                <a:gd name="connsiteY3" fmla="*/ 3688481 h 4846926"/>
                <a:gd name="connsiteX4" fmla="*/ 3343914 w 4782503"/>
                <a:gd name="connsiteY4" fmla="*/ 4712128 h 4846926"/>
                <a:gd name="connsiteX5" fmla="*/ 1113673 w 4782503"/>
                <a:gd name="connsiteY5" fmla="*/ 4467947 h 4846926"/>
                <a:gd name="connsiteX6" fmla="*/ 39717 w 4782503"/>
                <a:gd name="connsiteY6" fmla="*/ 3101178 h 4846926"/>
                <a:gd name="connsiteX7" fmla="*/ 506449 w 4782503"/>
                <a:gd name="connsiteY7" fmla="*/ 740383 h 4846926"/>
                <a:gd name="connsiteX8" fmla="*/ 2484014 w 4782503"/>
                <a:gd name="connsiteY8" fmla="*/ 0 h 4846926"/>
                <a:gd name="connsiteX0" fmla="*/ 2484014 w 4784889"/>
                <a:gd name="connsiteY0" fmla="*/ 0 h 4846926"/>
                <a:gd name="connsiteX1" fmla="*/ 3890904 w 4784889"/>
                <a:gd name="connsiteY1" fmla="*/ 437433 h 4846926"/>
                <a:gd name="connsiteX2" fmla="*/ 4759172 w 4784889"/>
                <a:gd name="connsiteY2" fmla="*/ 1773180 h 4846926"/>
                <a:gd name="connsiteX3" fmla="*/ 4474294 w 4784889"/>
                <a:gd name="connsiteY3" fmla="*/ 3676361 h 4846926"/>
                <a:gd name="connsiteX4" fmla="*/ 3343914 w 4784889"/>
                <a:gd name="connsiteY4" fmla="*/ 4712128 h 4846926"/>
                <a:gd name="connsiteX5" fmla="*/ 1113673 w 4784889"/>
                <a:gd name="connsiteY5" fmla="*/ 4467947 h 4846926"/>
                <a:gd name="connsiteX6" fmla="*/ 39717 w 4784889"/>
                <a:gd name="connsiteY6" fmla="*/ 3101178 h 4846926"/>
                <a:gd name="connsiteX7" fmla="*/ 506449 w 4784889"/>
                <a:gd name="connsiteY7" fmla="*/ 740383 h 4846926"/>
                <a:gd name="connsiteX8" fmla="*/ 2484014 w 4784889"/>
                <a:gd name="connsiteY8" fmla="*/ 0 h 4846926"/>
                <a:gd name="connsiteX0" fmla="*/ 2484014 w 4784889"/>
                <a:gd name="connsiteY0" fmla="*/ 0 h 4860980"/>
                <a:gd name="connsiteX1" fmla="*/ 3890904 w 4784889"/>
                <a:gd name="connsiteY1" fmla="*/ 437433 h 4860980"/>
                <a:gd name="connsiteX2" fmla="*/ 4759172 w 4784889"/>
                <a:gd name="connsiteY2" fmla="*/ 1773180 h 4860980"/>
                <a:gd name="connsiteX3" fmla="*/ 4474294 w 4784889"/>
                <a:gd name="connsiteY3" fmla="*/ 3676361 h 4860980"/>
                <a:gd name="connsiteX4" fmla="*/ 3343914 w 4784889"/>
                <a:gd name="connsiteY4" fmla="*/ 4712128 h 4860980"/>
                <a:gd name="connsiteX5" fmla="*/ 1097799 w 4784889"/>
                <a:gd name="connsiteY5" fmla="*/ 4524510 h 4860980"/>
                <a:gd name="connsiteX6" fmla="*/ 39717 w 4784889"/>
                <a:gd name="connsiteY6" fmla="*/ 3101178 h 4860980"/>
                <a:gd name="connsiteX7" fmla="*/ 506449 w 4784889"/>
                <a:gd name="connsiteY7" fmla="*/ 740383 h 4860980"/>
                <a:gd name="connsiteX8" fmla="*/ 2484014 w 4784889"/>
                <a:gd name="connsiteY8" fmla="*/ 0 h 4860980"/>
                <a:gd name="connsiteX0" fmla="*/ 2484014 w 4783308"/>
                <a:gd name="connsiteY0" fmla="*/ 0 h 4860981"/>
                <a:gd name="connsiteX1" fmla="*/ 3890904 w 4783308"/>
                <a:gd name="connsiteY1" fmla="*/ 437433 h 4860981"/>
                <a:gd name="connsiteX2" fmla="*/ 4759172 w 4783308"/>
                <a:gd name="connsiteY2" fmla="*/ 1773180 h 4860981"/>
                <a:gd name="connsiteX3" fmla="*/ 4474294 w 4783308"/>
                <a:gd name="connsiteY3" fmla="*/ 3676361 h 4860981"/>
                <a:gd name="connsiteX4" fmla="*/ 3443129 w 4783308"/>
                <a:gd name="connsiteY4" fmla="*/ 4712129 h 4860981"/>
                <a:gd name="connsiteX5" fmla="*/ 1097799 w 4783308"/>
                <a:gd name="connsiteY5" fmla="*/ 4524510 h 4860981"/>
                <a:gd name="connsiteX6" fmla="*/ 39717 w 4783308"/>
                <a:gd name="connsiteY6" fmla="*/ 3101178 h 4860981"/>
                <a:gd name="connsiteX7" fmla="*/ 506449 w 4783308"/>
                <a:gd name="connsiteY7" fmla="*/ 740383 h 4860981"/>
                <a:gd name="connsiteX8" fmla="*/ 2484014 w 4783308"/>
                <a:gd name="connsiteY8" fmla="*/ 0 h 4860981"/>
                <a:gd name="connsiteX0" fmla="*/ 2484014 w 4783308"/>
                <a:gd name="connsiteY0" fmla="*/ 0 h 4821502"/>
                <a:gd name="connsiteX1" fmla="*/ 3890904 w 4783308"/>
                <a:gd name="connsiteY1" fmla="*/ 437433 h 4821502"/>
                <a:gd name="connsiteX2" fmla="*/ 4759172 w 4783308"/>
                <a:gd name="connsiteY2" fmla="*/ 1773180 h 4821502"/>
                <a:gd name="connsiteX3" fmla="*/ 4474294 w 4783308"/>
                <a:gd name="connsiteY3" fmla="*/ 3676361 h 4821502"/>
                <a:gd name="connsiteX4" fmla="*/ 3443129 w 4783308"/>
                <a:gd name="connsiteY4" fmla="*/ 4712129 h 4821502"/>
                <a:gd name="connsiteX5" fmla="*/ 1097799 w 4783308"/>
                <a:gd name="connsiteY5" fmla="*/ 4524510 h 4821502"/>
                <a:gd name="connsiteX6" fmla="*/ 39717 w 4783308"/>
                <a:gd name="connsiteY6" fmla="*/ 3101178 h 4821502"/>
                <a:gd name="connsiteX7" fmla="*/ 506449 w 4783308"/>
                <a:gd name="connsiteY7" fmla="*/ 740383 h 4821502"/>
                <a:gd name="connsiteX8" fmla="*/ 2484014 w 4783308"/>
                <a:gd name="connsiteY8" fmla="*/ 0 h 4821502"/>
                <a:gd name="connsiteX0" fmla="*/ 2484014 w 4783308"/>
                <a:gd name="connsiteY0" fmla="*/ 0 h 4821502"/>
                <a:gd name="connsiteX1" fmla="*/ 3890904 w 4783308"/>
                <a:gd name="connsiteY1" fmla="*/ 437433 h 4821502"/>
                <a:gd name="connsiteX2" fmla="*/ 4759172 w 4783308"/>
                <a:gd name="connsiteY2" fmla="*/ 1773180 h 4821502"/>
                <a:gd name="connsiteX3" fmla="*/ 4474294 w 4783308"/>
                <a:gd name="connsiteY3" fmla="*/ 3676361 h 4821502"/>
                <a:gd name="connsiteX4" fmla="*/ 3443129 w 4783308"/>
                <a:gd name="connsiteY4" fmla="*/ 4712129 h 4821502"/>
                <a:gd name="connsiteX5" fmla="*/ 1097799 w 4783308"/>
                <a:gd name="connsiteY5" fmla="*/ 4524510 h 4821502"/>
                <a:gd name="connsiteX6" fmla="*/ 39717 w 4783308"/>
                <a:gd name="connsiteY6" fmla="*/ 3101178 h 4821502"/>
                <a:gd name="connsiteX7" fmla="*/ 506449 w 4783308"/>
                <a:gd name="connsiteY7" fmla="*/ 740383 h 4821502"/>
                <a:gd name="connsiteX8" fmla="*/ 2484014 w 4783308"/>
                <a:gd name="connsiteY8" fmla="*/ 0 h 4821502"/>
                <a:gd name="connsiteX0" fmla="*/ 2532073 w 4784141"/>
                <a:gd name="connsiteY0" fmla="*/ 0 h 4773425"/>
                <a:gd name="connsiteX1" fmla="*/ 3891737 w 4784141"/>
                <a:gd name="connsiteY1" fmla="*/ 389356 h 4773425"/>
                <a:gd name="connsiteX2" fmla="*/ 4760005 w 4784141"/>
                <a:gd name="connsiteY2" fmla="*/ 1725103 h 4773425"/>
                <a:gd name="connsiteX3" fmla="*/ 4475127 w 4784141"/>
                <a:gd name="connsiteY3" fmla="*/ 3628284 h 4773425"/>
                <a:gd name="connsiteX4" fmla="*/ 3443962 w 4784141"/>
                <a:gd name="connsiteY4" fmla="*/ 4664052 h 4773425"/>
                <a:gd name="connsiteX5" fmla="*/ 1098632 w 4784141"/>
                <a:gd name="connsiteY5" fmla="*/ 4476433 h 4773425"/>
                <a:gd name="connsiteX6" fmla="*/ 40550 w 4784141"/>
                <a:gd name="connsiteY6" fmla="*/ 3053101 h 4773425"/>
                <a:gd name="connsiteX7" fmla="*/ 507282 w 4784141"/>
                <a:gd name="connsiteY7" fmla="*/ 692306 h 4773425"/>
                <a:gd name="connsiteX8" fmla="*/ 2532073 w 4784141"/>
                <a:gd name="connsiteY8" fmla="*/ 0 h 4773425"/>
                <a:gd name="connsiteX0" fmla="*/ 2532073 w 4784141"/>
                <a:gd name="connsiteY0" fmla="*/ 491 h 4773916"/>
                <a:gd name="connsiteX1" fmla="*/ 3891737 w 4784141"/>
                <a:gd name="connsiteY1" fmla="*/ 389847 h 4773916"/>
                <a:gd name="connsiteX2" fmla="*/ 4760005 w 4784141"/>
                <a:gd name="connsiteY2" fmla="*/ 1725594 h 4773916"/>
                <a:gd name="connsiteX3" fmla="*/ 4475127 w 4784141"/>
                <a:gd name="connsiteY3" fmla="*/ 3628775 h 4773916"/>
                <a:gd name="connsiteX4" fmla="*/ 3443962 w 4784141"/>
                <a:gd name="connsiteY4" fmla="*/ 4664543 h 4773916"/>
                <a:gd name="connsiteX5" fmla="*/ 1098632 w 4784141"/>
                <a:gd name="connsiteY5" fmla="*/ 4476924 h 4773916"/>
                <a:gd name="connsiteX6" fmla="*/ 40550 w 4784141"/>
                <a:gd name="connsiteY6" fmla="*/ 3053592 h 4773916"/>
                <a:gd name="connsiteX7" fmla="*/ 507282 w 4784141"/>
                <a:gd name="connsiteY7" fmla="*/ 692797 h 4773916"/>
                <a:gd name="connsiteX8" fmla="*/ 2532073 w 4784141"/>
                <a:gd name="connsiteY8" fmla="*/ 491 h 4773916"/>
                <a:gd name="connsiteX0" fmla="*/ 2532073 w 4784141"/>
                <a:gd name="connsiteY0" fmla="*/ 491 h 4773916"/>
                <a:gd name="connsiteX1" fmla="*/ 3891737 w 4784141"/>
                <a:gd name="connsiteY1" fmla="*/ 389847 h 4773916"/>
                <a:gd name="connsiteX2" fmla="*/ 4760005 w 4784141"/>
                <a:gd name="connsiteY2" fmla="*/ 1725594 h 4773916"/>
                <a:gd name="connsiteX3" fmla="*/ 4475127 w 4784141"/>
                <a:gd name="connsiteY3" fmla="*/ 3628775 h 4773916"/>
                <a:gd name="connsiteX4" fmla="*/ 3443962 w 4784141"/>
                <a:gd name="connsiteY4" fmla="*/ 4664543 h 4773916"/>
                <a:gd name="connsiteX5" fmla="*/ 1098632 w 4784141"/>
                <a:gd name="connsiteY5" fmla="*/ 4476924 h 4773916"/>
                <a:gd name="connsiteX6" fmla="*/ 40550 w 4784141"/>
                <a:gd name="connsiteY6" fmla="*/ 3053592 h 4773916"/>
                <a:gd name="connsiteX7" fmla="*/ 507282 w 4784141"/>
                <a:gd name="connsiteY7" fmla="*/ 692797 h 4773916"/>
                <a:gd name="connsiteX8" fmla="*/ 2532073 w 4784141"/>
                <a:gd name="connsiteY8" fmla="*/ 491 h 4773916"/>
                <a:gd name="connsiteX0" fmla="*/ 2558783 w 4784614"/>
                <a:gd name="connsiteY0" fmla="*/ 525 h 4757924"/>
                <a:gd name="connsiteX1" fmla="*/ 3892210 w 4784614"/>
                <a:gd name="connsiteY1" fmla="*/ 373855 h 4757924"/>
                <a:gd name="connsiteX2" fmla="*/ 4760478 w 4784614"/>
                <a:gd name="connsiteY2" fmla="*/ 1709602 h 4757924"/>
                <a:gd name="connsiteX3" fmla="*/ 4475600 w 4784614"/>
                <a:gd name="connsiteY3" fmla="*/ 3612783 h 4757924"/>
                <a:gd name="connsiteX4" fmla="*/ 3444435 w 4784614"/>
                <a:gd name="connsiteY4" fmla="*/ 4648551 h 4757924"/>
                <a:gd name="connsiteX5" fmla="*/ 1099105 w 4784614"/>
                <a:gd name="connsiteY5" fmla="*/ 4460932 h 4757924"/>
                <a:gd name="connsiteX6" fmla="*/ 41023 w 4784614"/>
                <a:gd name="connsiteY6" fmla="*/ 3037600 h 4757924"/>
                <a:gd name="connsiteX7" fmla="*/ 507755 w 4784614"/>
                <a:gd name="connsiteY7" fmla="*/ 676805 h 4757924"/>
                <a:gd name="connsiteX8" fmla="*/ 2558783 w 4784614"/>
                <a:gd name="connsiteY8" fmla="*/ 525 h 4757924"/>
                <a:gd name="connsiteX0" fmla="*/ 2558783 w 4784614"/>
                <a:gd name="connsiteY0" fmla="*/ 408 h 4757807"/>
                <a:gd name="connsiteX1" fmla="*/ 3907953 w 4784614"/>
                <a:gd name="connsiteY1" fmla="*/ 443183 h 4757807"/>
                <a:gd name="connsiteX2" fmla="*/ 4760478 w 4784614"/>
                <a:gd name="connsiteY2" fmla="*/ 1709485 h 4757807"/>
                <a:gd name="connsiteX3" fmla="*/ 4475600 w 4784614"/>
                <a:gd name="connsiteY3" fmla="*/ 3612666 h 4757807"/>
                <a:gd name="connsiteX4" fmla="*/ 3444435 w 4784614"/>
                <a:gd name="connsiteY4" fmla="*/ 4648434 h 4757807"/>
                <a:gd name="connsiteX5" fmla="*/ 1099105 w 4784614"/>
                <a:gd name="connsiteY5" fmla="*/ 4460815 h 4757807"/>
                <a:gd name="connsiteX6" fmla="*/ 41023 w 4784614"/>
                <a:gd name="connsiteY6" fmla="*/ 3037483 h 4757807"/>
                <a:gd name="connsiteX7" fmla="*/ 507755 w 4784614"/>
                <a:gd name="connsiteY7" fmla="*/ 676688 h 4757807"/>
                <a:gd name="connsiteX8" fmla="*/ 2558783 w 4784614"/>
                <a:gd name="connsiteY8" fmla="*/ 408 h 4757807"/>
                <a:gd name="connsiteX0" fmla="*/ 2675744 w 4786788"/>
                <a:gd name="connsiteY0" fmla="*/ 250 h 4954478"/>
                <a:gd name="connsiteX1" fmla="*/ 3910127 w 4786788"/>
                <a:gd name="connsiteY1" fmla="*/ 639854 h 4954478"/>
                <a:gd name="connsiteX2" fmla="*/ 4762652 w 4786788"/>
                <a:gd name="connsiteY2" fmla="*/ 1906156 h 4954478"/>
                <a:gd name="connsiteX3" fmla="*/ 4477774 w 4786788"/>
                <a:gd name="connsiteY3" fmla="*/ 3809337 h 4954478"/>
                <a:gd name="connsiteX4" fmla="*/ 3446609 w 4786788"/>
                <a:gd name="connsiteY4" fmla="*/ 4845105 h 4954478"/>
                <a:gd name="connsiteX5" fmla="*/ 1101279 w 4786788"/>
                <a:gd name="connsiteY5" fmla="*/ 4657486 h 4954478"/>
                <a:gd name="connsiteX6" fmla="*/ 43197 w 4786788"/>
                <a:gd name="connsiteY6" fmla="*/ 3234154 h 4954478"/>
                <a:gd name="connsiteX7" fmla="*/ 509929 w 4786788"/>
                <a:gd name="connsiteY7" fmla="*/ 873359 h 4954478"/>
                <a:gd name="connsiteX8" fmla="*/ 2675744 w 4786788"/>
                <a:gd name="connsiteY8" fmla="*/ 250 h 4954478"/>
                <a:gd name="connsiteX0" fmla="*/ 2675744 w 4786788"/>
                <a:gd name="connsiteY0" fmla="*/ 250 h 4954478"/>
                <a:gd name="connsiteX1" fmla="*/ 3910127 w 4786788"/>
                <a:gd name="connsiteY1" fmla="*/ 639854 h 4954478"/>
                <a:gd name="connsiteX2" fmla="*/ 4762652 w 4786788"/>
                <a:gd name="connsiteY2" fmla="*/ 1906156 h 4954478"/>
                <a:gd name="connsiteX3" fmla="*/ 4477774 w 4786788"/>
                <a:gd name="connsiteY3" fmla="*/ 3809337 h 4954478"/>
                <a:gd name="connsiteX4" fmla="*/ 3446609 w 4786788"/>
                <a:gd name="connsiteY4" fmla="*/ 4845105 h 4954478"/>
                <a:gd name="connsiteX5" fmla="*/ 1101279 w 4786788"/>
                <a:gd name="connsiteY5" fmla="*/ 4657486 h 4954478"/>
                <a:gd name="connsiteX6" fmla="*/ 43197 w 4786788"/>
                <a:gd name="connsiteY6" fmla="*/ 3234154 h 4954478"/>
                <a:gd name="connsiteX7" fmla="*/ 509929 w 4786788"/>
                <a:gd name="connsiteY7" fmla="*/ 873359 h 4954478"/>
                <a:gd name="connsiteX8" fmla="*/ 2675744 w 4786788"/>
                <a:gd name="connsiteY8" fmla="*/ 250 h 4954478"/>
                <a:gd name="connsiteX0" fmla="*/ 2675744 w 4786788"/>
                <a:gd name="connsiteY0" fmla="*/ 290 h 4954518"/>
                <a:gd name="connsiteX1" fmla="*/ 3910127 w 4786788"/>
                <a:gd name="connsiteY1" fmla="*/ 639894 h 4954518"/>
                <a:gd name="connsiteX2" fmla="*/ 4762652 w 4786788"/>
                <a:gd name="connsiteY2" fmla="*/ 1906196 h 4954518"/>
                <a:gd name="connsiteX3" fmla="*/ 4477774 w 4786788"/>
                <a:gd name="connsiteY3" fmla="*/ 3809377 h 4954518"/>
                <a:gd name="connsiteX4" fmla="*/ 3446609 w 4786788"/>
                <a:gd name="connsiteY4" fmla="*/ 4845145 h 4954518"/>
                <a:gd name="connsiteX5" fmla="*/ 1101279 w 4786788"/>
                <a:gd name="connsiteY5" fmla="*/ 4657526 h 4954518"/>
                <a:gd name="connsiteX6" fmla="*/ 43197 w 4786788"/>
                <a:gd name="connsiteY6" fmla="*/ 3234194 h 4954518"/>
                <a:gd name="connsiteX7" fmla="*/ 509929 w 4786788"/>
                <a:gd name="connsiteY7" fmla="*/ 873399 h 4954518"/>
                <a:gd name="connsiteX8" fmla="*/ 2675744 w 4786788"/>
                <a:gd name="connsiteY8" fmla="*/ 290 h 4954518"/>
                <a:gd name="connsiteX0" fmla="*/ 2675744 w 4786788"/>
                <a:gd name="connsiteY0" fmla="*/ 326 h 4954554"/>
                <a:gd name="connsiteX1" fmla="*/ 3990884 w 4786788"/>
                <a:gd name="connsiteY1" fmla="*/ 591130 h 4954554"/>
                <a:gd name="connsiteX2" fmla="*/ 4762652 w 4786788"/>
                <a:gd name="connsiteY2" fmla="*/ 1906232 h 4954554"/>
                <a:gd name="connsiteX3" fmla="*/ 4477774 w 4786788"/>
                <a:gd name="connsiteY3" fmla="*/ 3809413 h 4954554"/>
                <a:gd name="connsiteX4" fmla="*/ 3446609 w 4786788"/>
                <a:gd name="connsiteY4" fmla="*/ 4845181 h 4954554"/>
                <a:gd name="connsiteX5" fmla="*/ 1101279 w 4786788"/>
                <a:gd name="connsiteY5" fmla="*/ 4657562 h 4954554"/>
                <a:gd name="connsiteX6" fmla="*/ 43197 w 4786788"/>
                <a:gd name="connsiteY6" fmla="*/ 3234230 h 4954554"/>
                <a:gd name="connsiteX7" fmla="*/ 509929 w 4786788"/>
                <a:gd name="connsiteY7" fmla="*/ 873435 h 4954554"/>
                <a:gd name="connsiteX8" fmla="*/ 2675744 w 4786788"/>
                <a:gd name="connsiteY8" fmla="*/ 326 h 4954554"/>
                <a:gd name="connsiteX0" fmla="*/ 2662196 w 4773240"/>
                <a:gd name="connsiteY0" fmla="*/ 326 h 4954554"/>
                <a:gd name="connsiteX1" fmla="*/ 3977336 w 4773240"/>
                <a:gd name="connsiteY1" fmla="*/ 591130 h 4954554"/>
                <a:gd name="connsiteX2" fmla="*/ 4749104 w 4773240"/>
                <a:gd name="connsiteY2" fmla="*/ 1906232 h 4954554"/>
                <a:gd name="connsiteX3" fmla="*/ 4464226 w 4773240"/>
                <a:gd name="connsiteY3" fmla="*/ 3809413 h 4954554"/>
                <a:gd name="connsiteX4" fmla="*/ 3433061 w 4773240"/>
                <a:gd name="connsiteY4" fmla="*/ 4845181 h 4954554"/>
                <a:gd name="connsiteX5" fmla="*/ 1087731 w 4773240"/>
                <a:gd name="connsiteY5" fmla="*/ 4657562 h 4954554"/>
                <a:gd name="connsiteX6" fmla="*/ 29649 w 4773240"/>
                <a:gd name="connsiteY6" fmla="*/ 3234230 h 4954554"/>
                <a:gd name="connsiteX7" fmla="*/ 640977 w 4773240"/>
                <a:gd name="connsiteY7" fmla="*/ 730117 h 4954554"/>
                <a:gd name="connsiteX8" fmla="*/ 2662196 w 4773240"/>
                <a:gd name="connsiteY8" fmla="*/ 326 h 4954554"/>
                <a:gd name="connsiteX0" fmla="*/ 2664762 w 4775806"/>
                <a:gd name="connsiteY0" fmla="*/ 326 h 4954554"/>
                <a:gd name="connsiteX1" fmla="*/ 3979902 w 4775806"/>
                <a:gd name="connsiteY1" fmla="*/ 591130 h 4954554"/>
                <a:gd name="connsiteX2" fmla="*/ 4751670 w 4775806"/>
                <a:gd name="connsiteY2" fmla="*/ 1906232 h 4954554"/>
                <a:gd name="connsiteX3" fmla="*/ 4466792 w 4775806"/>
                <a:gd name="connsiteY3" fmla="*/ 3809413 h 4954554"/>
                <a:gd name="connsiteX4" fmla="*/ 3435627 w 4775806"/>
                <a:gd name="connsiteY4" fmla="*/ 4845181 h 4954554"/>
                <a:gd name="connsiteX5" fmla="*/ 1090297 w 4775806"/>
                <a:gd name="connsiteY5" fmla="*/ 4657562 h 4954554"/>
                <a:gd name="connsiteX6" fmla="*/ 32215 w 4775806"/>
                <a:gd name="connsiteY6" fmla="*/ 3234230 h 4954554"/>
                <a:gd name="connsiteX7" fmla="*/ 607899 w 4775806"/>
                <a:gd name="connsiteY7" fmla="*/ 806182 h 4954554"/>
                <a:gd name="connsiteX8" fmla="*/ 2664762 w 4775806"/>
                <a:gd name="connsiteY8" fmla="*/ 326 h 4954554"/>
                <a:gd name="connsiteX0" fmla="*/ 2673549 w 4784593"/>
                <a:gd name="connsiteY0" fmla="*/ 326 h 4954554"/>
                <a:gd name="connsiteX1" fmla="*/ 3988689 w 4784593"/>
                <a:gd name="connsiteY1" fmla="*/ 591130 h 4954554"/>
                <a:gd name="connsiteX2" fmla="*/ 4760457 w 4784593"/>
                <a:gd name="connsiteY2" fmla="*/ 1906232 h 4954554"/>
                <a:gd name="connsiteX3" fmla="*/ 4475579 w 4784593"/>
                <a:gd name="connsiteY3" fmla="*/ 3809413 h 4954554"/>
                <a:gd name="connsiteX4" fmla="*/ 3444414 w 4784593"/>
                <a:gd name="connsiteY4" fmla="*/ 4845181 h 4954554"/>
                <a:gd name="connsiteX5" fmla="*/ 1099084 w 4784593"/>
                <a:gd name="connsiteY5" fmla="*/ 4657562 h 4954554"/>
                <a:gd name="connsiteX6" fmla="*/ 41002 w 4784593"/>
                <a:gd name="connsiteY6" fmla="*/ 3234230 h 4954554"/>
                <a:gd name="connsiteX7" fmla="*/ 616686 w 4784593"/>
                <a:gd name="connsiteY7" fmla="*/ 806182 h 4954554"/>
                <a:gd name="connsiteX8" fmla="*/ 2673549 w 4784593"/>
                <a:gd name="connsiteY8" fmla="*/ 326 h 4954554"/>
                <a:gd name="connsiteX0" fmla="*/ 2649000 w 4760044"/>
                <a:gd name="connsiteY0" fmla="*/ 326 h 4964273"/>
                <a:gd name="connsiteX1" fmla="*/ 3964140 w 4760044"/>
                <a:gd name="connsiteY1" fmla="*/ 591130 h 4964273"/>
                <a:gd name="connsiteX2" fmla="*/ 4735908 w 4760044"/>
                <a:gd name="connsiteY2" fmla="*/ 1906232 h 4964273"/>
                <a:gd name="connsiteX3" fmla="*/ 4451030 w 4760044"/>
                <a:gd name="connsiteY3" fmla="*/ 3809413 h 4964273"/>
                <a:gd name="connsiteX4" fmla="*/ 3419865 w 4760044"/>
                <a:gd name="connsiteY4" fmla="*/ 4845181 h 4964273"/>
                <a:gd name="connsiteX5" fmla="*/ 1074535 w 4760044"/>
                <a:gd name="connsiteY5" fmla="*/ 4657562 h 4964273"/>
                <a:gd name="connsiteX6" fmla="*/ 33359 w 4760044"/>
                <a:gd name="connsiteY6" fmla="*/ 2995991 h 4964273"/>
                <a:gd name="connsiteX7" fmla="*/ 592137 w 4760044"/>
                <a:gd name="connsiteY7" fmla="*/ 806182 h 4964273"/>
                <a:gd name="connsiteX8" fmla="*/ 2649000 w 4760044"/>
                <a:gd name="connsiteY8" fmla="*/ 326 h 4964273"/>
                <a:gd name="connsiteX0" fmla="*/ 2649000 w 4468508"/>
                <a:gd name="connsiteY0" fmla="*/ 326 h 4964273"/>
                <a:gd name="connsiteX1" fmla="*/ 3964140 w 4468508"/>
                <a:gd name="connsiteY1" fmla="*/ 591130 h 4964273"/>
                <a:gd name="connsiteX2" fmla="*/ 4451030 w 4468508"/>
                <a:gd name="connsiteY2" fmla="*/ 3809413 h 4964273"/>
                <a:gd name="connsiteX3" fmla="*/ 3419865 w 4468508"/>
                <a:gd name="connsiteY3" fmla="*/ 4845181 h 4964273"/>
                <a:gd name="connsiteX4" fmla="*/ 1074535 w 4468508"/>
                <a:gd name="connsiteY4" fmla="*/ 4657562 h 4964273"/>
                <a:gd name="connsiteX5" fmla="*/ 33359 w 4468508"/>
                <a:gd name="connsiteY5" fmla="*/ 2995991 h 4964273"/>
                <a:gd name="connsiteX6" fmla="*/ 592137 w 4468508"/>
                <a:gd name="connsiteY6" fmla="*/ 806182 h 4964273"/>
                <a:gd name="connsiteX7" fmla="*/ 2649000 w 4468508"/>
                <a:gd name="connsiteY7" fmla="*/ 326 h 4964273"/>
                <a:gd name="connsiteX0" fmla="*/ 2788684 w 4608192"/>
                <a:gd name="connsiteY0" fmla="*/ 326 h 4845177"/>
                <a:gd name="connsiteX1" fmla="*/ 4103824 w 4608192"/>
                <a:gd name="connsiteY1" fmla="*/ 591130 h 4845177"/>
                <a:gd name="connsiteX2" fmla="*/ 4590714 w 4608192"/>
                <a:gd name="connsiteY2" fmla="*/ 3809413 h 4845177"/>
                <a:gd name="connsiteX3" fmla="*/ 3559549 w 4608192"/>
                <a:gd name="connsiteY3" fmla="*/ 4845181 h 4845177"/>
                <a:gd name="connsiteX4" fmla="*/ 173043 w 4608192"/>
                <a:gd name="connsiteY4" fmla="*/ 2995991 h 4845177"/>
                <a:gd name="connsiteX5" fmla="*/ 731821 w 4608192"/>
                <a:gd name="connsiteY5" fmla="*/ 806182 h 4845177"/>
                <a:gd name="connsiteX6" fmla="*/ 2788684 w 4608192"/>
                <a:gd name="connsiteY6" fmla="*/ 326 h 4845177"/>
                <a:gd name="connsiteX0" fmla="*/ 2788684 w 4656382"/>
                <a:gd name="connsiteY0" fmla="*/ 326 h 4593408"/>
                <a:gd name="connsiteX1" fmla="*/ 4103824 w 4656382"/>
                <a:gd name="connsiteY1" fmla="*/ 591130 h 4593408"/>
                <a:gd name="connsiteX2" fmla="*/ 4590714 w 4656382"/>
                <a:gd name="connsiteY2" fmla="*/ 3809413 h 4593408"/>
                <a:gd name="connsiteX3" fmla="*/ 2737164 w 4656382"/>
                <a:gd name="connsiteY3" fmla="*/ 4593410 h 4593408"/>
                <a:gd name="connsiteX4" fmla="*/ 173043 w 4656382"/>
                <a:gd name="connsiteY4" fmla="*/ 2995991 h 4593408"/>
                <a:gd name="connsiteX5" fmla="*/ 731821 w 4656382"/>
                <a:gd name="connsiteY5" fmla="*/ 806182 h 4593408"/>
                <a:gd name="connsiteX6" fmla="*/ 2788684 w 4656382"/>
                <a:gd name="connsiteY6" fmla="*/ 326 h 4593408"/>
                <a:gd name="connsiteX0" fmla="*/ 2788684 w 4720632"/>
                <a:gd name="connsiteY0" fmla="*/ 326 h 4593408"/>
                <a:gd name="connsiteX1" fmla="*/ 4103824 w 4720632"/>
                <a:gd name="connsiteY1" fmla="*/ 591130 h 4593408"/>
                <a:gd name="connsiteX2" fmla="*/ 4661706 w 4720632"/>
                <a:gd name="connsiteY2" fmla="*/ 3597011 h 4593408"/>
                <a:gd name="connsiteX3" fmla="*/ 2737164 w 4720632"/>
                <a:gd name="connsiteY3" fmla="*/ 4593410 h 4593408"/>
                <a:gd name="connsiteX4" fmla="*/ 173043 w 4720632"/>
                <a:gd name="connsiteY4" fmla="*/ 2995991 h 4593408"/>
                <a:gd name="connsiteX5" fmla="*/ 731821 w 4720632"/>
                <a:gd name="connsiteY5" fmla="*/ 806182 h 4593408"/>
                <a:gd name="connsiteX6" fmla="*/ 2788684 w 4720632"/>
                <a:gd name="connsiteY6" fmla="*/ 326 h 4593408"/>
                <a:gd name="connsiteX0" fmla="*/ 2615637 w 4547585"/>
                <a:gd name="connsiteY0" fmla="*/ 326 h 4593408"/>
                <a:gd name="connsiteX1" fmla="*/ 3930777 w 4547585"/>
                <a:gd name="connsiteY1" fmla="*/ 591130 h 4593408"/>
                <a:gd name="connsiteX2" fmla="*/ 4488659 w 4547585"/>
                <a:gd name="connsiteY2" fmla="*/ 3597011 h 4593408"/>
                <a:gd name="connsiteX3" fmla="*/ 2564117 w 4547585"/>
                <a:gd name="connsiteY3" fmla="*/ 4593410 h 4593408"/>
                <a:gd name="connsiteX4" fmla="*/ -4 w 4547585"/>
                <a:gd name="connsiteY4" fmla="*/ 2995991 h 4593408"/>
                <a:gd name="connsiteX5" fmla="*/ 2615637 w 4547585"/>
                <a:gd name="connsiteY5" fmla="*/ 326 h 4593408"/>
                <a:gd name="connsiteX0" fmla="*/ 1599114 w 4547585"/>
                <a:gd name="connsiteY0" fmla="*/ 673 h 4392722"/>
                <a:gd name="connsiteX1" fmla="*/ 3930777 w 4547585"/>
                <a:gd name="connsiteY1" fmla="*/ 390444 h 4392722"/>
                <a:gd name="connsiteX2" fmla="*/ 4488659 w 4547585"/>
                <a:gd name="connsiteY2" fmla="*/ 3396325 h 4392722"/>
                <a:gd name="connsiteX3" fmla="*/ 2564117 w 4547585"/>
                <a:gd name="connsiteY3" fmla="*/ 4392724 h 4392722"/>
                <a:gd name="connsiteX4" fmla="*/ -4 w 4547585"/>
                <a:gd name="connsiteY4" fmla="*/ 2795305 h 4392722"/>
                <a:gd name="connsiteX5" fmla="*/ 1599114 w 4547585"/>
                <a:gd name="connsiteY5" fmla="*/ 673 h 4392722"/>
                <a:gd name="connsiteX0" fmla="*/ 1599114 w 4556102"/>
                <a:gd name="connsiteY0" fmla="*/ 673 h 4345138"/>
                <a:gd name="connsiteX1" fmla="*/ 3930777 w 4556102"/>
                <a:gd name="connsiteY1" fmla="*/ 390444 h 4345138"/>
                <a:gd name="connsiteX2" fmla="*/ 4488659 w 4556102"/>
                <a:gd name="connsiteY2" fmla="*/ 3396325 h 4345138"/>
                <a:gd name="connsiteX3" fmla="*/ 2425030 w 4556102"/>
                <a:gd name="connsiteY3" fmla="*/ 4345136 h 4345138"/>
                <a:gd name="connsiteX4" fmla="*/ -4 w 4556102"/>
                <a:gd name="connsiteY4" fmla="*/ 2795305 h 4345138"/>
                <a:gd name="connsiteX5" fmla="*/ 1599114 w 4556102"/>
                <a:gd name="connsiteY5" fmla="*/ 673 h 4345138"/>
                <a:gd name="connsiteX0" fmla="*/ 1308676 w 4265664"/>
                <a:gd name="connsiteY0" fmla="*/ 673 h 4345138"/>
                <a:gd name="connsiteX1" fmla="*/ 3640339 w 4265664"/>
                <a:gd name="connsiteY1" fmla="*/ 390444 h 4345138"/>
                <a:gd name="connsiteX2" fmla="*/ 4198221 w 4265664"/>
                <a:gd name="connsiteY2" fmla="*/ 3396325 h 4345138"/>
                <a:gd name="connsiteX3" fmla="*/ 2134592 w 4265664"/>
                <a:gd name="connsiteY3" fmla="*/ 4345136 h 4345138"/>
                <a:gd name="connsiteX4" fmla="*/ 2 w 4265664"/>
                <a:gd name="connsiteY4" fmla="*/ 2737868 h 4345138"/>
                <a:gd name="connsiteX5" fmla="*/ 1308676 w 4265664"/>
                <a:gd name="connsiteY5" fmla="*/ 673 h 4345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65664" h="4345138">
                  <a:moveTo>
                    <a:pt x="1308676" y="673"/>
                  </a:moveTo>
                  <a:cubicBezTo>
                    <a:pt x="1850442" y="-12337"/>
                    <a:pt x="3307336" y="165670"/>
                    <a:pt x="3640339" y="390444"/>
                  </a:cubicBezTo>
                  <a:cubicBezTo>
                    <a:pt x="3940677" y="1025292"/>
                    <a:pt x="4449179" y="2737210"/>
                    <a:pt x="4198221" y="3396325"/>
                  </a:cubicBezTo>
                  <a:cubicBezTo>
                    <a:pt x="3947263" y="4055440"/>
                    <a:pt x="2447418" y="4230167"/>
                    <a:pt x="2134592" y="4345136"/>
                  </a:cubicBezTo>
                  <a:cubicBezTo>
                    <a:pt x="1398314" y="4209566"/>
                    <a:pt x="471290" y="3411035"/>
                    <a:pt x="2" y="2737868"/>
                  </a:cubicBezTo>
                  <a:cubicBezTo>
                    <a:pt x="8589" y="1972354"/>
                    <a:pt x="653546" y="401483"/>
                    <a:pt x="1308676" y="67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6D3A327-F6AC-503E-D21F-D4B3FE3C1E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683933">
              <a:off x="9928975" y="-403904"/>
              <a:ext cx="1174562" cy="1937410"/>
            </a:xfrm>
            <a:custGeom>
              <a:avLst/>
              <a:gdLst>
                <a:gd name="connsiteX0" fmla="*/ 1174562 w 1174562"/>
                <a:gd name="connsiteY0" fmla="*/ 1160117 h 1937410"/>
                <a:gd name="connsiteX1" fmla="*/ 953368 w 1174562"/>
                <a:gd name="connsiteY1" fmla="*/ 1406344 h 1937410"/>
                <a:gd name="connsiteX2" fmla="*/ 894128 w 1174562"/>
                <a:gd name="connsiteY2" fmla="*/ 1419701 h 1937410"/>
                <a:gd name="connsiteX3" fmla="*/ 830886 w 1174562"/>
                <a:gd name="connsiteY3" fmla="*/ 1430049 h 1937410"/>
                <a:gd name="connsiteX4" fmla="*/ 625381 w 1174562"/>
                <a:gd name="connsiteY4" fmla="*/ 1421724 h 1937410"/>
                <a:gd name="connsiteX5" fmla="*/ 394115 w 1174562"/>
                <a:gd name="connsiteY5" fmla="*/ 1353019 h 1937410"/>
                <a:gd name="connsiteX6" fmla="*/ 227806 w 1174562"/>
                <a:gd name="connsiteY6" fmla="*/ 1262594 h 1937410"/>
                <a:gd name="connsiteX7" fmla="*/ 222077 w 1174562"/>
                <a:gd name="connsiteY7" fmla="*/ 1293937 h 1937410"/>
                <a:gd name="connsiteX8" fmla="*/ 257021 w 1174562"/>
                <a:gd name="connsiteY8" fmla="*/ 1521425 h 1937410"/>
                <a:gd name="connsiteX9" fmla="*/ 329717 w 1174562"/>
                <a:gd name="connsiteY9" fmla="*/ 1788933 h 1937410"/>
                <a:gd name="connsiteX10" fmla="*/ 358171 w 1174562"/>
                <a:gd name="connsiteY10" fmla="*/ 1866809 h 1937410"/>
                <a:gd name="connsiteX11" fmla="*/ 162274 w 1174562"/>
                <a:gd name="connsiteY11" fmla="*/ 1937410 h 1937410"/>
                <a:gd name="connsiteX12" fmla="*/ 40999 w 1174562"/>
                <a:gd name="connsiteY12" fmla="*/ 1530780 h 1937410"/>
                <a:gd name="connsiteX13" fmla="*/ 130 w 1174562"/>
                <a:gd name="connsiteY13" fmla="*/ 1094880 h 1937410"/>
                <a:gd name="connsiteX14" fmla="*/ 77747 w 1174562"/>
                <a:gd name="connsiteY14" fmla="*/ 588060 h 1937410"/>
                <a:gd name="connsiteX15" fmla="*/ 199588 w 1174562"/>
                <a:gd name="connsiteY15" fmla="*/ 280523 h 1937410"/>
                <a:gd name="connsiteX16" fmla="*/ 306776 w 1174562"/>
                <a:gd name="connsiteY16" fmla="*/ 111727 h 1937410"/>
                <a:gd name="connsiteX17" fmla="*/ 416130 w 1174562"/>
                <a:gd name="connsiteY17" fmla="*/ 0 h 1937410"/>
                <a:gd name="connsiteX18" fmla="*/ 493343 w 1174562"/>
                <a:gd name="connsiteY18" fmla="*/ 215052 h 1937410"/>
                <a:gd name="connsiteX19" fmla="*/ 488735 w 1174562"/>
                <a:gd name="connsiteY19" fmla="*/ 439153 h 1937410"/>
                <a:gd name="connsiteX20" fmla="*/ 374038 w 1174562"/>
                <a:gd name="connsiteY20" fmla="*/ 651386 h 1937410"/>
                <a:gd name="connsiteX21" fmla="*/ 375640 w 1174562"/>
                <a:gd name="connsiteY21" fmla="*/ 679924 h 1937410"/>
                <a:gd name="connsiteX22" fmla="*/ 646830 w 1174562"/>
                <a:gd name="connsiteY22" fmla="*/ 526785 h 1937410"/>
                <a:gd name="connsiteX23" fmla="*/ 965722 w 1174562"/>
                <a:gd name="connsiteY23" fmla="*/ 454195 h 1937410"/>
                <a:gd name="connsiteX24" fmla="*/ 973884 w 1174562"/>
                <a:gd name="connsiteY24" fmla="*/ 458787 h 1937410"/>
                <a:gd name="connsiteX25" fmla="*/ 933346 w 1174562"/>
                <a:gd name="connsiteY25" fmla="*/ 595705 h 1937410"/>
                <a:gd name="connsiteX26" fmla="*/ 790087 w 1174562"/>
                <a:gd name="connsiteY26" fmla="*/ 785667 h 1937410"/>
                <a:gd name="connsiteX27" fmla="*/ 608178 w 1174562"/>
                <a:gd name="connsiteY27" fmla="*/ 939447 h 1937410"/>
                <a:gd name="connsiteX28" fmla="*/ 386518 w 1174562"/>
                <a:gd name="connsiteY28" fmla="*/ 1057102 h 1937410"/>
                <a:gd name="connsiteX29" fmla="*/ 496842 w 1174562"/>
                <a:gd name="connsiteY29" fmla="*/ 1070816 h 1937410"/>
                <a:gd name="connsiteX30" fmla="*/ 845020 w 1174562"/>
                <a:gd name="connsiteY30" fmla="*/ 1072001 h 1937410"/>
                <a:gd name="connsiteX31" fmla="*/ 1104134 w 1174562"/>
                <a:gd name="connsiteY31" fmla="*/ 1133246 h 193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74562" h="1937410">
                  <a:moveTo>
                    <a:pt x="1174562" y="1160117"/>
                  </a:moveTo>
                  <a:lnTo>
                    <a:pt x="953368" y="1406344"/>
                  </a:lnTo>
                  <a:lnTo>
                    <a:pt x="894128" y="1419701"/>
                  </a:lnTo>
                  <a:cubicBezTo>
                    <a:pt x="871713" y="1424108"/>
                    <a:pt x="850245" y="1427648"/>
                    <a:pt x="830886" y="1430049"/>
                  </a:cubicBezTo>
                  <a:cubicBezTo>
                    <a:pt x="753449" y="1439654"/>
                    <a:pt x="698175" y="1434563"/>
                    <a:pt x="625381" y="1421724"/>
                  </a:cubicBezTo>
                  <a:cubicBezTo>
                    <a:pt x="552586" y="1408886"/>
                    <a:pt x="460377" y="1379541"/>
                    <a:pt x="394115" y="1353019"/>
                  </a:cubicBezTo>
                  <a:cubicBezTo>
                    <a:pt x="327853" y="1326498"/>
                    <a:pt x="238957" y="1270351"/>
                    <a:pt x="227806" y="1262594"/>
                  </a:cubicBezTo>
                  <a:cubicBezTo>
                    <a:pt x="216655" y="1254838"/>
                    <a:pt x="217208" y="1250798"/>
                    <a:pt x="222077" y="1293937"/>
                  </a:cubicBezTo>
                  <a:cubicBezTo>
                    <a:pt x="226946" y="1337075"/>
                    <a:pt x="239080" y="1438926"/>
                    <a:pt x="257021" y="1521425"/>
                  </a:cubicBezTo>
                  <a:cubicBezTo>
                    <a:pt x="274961" y="1603923"/>
                    <a:pt x="302922" y="1709751"/>
                    <a:pt x="329717" y="1788933"/>
                  </a:cubicBezTo>
                  <a:lnTo>
                    <a:pt x="358171" y="1866809"/>
                  </a:lnTo>
                  <a:cubicBezTo>
                    <a:pt x="306835" y="1903849"/>
                    <a:pt x="211686" y="1922195"/>
                    <a:pt x="162274" y="1937410"/>
                  </a:cubicBezTo>
                  <a:cubicBezTo>
                    <a:pt x="110713" y="1802684"/>
                    <a:pt x="68023" y="1671202"/>
                    <a:pt x="40999" y="1530780"/>
                  </a:cubicBezTo>
                  <a:cubicBezTo>
                    <a:pt x="13975" y="1390358"/>
                    <a:pt x="-1594" y="1249609"/>
                    <a:pt x="130" y="1094880"/>
                  </a:cubicBezTo>
                  <a:cubicBezTo>
                    <a:pt x="1851" y="940151"/>
                    <a:pt x="44504" y="723787"/>
                    <a:pt x="77747" y="588060"/>
                  </a:cubicBezTo>
                  <a:cubicBezTo>
                    <a:pt x="110990" y="452334"/>
                    <a:pt x="161416" y="359911"/>
                    <a:pt x="199588" y="280523"/>
                  </a:cubicBezTo>
                  <a:cubicBezTo>
                    <a:pt x="237760" y="201134"/>
                    <a:pt x="268654" y="158776"/>
                    <a:pt x="306776" y="111727"/>
                  </a:cubicBezTo>
                  <a:cubicBezTo>
                    <a:pt x="340134" y="70559"/>
                    <a:pt x="385416" y="11405"/>
                    <a:pt x="416130" y="0"/>
                  </a:cubicBezTo>
                  <a:cubicBezTo>
                    <a:pt x="459534" y="74706"/>
                    <a:pt x="477949" y="136046"/>
                    <a:pt x="493343" y="215052"/>
                  </a:cubicBezTo>
                  <a:cubicBezTo>
                    <a:pt x="505786" y="309500"/>
                    <a:pt x="505982" y="354742"/>
                    <a:pt x="488735" y="439153"/>
                  </a:cubicBezTo>
                  <a:cubicBezTo>
                    <a:pt x="471153" y="525202"/>
                    <a:pt x="392887" y="611256"/>
                    <a:pt x="374038" y="651386"/>
                  </a:cubicBezTo>
                  <a:cubicBezTo>
                    <a:pt x="355189" y="691513"/>
                    <a:pt x="330176" y="700690"/>
                    <a:pt x="375640" y="679924"/>
                  </a:cubicBezTo>
                  <a:cubicBezTo>
                    <a:pt x="421106" y="659157"/>
                    <a:pt x="548482" y="564409"/>
                    <a:pt x="646830" y="526785"/>
                  </a:cubicBezTo>
                  <a:cubicBezTo>
                    <a:pt x="745176" y="489165"/>
                    <a:pt x="936630" y="451490"/>
                    <a:pt x="965722" y="454195"/>
                  </a:cubicBezTo>
                  <a:cubicBezTo>
                    <a:pt x="969359" y="454533"/>
                    <a:pt x="972038" y="456135"/>
                    <a:pt x="973884" y="458787"/>
                  </a:cubicBezTo>
                  <a:cubicBezTo>
                    <a:pt x="986811" y="477348"/>
                    <a:pt x="958959" y="547365"/>
                    <a:pt x="933346" y="595705"/>
                  </a:cubicBezTo>
                  <a:cubicBezTo>
                    <a:pt x="904074" y="650950"/>
                    <a:pt x="844282" y="728377"/>
                    <a:pt x="790087" y="785667"/>
                  </a:cubicBezTo>
                  <a:cubicBezTo>
                    <a:pt x="735893" y="842958"/>
                    <a:pt x="675440" y="894207"/>
                    <a:pt x="608178" y="939447"/>
                  </a:cubicBezTo>
                  <a:cubicBezTo>
                    <a:pt x="540917" y="984686"/>
                    <a:pt x="392691" y="1049620"/>
                    <a:pt x="386518" y="1057102"/>
                  </a:cubicBezTo>
                  <a:cubicBezTo>
                    <a:pt x="380344" y="1064584"/>
                    <a:pt x="420424" y="1068333"/>
                    <a:pt x="496842" y="1070816"/>
                  </a:cubicBezTo>
                  <a:cubicBezTo>
                    <a:pt x="573258" y="1073300"/>
                    <a:pt x="743804" y="1061596"/>
                    <a:pt x="845020" y="1072001"/>
                  </a:cubicBezTo>
                  <a:cubicBezTo>
                    <a:pt x="946235" y="1082406"/>
                    <a:pt x="1033176" y="1110476"/>
                    <a:pt x="1104134" y="113324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81906DB-D3BD-9D2A-0467-35F796D7C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683933">
              <a:off x="9928975" y="-403904"/>
              <a:ext cx="1174562" cy="1937410"/>
            </a:xfrm>
            <a:custGeom>
              <a:avLst/>
              <a:gdLst>
                <a:gd name="connsiteX0" fmla="*/ 1174562 w 1174562"/>
                <a:gd name="connsiteY0" fmla="*/ 1160117 h 1937410"/>
                <a:gd name="connsiteX1" fmla="*/ 953369 w 1174562"/>
                <a:gd name="connsiteY1" fmla="*/ 1406343 h 1937410"/>
                <a:gd name="connsiteX2" fmla="*/ 894128 w 1174562"/>
                <a:gd name="connsiteY2" fmla="*/ 1419701 h 1937410"/>
                <a:gd name="connsiteX3" fmla="*/ 830886 w 1174562"/>
                <a:gd name="connsiteY3" fmla="*/ 1430049 h 1937410"/>
                <a:gd name="connsiteX4" fmla="*/ 625381 w 1174562"/>
                <a:gd name="connsiteY4" fmla="*/ 1421724 h 1937410"/>
                <a:gd name="connsiteX5" fmla="*/ 394115 w 1174562"/>
                <a:gd name="connsiteY5" fmla="*/ 1353019 h 1937410"/>
                <a:gd name="connsiteX6" fmla="*/ 227806 w 1174562"/>
                <a:gd name="connsiteY6" fmla="*/ 1262594 h 1937410"/>
                <a:gd name="connsiteX7" fmla="*/ 222077 w 1174562"/>
                <a:gd name="connsiteY7" fmla="*/ 1293937 h 1937410"/>
                <a:gd name="connsiteX8" fmla="*/ 257021 w 1174562"/>
                <a:gd name="connsiteY8" fmla="*/ 1521425 h 1937410"/>
                <a:gd name="connsiteX9" fmla="*/ 329717 w 1174562"/>
                <a:gd name="connsiteY9" fmla="*/ 1788933 h 1937410"/>
                <a:gd name="connsiteX10" fmla="*/ 358171 w 1174562"/>
                <a:gd name="connsiteY10" fmla="*/ 1866809 h 1937410"/>
                <a:gd name="connsiteX11" fmla="*/ 162274 w 1174562"/>
                <a:gd name="connsiteY11" fmla="*/ 1937410 h 1937410"/>
                <a:gd name="connsiteX12" fmla="*/ 40999 w 1174562"/>
                <a:gd name="connsiteY12" fmla="*/ 1530780 h 1937410"/>
                <a:gd name="connsiteX13" fmla="*/ 130 w 1174562"/>
                <a:gd name="connsiteY13" fmla="*/ 1094880 h 1937410"/>
                <a:gd name="connsiteX14" fmla="*/ 77747 w 1174562"/>
                <a:gd name="connsiteY14" fmla="*/ 588060 h 1937410"/>
                <a:gd name="connsiteX15" fmla="*/ 199588 w 1174562"/>
                <a:gd name="connsiteY15" fmla="*/ 280523 h 1937410"/>
                <a:gd name="connsiteX16" fmla="*/ 306776 w 1174562"/>
                <a:gd name="connsiteY16" fmla="*/ 111727 h 1937410"/>
                <a:gd name="connsiteX17" fmla="*/ 416130 w 1174562"/>
                <a:gd name="connsiteY17" fmla="*/ 0 h 1937410"/>
                <a:gd name="connsiteX18" fmla="*/ 493343 w 1174562"/>
                <a:gd name="connsiteY18" fmla="*/ 215052 h 1937410"/>
                <a:gd name="connsiteX19" fmla="*/ 488735 w 1174562"/>
                <a:gd name="connsiteY19" fmla="*/ 439153 h 1937410"/>
                <a:gd name="connsiteX20" fmla="*/ 374038 w 1174562"/>
                <a:gd name="connsiteY20" fmla="*/ 651385 h 1937410"/>
                <a:gd name="connsiteX21" fmla="*/ 375640 w 1174562"/>
                <a:gd name="connsiteY21" fmla="*/ 679924 h 1937410"/>
                <a:gd name="connsiteX22" fmla="*/ 646830 w 1174562"/>
                <a:gd name="connsiteY22" fmla="*/ 526785 h 1937410"/>
                <a:gd name="connsiteX23" fmla="*/ 965722 w 1174562"/>
                <a:gd name="connsiteY23" fmla="*/ 454195 h 1937410"/>
                <a:gd name="connsiteX24" fmla="*/ 973884 w 1174562"/>
                <a:gd name="connsiteY24" fmla="*/ 458787 h 1937410"/>
                <a:gd name="connsiteX25" fmla="*/ 933346 w 1174562"/>
                <a:gd name="connsiteY25" fmla="*/ 595705 h 1937410"/>
                <a:gd name="connsiteX26" fmla="*/ 790087 w 1174562"/>
                <a:gd name="connsiteY26" fmla="*/ 785667 h 1937410"/>
                <a:gd name="connsiteX27" fmla="*/ 608178 w 1174562"/>
                <a:gd name="connsiteY27" fmla="*/ 939447 h 1937410"/>
                <a:gd name="connsiteX28" fmla="*/ 386518 w 1174562"/>
                <a:gd name="connsiteY28" fmla="*/ 1057102 h 1937410"/>
                <a:gd name="connsiteX29" fmla="*/ 496842 w 1174562"/>
                <a:gd name="connsiteY29" fmla="*/ 1070816 h 1937410"/>
                <a:gd name="connsiteX30" fmla="*/ 845020 w 1174562"/>
                <a:gd name="connsiteY30" fmla="*/ 1072001 h 1937410"/>
                <a:gd name="connsiteX31" fmla="*/ 1104133 w 1174562"/>
                <a:gd name="connsiteY31" fmla="*/ 1133245 h 193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74562" h="1937410">
                  <a:moveTo>
                    <a:pt x="1174562" y="1160117"/>
                  </a:moveTo>
                  <a:lnTo>
                    <a:pt x="953369" y="1406343"/>
                  </a:lnTo>
                  <a:lnTo>
                    <a:pt x="894128" y="1419701"/>
                  </a:lnTo>
                  <a:cubicBezTo>
                    <a:pt x="871713" y="1424107"/>
                    <a:pt x="850245" y="1427648"/>
                    <a:pt x="830886" y="1430049"/>
                  </a:cubicBezTo>
                  <a:cubicBezTo>
                    <a:pt x="753449" y="1439654"/>
                    <a:pt x="698175" y="1434563"/>
                    <a:pt x="625381" y="1421724"/>
                  </a:cubicBezTo>
                  <a:cubicBezTo>
                    <a:pt x="552586" y="1408886"/>
                    <a:pt x="460377" y="1379541"/>
                    <a:pt x="394115" y="1353019"/>
                  </a:cubicBezTo>
                  <a:cubicBezTo>
                    <a:pt x="327853" y="1326498"/>
                    <a:pt x="238957" y="1270351"/>
                    <a:pt x="227806" y="1262594"/>
                  </a:cubicBezTo>
                  <a:cubicBezTo>
                    <a:pt x="216655" y="1254838"/>
                    <a:pt x="217208" y="1250798"/>
                    <a:pt x="222077" y="1293937"/>
                  </a:cubicBezTo>
                  <a:cubicBezTo>
                    <a:pt x="226946" y="1337075"/>
                    <a:pt x="239080" y="1438926"/>
                    <a:pt x="257021" y="1521425"/>
                  </a:cubicBezTo>
                  <a:cubicBezTo>
                    <a:pt x="274961" y="1603923"/>
                    <a:pt x="302922" y="1709751"/>
                    <a:pt x="329717" y="1788933"/>
                  </a:cubicBezTo>
                  <a:lnTo>
                    <a:pt x="358171" y="1866809"/>
                  </a:lnTo>
                  <a:cubicBezTo>
                    <a:pt x="306835" y="1903849"/>
                    <a:pt x="211686" y="1922195"/>
                    <a:pt x="162274" y="1937410"/>
                  </a:cubicBezTo>
                  <a:cubicBezTo>
                    <a:pt x="110713" y="1802684"/>
                    <a:pt x="68023" y="1671202"/>
                    <a:pt x="40999" y="1530780"/>
                  </a:cubicBezTo>
                  <a:cubicBezTo>
                    <a:pt x="13975" y="1390358"/>
                    <a:pt x="-1594" y="1249609"/>
                    <a:pt x="130" y="1094880"/>
                  </a:cubicBezTo>
                  <a:cubicBezTo>
                    <a:pt x="1851" y="940151"/>
                    <a:pt x="44503" y="723787"/>
                    <a:pt x="77747" y="588060"/>
                  </a:cubicBezTo>
                  <a:cubicBezTo>
                    <a:pt x="110990" y="452334"/>
                    <a:pt x="161416" y="359911"/>
                    <a:pt x="199588" y="280523"/>
                  </a:cubicBezTo>
                  <a:cubicBezTo>
                    <a:pt x="237760" y="201134"/>
                    <a:pt x="268654" y="158776"/>
                    <a:pt x="306776" y="111727"/>
                  </a:cubicBezTo>
                  <a:cubicBezTo>
                    <a:pt x="340134" y="70559"/>
                    <a:pt x="385416" y="11405"/>
                    <a:pt x="416130" y="0"/>
                  </a:cubicBezTo>
                  <a:cubicBezTo>
                    <a:pt x="459534" y="74706"/>
                    <a:pt x="477949" y="136046"/>
                    <a:pt x="493343" y="215052"/>
                  </a:cubicBezTo>
                  <a:cubicBezTo>
                    <a:pt x="505786" y="309500"/>
                    <a:pt x="505982" y="354742"/>
                    <a:pt x="488735" y="439153"/>
                  </a:cubicBezTo>
                  <a:cubicBezTo>
                    <a:pt x="471153" y="525202"/>
                    <a:pt x="392887" y="611256"/>
                    <a:pt x="374038" y="651385"/>
                  </a:cubicBezTo>
                  <a:cubicBezTo>
                    <a:pt x="355188" y="691513"/>
                    <a:pt x="330176" y="700690"/>
                    <a:pt x="375640" y="679924"/>
                  </a:cubicBezTo>
                  <a:cubicBezTo>
                    <a:pt x="421106" y="659157"/>
                    <a:pt x="548482" y="564408"/>
                    <a:pt x="646830" y="526785"/>
                  </a:cubicBezTo>
                  <a:cubicBezTo>
                    <a:pt x="745176" y="489165"/>
                    <a:pt x="936630" y="451490"/>
                    <a:pt x="965722" y="454195"/>
                  </a:cubicBezTo>
                  <a:cubicBezTo>
                    <a:pt x="969359" y="454533"/>
                    <a:pt x="972038" y="456135"/>
                    <a:pt x="973884" y="458787"/>
                  </a:cubicBezTo>
                  <a:cubicBezTo>
                    <a:pt x="986811" y="477347"/>
                    <a:pt x="958959" y="547365"/>
                    <a:pt x="933346" y="595705"/>
                  </a:cubicBezTo>
                  <a:cubicBezTo>
                    <a:pt x="904074" y="650950"/>
                    <a:pt x="844282" y="728377"/>
                    <a:pt x="790087" y="785667"/>
                  </a:cubicBezTo>
                  <a:cubicBezTo>
                    <a:pt x="735893" y="842958"/>
                    <a:pt x="675440" y="894207"/>
                    <a:pt x="608178" y="939447"/>
                  </a:cubicBezTo>
                  <a:cubicBezTo>
                    <a:pt x="540917" y="984685"/>
                    <a:pt x="392691" y="1049620"/>
                    <a:pt x="386518" y="1057102"/>
                  </a:cubicBezTo>
                  <a:cubicBezTo>
                    <a:pt x="380344" y="1064584"/>
                    <a:pt x="420424" y="1068333"/>
                    <a:pt x="496842" y="1070816"/>
                  </a:cubicBezTo>
                  <a:cubicBezTo>
                    <a:pt x="573258" y="1073300"/>
                    <a:pt x="743804" y="1061596"/>
                    <a:pt x="845020" y="1072001"/>
                  </a:cubicBezTo>
                  <a:cubicBezTo>
                    <a:pt x="946235" y="1082405"/>
                    <a:pt x="1033176" y="1110476"/>
                    <a:pt x="1104133" y="1133245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95181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8D611-BEB4-653E-F36F-A600157D8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F6825-D81C-39F5-9511-D57B5D125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Ethernet cables connect devices within local networks.</a:t>
            </a:r>
          </a:p>
          <a:p>
            <a:r>
              <a:rPr lang="en-GB" dirty="0"/>
              <a:t>Developed over the years to support higher speeds &amp; reduce interference.</a:t>
            </a:r>
          </a:p>
          <a:p>
            <a:r>
              <a:rPr lang="en-GB" dirty="0"/>
              <a:t>Classified by "Category" and Construction Type</a:t>
            </a:r>
          </a:p>
          <a:p>
            <a:pPr lvl="1"/>
            <a:r>
              <a:rPr lang="en-GB" dirty="0"/>
              <a:t> (e.g. Unshielded Twisted Pair, Shielded Twisted Pair/Foil Twisted Pair).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6E5A39-D3CC-6012-0FF9-56EBCBD44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46280"/>
            <a:ext cx="3486329" cy="20956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5AA18D-2840-B7F8-72CD-7E87ECDD5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066" y="4572120"/>
            <a:ext cx="3980831" cy="183730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1C65812-E8D7-BFC5-C34B-6796C660C1CC}"/>
              </a:ext>
            </a:extLst>
          </p:cNvPr>
          <p:cNvGrpSpPr/>
          <p:nvPr/>
        </p:nvGrpSpPr>
        <p:grpSpPr>
          <a:xfrm>
            <a:off x="3511760" y="4082107"/>
            <a:ext cx="390240" cy="1296360"/>
            <a:chOff x="3511760" y="4082107"/>
            <a:chExt cx="390240" cy="129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87E426-36E3-5DD0-33C6-F2CAB2A15FCA}"/>
                    </a:ext>
                  </a:extLst>
                </p14:cNvPr>
                <p14:cNvContentPartPr/>
                <p14:nvPr/>
              </p14:nvContentPartPr>
              <p14:xfrm>
                <a:off x="3642800" y="4082107"/>
                <a:ext cx="66960" cy="1096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87E426-36E3-5DD0-33C6-F2CAB2A15F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24800" y="4064107"/>
                  <a:ext cx="102600" cy="11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BF65D82-F47D-E7CA-1FFC-BE0669C6EDD8}"/>
                    </a:ext>
                  </a:extLst>
                </p14:cNvPr>
                <p14:cNvContentPartPr/>
                <p14:nvPr/>
              </p14:nvContentPartPr>
              <p14:xfrm>
                <a:off x="3511760" y="4987147"/>
                <a:ext cx="390240" cy="391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BF65D82-F47D-E7CA-1FFC-BE0669C6EDD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93760" y="4969507"/>
                  <a:ext cx="425880" cy="42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A99759-BE14-5E8E-DBEE-1EB292BC26DB}"/>
              </a:ext>
            </a:extLst>
          </p:cNvPr>
          <p:cNvGrpSpPr/>
          <p:nvPr/>
        </p:nvGrpSpPr>
        <p:grpSpPr>
          <a:xfrm>
            <a:off x="6443240" y="4119187"/>
            <a:ext cx="1063080" cy="1158840"/>
            <a:chOff x="6443240" y="4119187"/>
            <a:chExt cx="1063080" cy="11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5EF483D-03FF-D169-930C-54AE72633738}"/>
                    </a:ext>
                  </a:extLst>
                </p14:cNvPr>
                <p14:cNvContentPartPr/>
                <p14:nvPr/>
              </p14:nvContentPartPr>
              <p14:xfrm>
                <a:off x="6443240" y="4119187"/>
                <a:ext cx="899640" cy="1044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5EF483D-03FF-D169-930C-54AE7263373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25240" y="4101547"/>
                  <a:ext cx="935280" cy="10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BDF4EC5-C6C6-7ADB-DB71-99364505CA3F}"/>
                    </a:ext>
                  </a:extLst>
                </p14:cNvPr>
                <p14:cNvContentPartPr/>
                <p14:nvPr/>
              </p14:nvContentPartPr>
              <p14:xfrm>
                <a:off x="6960200" y="4840267"/>
                <a:ext cx="546120" cy="437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BDF4EC5-C6C6-7ADB-DB71-99364505CA3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42560" y="4822627"/>
                  <a:ext cx="581760" cy="47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54772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45A6A-9B63-5A84-7852-BB4A8D24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Main Ethernet Categories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110AE-EABF-8400-9FB3-C72952398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E"/>
              <a:t>Cat5e</a:t>
            </a:r>
          </a:p>
          <a:p>
            <a:pPr lvl="1"/>
            <a:r>
              <a:rPr lang="en-GB"/>
              <a:t>Speeds up to 1 Gbps.</a:t>
            </a:r>
          </a:p>
          <a:p>
            <a:pPr lvl="1"/>
            <a:r>
              <a:rPr lang="en-GB"/>
              <a:t>Enhanced to reduce crosstalk</a:t>
            </a:r>
          </a:p>
          <a:p>
            <a:r>
              <a:rPr lang="en-GB"/>
              <a:t>Cat6</a:t>
            </a:r>
          </a:p>
          <a:p>
            <a:pPr lvl="1"/>
            <a:r>
              <a:rPr lang="en-GB"/>
              <a:t>1 Gbps possible for distances up to 100 meters. 10 Gbps possible under 55 meters.</a:t>
            </a:r>
          </a:p>
          <a:p>
            <a:pPr lvl="1"/>
            <a:r>
              <a:rPr lang="en-GB"/>
              <a:t>Better performance and reduced crosstalk compared to Cat 5e.</a:t>
            </a:r>
          </a:p>
          <a:p>
            <a:pPr lvl="1"/>
            <a:r>
              <a:rPr lang="en-GB"/>
              <a:t>Cat6a (augmented offers 10 Gbps up to 100 meters)</a:t>
            </a:r>
          </a:p>
          <a:p>
            <a:r>
              <a:rPr lang="en-IE"/>
              <a:t>Cat7</a:t>
            </a:r>
          </a:p>
          <a:p>
            <a:pPr lvl="1"/>
            <a:r>
              <a:rPr lang="en-GB"/>
              <a:t>Speeds up to 10 Gbps. Uses shielded twisted pairs for less crosstalk. Stricter standards for shielding</a:t>
            </a:r>
          </a:p>
          <a:p>
            <a:r>
              <a:rPr lang="en-IE"/>
              <a:t>Cat8</a:t>
            </a:r>
          </a:p>
          <a:p>
            <a:pPr lvl="1"/>
            <a:r>
              <a:rPr lang="en-IE"/>
              <a:t>Designed for Data Centres where 25-40Gbps is required</a:t>
            </a:r>
          </a:p>
          <a:p>
            <a:pPr lvl="1"/>
            <a:r>
              <a:rPr lang="en-IE"/>
              <a:t>Shielded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8930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BD129-1ABA-5672-18F0-A505B571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87150-EFFA-1EE3-701D-EE3038A94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UTP (Unshielded Twisted Pair)</a:t>
            </a:r>
          </a:p>
          <a:p>
            <a:pPr lvl="1"/>
            <a:r>
              <a:rPr lang="en-GB" dirty="0"/>
              <a:t>The most common type used in most installations.</a:t>
            </a:r>
          </a:p>
          <a:p>
            <a:r>
              <a:rPr lang="en-GB" dirty="0"/>
              <a:t>STP (Shielded Twisted Pair)</a:t>
            </a:r>
          </a:p>
          <a:p>
            <a:pPr lvl="1"/>
            <a:r>
              <a:rPr lang="en-GB" dirty="0"/>
              <a:t>Has shielding to prevent external interference.</a:t>
            </a:r>
          </a:p>
        </p:txBody>
      </p:sp>
      <p:pic>
        <p:nvPicPr>
          <p:cNvPr id="5" name="Picture 4" descr="Close-up of several colored wires">
            <a:extLst>
              <a:ext uri="{FF2B5EF4-FFF2-40B4-BE49-F238E27FC236}">
                <a16:creationId xmlns:a16="http://schemas.microsoft.com/office/drawing/2014/main" id="{404FBFD4-ADA6-A2CE-0739-9BB84BCBD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56073" y="282070"/>
            <a:ext cx="2817235" cy="2817235"/>
          </a:xfrm>
          <a:prstGeom prst="rect">
            <a:avLst/>
          </a:prstGeom>
        </p:spPr>
      </p:pic>
      <p:pic>
        <p:nvPicPr>
          <p:cNvPr id="10" name="Picture 9" descr="A close-up of several wires&#10;&#10;Description automatically generated">
            <a:extLst>
              <a:ext uri="{FF2B5EF4-FFF2-40B4-BE49-F238E27FC236}">
                <a16:creationId xmlns:a16="http://schemas.microsoft.com/office/drawing/2014/main" id="{4BD04D2C-6365-4CE5-B786-F8C744CBDD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613995" y="3655455"/>
            <a:ext cx="2959313" cy="129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807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D1E79-7651-6B50-153E-CCC9AE9EC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Connectors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BDF8D-3347-0BBC-7A22-977463E5D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RJ45 connectors used on cables</a:t>
            </a:r>
          </a:p>
          <a:p>
            <a:r>
              <a:rPr lang="en-IE" dirty="0"/>
              <a:t>RJ45 sockets used on devices</a:t>
            </a:r>
            <a:r>
              <a:rPr lang="en-IE"/>
              <a:t>/walls</a:t>
            </a:r>
            <a:endParaRPr lang="en-IE" dirty="0"/>
          </a:p>
          <a:p>
            <a:pPr lvl="1"/>
            <a:r>
              <a:rPr lang="en-IE" dirty="0"/>
              <a:t>E.g. switches</a:t>
            </a:r>
          </a:p>
          <a:p>
            <a:pPr marL="457200" lvl="1" indent="0">
              <a:buNone/>
            </a:pPr>
            <a:endParaRPr lang="en-IE" dirty="0"/>
          </a:p>
        </p:txBody>
      </p:sp>
      <p:pic>
        <p:nvPicPr>
          <p:cNvPr id="5" name="Picture 4" descr="A close-up of a cable&#10;&#10;Description automatically generated">
            <a:extLst>
              <a:ext uri="{FF2B5EF4-FFF2-40B4-BE49-F238E27FC236}">
                <a16:creationId xmlns:a16="http://schemas.microsoft.com/office/drawing/2014/main" id="{8F6C45A3-1736-C3B4-C698-EE0E09B44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524750" y="329407"/>
            <a:ext cx="2857500" cy="285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D55123-1250-8D13-055B-17799F26A641}"/>
              </a:ext>
            </a:extLst>
          </p:cNvPr>
          <p:cNvSpPr txBox="1"/>
          <p:nvPr/>
        </p:nvSpPr>
        <p:spPr>
          <a:xfrm>
            <a:off x="4728210" y="6470810"/>
            <a:ext cx="285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00" dirty="0">
                <a:hlinkClick r:id="rId3" tooltip="http://superuser.com/questions/882397/rj45-locking-clip-breaks-when-i-crimp-how-do-i-crimp-without-breaking"/>
              </a:rPr>
              <a:t>This Photo</a:t>
            </a:r>
            <a:r>
              <a:rPr lang="en-IE" sz="900" dirty="0"/>
              <a:t> by Unknown Author is licensed under </a:t>
            </a:r>
            <a:r>
              <a:rPr lang="en-IE" sz="900" dirty="0">
                <a:hlinkClick r:id="rId4" tooltip="https://creativecommons.org/licenses/by-sa/3.0/"/>
              </a:rPr>
              <a:t>CC BY-SA</a:t>
            </a:r>
            <a:endParaRPr lang="en-IE" sz="900" dirty="0"/>
          </a:p>
        </p:txBody>
      </p:sp>
      <p:pic>
        <p:nvPicPr>
          <p:cNvPr id="8" name="Picture 7" descr="A white square object with black text">
            <a:extLst>
              <a:ext uri="{FF2B5EF4-FFF2-40B4-BE49-F238E27FC236}">
                <a16:creationId xmlns:a16="http://schemas.microsoft.com/office/drawing/2014/main" id="{751C6E4D-91CF-93B4-AA2E-C231EF1D1B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869382" y="3798332"/>
            <a:ext cx="2857500" cy="2857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0F5410-9009-D772-2B18-77C9098B85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9750" y="3477340"/>
            <a:ext cx="2857500" cy="331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29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0F28D-9AD5-6E36-C658-29FFD283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IE" sz="4000"/>
              <a:t>Wiring Standards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FDD60-B832-A12E-28B4-62FD9177C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n-GB" sz="2000"/>
              <a:t>8 wires, how/what order do you connect them?</a:t>
            </a:r>
          </a:p>
          <a:p>
            <a:r>
              <a:rPr lang="en-GB" sz="2000"/>
              <a:t>The two most common standards for Ethernet cable wiring are T568A and T568B.</a:t>
            </a:r>
          </a:p>
          <a:p>
            <a:r>
              <a:rPr lang="en-GB" sz="2000"/>
              <a:t>Once the same standard is used at each end, there should be no problem.</a:t>
            </a:r>
            <a:endParaRPr lang="en-IE" sz="20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B77A72-7318-7B6E-00A1-F905EB146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23" y="917809"/>
            <a:ext cx="4397433" cy="184692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03DA5B22-D7BF-4117-47CB-09D53790A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083423" y="3719881"/>
            <a:ext cx="4395569" cy="24947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5A749A-ED1F-5DFC-094C-4CBFE8358BD7}"/>
              </a:ext>
            </a:extLst>
          </p:cNvPr>
          <p:cNvSpPr txBox="1"/>
          <p:nvPr/>
        </p:nvSpPr>
        <p:spPr>
          <a:xfrm>
            <a:off x="9171950" y="6014608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4" tooltip="http://networkengineering.stackexchange.com/questions/37995/what-is-the-reason-for-t568a-and-t568b-termination/3800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430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250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Ethernet Cables </vt:lpstr>
      <vt:lpstr>Introduction</vt:lpstr>
      <vt:lpstr>Main Ethernet Categories</vt:lpstr>
      <vt:lpstr>Construction</vt:lpstr>
      <vt:lpstr>Connectors</vt:lpstr>
      <vt:lpstr>Wiring Standards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Ethernet Cables</dc:title>
  <dc:creator>Frank X Walsh</dc:creator>
  <cp:lastModifiedBy>Mujahid Tabassum</cp:lastModifiedBy>
  <cp:revision>4</cp:revision>
  <dcterms:created xsi:type="dcterms:W3CDTF">2023-10-10T15:26:36Z</dcterms:created>
  <dcterms:modified xsi:type="dcterms:W3CDTF">2025-10-06T05:51:11Z</dcterms:modified>
</cp:coreProperties>
</file>