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8.xml" ContentType="application/vnd.openxmlformats-officedocument.presentationml.notesSlide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371" r:id="rId2"/>
    <p:sldId id="305" r:id="rId3"/>
    <p:sldId id="258" r:id="rId4"/>
    <p:sldId id="628" r:id="rId5"/>
    <p:sldId id="926" r:id="rId6"/>
    <p:sldId id="1059" r:id="rId7"/>
    <p:sldId id="264" r:id="rId8"/>
    <p:sldId id="285" r:id="rId9"/>
    <p:sldId id="1072" r:id="rId10"/>
    <p:sldId id="293" r:id="rId11"/>
    <p:sldId id="259" r:id="rId12"/>
    <p:sldId id="260" r:id="rId13"/>
    <p:sldId id="261" r:id="rId14"/>
    <p:sldId id="262" r:id="rId15"/>
    <p:sldId id="265" r:id="rId16"/>
    <p:sldId id="263" r:id="rId17"/>
    <p:sldId id="266" r:id="rId18"/>
    <p:sldId id="267" r:id="rId19"/>
    <p:sldId id="268" r:id="rId20"/>
    <p:sldId id="269" r:id="rId21"/>
    <p:sldId id="270" r:id="rId22"/>
    <p:sldId id="274" r:id="rId23"/>
    <p:sldId id="272" r:id="rId24"/>
    <p:sldId id="273" r:id="rId25"/>
    <p:sldId id="271" r:id="rId26"/>
    <p:sldId id="275" r:id="rId27"/>
    <p:sldId id="306" r:id="rId28"/>
    <p:sldId id="276" r:id="rId29"/>
    <p:sldId id="287" r:id="rId30"/>
    <p:sldId id="286" r:id="rId31"/>
    <p:sldId id="288" r:id="rId32"/>
    <p:sldId id="289" r:id="rId33"/>
    <p:sldId id="290" r:id="rId34"/>
    <p:sldId id="291" r:id="rId35"/>
    <p:sldId id="292" r:id="rId36"/>
    <p:sldId id="296" r:id="rId37"/>
    <p:sldId id="294" r:id="rId38"/>
    <p:sldId id="297" r:id="rId39"/>
    <p:sldId id="278" r:id="rId40"/>
    <p:sldId id="28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68209" autoAdjust="0"/>
  </p:normalViewPr>
  <p:slideViewPr>
    <p:cSldViewPr snapToGrid="0">
      <p:cViewPr varScale="1">
        <p:scale>
          <a:sx n="75" d="100"/>
          <a:sy n="75" d="100"/>
        </p:scale>
        <p:origin x="166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1:36.1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4258 140 2304 0 0,'0'0'17469'0'0,"10"-1"-16933"0"0,-3 0-526 0 0,-2-1 83 0 0,1 0 0 0 0,-1 1 0 0 0,1 0 1 0 0,0 0-1 0 0,0 1 0 0 0,-1 0 0 0 0,9 0 1 0 0,-12 0 192 0 0,2 1-215 0 0,0-1-1 0 0,0-1 1 0 0,0 1-1 0 0,0-1 1 0 0,8-2-1 0 0,15-1 114 0 0,-7 4-51 0 0,13 0-35 0 0,40 4 0 0 0,-53-2-97 0 0,-16-4 1 0 0,1 0 6 0 0,5 3 3 0 0,0 0 0 0 0,0 0 0 0 0,0 1 0 0 0,15 5 0 0 0,15 4-13 0 0,69 5 13 0 0,-89-13 43 0 0,0 1 0 0 0,0 1 0 0 0,24 8 0 0 0,-8 11 111 0 0,-29-19-118 0 0,0 0 1 0 0,1 0-1 0 0,-1-1 1 0 0,11 5 0 0 0,-12-6-22 0 0,0 0 0 0 0,0 0 0 0 0,-1 1 0 0 0,1 0 0 0 0,-1 0 1 0 0,0 0-1 0 0,7 9 0 0 0,19 14 45 0 0,-24-22-65 0 0,5 3 110 0 0,-1 0 0 0 0,1 0 0 0 0,-2 2 0 0 0,16 15 0 0 0,-7-8 67 0 0,-16-16-163 0 0,0 1 0 0 0,-1 0 0 0 0,1 0 0 0 0,-1 0 1 0 0,0 0-1 0 0,0 0 0 0 0,0 0 0 0 0,0 1 0 0 0,3 3 0 0 0,35 38 236 0 0,-39-42-257 0 0,1 0 0 0 0,-1 0 1 0 0,0-1-1 0 0,1 1 0 0 0,-1 0 0 0 0,1-1 0 0 0,-1 1 0 0 0,1-1 0 0 0,0 0 0 0 0,3 2 0 0 0,-1 0 27 0 0,1 0 0 0 0,-1 0-1 0 0,0 1 1 0 0,0-1 0 0 0,5 7-1 0 0,1 0-8 0 0,-1-2 0 0 0,15 11 0 0 0,-15-12 34 0 0,0-1 1 0 0,-1 2-1 0 0,15 15 0 0 0,-14-11-36 0 0,0 1 0 0 0,-1 1 1 0 0,-1-1-1 0 0,0 2 0 0 0,7 19 0 0 0,-7-15 26 0 0,0 0 0 0 0,-2 1 0 0 0,3 22 1 0 0,-7-36-15 0 0,4 14 29 0 0,-3-14-25 0 0,0 0 1 0 0,-1 0-1 0 0,0 0 1 0 0,1 10-1 0 0,-2-6 17 0 0,0-1 1 0 0,-1 1-1 0 0,0-1 0 0 0,0 1 0 0 0,-1-1 0 0 0,0 1 0 0 0,-4 8 1 0 0,5-17-40 0 0,-4 11 106 0 0,0 0-1 0 0,-11 17 1 0 0,16-29-115 0 0,-2 4 20 0 0,-1 0-1 0 0,0-1 0 0 0,1 1 0 0 0,-1-1 0 0 0,0 0 1 0 0,-1 1-1 0 0,1-1 0 0 0,-7 4 0 0 0,-18 10 141 0 0,-41 18-1 0 0,20-10 13 0 0,-46 23 23 0 0,6-11-121 0 0,-3 3-10 0 0,-49 5 72 0 0,21-9-136 0 0,105-31 16 0 0,-31 3 0 0 0,-15 4 16 0 0,4-2-4 0 0,45-9-19 0 0,0 1 0 0 0,0 1 0 0 0,-19 5 0 0 0,-78 26 85 0 0,72-24-76 0 0,-116 23 110 0 0,121-25-105 0 0,25-6-15 0 0,0 0 0 0 0,-1-1 1 0 0,1 0-1 0 0,-10 1 0 0 0,-75 6 54 0 0,3-1 16 0 0,70-6-50 0 0,0 1 1 0 0,0 1-1 0 0,0 0 0 0 0,-34 12 0 0 0,50-14-26 0 0,-27 5 22 0 0,0-1 1 0 0,0-1-1 0 0,0-1 0 0 0,-59-3 1 0 0,42-1 30 0 0,-35-4 29 0 0,24 5-84 0 0,1-2 0 0 0,0 3 0 0 0,0 3 0 0 0,-73 14 0 0 0,101-13 11 0 0,0-1-1 0 0,0-2 1 0 0,-1-1 0 0 0,1-1-1 0 0,-57-7 1 0 0,65 4-9 0 0,0 1 0 0 0,-1 2 1 0 0,0 0-1 0 0,-29 4 0 0 0,21-2 13 0 0,-1 0 0 0 0,-34-4 0 0 0,3 0-7 0 0,35 2-6 0 0,-44 1 29 0 0,-111-14 0 0 0,118 5-32 0 0,36 6 33 0 0,-32-8 1 0 0,26 4-33 0 0,0 1 0 0 0,-45 0 0 0 0,-33-4 0 0 0,49 2 0 0 0,-97 2 0 0 0,70 0 0 0 0,11 4-1 0 0,-70 2 66 0 0,-45 1-65 0 0,106-4 0 0 0,53 1 0 0 0,0-3 0 0 0,-67-14 0 0 0,3 0 49 0 0,55 11-9 0 0,-47-13-1 0 0,-28-9-39 0 0,67 18 0 0 0,-58-21 0 0 0,82 24 0 0 0,23 7 0 0 0,0 0 0 0 0,1 0 0 0 0,-1-1 0 0 0,0 0 0 0 0,0 0 0 0 0,1 0 0 0 0,-1 0 0 0 0,-8-7 0 0 0,-10-5 29 0 0,19 12-23 0 0,0 0 0 0 0,1 0 0 0 0,-1 0 0 0 0,1 0-1 0 0,-6-5 1 0 0,0-2-23 0 0,-19-23-54 0 0,24 28 70 0 0,3 4-2 0 0,0-1 0 0 0,0 0-1 0 0,1 0 1 0 0,-1 0 0 0 0,0 0-1 0 0,0 0 1 0 0,1 0 0 0 0,-1 0-1 0 0,1 0 1 0 0,-1 0 0 0 0,1 0-1 0 0,-1 0 1 0 0,1 0 0 0 0,0 0-1 0 0,0 0 1 0 0,-1 0 0 0 0,1-1-1 0 0,0-1 1 0 0,-1 0 2 0 0,0 0-1 0 0,0 0 1 0 0,0 0 0 0 0,-1 0 0 0 0,1 0-1 0 0,-1 0 1 0 0,0 0 0 0 0,0 0-1 0 0,0 0 1 0 0,0 1 0 0 0,0-1-1 0 0,-4-2 1 0 0,-33-26-47 0 0,37 30 49 0 0,-1-2-4 0 0,-1 0 0 0 0,1 0 0 0 0,0-1 0 0 0,0 1 0 0 0,1-1 0 0 0,-1 1 0 0 0,-2-6 0 0 0,4 8 1 0 0,0 0 0 0 0,0 0 0 0 0,1-1 0 0 0,-1 1 0 0 0,1 0 0 0 0,-1 0 0 0 0,1-1 0 0 0,-1 1 0 0 0,1-1 1 0 0,0 1-1 0 0,-1 0 0 0 0,1-1 0 0 0,0 1 0 0 0,0-1 0 0 0,0 1 0 0 0,0-1 0 0 0,0 1 0 0 0,0 0 0 0 0,1-1 0 0 0,-1 1 0 0 0,1-1 0 0 0,-1 1 0 0 0,0 0 0 0 0,1-1 0 0 0,1-1 0 0 0,1-2-4 0 0,0 1-1 0 0,0-1 1 0 0,0 0-1 0 0,-1 0 1 0 0,1 0-1 0 0,-1 0 1 0 0,-1-1-1 0 0,1 1 1 0 0,-1 0-1 0 0,0-1 1 0 0,0 1-1 0 0,0-11 1 0 0,0 6-2 0 0,0 0-1 0 0,1 0 1 0 0,4-12 0 0 0,-4 16 1 0 0,-1 0-1 0 0,0 0 1 0 0,0 0-1 0 0,0-11 1 0 0,3-15-20 0 0,-3 22 27 0 0,1 0 0 0 0,-1 1 0 0 0,-1-19 0 0 0,0 17 0 0 0,0 1 0 0 0,1-1 0 0 0,2-10 0 0 0,1-15 0 0 0,-4 28 0 0 0,0 1 0 0 0,1 0 0 0 0,0 0 0 0 0,1 0 0 0 0,4-13 0 0 0,3-9 0 0 0,-8 23 0 0 0,1 1 0 0 0,0-1 0 0 0,0 1 0 0 0,4-9 0 0 0,12-19-64 0 0,-17 31 62 0 0,0 0 0 0 0,0 0-1 0 0,0 0 1 0 0,0-1 0 0 0,0 1 0 0 0,-1 0-1 0 0,1-1 1 0 0,-1 1 0 0 0,1-1 0 0 0,-1 1-1 0 0,0 0 1 0 0,0-1 0 0 0,0 1 0 0 0,0-1-1 0 0,-1-3 1 0 0,0 3 0 0 0,1 1-1 0 0,0-1 0 0 0,0 0 1 0 0,0 0-1 0 0,0 0 1 0 0,1 0-1 0 0,-1 0 1 0 0,1 0-1 0 0,-1 0 1 0 0,2-3-1 0 0,18-27 3 0 0,-19 31-3 0 0,0 1 0 0 0,0 0 0 0 0,0-1-1 0 0,1 1 1 0 0,-1 0 0 0 0,0 0 0 0 0,1-1-1 0 0,-1 1 1 0 0,3-1 0 0 0,-2 1 0 0 0,-1 0 0 0 0,1 0-1 0 0,-1 0 1 0 0,1 0 0 0 0,-1-1 0 0 0,0 1 0 0 0,0 0 0 0 0,1-1-1 0 0,0-2 1 0 0,2 1-1 0 0,-1-1 1 0 0,1 1-1 0 0,-1 0 0 0 0,1 0 1 0 0,0 0-1 0 0,0 0 0 0 0,0 1 1 0 0,6-3-1 0 0,5-5-16 0 0,22-6 9 0 0,0-1 0 0 0,-11 7-17 0 0,-23 9 26 0 0,0 1 0 0 0,0-1 0 0 0,0 0 0 0 0,0 0 0 0 0,0-1 0 0 0,0 1 0 0 0,0-1 0 0 0,-1 1-1 0 0,1-1 1 0 0,-1 0 0 0 0,4-3 0 0 0,-3 3 2 0 0,0-1 0 0 0,1 1 0 0 0,-1 0 0 0 0,1 0 0 0 0,-1 0 0 0 0,1 0 0 0 0,0 1 0 0 0,-1-1 0 0 0,6 0 0 0 0,14-7 0 0 0,21-6 0 0 0,-8 3 2 0 0,-26 7-15 0 0,-5 3 7 0 0,5-2-9 0 0,0 1-1 0 0,19-5 0 0 0,2 3 2 0 0,34-10-1 0 0,-40 8 3 0 0,1 1 1 0 0,30-3-1 0 0,-45 9 36 0 0,-1 0 1 0 0,1 1-1 0 0,19 3 0 0 0,-20-2 6 0 0,1 0 1 0 0,-1-1-1 0 0,1 0 0 0 0,12-2 0 0 0,113-9 54 0 0,59-7-16 0 0,-179 16-124 0 0,-1 1-1 0 0,1 1 0 0 0,0 0 1 0 0,20 4-1 0 0,33 2-116 0 0,-17-2 173 0 0,-44-3 0 0 0,1 0 0 0 0,-1-1 0 0 0,1-1 0 0 0,0 1 0 0 0,0-2 0 0 0,-1 1 0 0 0,15-3 0 0 0,6-3 0 0 0,1 2 0 0 0,0 0 0 0 0,48 2 0 0 0,21-2 0 0 0,-32 4 3 0 0,-54 1-6 0 0,0 0 0 0 0,-1-1 1 0 0,1-1-1 0 0,22-3 0 0 0,-9-3-12 0 0,-14 3 7 0 0,0 1 1 0 0,1 1-1 0 0,-1 0 1 0 0,20-1-1 0 0,9 2 8 0 0,-27 0 0 0 0,1 0 0 0 0,-1 2 0 0 0,1-1 0 0 0,18 5 0 0 0,-9-2 0 0 0,1-1 0 0 0,-1-1 0 0 0,0-1 0 0 0,1-1 0 0 0,-1-1 0 0 0,38-8 0 0 0,41-3 0 0 0,-39 5 0 0 0,-37 4 0 0 0,35-1 0 0 0,86 2 0 0 0,39-9 0 0 0,-185 12 0 0 0,43-8 0 0 0,-33 5 0 0 0,1 1 0 0 0,23-2 0 0 0,-16 4 0 0 0,0-1 0 0 0,1 0 0 0 0,-1-2 0 0 0,28-7 0 0 0,-29 5 0 0 0,0 0 0 0 0,0 2 0 0 0,0 0 0 0 0,38-1 0 0 0,12 0 0 0 0,46-3 128 0 0,30 1-135 0 0,-22 3-50 0 0,0 2 57 0 0,-63 2 0 0 0,-58-1 0 0 0,0 1 0 0 0,0-1 0 0 0,0 0 0 0 0,0 0 0 0 0,0 0 0 0 0,0 0 0 0 0,0 0 0 0 0,0-1 0 0 0,0 1 0 0 0,0 0 0 0 0,0-1 0 0 0,-1 0 0 0 0,1 1 0 0 0,0-1 0 0 0,2-1 0 0 0,3-2 0 0 0,8 2 0 0 0,1 0 0 0 0,-1 1 0 0 0,0 1 0 0 0,1 0 0 0 0,29 5 0 0 0,-38-5 0 0 0,0 0 0 0 0,-1 0 0 0 0,1 0 0 0 0,0-1 0 0 0,11-2 0 0 0,-11 1 0 0 0,-1 1 0 0 0,0 0 0 0 0,1 0 0 0 0,-1 1 0 0 0,12 0 0 0 0,17 2 0 0 0,-27-2 0 0 0,-1 1 0 0 0,0-1 0 0 0,1 1 0 0 0,-1 0 0 0 0,11 3 0 0 0,10-2 0 0 0,-19-2 0 0 0,0 0 0 0 0,1 1 0 0 0,-1 0 0 0 0,13 3 0 0 0,-6-3 75 0 0,-13-1-33 0 0,3 3-19 0 0,-5-3 37 0 0,6 2 60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1:40.6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2304 0 0,'0'0'8744'0'0,"14"19"-7088"0"0,13 64 888 0 0,-23-73-2289 0 0,-1 0 1 0 0,1 0 0 0 0,1-1-1 0 0,7 12 1 0 0,-6-10 57 0 0,0 1-1 0 0,7 18 0 0 0,-7-17-78 0 0,0-1 0 0 0,1 0-1 0 0,10 16 1 0 0,-1-4 15 0 0,93 190 1039 0 0,-51-109-824 0 0,83 138 424 0 0,-89-146-472 0 0,29 48 258 0 0,-3-11-68 0 0,-61-109-440 0 0,1-1-1 0 0,27 29 0 0 0,-36-42-95 0 0,0 0 0 0 0,0 1 0 0 0,-1 0 0 0 0,6 14 0 0 0,-5-11 13 0 0,-1-1 1 0 0,14 16-1 0 0,21 32 222 0 0,-14-20-154 0 0,-13-19 12 0 0,14 32 0 0 0,6 8 98 0 0,-22-39-106 0 0,18 43 1 0 0,4 8 61 0 0,-27-56-167 0 0,-8-16-42 0 0,0 0 0 0 0,1 0 0 0 0,-1-1-1 0 0,0 1 1 0 0,1 0 0 0 0,0-1 0 0 0,0 1 0 0 0,0-1-1 0 0,0 1 1 0 0,3 2 0 0 0,-1-2 38 0 0,10 21 100 0 0,-12-22 77 0 0,13 11 1060 0 0,-7-6-520 0 0,1-15-631 0 0,-7 6-135 0 0,0-1 0 0 0,1 1 0 0 0,-1-1 0 0 0,-1 0 0 0 0,1 0 0 0 0,0 0 0 0 0,-1 0 0 0 0,1 0 0 0 0,-1 0 0 0 0,1-6 0 0 0,9-16-440 0 0,-24 5 558 0 0,7 4-18 0 0,2 0-1 0 0,-7-32 1 0 0,0-3-6 0 0,-2-11-91 0 0,11 56 6 0 0,1-1 0 0 0,-1 1 0 0 0,2-1 0 0 0,-1-8 0 0 0,0 9 0 0 0,1 0 0 0 0,-1 0-1 0 0,0 0 1 0 0,0-1-1 0 0,-3-6 1 0 0,-8-35-6 0 0,7 21 0 0 0,0-13 0 0 0,-9-22 0 0 0,10 41 0 0 0,4 18-11 0 0,0 1-31 0 0,0-4 20 0 0,0 5-31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1:41.29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651 193 2304 0 0,'0'0'11040'0'0,"-18"4"-7479"0"0,3-8-2348 0 0,11 3-926 0 0,0 0 0 0 0,0 0 0 0 0,0-1 0 0 0,0 1 0 0 0,-6-5-1 0 0,-11-7 670 0 0,0 1 0 0 0,-1 1 0 0 0,-43-15 0 0 0,-7-4 108 0 0,57 24-867 0 0,0 1 0 0 0,-1 0 0 0 0,-26-4 0 0 0,-15-4 213 0 0,42 10-292 0 0,-1 0 0 0 0,1 1 0 0 0,-23-1 0 0 0,22 3-88 0 0,1-1 1 0 0,0-1 0 0 0,-28-7-1 0 0,25 4-16 0 0,13 4-190 0 0,0 0 0 0 0,0-1 0 0 0,1 1 0 0 0,-1-1 1 0 0,0 0-1 0 0,1-1 0 0 0,-8-4 0 0 0,7 3-1408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0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4 2304 0 0,'11'-3'19875'0'0,"-9"9"-15247"0"0,3 36-3596 0 0,-13 124 1405 0 0,7-159-2374 0 0,-3 26 344 0 0,-12 47 0 0 0,0-3 7 0 0,1-14-131 0 0,9-43-153 0 0,-4 30 1 0 0,6-31-94 0 0,3-16-29 0 0,0 0 0 0 0,0 0 0 0 0,1 0 0 0 0,-1 0 0 0 0,1 0 0 0 0,0 1 0 0 0,0-1 0 0 0,0 0 0 0 0,0 0 0 0 0,1 3 0 0 0,-5 5 741 0 0,2-7-2837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0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78 463 3224 0 0,'0'0'569'0'0,"-15"17"9860"0"0,14-16-9746 0 0,-1 0 0 0 0,1 0 0 0 0,-1 0-1 0 0,0-1 1 0 0,1 1 0 0 0,-1-1 0 0 0,0 1-1 0 0,0-1 1 0 0,1 0 0 0 0,-1 0 0 0 0,0 1 0 0 0,-3-2-1 0 0,4 1-565 0 0,-1 0 0 0 0,1 0 0 0 0,-1 0-1 0 0,1 0 1 0 0,-1-1 0 0 0,1 1 0 0 0,0-1-1 0 0,-1 1 1 0 0,1-1 0 0 0,-1 0 0 0 0,1 1-1 0 0,0-1 1 0 0,0 0 0 0 0,-1 0 0 0 0,1 0-1 0 0,0 0 1 0 0,0 0 0 0 0,0 0 0 0 0,0 0-1 0 0,0-1 1 0 0,0 1 0 0 0,0 0 0 0 0,1 0-1 0 0,-1-1 1 0 0,-1-2 0 0 0,4-16 941 0 0,0 1-540 0 0,-4 13-358 0 0,2 0-1 0 0,-1 0 1 0 0,1 0 0 0 0,0 1-1 0 0,0-1 1 0 0,2-8 0 0 0,-1-9 159 0 0,-6-7-24 0 0,4 26-272 0 0,0 1 1 0 0,0 0-1 0 0,1-1 0 0 0,-1 1 1 0 0,1-1-1 0 0,0 1 1 0 0,0-1-1 0 0,0-4 0 0 0,5-15-5 0 0,1 1 1 0 0,0 0-1 0 0,2 0 0 0 0,1 0 0 0 0,0 1 0 0 0,2 0 0 0 0,0 1 0 0 0,20-26 0 0 0,-25 39-30 0 0,0 0 0 0 0,1 0 0 0 0,0 0 0 0 0,0 1 0 0 0,1 0 0 0 0,-1 1 0 0 0,14-7 0 0 0,-19 10 12 0 0,0 1 0 0 0,0 0 0 0 0,0 0 0 0 0,0 0 0 0 0,0 0 0 0 0,1 1 0 0 0,-1-1 0 0 0,0 0 0 0 0,1 1 0 0 0,-1 0 0 0 0,0-1 0 0 0,1 1 0 0 0,-1 0 0 0 0,1 0 0 0 0,-1 1 0 0 0,0-1 0 0 0,1 0 0 0 0,-1 1 0 0 0,0-1 0 0 0,1 1 0 0 0,-1 0 0 0 0,4 2 0 0 0,4 1 0 0 0,-4-2 0 0 0,1 1 0 0 0,-1-1-1 0 0,0 2 1 0 0,0-1 0 0 0,-1 1 0 0 0,1 0-1 0 0,-1 0 1 0 0,0 0 0 0 0,6 7-1 0 0,0 1 6 0 0,0 0-1 0 0,15 23 1 0 0,-22-26 4 0 0,0-1 1 0 0,0 1-1 0 0,-1-1 0 0 0,0 1 1 0 0,0 0-1 0 0,-1 0 1 0 0,0 0-1 0 0,-1 1 1 0 0,1 12-1 0 0,-2 1 52 0 0,0-1 0 0 0,-7 42 0 0 0,5-52 8 0 0,-1 0 1 0 0,-1-1-1 0 0,0 1 0 0 0,0-1 1 0 0,-1 0-1 0 0,-1 0 0 0 0,0-1 1 0 0,-1 1-1 0 0,1-1 0 0 0,-2-1 1 0 0,-10 12-1 0 0,14-17-40 0 0,1-1 1 0 0,-1 0-1 0 0,0 0 0 0 0,1 0 0 0 0,-1 0 0 0 0,-1-1 1 0 0,1 1-1 0 0,0-1 0 0 0,-1 0 0 0 0,1 0 1 0 0,-1-1-1 0 0,1 1 0 0 0,-1-1 0 0 0,0 0 1 0 0,0-1-1 0 0,1 1 0 0 0,-1-1 0 0 0,0 0 0 0 0,0 0 1 0 0,0 0-1 0 0,0-1 0 0 0,1 1 0 0 0,-1-1 1 0 0,0 0-1 0 0,-7-3 0 0 0,1-2-246 0 0,-1 0 0 0 0,1-1-1 0 0,0 0 1 0 0,0-1 0 0 0,1 0 0 0 0,0-1-1 0 0,0 0 1 0 0,1 0 0 0 0,0-1 0 0 0,1 0-1 0 0,0-1 1 0 0,1 0 0 0 0,-10-19 0 0 0,7 13-1663 0 0,1 5-375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03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88 452 5064 0 0,'0'0'389'0'0,"-1"9"2102"0"0,-12 20 3802 0 0,4-11-1667 0 0,9-17-4274 0 0,-1 0 0 0 0,0-1 0 0 0,1 1-1 0 0,-1 0 1 0 0,0 0 0 0 0,0 0-1 0 0,1-1 1 0 0,-1 1 0 0 0,0 0 0 0 0,0-1-1 0 0,0 1 1 0 0,0 0 0 0 0,0-1-1 0 0,0 1 1 0 0,0-1 0 0 0,0 0 0 0 0,0 1-1 0 0,0-1 1 0 0,0 0 0 0 0,0 0-1 0 0,-2 1 1 0 0,2-1-978 0 0,-1 0 1138 0 0,-7-8 444 0 0,6 5-907 0 0,0-1-1 0 0,0 0 1 0 0,0 1-1 0 0,1-1 0 0 0,0-1 1 0 0,-1 1-1 0 0,1 0 1 0 0,1 0-1 0 0,-1-1 1 0 0,1 1-1 0 0,-1-1 1 0 0,1 0-1 0 0,0-5 1 0 0,0 1 110 0 0,0 1 1 0 0,1-1 0 0 0,0 1-1 0 0,0 0 1 0 0,1-1-1 0 0,2-12 1 0 0,5-24 18 0 0,-6 33-159 0 0,0-1-1 0 0,1 0 1 0 0,4-14-1 0 0,8-7 2 0 0,1 0 0 0 0,36-56 0 0 0,-44 80-51 0 0,-1 0 0 0 0,1 1 1 0 0,1 0-1 0 0,-1 0 0 0 0,1 1 0 0 0,1 0 0 0 0,0 1 1 0 0,17-10-1 0 0,-20 13 31 0 0,1 1 1 0 0,0 0 0 0 0,0 0-1 0 0,1 1 1 0 0,-1 0-1 0 0,0 0 1 0 0,1 1 0 0 0,16 0-1 0 0,-20 1 3 0 0,0 1 0 0 0,0 0-1 0 0,0 1 1 0 0,0-1 0 0 0,0 1 0 0 0,0 0-1 0 0,0 0 1 0 0,0 0 0 0 0,-1 1 0 0 0,1 0 0 0 0,-1 0-1 0 0,7 6 1 0 0,-5-3 3 0 0,0 0 0 0 0,0 1 0 0 0,-1 0 0 0 0,0 0 0 0 0,0 0 0 0 0,0 1 0 0 0,3 8 0 0 0,0 4 4 0 0,-1 0 0 0 0,0 1 0 0 0,-2 0 0 0 0,0 1 0 0 0,2 26 0 0 0,-6-31 59 0 0,-1 0 0 0 0,0 1 1 0 0,-1-1-1 0 0,-1 0 0 0 0,-1 0 0 0 0,-1 0 0 0 0,-9 27 0 0 0,7-29 115 0 0,0-1 0 0 0,-1 0 0 0 0,-1-1 0 0 0,-1 0 0 0 0,1 0-1 0 0,-2-1 1 0 0,0 0 0 0 0,-17 16 0 0 0,21-23-205 0 0,0 0 0 0 0,0-1 0 0 0,0 0 0 0 0,-1 0 1 0 0,0 0-1 0 0,1-1 0 0 0,-1 0 0 0 0,0-1 0 0 0,-1 0 0 0 0,1 0 0 0 0,0 0 0 0 0,-1-1 0 0 0,-13 1 0 0 0,16-1 24 0 0,1-1 0 0 0,-1-1 1 0 0,0 1-1 0 0,1-1 0 0 0,-1 1 0 0 0,0-1 0 0 0,1-1 0 0 0,-1 1 0 0 0,1-1 0 0 0,-1 1 0 0 0,1-1 0 0 0,0-1 0 0 0,0 1 0 0 0,0-1 0 0 0,0 1 0 0 0,0-1 0 0 0,1 0 0 0 0,-1 0 0 0 0,1-1 0 0 0,-1 1 0 0 0,1-1 0 0 0,1 0 0 0 0,-4-4 0 0 0,-1-3-252 0 0,0 0 0 0 0,1-1 0 0 0,0 0 0 0 0,0 0 0 0 0,2-1 0 0 0,-1 1-1 0 0,2-1 1 0 0,0 0 0 0 0,0 0 0 0 0,-1-22 0 0 0,5 15-1421 0 0,7-36 0 0 0,-8 54 1541 0 0,8-41-1818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0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147 469 2304 0 0,'-10'25'17430'0'0,"4"-22"-16549"0"0,5-2-692 0 0,-1-1-1 0 0,1 1 1 0 0,-1-1 0 0 0,1 1-1 0 0,-1-1 1 0 0,1 0-1 0 0,-1 0 1 0 0,1 0-1 0 0,-1 1 1 0 0,1-1-1 0 0,-1-1 1 0 0,1 1-1 0 0,-1 0 1 0 0,0 0-1 0 0,1-1 1 0 0,-1 1-1 0 0,1-1 1 0 0,-1 1-1 0 0,1-1 1 0 0,0 1 0 0 0,-1-1-1 0 0,-1-1 1 0 0,1 0-24 0 0,0 0 0 0 0,0 0 1 0 0,1 0-1 0 0,-1 0 0 0 0,0 0 1 0 0,1-1-1 0 0,-1 1 0 0 0,1-1 1 0 0,0 1-1 0 0,0-1 0 0 0,-2-4 1 0 0,0-5 118 0 0,1 0 0 0 0,0 0 1 0 0,0 0-1 0 0,1-22 1 0 0,0 20-197 0 0,2 0 1 0 0,0 0-1 0 0,0 0 0 0 0,2 0 1 0 0,-1 0-1 0 0,2 0 0 0 0,0 1 1 0 0,0-1-1 0 0,2 1 0 0 0,9-19 1 0 0,8-13-4 0 0,-19 35-81 0 0,0-1 0 0 0,1 1 0 0 0,1 1 0 0 0,-1-1 0 0 0,2 1 0 0 0,-1 0 0 0 0,12-12 0 0 0,-12 17-4 0 0,4-7-6 0 0,1 2-1 0 0,1 0 1 0 0,-1 0 0 0 0,2 1-1 0 0,17-9 1 0 0,-27 15 5 0 0,0 1 0 0 0,1 0 0 0 0,-1 0-1 0 0,1 0 1 0 0,-1 0 0 0 0,1 0 0 0 0,-1 1-1 0 0,1 0 1 0 0,0 0 0 0 0,-1 0 0 0 0,1 0 0 0 0,-1 0-1 0 0,1 1 1 0 0,-1-1 0 0 0,1 1 0 0 0,-1 0 0 0 0,1 0-1 0 0,-1 0 1 0 0,1 1 0 0 0,-1-1 0 0 0,0 1-1 0 0,0 0 1 0 0,0 0 0 0 0,0 0 0 0 0,0 0 0 0 0,0 0-1 0 0,4 6 1 0 0,-2-2 9 0 0,0 0-1 0 0,0 1 1 0 0,-1-1 0 0 0,1 1-1 0 0,-1 0 1 0 0,-1 1 0 0 0,1-1-1 0 0,3 15 1 0 0,-3-9 10 0 0,-1 0-1 0 0,-1 0 1 0 0,0 1 0 0 0,1 21-1 0 0,-4-17 65 0 0,0 0 0 0 0,0 0 0 0 0,-2 0 0 0 0,0-1 0 0 0,-1 0-1 0 0,-1 1 1 0 0,-1-1 0 0 0,0-1 0 0 0,-15 28 0 0 0,14-32 4 0 0,0 0 0 0 0,-1-1 0 0 0,-1 0 0 0 0,0 0 0 0 0,-1 0 0 0 0,0-1 0 0 0,0-1 0 0 0,-1 0 0 0 0,0 0-1 0 0,-1-1 1 0 0,0-1 0 0 0,-23 12 0 0 0,30-17-73 0 0,-1 0-1 0 0,0-1 0 0 0,1 0 1 0 0,-1 0-1 0 0,0 0 0 0 0,0 0 1 0 0,1-1-1 0 0,-1 0 0 0 0,0 0 1 0 0,0-1-1 0 0,0 1 0 0 0,0-1 1 0 0,1 0-1 0 0,-1-1 0 0 0,0 0 1 0 0,1 0-1 0 0,0 0 0 0 0,-1 0 0 0 0,1-1 1 0 0,0 0-1 0 0,0 0 0 0 0,-8-7 1 0 0,4 4-376 0 0,1-2 0 0 0,0 1 0 0 0,0-1 0 0 0,1 0 0 0 0,0 0-1 0 0,1-1 1 0 0,0 0 0 0 0,0 0 0 0 0,1 0 0 0 0,0-1 0 0 0,-6-17 0 0 0,6 10-913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05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223 386 1840 0 0,'0'0'1049'0'0,"-8"4"50"0"0,-23 22 5558 0 0,18-10-3469 0 0,11-13-2727 0 0,0-1 1 0 0,0 1-1 0 0,0-1 0 0 0,0 0 0 0 0,0 0 0 0 0,0 0 0 0 0,-1 0 1 0 0,1 0-1 0 0,-1 0 0 0 0,-5 2 0 0 0,-45 28 5868 0 0,50-30-6101 0 0,0-1 0 0 0,0 0 0 0 0,0 0 0 0 0,0 0 0 0 0,-1-1 0 0 0,1 1 0 0 0,0-1 1 0 0,-1 0-1 0 0,1 0 0 0 0,0 0 0 0 0,-1 0 0 0 0,1-1 0 0 0,0 1 0 0 0,0-1 0 0 0,-1 0 0 0 0,-3-1 0 0 0,5 1-182 0 0,0 0 0 0 0,0 0 0 0 0,1 0 0 0 0,-1 0 0 0 0,0 0 0 0 0,1 0 0 0 0,-1 0 0 0 0,1-1 0 0 0,0 1 0 0 0,-1-1 0 0 0,1 1 0 0 0,0-1 0 0 0,0 1 0 0 0,0-1 0 0 0,0 0 0 0 0,0 1 0 0 0,0-1 0 0 0,1 0 0 0 0,-1 0 0 0 0,0 0 0 0 0,1 0 0 0 0,0 1 0 0 0,-1-1 0 0 0,1 0 0 0 0,0 0 0 0 0,0 0 0 0 0,0 0 0 0 0,0 0 0 0 0,1-3 0 0 0,-1 3-31 0 0,1 0 0 0 0,-1 1 0 0 0,1-1-1 0 0,-1 0 1 0 0,1 1 0 0 0,0-1-1 0 0,-1 1 1 0 0,1-1 0 0 0,0 1 0 0 0,0 0-1 0 0,0-1 1 0 0,0 1 0 0 0,2-2-1 0 0,-2 2-6 0 0,0 0-1 0 0,0 1 0 0 0,0-1 1 0 0,0 0-1 0 0,-1 0 0 0 0,1 0 1 0 0,0 0-1 0 0,-1 0 0 0 0,1 0 1 0 0,-1 0-1 0 0,1 0 0 0 0,-1 0 0 0 0,0 0 1 0 0,1 0-1 0 0,-1 0 0 0 0,0 0 1 0 0,0 0-1 0 0,1 0 0 0 0,-1-1 1 0 0,0 1-1 0 0,0 0 0 0 0,0 0 1 0 0,0 0-1 0 0,-1 0 0 0 0,1 0 0 0 0,0 0 1 0 0,-1-2-1 0 0,0-1-4 0 0,-1-1 0 0 0,1 1 0 0 0,1-1 0 0 0,-1 0 0 0 0,1 1 0 0 0,-1-1 0 0 0,1 0 0 0 0,0 0 0 0 0,1 1 0 0 0,-1-1 0 0 0,1 0 0 0 0,0 1 0 0 0,0-1 0 0 0,1 1-1 0 0,-1-1 1 0 0,1 1 0 0 0,0 0 0 0 0,0 0 0 0 0,1-1 0 0 0,-1 2 0 0 0,1-1 0 0 0,0 0 0 0 0,0 0 0 0 0,0 1 0 0 0,0-1 0 0 0,8-5 0 0 0,3-5-2 0 0,-1-2-1 0 0,0 0 1 0 0,-1-1-1 0 0,-1 0 1 0 0,13-27-1 0 0,-13 23-4 0 0,1 0 0 0 0,1 2 0 0 0,26-33 0 0 0,-38 51 0 0 0,2-2 9 0 0,0 0-1 0 0,0 0 0 0 0,0 0 0 0 0,0 0 0 0 0,0 1 1 0 0,0-1-1 0 0,1 1 0 0 0,-1 0 0 0 0,5-2 0 0 0,-5 5-3 0 0,0 0-1 0 0,0 1 0 0 0,0 0 1 0 0,-1 0-1 0 0,1-1 0 0 0,0 2 1 0 0,-1-1-1 0 0,0 0 0 0 0,0 0 0 0 0,1 1 1 0 0,-1-1-1 0 0,-1 1 0 0 0,3 3 1 0 0,-3-5-10 0 0,9 16-41 0 0,0 0 0 0 0,-1 0 0 0 0,-1 1-1 0 0,11 33 1 0 0,-3-6 16 0 0,-12-33 45 0 0,0 0 0 0 0,-1 0 1 0 0,-1 0-1 0 0,0 0 0 0 0,-1 0 0 0 0,0 1 0 0 0,-1-1 1 0 0,0 0-1 0 0,-1 1 0 0 0,-1-1 0 0 0,0 0 0 0 0,0 0 1 0 0,-1 0-1 0 0,-8 20 0 0 0,-2 2 149 0 0,-2-1-1 0 0,-2-1 0 0 0,0 0 1 0 0,-40 51-1 0 0,53-77-130 0 0,0-1-1 0 0,0 0 0 0 0,0-1 0 0 0,-1 1 0 0 0,1-1 0 0 0,-1 0 1 0 0,0 0-1 0 0,-1 0 0 0 0,-10 5 0 0 0,14-8-23 0 0,0 0 1 0 0,0 0-1 0 0,0 0 0 0 0,0-1 1 0 0,0 1-1 0 0,0-1 0 0 0,-1 0 1 0 0,1 1-1 0 0,0-1 0 0 0,0 0 1 0 0,-1 0-1 0 0,1-1 0 0 0,0 1 1 0 0,0 0-1 0 0,0-1 0 0 0,0 1 1 0 0,-1-1-1 0 0,1 0 0 0 0,0 1 1 0 0,0-1-1 0 0,0 0 0 0 0,0 0 0 0 0,0-1 1 0 0,1 1-1 0 0,-1 0 0 0 0,0-1 1 0 0,0 1-1 0 0,1-1 0 0 0,-1 1 1 0 0,1-1-1 0 0,-2-2 0 0 0,-3-6-232 0 0,0 0 0 0 0,1 0 0 0 0,0 0-1 0 0,0-1 1 0 0,1 1 0 0 0,1-1-1 0 0,0 0 1 0 0,0 0 0 0 0,1 0 0 0 0,1 0-1 0 0,0-1 1 0 0,0-14 0 0 0,1-18-1596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0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37 540 5064 0 0,'-10'4'20471'0'0,"4"-7"-19787"0"0,5 3-650 0 0,1 0 1 0 0,-1-1-1 0 0,0 1 1 0 0,1 0 0 0 0,-1 0-1 0 0,1 0 1 0 0,-1 0-1 0 0,1-1 1 0 0,-1 1 0 0 0,1 0-1 0 0,-1-1 1 0 0,1 1-1 0 0,-1 0 1 0 0,1-1-1 0 0,0 1 1 0 0,-1 0 0 0 0,1-1-1 0 0,-1 1 1 0 0,1-1-1 0 0,0 1 1 0 0,-1-1 0 0 0,1 1-1 0 0,0-1 1 0 0,0 1-1 0 0,-1-1 1 0 0,1 1-1 0 0,0-1 1 0 0,0 1 0 0 0,0-1-1 0 0,0 1 1 0 0,0-1-1 0 0,0 1 1 0 0,0-1-1 0 0,0 1 1 0 0,0-1 0 0 0,0 0-1 0 0,0 1 1 0 0,0-1-1 0 0,0 1 1 0 0,0-1 0 0 0,0 0-1 0 0,1 0-1 0 0,-1 0 0 0 0,0 0 0 0 0,0 0 1 0 0,0-1-1 0 0,0 1 0 0 0,-1 0 0 0 0,1 0 0 0 0,0 0 0 0 0,0 0 0 0 0,-1 0 0 0 0,1 0 0 0 0,0 0 0 0 0,-1 0 1 0 0,0-2-1 0 0,0 2-8 0 0,0 0 1 0 0,1 0-1 0 0,-1-1 1 0 0,1 1-1 0 0,-1 0 1 0 0,1-1 0 0 0,-1 1-1 0 0,1 0 1 0 0,0-1-1 0 0,0 1 1 0 0,0-1-1 0 0,0 1 1 0 0,0 0 0 0 0,0-3-1 0 0,2-32 368 0 0,-2 31-350 0 0,0 0-1 0 0,0 0 1 0 0,0 0 0 0 0,1 0 0 0 0,-1 0-1 0 0,1 0 1 0 0,3-9 0 0 0,4-6 37 0 0,-7 15-69 0 0,1 1 1 0 0,0-1-1 0 0,0 1 0 0 0,0-1 0 0 0,1 1 0 0 0,-1 0 1 0 0,1 0-1 0 0,4-6 0 0 0,-4 7-20 0 0,-1 0 1 0 0,1 0-1 0 0,-1 0 0 0 0,0 0 0 0 0,-1-1 0 0 0,3-3 1 0 0,11-19-78 0 0,26-30 249 0 0,-31 41-132 0 0,0 1-1 0 0,24-26 1 0 0,9-5-31 0 0,-29 29 0 0 0,1 1 0 0 0,27-23 0 0 0,-25 24-5 0 0,-13 10 8 0 0,1 0-1 0 0,0 0 0 0 0,1 0 0 0 0,6-3 0 0 0,-11 6-5 0 0,0 0 0 0 0,1 1 0 0 0,-1-1 0 0 0,1 1 0 0 0,-1-1 0 0 0,0 1 0 0 0,1 0 0 0 0,-1-1-1 0 0,1 1 1 0 0,-1 0 0 0 0,1 0 0 0 0,-1 0 0 0 0,1 0 0 0 0,-1 1 0 0 0,1-1 0 0 0,-1 0 0 0 0,1 1 0 0 0,-1-1 0 0 0,1 0 0 0 0,-1 1 0 0 0,0 0 0 0 0,3 1 0 0 0,3 2 3 0 0,-1 1 0 0 0,0 0 0 0 0,0 1 0 0 0,0-1 0 0 0,-1 1 0 0 0,1 0 0 0 0,-1 1 0 0 0,-1-1 0 0 0,1 1 0 0 0,-1 0 0 0 0,0 0 0 0 0,-1 1 0 0 0,0-1 0 0 0,0 1 0 0 0,0-1 0 0 0,1 13 0 0 0,5 21 0 0 0,-4-23 3 0 0,-2-1 0 0 0,0 1-1 0 0,1 26 1 0 0,-4-33 17 0 0,0 0 11 0 0,0-1 0 0 0,0 1 0 0 0,-1-1-1 0 0,-1 0 1 0 0,-3 16 0 0 0,-4 2 87 0 0,6-16-41 0 0,-1 0 1 0 0,-1 0-1 0 0,-6 13 1 0 0,-3 1 133 0 0,-1 3 65 0 0,-1-1-1 0 0,-28 38 0 0 0,41-62-256 0 0,-1 0-1 0 0,1 0 0 0 0,-1-1 1 0 0,0 1-1 0 0,0-1 0 0 0,0 0 1 0 0,-1 0-1 0 0,1 0 0 0 0,-1-1 1 0 0,0 1-1 0 0,0-1 0 0 0,0 0 0 0 0,0-1 1 0 0,0 1-1 0 0,0-1 0 0 0,0 0 1 0 0,0 0-1 0 0,0 0 0 0 0,-1-1 1 0 0,1 0-1 0 0,0 0 0 0 0,-1 0 1 0 0,1-1-1 0 0,0 0 0 0 0,0 0 1 0 0,0 0-1 0 0,-1-1 0 0 0,1 1 0 0 0,1-1 1 0 0,-1 0-1 0 0,0-1 0 0 0,0 1 1 0 0,-5-5-1 0 0,0 1-20 0 0,1 1-42 0 0,0 0 1 0 0,0 0-1 0 0,0-1 0 0 0,1 0 0 0 0,0-1 1 0 0,0 0-1 0 0,1 0 0 0 0,0-1 1 0 0,0 0-1 0 0,0 0 0 0 0,-5-10 0 0 0,0-5-874 0 0,0-1-1 0 0,2 0 0 0 0,-13-44 1 0 0,22 62 543 0 0,0 0-1 0 0,0 0 1 0 0,1 0 0 0 0,0-1 0 0 0,0 1 0 0 0,0 0 0 0 0,1 0-1 0 0,0-1 1 0 0,2-6 0 0 0,2-14-1544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0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77 1840 0 0,'0'-20'2435'0'0,"1"-37"18489"0"0,-1 68-19294 0 0,-13 54-123 0 0,-29 84 1 0 0,-7 29-806 0 0,46-165-655 0 0,1 0 0 0 0,1 0 0 0 0,0 0 0 0 0,2 22 0 0 0,-1-29-314 0 0,1 1 0 0 0,0-1 0 0 0,1 1 1 0 0,0-1-1 0 0,-1 1 0 0 0,2-1 0 0 0,-1 0 0 0 0,1 0 0 0 0,0 0 1 0 0,7 10-1 0 0,2-4-1252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0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10 2760 0 0,'9'-10'22995'0'0,"-8"35"-21806"0"0,0-17-955 0 0,0-1 0 0 0,-1 0 0 0 0,0 0 0 0 0,-1 0 0 0 0,-1 12 0 0 0,-57 256 2416 0 0,49-226-2505 0 0,-3 54 0 0 0,13-102-146 0 0,0 8-128 0 0,0 0 0 0 0,0 1-1 0 0,3 13 1 0 0,4 10-2963 0 0,-2-16-6923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3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 7400 0 0,'6'1'114'0'0,"-4"-1"-23"0"0,-1 1 1 0 0,1-1 0 0 0,-1 1-1 0 0,1-1 1 0 0,-1 0-1 0 0,1 1 1 0 0,-1-1-1 0 0,1 0 1 0 0,-1 0-1 0 0,1 0 1 0 0,-1-1 0 0 0,1 1-1 0 0,-1 0 1 0 0,1 0-1 0 0,-1-1 1 0 0,1 1-1 0 0,-1-1 1 0 0,1 1-1 0 0,9-6 8962 0 0,-1 8-5928 0 0,-2 45-885 0 0,-15 103 367 0 0,4-106-2032 0 0,1-10 82 0 0,-9 45 0 0 0,2-18-40 0 0,6-39-372 0 0,0 0 0 0 0,-9 27 0 0 0,2-2 47 0 0,8-35-218 0 0,0 0-1 0 0,-6 17 0 0 0,6-22-107 0 0,1 1 1 0 0,-1 0-1 0 0,1-1 1 0 0,1 1-1 0 0,-1 0 0 0 0,2 14 1 0 0,0 0-668 0 0,12-27-1460 0 0,1-2-14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35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4 157 13824 0 0,'0'0'7223'0'0,"-3"-15"-4023"0"0,3 11-3024 0 0,-1 0 1 0 0,1 0-1 0 0,1 1 0 0 0,-1-1 0 0 0,0 0 0 0 0,1 1 1 0 0,0-1-1 0 0,0 0 0 0 0,0 1 0 0 0,0-1 0 0 0,1 1 1 0 0,-1-1-1 0 0,1 1 0 0 0,0 0 0 0 0,3-4 0 0 0,4-7 51 0 0,2 1 1 0 0,11-12-1 0 0,-18 20-112 0 0,-2 3-83 0 0,1 0 0 0 0,-1 0-1 0 0,1 0 1 0 0,-1 0 0 0 0,1 0-1 0 0,0 0 1 0 0,0 1 0 0 0,-1-1 0 0 0,1 1-1 0 0,0 0 1 0 0,0 0 0 0 0,1 0-1 0 0,-1 0 1 0 0,0 0 0 0 0,6 0 0 0 0,0 1 14 0 0,-1 0 0 0 0,1 1 0 0 0,-1 0 1 0 0,14 3-1 0 0,-18-2-27 0 0,0 1 0 0 0,1-1 1 0 0,-2 0-1 0 0,1 1 0 0 0,0 0 0 0 0,0 0 1 0 0,-1 0-1 0 0,0 0 0 0 0,1 1 0 0 0,-1-1 1 0 0,-1 1-1 0 0,1 0 0 0 0,0 0 0 0 0,-1 0 1 0 0,3 8-1 0 0,0-1 10 0 0,-1 1 1 0 0,-1-1-1 0 0,0 1 1 0 0,0 0 0 0 0,-1 0-1 0 0,-1 0 1 0 0,0 0-1 0 0,0 1 1 0 0,-2-1-1 0 0,1 0 1 0 0,-2 0 0 0 0,-2 14-1 0 0,-6 15 68 0 0,-1-1 1 0 0,-21 47-1 0 0,28-77-76 0 0,-8 19 53 0 0,-18 28 0 0 0,22-42-30 0 0,0 0-33 0 0,4-6-10 0 0,-2 1 0 0 0,1-1-1 0 0,-1 0 1 0 0,0 0-1 0 0,-1-1 1 0 0,0 1 0 0 0,-13 10-1 0 0,14-15-15 0 0,4-4-57 0 0,2-2-107 0 0,0-1 161 0 0,0 1 0 0 0,1-1 1 0 0,-1 1-1 0 0,1-1 0 0 0,-1 1 0 0 0,1-1 0 0 0,0 1 0 0 0,0-1 0 0 0,0 1 0 0 0,0 0 1 0 0,0 0-1 0 0,1-1 0 0 0,-1 1 0 0 0,1 0 0 0 0,-1 0 0 0 0,3-2 0 0 0,0 1 32 0 0,-1 1 0 0 0,0-1-1 0 0,1 1 1 0 0,0 0-1 0 0,-1 0 1 0 0,1 0 0 0 0,0 1-1 0 0,0-1 1 0 0,7-1 0 0 0,-1 1 16 0 0,-1 1 0 0 0,1 0 1 0 0,-1 0-1 0 0,1 1 1 0 0,-1 1-1 0 0,1-1 0 0 0,-1 1 1 0 0,16 4-1 0 0,-10-1 120 0 0,0 1 0 0 0,-1 0 0 0 0,26 12 0 0 0,-8-4 96 0 0,-27-12-212 0 0,1 1 0 0 0,-1 0 1 0 0,0 0-1 0 0,0 0 0 0 0,0 1 0 0 0,9 5 0 0 0,11 8 899 0 0,-4-2-2759 0 0,-10-5-7195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36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29 18631 0 0,'-3'-4'74'0'0,"2"3"51"0"0,0 0 1 0 0,0 0-1 0 0,0 0 1 0 0,0 0-1 0 0,0-1 1 0 0,0 1-1 0 0,1 0 1 0 0,-1 0-1 0 0,0-1 1 0 0,1 1-1 0 0,-1 0 1 0 0,1-1-1 0 0,-1 1 1 0 0,1 0-1 0 0,0-1 1 0 0,-1-3 3232 0 0,-16 19-947 0 0,-61 15-1058 0 0,49-19-824 0 0,-41 20-1 0 0,62-27-503 0 0,6-1-20 0 0,-1-1 0 0 0,0 0-1 0 0,1 1 1 0 0,-1-1 0 0 0,1 1-1 0 0,0 0 1 0 0,0 0-1 0 0,-4 3 1 0 0,4-2-9 0 0,-1-1-1 0 0,1 1 1 0 0,0 0 0 0 0,0 0-1 0 0,-1 0 1 0 0,2 0 0 0 0,-1 0-1 0 0,0 1 1 0 0,1-1-1 0 0,0 0 1 0 0,-1 1 0 0 0,1-1-1 0 0,1 1 1 0 0,-1-1 0 0 0,0 1-1 0 0,1 0 1 0 0,0-1-1 0 0,0 1 1 0 0,0 0 0 0 0,0-1-1 0 0,0 1 1 0 0,1 0 0 0 0,0-1-1 0 0,1 5 1 0 0,10 40-143 0 0,-8-24 86 0 0,-4-21 53 0 0,0-1 0 0 0,0 1 0 0 0,1 0 0 0 0,-1-1 0 0 0,1 1 0 0 0,-1-1 0 0 0,1 1 0 0 0,0-1 0 0 0,0 1 0 0 0,0-1 0 0 0,0 1 0 0 0,3 2 0 0 0,69 101-67 0 0,-70-100 12 0 0,0-1-1 0 0,0 1 1 0 0,-1-1 0 0 0,0 1-1 0 0,-1 0 1 0 0,1-1-1 0 0,-1 1 1 0 0,0 0 0 0 0,0 0-1 0 0,-1 8 1 0 0,3 12 323 0 0,-3-17-209 0 0,0 0 0 0 0,-1-1 0 0 0,-1 1 0 0 0,1 0 0 0 0,-2-1 0 0 0,1 1 1 0 0,-1-1-1 0 0,0 0 0 0 0,-5 10 0 0 0,4-9-9 0 0,3-7-20 0 0,0 0 0 0 0,-1 1 0 0 0,1-1-1 0 0,0 0 1 0 0,-1-1 0 0 0,0 1 0 0 0,1 0 0 0 0,-1 0-1 0 0,0-1 1 0 0,-2 3 0 0 0,3-4-1 0 0,0 1 1 0 0,1-1-1 0 0,-1 1 1 0 0,0-1-1 0 0,0 1 1 0 0,1-1-1 0 0,-1 0 1 0 0,0 0-1 0 0,0 1 0 0 0,1-1 1 0 0,-1 0-1 0 0,0 0 1 0 0,0 0-1 0 0,0 0 1 0 0,1 0-1 0 0,-1 0 1 0 0,0 0-1 0 0,0 0 0 0 0,0 0 1 0 0,1 0-1 0 0,-1 0 1 0 0,0 0-1 0 0,0-1 1 0 0,1 1-1 0 0,-1 0 1 0 0,0-1-1 0 0,0 1 0 0 0,1-1 1 0 0,-1 1-1 0 0,0 0 1 0 0,1-1-1 0 0,-1 1 1 0 0,0-1-1 0 0,1 0 1 0 0,-1 0-1 0 0,-5-7-36 0 0,2 1-1 0 0,-1-1 1 0 0,1 0-1 0 0,1 0 1 0 0,-1 0-1 0 0,1 0 0 0 0,1-1 1 0 0,-1 0-1 0 0,2 1 1 0 0,-1-1-1 0 0,1 0 1 0 0,0 0-1 0 0,1 0 1 0 0,0 0-1 0 0,0 1 1 0 0,4-18-1 0 0,3-9 167 0 0,1-1-1 0 0,24-60 0 0 0,-25 76-97 0 0,5-11 31 0 0,1 0 1 0 0,2 0-1 0 0,33-49 0 0 0,-41 71-121 0 0,0 0-1 0 0,1 0 0 0 0,1 1 1 0 0,-1 0-1 0 0,1 1 0 0 0,19-13 0 0 0,-11 9 286 0 0,-17 10-296 0 0,2 0 46 0 0,-1 0 1 0 0,1 0-1 0 0,-1 0 1 0 0,1 0-1 0 0,-1 0 1 0 0,1 1-1 0 0,0-1 1 0 0,0 0-1 0 0,-1 1 1 0 0,1-1-1 0 0,3 0 1 0 0,7 5-2735 0 0,0 3-7119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0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2760 0 0,'0'0'272'0'0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1376 0 0,'0'3'19663'0'0,"1"-1"-19311"0"0,8 20 175 0 0,12 36 317 0 0,-19-52-765 0 0,-1-1 0 0 0,0 1 0 0 0,0-1 0 0 0,0 1 0 0 0,-1 0 0 0 0,0-1 0 0 0,0 1 0 0 0,-1 9 0 0 0,-26 111 1065 0 0,14-71-508 0 0,8-36-332 0 0,-5 32 1 0 0,4-22-116 0 0,-1 7 46 0 0,7-24-178 0 0,-2 1 1 0 0,1 0-1 0 0,-2 0 0 0 0,0 0 1 0 0,0-1-1 0 0,-7 17 0 0 0,9-15-4557 0 0,2-20 2786 0 0,3-1-200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17279 0 0,'0'0'6462'0'0,"6"6"-5597"0"0,0-2-742 0 0,-1-2 1 0 0,1 1-1 0 0,0-1 0 0 0,0 0 1 0 0,0 0-1 0 0,0-1 0 0 0,0 0 1 0 0,1 0-1 0 0,6 0 0 0 0,62-1 1564 0 0,-37-1-1310 0 0,9-2-572 0 0,1-2 0 0 0,-1-1 0 0 0,85-25 0 0 0,-110 27-1705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76 697 15752 0 0,'-9'8'761'0'0,"-10"17"189"0"0,19-25-860 0 0,-1 1-1 0 0,1-1 1 0 0,0 1-1 0 0,0-1 0 0 0,-1 0 1 0 0,1 1-1 0 0,0-1 0 0 0,-1 1 1 0 0,1-1-1 0 0,-1 0 0 0 0,1 1 1 0 0,0-1-1 0 0,-1 0 0 0 0,1 1 1 0 0,-1-1-1 0 0,1 0 0 0 0,-1 1 1 0 0,1-1-1 0 0,-1 0 0 0 0,1 0 1 0 0,-1 0-1 0 0,1 0 0 0 0,-1 0 1 0 0,1 1-1 0 0,-1-1 1 0 0,1 0-1 0 0,-1 0 0 0 0,0 0 1 0 0,1 0-1 0 0,-1 0 0 0 0,1-1 1 0 0,-1 1-1 0 0,1 0 0 0 0,-1 0 1 0 0,1 0-1 0 0,-1 0 0 0 0,1-1 1 0 0,-1 1-1 0 0,1 0 0 0 0,-1 0 1 0 0,1-1-1 0 0,-1 1 0 0 0,1 0 1 0 0,-1-1-1 0 0,-10-17 2746 0 0,8 11-2623 0 0,1-1-1 0 0,1 0 0 0 0,-1-1 1 0 0,1 1-1 0 0,0 0 0 0 0,1 0 1 0 0,1-13-1 0 0,-2-23 42 0 0,-2 9-68 0 0,1 1 0 0 0,1-1 0 0 0,2 0 0 0 0,2 0 0 0 0,8-41-1 0 0,-5 44-145 0 0,-5 24-23 0 0,0 0-1 0 0,1 0 0 0 0,0 1 1 0 0,0-1-1 0 0,0 1 1 0 0,1-1-1 0 0,0 1 0 0 0,1 0 1 0 0,-1 0-1 0 0,6-7 0 0 0,118-152 476 0 0,-122 160-511 0 0,0 1 0 0 0,0 0 0 0 0,0 1 0 0 0,0 0 0 0 0,1-1 0 0 0,-1 2 0 0 0,1-1 0 0 0,0 1 0 0 0,0-1 0 0 0,1 2 0 0 0,-1-1 0 0 0,1 1 0 0 0,-1 0 0 0 0,1 0 0 0 0,0 1 0 0 0,0 0 0 0 0,10-1 0 0 0,1 4 20 0 0,-14 3 0 0 0,-2-3 0 0 0,12 14 64 0 0,0 0 0 0 0,-1 1 0 0 0,-1 0 0 0 0,-1 1 0 0 0,0 0 0 0 0,10 26 0 0 0,-12-26-27 0 0,-1 1 1 0 0,-1 0-1 0 0,-1 0 0 0 0,-1 1 1 0 0,-1 0-1 0 0,0 0 0 0 0,-1 0 1 0 0,-2 0-1 0 0,0 0 0 0 0,-1 0 1 0 0,0 1-1 0 0,-2-1 0 0 0,-1 0 1 0 0,-9 36-1 0 0,10-48-27 0 0,-8 27 129 0 0,-2 0-1 0 0,-2 0 1 0 0,-17 32-1 0 0,26-57-87 0 0,0-1-1 0 0,-1-1 0 0 0,0 1 0 0 0,-1-1 1 0 0,0 0-1 0 0,0 0 0 0 0,0-1 0 0 0,-1 0 1 0 0,0-1-1 0 0,-1 1 0 0 0,1-1 0 0 0,-1-1 0 0 0,0 0 1 0 0,-1 0-1 0 0,-15 5 0 0 0,23-9-71 0 0,-1 0 0 0 0,0-1 0 0 0,0 1 1 0 0,0-1-1 0 0,0 1 0 0 0,1-1 0 0 0,-1 0 0 0 0,0 0 0 0 0,0 0 0 0 0,0-1 0 0 0,0 1 0 0 0,0-1 0 0 0,1 1 1 0 0,-1-1-1 0 0,0 0 0 0 0,1 0 0 0 0,-1 0 0 0 0,0-1 0 0 0,1 1 0 0 0,-1-1 0 0 0,1 1 0 0 0,0-1 1 0 0,0 0-1 0 0,-1 0 0 0 0,1 0 0 0 0,0 0 0 0 0,0 0 0 0 0,1 0 0 0 0,-1-1 0 0 0,0 1 0 0 0,-1-4 0 0 0,-4-7-495 0 0,1-1-1 0 0,0 0 0 0 0,0 0 0 0 0,-5-25 0 0 0,8 28 36 0 0,-9-32-930 0 0,3-2-12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2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4144 0 0,'1'0'6020'0'0,"2"9"-4204"0"0,11 15 2220 0 0,-11-19-3650 0 0,0 0 0 0 0,-1-1 0 0 0,1 1 0 0 0,-1 0 0 0 0,3 10-1 0 0,-2 1-44 0 0,0 0-1 0 0,-1 0 1 0 0,0-1-1 0 0,-2 29 1 0 0,-1-35-167 0 0,0 0 1 0 0,0 0-1 0 0,-1 0 1 0 0,-1-1-1 0 0,1 1 1 0 0,-1 0 0 0 0,-1-1-1 0 0,1 1 1 0 0,-9 12-1 0 0,1-3 106 0 0,1 1-1 0 0,1 1 0 0 0,0-1 0 0 0,-8 33 1 0 0,-14 85 53 0 0,29-129-538 0 0,0 0 0 0 0,-1 0 0 0 0,-5 12 1 0 0,4-10-380 0 0,1-1-219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15176 0 0,'0'0'1371'0'0,"10"7"-1103"0"0,-3-3-122 0 0,2 2 670 0 0,0-2 0 0 0,0 1-1 0 0,1-1 1 0 0,-1-1 0 0 0,16 4-1 0 0,2-2 153 0 0,0-2 0 0 0,0 0-1 0 0,36-3 1 0 0,48-11-199 0 0,-54 6-677 0 0,31-2-469 0 0,-26 8-2443 0 0,-30 2 1133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3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64 643 6448 0 0,'-32'43'12825'0'0,"19"-42"-9957"0"0,11-3-2655 0 0,0 0 1 0 0,1 0-1 0 0,-1 0 1 0 0,1 0-1 0 0,0 0 1 0 0,-1 0 0 0 0,1 0-1 0 0,0-1 1 0 0,1 1-1 0 0,-1-1 1 0 0,0 1-1 0 0,1-1 1 0 0,-1-3 0 0 0,-2-36 205 0 0,9-13-408 0 0,-3 43 101 0 0,-1 0 0 0 0,-1-1 1 0 0,0-19-1 0 0,-4-3 6 0 0,2-1-1 0 0,2 0 1 0 0,1 0 0 0 0,2 1-1 0 0,1-1 1 0 0,2 1 0 0 0,12-35-1 0 0,-15 62-63 0 0,0-1-1 0 0,1 0 1 0 0,1 1 0 0 0,-1 0-1 0 0,1 0 1 0 0,0 1-1 0 0,1-1 1 0 0,0 1-1 0 0,9-7 1 0 0,12-13 58 0 0,-21 21-163 0 0,0 0 1 0 0,0 1-1 0 0,1 0 0 0 0,-1 1 1 0 0,1-1-1 0 0,0 1 0 0 0,0 1 1 0 0,0 0-1 0 0,1 0 0 0 0,-1 0 1 0 0,1 1-1 0 0,-1 1 1 0 0,1-1-1 0 0,0 1 0 0 0,0 1 1 0 0,13 0-1 0 0,-16 1-63 0 0,0 0 1 0 0,0 0-1 0 0,0 0 1 0 0,0 1-1 0 0,9 3 1 0 0,-14-4 93 0 0,1-1 0 0 0,0 1 0 0 0,0 0 1 0 0,-1 0-1 0 0,1 0 0 0 0,-1 0 1 0 0,1 0-1 0 0,-1 1 0 0 0,1-1 1 0 0,-1 0-1 0 0,1 1 0 0 0,-1-1 0 0 0,0 1 1 0 0,0-1-1 0 0,0 1 0 0 0,0 0 1 0 0,0-1-1 0 0,0 1 0 0 0,0 0 1 0 0,-1 0-1 0 0,2 3 0 0 0,0 6 18 0 0,0 1-1 0 0,1-1 0 0 0,5 11 1 0 0,7 26 55 0 0,-7-2 418 0 0,-4-34-348 0 0,-2 0 0 0 0,0 0 0 0 0,0 0 0 0 0,-1 0 0 0 0,0 0 0 0 0,-1 0 0 0 0,-1 0 0 0 0,0 1 0 0 0,-4 16 0 0 0,-6 7 314 0 0,-2-1 0 0 0,-36 67 0 0 0,18-37 4 0 0,25-54-372 0 0,0-1 0 0 0,0 0 0 0 0,-1 0 1 0 0,0 0-1 0 0,-12 12 0 0 0,15-18-59 0 0,-1 1 1 0 0,1-1-1 0 0,-1 0 1 0 0,0-1 0 0 0,0 1-1 0 0,0-1 1 0 0,0 0-1 0 0,0 0 1 0 0,-1-1-1 0 0,0 1 1 0 0,1-1 0 0 0,-11 2-1 0 0,13-4-96 0 0,0 0 1 0 0,0 0-1 0 0,-1-1 0 0 0,1 1 0 0 0,0-1 1 0 0,0 0-1 0 0,0 0 0 0 0,0 0 0 0 0,0 0 0 0 0,0 0 1 0 0,0-1-1 0 0,1 1 0 0 0,-1-1 0 0 0,0 0 1 0 0,1 1-1 0 0,-1-1 0 0 0,1-1 0 0 0,0 1 1 0 0,-1 0-1 0 0,1 0 0 0 0,0-1 0 0 0,1 1 1 0 0,-3-5-1 0 0,-4-5-568 0 0,0-1 1 0 0,1 0 0 0 0,-7-21-1 0 0,-7-30-1042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3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5064 0 0,'0'0'232'0'0,"0"11"2402"0"0,0-4-849 0 0,-1-1 0 0 0,0 1 0 0 0,-1 0 0 0 0,-2 7 0 0 0,-5 25 461 0 0,1 57-37 0 0,6-50-1341 0 0,-10 50 1 0 0,-12 56 189 0 0,-3 24-937 0 0,23-147-210 0 0,3-18-1712 0 0,0 1-3333 0 0,-2-1-2268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4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8288 0 0,'1'1'7099'0'0,"7"6"-5083"0"0,-1-4-1149 0 0,1 0-1 0 0,-1-1 0 0 0,0 0 0 0 0,1 0 0 0 0,11 1 0 0 0,11 2-12 0 0,-20-3-521 0 0,1 0 1 0 0,20 0-1 0 0,10 1 286 0 0,-8 1-248 0 0,1-2 0 0 0,62-4 0 0 0,-27-3-4154 0 0,-41 2-73 0 0,2 2-4107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4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104 759 16871 0 0,'-3'4'266'0'0,"0"0"0"0"0,0 0 0 0 0,0 0 0 0 0,-1-1 0 0 0,1 0 0 0 0,-1 1 0 0 0,1-1-1 0 0,-1-1 1 0 0,0 1 0 0 0,0 0 0 0 0,-1-1 0 0 0,1 0 0 0 0,0 0 0 0 0,-1 0 0 0 0,0-1-1 0 0,-5 2 1 0 0,8-3-79 0 0,1-1 0 0 0,0 1 0 0 0,0 0 0 0 0,0-1 0 0 0,0 1-1 0 0,0-1 1 0 0,0 1 0 0 0,0-1 0 0 0,0 0 0 0 0,0 0 0 0 0,0 1 0 0 0,0-1-1 0 0,0 0 1 0 0,1 0 0 0 0,-1 0 0 0 0,0 0 0 0 0,0 0 0 0 0,1 0 0 0 0,-1 0-1 0 0,1 0 1 0 0,-1 0 0 0 0,1 0 0 0 0,-1-2 0 0 0,-8-27 614 0 0,8 18-718 0 0,0-1-1 0 0,1 1 1 0 0,0-1 0 0 0,1 1 0 0 0,0-1 0 0 0,6-23 0 0 0,29-73 583 0 0,-18 59-558 0 0,31-96-108 0 0,-43 129 1 0 0,0-1-1 0 0,2 1 0 0 0,0 0 1 0 0,1 1-1 0 0,22-31 1 0 0,-7 16-8 0 0,52-48 0 0 0,-60 63-14 0 0,0 1 0 0 0,2 1-1 0 0,0 0 1 0 0,28-16 0 0 0,-43 29 26 0 0,0-1 0 0 0,0 1 0 0 0,0-1 0 0 0,0 1 0 0 0,1 0-1 0 0,-1 0 1 0 0,1 1 0 0 0,-1-1 0 0 0,1 1 0 0 0,-1-1 0 0 0,1 1 0 0 0,-1 0 0 0 0,0 0 0 0 0,1 1 0 0 0,-1-1 0 0 0,1 1 0 0 0,-1 0 0 0 0,1 0 0 0 0,-1 0 0 0 0,0 0 0 0 0,0 0 0 0 0,1 1 0 0 0,2 2-1 0 0,-2-2 4 0 0,0 1-1 0 0,-1 0 1 0 0,0 0-1 0 0,1 0 1 0 0,-1 0-1 0 0,0 1 1 0 0,-1 0-1 0 0,1-1 1 0 0,0 1-1 0 0,-1 0 1 0 0,0 0-1 0 0,0 0 1 0 0,0 0-1 0 0,-1 0 1 0 0,1 1-1 0 0,-1-1 1 0 0,1 6-1 0 0,9 58-14 0 0,14 93-31 0 0,-23-129 41 0 0,0-1 1 0 0,-2 0 0 0 0,-5 38-1 0 0,2-49 96 0 0,-1-1 0 0 0,-2 1 0 0 0,1-1 0 0 0,-12 23 0 0 0,-39 71 549 0 0,51-102-584 0 0,-5 6 31 0 0,0 0 0 0 0,0-1 0 0 0,-2 0 0 0 0,0 0 0 0 0,-1-1-1 0 0,-17 16 1 0 0,24-26-81 0 0,0-1 0 0 0,0 1 0 0 0,0-1 0 0 0,0-1 0 0 0,-1 1 0 0 0,1-1 1 0 0,-1 0-1 0 0,-12 3 0 0 0,14-5-20 0 0,0 0 1 0 0,0 0-1 0 0,0-1 1 0 0,0 0-1 0 0,1 0 1 0 0,-1 0-1 0 0,0 0 1 0 0,0-1-1 0 0,0 0 1 0 0,0 0-1 0 0,1 0 1 0 0,-1-1-1 0 0,0 1 1 0 0,-5-4-1 0 0,6 3-125 0 0,0-1 0 0 0,0 1 0 0 0,0 0 1 0 0,1-1-1 0 0,-1 0 0 0 0,1 0 0 0 0,0 0 0 0 0,0 0 0 0 0,0-1 0 0 0,0 1 0 0 0,-4-8 0 0 0,-5-23-846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2 2304 0 0,'-10'-1'2507'0'0,"8"1"-2107"0"0,0 0 1 0 0,-1-1 0 0 0,1 1 0 0 0,0 0-1 0 0,0 1 1 0 0,0-1 0 0 0,-1 0 0 0 0,1 1-1 0 0,0-1 1 0 0,0 1 0 0 0,0 0 0 0 0,0 0-1 0 0,0-1 1 0 0,0 1 0 0 0,0 1 0 0 0,0-1-1 0 0,0 0 1 0 0,0 0 0 0 0,-2 3 0 0 0,0-1-371 0 0,3-3 588 0 0,-16 12 868 0 0,7 3-1074 0 0,2-1 0 0 0,-1 2 1 0 0,2-1-1 0 0,0 1 1 0 0,1 0-1 0 0,1 1 0 0 0,0-1 1 0 0,-2 20-1 0 0,-8 22 276 0 0,14-52-675 0 0,-33 109 1312 0 0,-29 183 1 0 0,57-249-2634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7368 0 0,'0'0'11287'0'0,"14"15"-9251"0"0,-2-8-1573 0 0,-1 0-1 0 0,1-1 0 0 0,0 0 0 0 0,0-1 1 0 0,1 0-1 0 0,19 4 0 0 0,-6-2-199 0 0,1 1-857 0 0,0-2 0 0 0,38 5 1 0 0,-42-11-617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72 784 5528 0 0,'-5'21'600'0'0,"5"-14"-184"0"0,-7 10 9327 0 0,7-16-9216 0 0,-1 1 1 0 0,0-1-1 0 0,0 0 1 0 0,0 0-1 0 0,0 0 1 0 0,0 0-1 0 0,0 0 1 0 0,0 0-1 0 0,-1 0 1 0 0,1 0-1 0 0,0 0 1 0 0,0 0-1 0 0,-1-1 1 0 0,-3 2 751 0 0,-8-26 441 0 0,7 10-1570 0 0,2 0 0 0 0,-1-1 0 0 0,2 1-1 0 0,0-1 1 0 0,1 0 0 0 0,0 1 0 0 0,1-1 0 0 0,1 0 0 0 0,0 0-1 0 0,3-20 1 0 0,2 7-126 0 0,-2 0-1 0 0,-2-49 1 0 0,-1 64-23 0 0,0-12-7 0 0,1 0 0 0 0,1 0 0 0 0,1 0 0 0 0,1 0 0 0 0,1 1 0 0 0,2 0 0 0 0,0 0 0 0 0,1 0 0 0 0,2 1 0 0 0,0 0 0 0 0,14-22 0 0 0,-7 19-10 0 0,0 1 0 0 0,1 0 0 0 0,26-25 0 0 0,-37 44 5 0 0,0 0-1 0 0,0 1 1 0 0,1-1-1 0 0,0 2 0 0 0,0-1 1 0 0,1 1-1 0 0,-1 0 1 0 0,1 1-1 0 0,0 0 1 0 0,0 1-1 0 0,0-1 1 0 0,0 2-1 0 0,0-1 1 0 0,1 1-1 0 0,-1 1 1 0 0,16 0-1 0 0,-21 1 9 0 0,-1 0 0 0 0,1-1-1 0 0,-1 2 1 0 0,1-1 0 0 0,-1 0-1 0 0,0 1 1 0 0,1 0 0 0 0,-1-1 0 0 0,0 1-1 0 0,0 0 1 0 0,0 1 0 0 0,0-1-1 0 0,-1 1 1 0 0,1-1 0 0 0,0 1 0 0 0,-1 0-1 0 0,0 0 1 0 0,0 0 0 0 0,0 0-1 0 0,0 0 1 0 0,0 0 0 0 0,-1 0 0 0 0,1 1-1 0 0,0 4 1 0 0,4 9-18 0 0,-2 1-1 0 0,0-1 1 0 0,2 33 0 0 0,-3-28 16 0 0,-2-10 7 0 0,6 35 90 0 0,-2 1 1 0 0,-2 0-1 0 0,-2 0 1 0 0,-6 56-1 0 0,-1-78 91 0 0,-1 0 0 0 0,-1-1 0 0 0,-2 0 0 0 0,-14 29 0 0 0,0 0 101 0 0,20-44-233 0 0,-2 6 16 0 0,-1 0-1 0 0,0-1 0 0 0,-1 1 0 0 0,-1-2 0 0 0,-11 16 0 0 0,18-28-85 0 0,1 1 0 0 0,-1-1 1 0 0,0 0-1 0 0,0 0 0 0 0,0 0 0 0 0,-1-1 1 0 0,1 1-1 0 0,0 0 0 0 0,-1-1 0 0 0,1 0 1 0 0,-1 1-1 0 0,1-1 0 0 0,-1 0 1 0 0,0 0-1 0 0,0-1 0 0 0,1 1 0 0 0,-1 0 1 0 0,0-1-1 0 0,0 0 0 0 0,0 0 0 0 0,1 0 1 0 0,-4 0-1 0 0,-15-8-2574 0 0,0-8-3568 0 0,-4-11-2796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6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5984 0 0,'0'0'541'0'0,"0"2"-445"0"0,-2 21 3255 0 0,-5 36 0 0 0,-1-7 1735 0 0,6-17-4930 0 0,0 13 971 0 0,-3 1-1 0 0,-12 53 1 0 0,-1 2 23 0 0,-5 54-244 0 0,11-93-810 0 0,3-26-1288 0 0,7-27 16 0 0,-1-3-58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19087 0 0,'0'0'1735'0'0,"17"11"-1040"0"0,-12-9-500 0 0,0-1 1 0 0,0 0 0 0 0,1 0-1 0 0,-1 0 1 0 0,8 0 0 0 0,3 0 144 0 0,2 0-68 0 0,0-1 1 0 0,0 0-1 0 0,0-2 0 0 0,27-5 0 0 0,11-1 15 0 0,68-9-20 0 0,-84 11-214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7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117 692 4608 0 0,'-37'25'460'0'0,"25"-14"2576"0"0,0-5 4858 0 0,-1-6-3818 0 0,11 0-3912 0 0,1-1-1 0 0,-1 1 1 0 0,1-1 0 0 0,-1 1 0 0 0,1-1-1 0 0,-1 1 1 0 0,1-1 0 0 0,0 0-1 0 0,-1 0 1 0 0,1 0 0 0 0,0 0-1 0 0,0 0 1 0 0,-1 0 0 0 0,1 0-1 0 0,0 0 1 0 0,0 0 0 0 0,0-1 0 0 0,0 1-1 0 0,0 0 1 0 0,1-1 0 0 0,-2-1-1 0 0,-2-12 248 0 0,1 1 0 0 0,0-1 0 0 0,1 0 0 0 0,1 1 0 0 0,0-1-1 0 0,2-18 1 0 0,1 4-292 0 0,-2 16-94 0 0,1-1 1 0 0,1 1-1 0 0,0 0 1 0 0,1 1 0 0 0,6-20-1 0 0,41-117 55 0 0,-42 127-80 0 0,-1-1 0 0 0,5-28 0 0 0,-11 46 0 0 0,0 0 1 0 0,1 1 0 0 0,-1 0 0 0 0,1-1 0 0 0,0 1 0 0 0,0 0 0 0 0,1 0 0 0 0,-1 0 0 0 0,1 0 0 0 0,0 0 0 0 0,0 1 0 0 0,1-1 0 0 0,-1 1 0 0 0,7-6 0 0 0,6-2 8 0 0,0 1 1 0 0,21-11 0 0 0,10-6 14 0 0,-8-6-15 0 0,-30 25-11 0 0,-1 0-1 0 0,2 1 1 0 0,13-9-1 0 0,-19 14 2 0 0,-1 0 1 0 0,1 0-1 0 0,1 1 0 0 0,-1 0 0 0 0,0-1 1 0 0,0 1-1 0 0,0 0 0 0 0,1 1 1 0 0,-1-1-1 0 0,0 1 0 0 0,1 0 1 0 0,-1 0-1 0 0,5 1 0 0 0,-5 0-3 0 0,1 0 0 0 0,-1 1-1 0 0,0-1 1 0 0,1 1 0 0 0,-1 0 0 0 0,0 0-1 0 0,0 1 1 0 0,0-1 0 0 0,0 1 0 0 0,-1 0-1 0 0,1 0 1 0 0,-1 0 0 0 0,0 0-1 0 0,4 5 1 0 0,1 2-12 0 0,0 0 0 0 0,-1 1 0 0 0,11 19 0 0 0,-8-6 44 0 0,-1 0-1 0 0,-1 0 1 0 0,-2 1 0 0 0,0 0-1 0 0,-1 0 1 0 0,2 39 0 0 0,-7-53 30 0 0,0 0 1 0 0,0 0 0 0 0,-1-1 0 0 0,-1 1 0 0 0,0-1 0 0 0,-5 17 0 0 0,-27 62 464 0 0,9-27-89 0 0,11-30-201 0 0,-2-1 0 0 0,-1-1 0 0 0,-1-1 0 0 0,-37 47 0 0 0,49-68-185 0 0,-1 0 0 0 0,-1 0-1 0 0,1-1 1 0 0,-1 0 0 0 0,0 0 0 0 0,-1-1-1 0 0,-11 7 1 0 0,17-11-112 0 0,0 0 0 0 0,0 0 0 0 0,0-1 1 0 0,0 0-1 0 0,0 1 0 0 0,-1-1 0 0 0,1 0 0 0 0,0 0 0 0 0,-1-1 0 0 0,1 1 1 0 0,-1-1-1 0 0,1 0 0 0 0,-1 0 0 0 0,1 0 0 0 0,0 0 0 0 0,-1 0 0 0 0,1-1 0 0 0,-1 0 1 0 0,1 0-1 0 0,0 0 0 0 0,-1 0 0 0 0,1 0 0 0 0,0 0 0 0 0,0-1 0 0 0,-5-3 0 0 0,-11-13-1689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7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5064 0 0,'0'0'9624'0'0,"2"2"-9008"0"0,4 4-294 0 0,0 0 0 0 0,-1 0 0 0 0,0 0 0 0 0,0 1 0 0 0,-1 0 0 0 0,1 0 1 0 0,5 14-1 0 0,-8-16-156 0 0,0-1 0 0 0,0 1-1 0 0,-1-1 1 0 0,0 1 0 0 0,0 0 0 0 0,0 0 0 0 0,0 0 0 0 0,-1-1 0 0 0,0 1 0 0 0,0 0 0 0 0,0 0 0 0 0,-1 0 0 0 0,1 0 0 0 0,-1 0-1 0 0,-2 6 1 0 0,-1 1 150 0 0,1 1-1 0 0,0 0 0 0 0,-2 16 0 0 0,-2 13 152 0 0,-24 90 449 0 0,21-94-835 0 0,6-20-83 0 0,-1-1 0 0 0,0 0 0 0 0,-8 18 1 0 0,8-24-85 0 0,1 0 1 0 0,-4 19 0 0 0,-2 6-1638 0 0,4-18-32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8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5528 0 0,'0'0'497'0'0,"9"7"95"0"0,20 12 7802 0 0,-1-6-3573 0 0,-20-11-4491 0 0,-1 0 0 0 0,0 0 0 0 0,1-1 0 0 0,-1-1 0 0 0,1 1 0 0 0,14-2 0 0 0,100-17 131 0 0,-100 14-722 0 0,10 0-242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8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18831 0 0,'0'0'1888'0'0,"5"-5"-1401"0"0,-2 2-391 0 0,1 1 0 0 0,0 0 0 0 0,0 0 1 0 0,0 0-1 0 0,0 1 0 0 0,0 0 0 0 0,1 0 0 0 0,-1 0 0 0 0,0 0 0 0 0,1 0 0 0 0,-1 1 1 0 0,0 0-1 0 0,7 0 0 0 0,20-3 167 0 0,-19 2-115 0 0,1 0-1 0 0,0 0 1 0 0,0 1-1 0 0,-1 1 1 0 0,1 0-1 0 0,0 1 0 0 0,-1 0 1 0 0,23 7-1 0 0,-17-3-84 0 0,0 1 0 0 0,-1 0 0 0 0,1 2 0 0 0,-1 0-1 0 0,18 13 1 0 0,-30-17-26 0 0,0 0-1 0 0,0 0 1 0 0,0 0 0 0 0,-1 1-1 0 0,0-1 1 0 0,6 10-1 0 0,-3-3 22 0 0,-6-11-46 0 0,0 1 0 0 0,-1 0 0 0 0,1-1 1 0 0,0 1-1 0 0,-1 0 0 0 0,1 0 1 0 0,-1-1-1 0 0,0 1 0 0 0,1 0 0 0 0,-1 0 1 0 0,0 0-1 0 0,0 0 0 0 0,0 0 0 0 0,0-1 1 0 0,-1 1-1 0 0,1 0 0 0 0,0 0 1 0 0,-1 0-1 0 0,1 0 0 0 0,-1-1 0 0 0,0 3 1 0 0,-4 4 52 0 0,1 1 0 0 0,-1-1 1 0 0,-6 8-1 0 0,-2 3 66 0 0,-2 8 11 0 0,-1-2 0 0 0,-1 0 0 0 0,-30 32 0 0 0,-19 7-14 0 0,-50 57 264 0 0,113-117-327 0 0,-1 0 0 0 0,1 0 0 0 0,1 1 0 0 0,-1-1 0 0 0,1 0-1 0 0,-1 1 1 0 0,1-1 0 0 0,1 1 0 0 0,-1 0 0 0 0,1 0 0 0 0,-1 0 0 0 0,1 0-1 0 0,0 5 1 0 0,1-7-39 0 0,0 0-1 0 0,0 0 1 0 0,1-1-1 0 0,-1 1 1 0 0,1 0-1 0 0,0 0 1 0 0,0-1-1 0 0,0 1 1 0 0,0 0-1 0 0,0-1 1 0 0,0 1-1 0 0,1-1 1 0 0,-1 0-1 0 0,1 1 1 0 0,-1-1-1 0 0,1 0 0 0 0,0 0 1 0 0,0 0-1 0 0,0 0 1 0 0,0 0-1 0 0,1 0 1 0 0,-1-1-1 0 0,0 1 1 0 0,1-1-1 0 0,2 2 1 0 0,8 3 51 0 0,0-1 1 0 0,1 0-1 0 0,-1-1 1 0 0,1-1 0 0 0,0 0-1 0 0,0 0 1 0 0,21 0-1 0 0,49-2-474 0 0,-29-4-2989 0 0,-19 2-1215 0 0,5 0-4165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9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11112 0 0,'0'0'8290'0'0,"0"2"-7638"0"0,-5 77 2609 0 0,2-52-2753 0 0,1 1 0 0 0,3 30 0 0 0,1-23-298 0 0,-1 0-1 0 0,-2 0 1 0 0,-1 0 0 0 0,-8 40-1 0 0,8-65-199 0 0,-1 0-1 0 0,-1 0 1 0 0,-5 11 0 0 0,-9 25-529 0 0,4 1-1627 0 0,5-26 84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49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17791 0 0,'0'0'1618'0'0,"10"1"-1204"0"0,0 0-7 0 0,0 0 0 0 0,0-1 0 0 0,1 0 0 0 0,-1 0 0 0 0,12-3 0 0 0,23 0 142 0 0,108-8 677 0 0,-32 2-936 0 0,-98 8-434 0 0,43-2-6472 0 0,-23-2-930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2:5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14048 0 0,'0'0'1412'0'0,"2"1"-1294"0"0,4 2 70 0 0,-4-2 717 0 0,6 15 2830 0 0,-2-3-3116 0 0,-1 0 0 0 0,-1 0-1 0 0,-1 1 1 0 0,0-1 0 0 0,0 1 0 0 0,-1 0-1 0 0,-1 0 1 0 0,0 0 0 0 0,-1 0 0 0 0,-1-1-1 0 0,0 1 1 0 0,-6 26 0 0 0,-2 27-149 0 0,3 1 1 0 0,2 79 0 0 0,8-61-2300 0 0,-2-40-4877 0 0,1-4-2461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3:0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4488 0 0,'0'0'201'0'0,"11"10"7699"0"0,-10-7-6761 0 0,-19 46 377 0 0,12-33-1187 0 0,-5 12 151 0 0,1 4-76 0 0,9-31-385 0 0,-2 2 55 0 0,1 0 0 0 0,0 0 0 0 0,0 0 0 0 0,0 1 0 0 0,0-1-1 0 0,1 0 1 0 0,-1 1 0 0 0,1-1 0 0 0,0 1 0 0 0,0 0 0 0 0,0-1 0 0 0,0 1-1 0 0,1 0 1 0 0,-1 0 0 0 0,1 0 0 0 0,0-1 0 0 0,0 1 0 0 0,1 5-1 0 0,12 23 215 0 0,-10-26-222 0 0,0 1 0 0 0,-1-1 0 0 0,1 1 0 0 0,-1 0 0 0 0,-1 0 0 0 0,1 0 0 0 0,0 11 0 0 0,2 5 92 0 0,-4-21-145 0 0,1 1 1 0 0,0-1-1 0 0,-1 1 1 0 0,0-1-1 0 0,1 1 1 0 0,-1-1 0 0 0,0 1-1 0 0,0 0 1 0 0,-1-1-1 0 0,1 1 1 0 0,-1 2-1 0 0,1-3-4 0 0,-1-1-1 0 0,1 1 1 0 0,0 0-1 0 0,-1-1 0 0 0,1 1 1 0 0,0 0-1 0 0,0-1 0 0 0,0 1 1 0 0,0 0-1 0 0,1-1 1 0 0,-1 1-1 0 0,1 2 0 0 0,0-2 0 0 0,-1-1 0 0 0,0 1 0 0 0,1-1 0 0 0,-1 1 0 0 0,0-1-1 0 0,0 1 1 0 0,0 0 0 0 0,0-1 0 0 0,0 1 0 0 0,0-1 0 0 0,0 1-1 0 0,-1-1 1 0 0,0 3 0 0 0,-1 2 12 0 0,1-1-1 0 0,0 1 1 0 0,0 0-1 0 0,0 0 1 0 0,1-1 0 0 0,0 7-1 0 0,-2 16 180 0 0,2 23 254 0 0,0-43-441 0 0,0-1 0 0 0,1 1 0 0 0,-1-1 0 0 0,2 1-1 0 0,-1-1 1 0 0,1 0 0 0 0,0 1 0 0 0,0-1-1 0 0,1 0 1 0 0,0 0 0 0 0,0-1 0 0 0,1 1 0 0 0,6 9-1 0 0,-4-5 8 0 0,0 0 0 0 0,0 1 0 0 0,5 16-1 0 0,-2-2-18 0 0,-6-18 0 0 0,0 0 0 0 0,-1 0 0 0 0,0 0 0 0 0,0 0 0 0 0,-1 1 0 0 0,0-1 0 0 0,0 0 0 0 0,-2 13 0 0 0,2-16 13 0 0,-1-1-1 0 0,1 1 1 0 0,-1 0-1 0 0,1-1 1 0 0,0 1-1 0 0,1 0 1 0 0,-1-1-1 0 0,1 1 1 0 0,0-1-1 0 0,0 0 0 0 0,1 0 1 0 0,5 8-1 0 0,-3-5 44 0 0,1-1 0 0 0,0 1 0 0 0,1-1 0 0 0,0 0 0 0 0,0-1 0 0 0,12 8 0 0 0,-4-5 42 0 0,0 0-1 0 0,1-1 1 0 0,0-1-1 0 0,0 0 1 0 0,0-1-1 0 0,34 5 0 0 0,71 11 267 0 0,-67-10-104 0 0,-13-2-56 0 0,113 23 452 0 0,-140-30-627 0 0,230 33 1038 0 0,105-3-875 0 0,-255-27 50 0 0,1-4 0 0 0,127-16 0 0 0,32-4 115 0 0,102-15 91 0 0,47-8-339 0 0,-362 40-101 0 0,53-3 98 0 0,105-17-1 0 0,96-24 12 0 0,-35 26 11 0 0,-159 13-126 0 0,35-5 60 0 0,27-9 13 0 0,211-28 114 0 0,40 9-61 0 0,-360 38-116 0 0,34-4 30 0 0,212-22-32 0 0,-119 16-10 0 0,-139 9 0 0 0,-1 2 0 0 0,45 5 0 0 0,-63-3 0 0 0,315 5 0 0 0,-224-12 0 0 0,211 0 0 0 0,-159 6 0 0 0,26-4 0 0 0,-116 0 0 0 0,102 9 0 0 0,12 6 0 0 0,297 34 54 0 0,-232-12-44 0 0,-67-5-10 0 0,-17 9 0 0 0,-7-2 0 0 0,47 1 0 0 0,-40-6 0 0 0,-107-17 0 0 0,89 30 0 0 0,4 1 0 0 0,103 35 67 0 0,-229-68-59 0 0,22 8 27 0 0,-1 3 1 0 0,75 42 0 0 0,-90-43-6 0 0,-15-10 22 0 0,34 25 0 0 0,-3 3-4 0 0,-24-19 53 0 0,29 27-1 0 0,-26-8 20 0 0,-22-30-93 0 0,-9-7-2 0 0,0 0 0 0 0,0-1 0 0 0,1 1 0 0 0,-1-1 0 0 0,1 1 0 0 0,0-1 0 0 0,-1 0 0 0 0,1 0 0 0 0,0 0 0 0 0,-1 1 0 0 0,1-2-1 0 0,0 1 1 0 0,0 0 0 0 0,0 0 0 0 0,0-1 0 0 0,2 1 0 0 0,-6-12 1103 0 0,3 9-1075 0 0,1-3-31 0 0,9-9 81 0 0,-7 11-78 0 0,19-13 88 0 0,-10 1-75 0 0,0-1 1 0 0,20-34-1 0 0,-3 4-13 0 0,-16 30-25 0 0,0 0 0 0 0,1 0 0 0 0,0 1 0 0 0,2 1 0 0 0,0 1 0 0 0,0 0 0 0 0,30-16 0 0 0,26-9 0 0 0,-53 26 0 0 0,2 1 0 0 0,37-14 0 0 0,-18 14 0 0 0,-24 5 0 0 0,34-5 0 0 0,3-2 0 0 0,5 2 0 0 0,34-1 0 0 0,-58 9 0 0 0,-24 2 0 0 0,1 0 0 0 0,0-1 0 0 0,16-4 0 0 0,-13 3 0 0 0,-1 0 0 0 0,1 1 0 0 0,0 0 0 0 0,0 1 0 0 0,0 1 0 0 0,18 2-1 0 0,27-1-62 0 0,114-4 63 0 0,-122 2 0 0 0,42 1-11 0 0,124 27-41 0 0,-118-13 51 0 0,18 6 1 0 0,38 4 0 0 0,33 0 0 0 0,-34-4 0 0 0,1 3 0 0 0,-142-20 0 0 0,1-1 0 0 0,152 23 0 0 0,32-2 0 0 0,231 55 0 0 0,-149-32 0 0 0,-100-20 0 0 0,27 15 0 0 0,26-2 0 0 0,2 0 0 0 0,74 22 0 0 0,-195-42 0 0 0,-56-11 0 0 0,76 20 0 0 0,-60-11 0 0 0,-4-2 0 0 0,175 30 0 0 0,198 16 0 0 0,-383-50 0 0 0,18 4 0 0 0,91 5 0 0 0,101 0 0 0 0,-155-11 0 0 0,33 1 0 0 0,-45-4 0 0 0,-32 0 0 0 0,136 10 0 0 0,-19 0 0 0 0,-118-13 0 0 0,200 8 0 0 0,60-5 0 0 0,-214-1 0 0 0,44-2 0 0 0,-63-7 8 0 0,-6 1 11 0 0,0-4-1 0 0,104-22 1 0 0,-50 0-19 0 0,-65 10 52 0 0,61-19-40 0 0,-86 19-5 0 0,14-4 36 0 0,-1-3 0 0 0,127-67 0 0 0,-102 41-43 0 0,133-50 0 0 0,-69 33 0 0 0,-15-1 26 0 0,46-21 12 0 0,-58 37-12 0 0,58-25 58 0 0,-148 59-63 0 0,0-2 0 0 0,53-38 0 0 0,-68 38 57 0 0,0-2-1 0 0,-1-1 1 0 0,-2-1-1 0 0,34-48 1 0 0,-54 71-68 0 0,15-24 107 0 0,0-2 1 0 0,20-46-1 0 0,6-10 27 0 0,96-190-267 0 0,-94 150-2290 0 0,-37 87-423 0 0,-4 4-6538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3:1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6104 0 0,'0'0'8252'0'0,"10"-5"-1570"0"0,-8 5-6442 0 0,12 0 155 0 0,-14 0-356 0 0,0 0 1 0 0,1-1-1 0 0,-1 1 0 0 0,1 0 1 0 0,-1 1-1 0 0,0-1 0 0 0,1 0 1 0 0,-1 0-1 0 0,0 0 0 0 0,1 0 1 0 0,-1 0-1 0 0,0 0 0 0 0,1 0 1 0 0,-1 0-1 0 0,0 1 0 0 0,1-1 1 0 0,-1 0-1 0 0,0 0 0 0 0,1 0 0 0 0,-1 1 1 0 0,0-1-1 0 0,0 0 0 0 0,1 0 1 0 0,-1 1-1 0 0,0-1 0 0 0,0 0 1 0 0,1 2 1231 0 0,-1 19-1020 0 0,2 51 457 0 0,-3 66 518 0 0,-3-71-641 0 0,-6 50 517 0 0,-3-3-94 0 0,8-25-394 0 0,4-76-562 0 0,0 0 0 0 0,2 17 0 0 0,-1-4 8 0 0,1-15-49 0 0,-1-10-97 0 0,0 0 0 0 0,0-1 0 0 0,0 1 0 0 0,0 0 0 0 0,0 0 0 0 0,1 0 0 0 0,-1-1 0 0 0,0 1 0 0 0,0 0 0 0 0,1 0 0 0 0,-1-1 0 0 0,0 1 1 0 0,1 0-1 0 0,-1 0 0 0 0,1-1 0 0 0,-1 1 0 0 0,1 0 0 0 0,-1-1 0 0 0,1 1 0 0 0,-1-1 0 0 0,1 1 0 0 0,0-1 0 0 0,-1 1 0 0 0,1-1 0 0 0,0 1 0 0 0,-1-1 0 0 0,1 0 0 0 0,0 1 0 0 0,0-1 0 0 0,-1 0 0 0 0,1 0 0 0 0,1 1 0 0 0,0-1-1049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3:19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41 2304 0 0,'-23'-5'23038'0'0,"25"5"-23008"0"0,0-1 0 0 0,1 0 0 0 0,-1 0 0 0 0,0 1-1 0 0,0-2 1 0 0,0 1 0 0 0,0 0 0 0 0,2-2 0 0 0,15-7 30 0 0,-1 6 46 0 0,-1 0-1 0 0,1 1 0 0 0,0 1 1 0 0,-1 0-1 0 0,23 2 0 0 0,-29 0-51 0 0,1 0 1 0 0,-1 1-1 0 0,0 0 0 0 0,1 1 0 0 0,-1 0 1 0 0,0 1-1 0 0,0 0 0 0 0,0 1 0 0 0,0 0 0 0 0,-1 1 1 0 0,0 0-1 0 0,0 1 0 0 0,0 0 0 0 0,11 9 1 0 0,-19-13-23 0 0,0 1 1 0 0,1 0-1 0 0,-2-1 1 0 0,1 1-1 0 0,0 0 1 0 0,-1 0-1 0 0,1 0 1 0 0,-1 0-1 0 0,0 0 1 0 0,0 0-1 0 0,0 1 1 0 0,0-1-1 0 0,-1 0 1 0 0,1 1-1 0 0,-1-1 1 0 0,0 0 0 0 0,0 1-1 0 0,0-1 1 0 0,0 0-1 0 0,-1 1 1 0 0,1-1-1 0 0,-1 0 1 0 0,0 0-1 0 0,-1 4 1 0 0,-4 10 185 0 0,0 0 0 0 0,-1 0 1 0 0,-12 19-1 0 0,14-26-199 0 0,-6 7 141 0 0,0-1-1 0 0,-1 0 1 0 0,-1-1 0 0 0,0 0 0 0 0,-27 23-1 0 0,35-35-130 0 0,1 1 0 0 0,-1-1 0 0 0,0 1 0 0 0,0-1 0 0 0,0-1 0 0 0,0 1 0 0 0,-9 3 0 0 0,12-6-83 0 0,3 4-149 0 0,-1 0 167 0 0,1 0 0 0 0,0 0 0 0 0,0 0 0 0 0,0-1 0 0 0,3 7 0 0 0,5 8 28 0 0,-3-3-48 0 0,1-1 0 0 0,0 0 1 0 0,17 23-1 0 0,-15-24 43 0 0,0 0-1 0 0,-1 1 0 0 0,0 0 0 0 0,6 21 1 0 0,0-5 4 0 0,-11-23 71 0 0,-1 0 1 0 0,1 0-1 0 0,-1 0 0 0 0,-1 0 1 0 0,1 1-1 0 0,-1-1 0 0 0,-1 1 0 0 0,1-1 1 0 0,-1 1-1 0 0,0-1 0 0 0,-1 1 1 0 0,0-1-1 0 0,0 0 0 0 0,-1 1 1 0 0,-3 10-1 0 0,-5 7 241 0 0,0-1 1 0 0,-2 0 0 0 0,-15 24 0 0 0,18-33-269 0 0,8-12-16 0 0,-1 0 0 0 0,0-1 0 0 0,0 1 0 0 0,0 0 0 0 0,0 0 0 0 0,-1-1 0 0 0,1 0 0 0 0,-1 1 0 0 0,1-1 0 0 0,-1 0 0 0 0,0 0 0 0 0,0 0 0 0 0,0-1 0 0 0,0 1 0 0 0,0-1 0 0 0,0 1 0 0 0,0-1 0 0 0,-6 1 0 0 0,6-2-54 0 0,0 1 0 0 0,0-1 0 0 0,0-1 0 0 0,0 1 1 0 0,0 0-1 0 0,0-1 0 0 0,0 1 0 0 0,1-1 0 0 0,-1 0 0 0 0,0 0 0 0 0,0 0 0 0 0,0 0 0 0 0,1-1 0 0 0,-1 1 0 0 0,0-1 1 0 0,1 1-1 0 0,0-1 0 0 0,-1 0 0 0 0,1 0 0 0 0,0 0 0 0 0,-2-3 0 0 0,2 3-220 0 0,0 0 0 0 0,0-1 0 0 0,0 1 0 0 0,1 0 0 0 0,-1-1 1 0 0,1 1-1 0 0,-1-1 0 0 0,1 0 0 0 0,0 1 0 0 0,0-1 0 0 0,0 0 0 0 0,0 0 0 0 0,1 0 0 0 0,-1 0 0 0 0,1 0 0 0 0,0 1 0 0 0,0-1 0 0 0,0 0 0 0 0,0-4 1 0 0,0-8-1456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3:20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8576 0 0,'0'0'780'0'0,"1"-1"-640"0"0,3-2 53 0 0,-3 2 493 0 0,0 0 0 0 0,0 0 0 0 0,0 0-1 0 0,0 1 1 0 0,0-1 0 0 0,1 0 0 0 0,-1 0 0 0 0,0 1 0 0 0,0-1-1 0 0,1 1 1 0 0,1-1 0 0 0,-1 1-385 0 0,0 0-1 0 0,1-1 1 0 0,-1 1 0 0 0,0 0-1 0 0,0 0 1 0 0,1 1 0 0 0,-1-1-1 0 0,0 1 1 0 0,0-1 0 0 0,4 2-1 0 0,-2-1-244 0 0,-1 1-1 0 0,0-1 0 0 0,0 1 0 0 0,-1-1 0 0 0,1 1 0 0 0,0 0 0 0 0,0 0 1 0 0,-1 0-1 0 0,1 1 0 0 0,-1-1 0 0 0,0 1 0 0 0,3 3 0 0 0,-4-5 288 0 0,-11 40 1189 0 0,5 318 3201 0 0,5-339-4580 0 0,-8 203 1574 0 0,5-188-1417 0 0,0 40 0 0 0,3-64-378 0 0,1 0 0 0 0,0 0 0 0 0,1 0 1 0 0,0-1-1 0 0,1 1 0 0 0,0 0 0 0 0,9 18 0 0 0,-8-20-1510 0 0,1 2-5553 0 0,4 1-2244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3:2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10 137 4608 0 0,'-9'16'23302'0'0,"8"-26"-20414"0"0,5-7-5752 0 0,-2 8 4333 0 0,3-3-1463 0 0,-3 4-5 0 0,1-1-1 0 0,1 1 1 0 0,-1 0-1 0 0,2 0 1 0 0,-1 1-1 0 0,1-1 1 0 0,0 1-1 0 0,0 0 1 0 0,1 0-1 0 0,0 1 1 0 0,8-8-1 0 0,-7 9 0 0 0,1 2 0 0 0,4 7 0 0 0,-8-2 17 0 0,-1 0 0 0 0,0 0 0 0 0,0 1-1 0 0,-1-1 1 0 0,1 1 0 0 0,0 0 0 0 0,-1 0 0 0 0,1 0 0 0 0,-1 0 0 0 0,0 0-1 0 0,0 1 1 0 0,0-1 0 0 0,-1 0 0 0 0,1 1 0 0 0,-1 0 0 0 0,0-1-1 0 0,0 1 1 0 0,1 6 0 0 0,1 7 111 0 0,-1 1 0 0 0,-1 29 0 0 0,-2-42-48 0 0,1 0-1 0 0,-1 0 1 0 0,-1-1 0 0 0,1 1-1 0 0,-1 0 1 0 0,1 0 0 0 0,-4 4-1 0 0,0 3 164 0 0,4-11-92 0 0,1 0-139 0 0,0 0 0 0 0,0-1 0 0 0,0 1 0 0 0,0 0 0 0 0,-1-1 0 0 0,1 1 0 0 0,0 0 0 0 0,0-1 0 0 0,-1 1 0 0 0,1-1 0 0 0,-1 1 1 0 0,1-1-1 0 0,0 1 0 0 0,-1-1 0 0 0,1 1 0 0 0,-1-1 0 0 0,1 1 0 0 0,-1-1 0 0 0,0 1 0 0 0,1-1 0 0 0,-1 0 0 0 0,1 1 0 0 0,-1-1 0 0 0,0 0 0 0 0,1 0 0 0 0,-1 1 1 0 0,0-1-1 0 0,1 0 0 0 0,-1 0 0 0 0,0 0 0 0 0,1 0 0 0 0,-1 0 0 0 0,0 0 0 0 0,1 0 0 0 0,-1 0 0 0 0,-1 0 0 0 0,0 0 6 0 0,-1 0 0 0 0,1 0 0 0 0,0-1 0 0 0,-1 1 0 0 0,1-1 0 0 0,0 1 0 0 0,-1-1 0 0 0,1 0 0 0 0,-3-1 0 0 0,1-1-12 0 0,1 0-1 0 0,0 0 0 0 0,0 0 0 0 0,0-1 0 0 0,0 1 0 0 0,0-1 1 0 0,1 0-1 0 0,0 1 0 0 0,-1-1 0 0 0,1 0 0 0 0,1-1 1 0 0,-1 1-1 0 0,1 0 0 0 0,-2-8 0 0 0,-9-21 12 0 0,9 28-20 0 0,-1-9-70 0 0,13-14 6 0 0,-7 22 66 0 0,-1 1-13 0 0,1 0-25 0 0,11-1-56 0 0,-9 6 47 0 0,-2 0 44 0 0,0 0 0 0 0,0 1-1 0 0,0-1 1 0 0,0 1 0 0 0,0-1-1 0 0,-1 1 1 0 0,1 0 0 0 0,0 0 0 0 0,0 0-1 0 0,-1 0 1 0 0,1 0 0 0 0,0 0 0 0 0,-1 0-1 0 0,1 0 1 0 0,-1 1 0 0 0,0-1 0 0 0,1 1-1 0 0,-1-1 1 0 0,2 3 0 0 0,1 2 13 0 0,-3-5-8 0 0,0 0 1 0 0,0 0-1 0 0,0 0 0 0 0,0 0 1 0 0,0 0-1 0 0,0 0 0 0 0,0 0 1 0 0,-1 0-1 0 0,1 0 0 0 0,0 1 0 0 0,-1-1 1 0 0,1 0-1 0 0,-1 1 0 0 0,1-1 1 0 0,-1 0-1 0 0,0 0 0 0 0,0 1 1 0 0,1-1-1 0 0,-1 2 0 0 0,1 4 26 0 0,0-4-5 0 0,0 1 0 0 0,0-1 0 0 0,0 1-1 0 0,0-1 1 0 0,-1 1 0 0 0,1-1 0 0 0,-1 1-1 0 0,0-1 1 0 0,-1 7 0 0 0,1 0 147 0 0,-8 6 80 0 0,6-13-2730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3:2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4835 242 6912 0 0,'0'0'632'0'0,"-19"9"264"0"0,18-8-685 0 0,0 0 0 0 0,0 0 0 0 0,0-1 1 0 0,0 1-1 0 0,0-1 0 0 0,0 1 0 0 0,0-1 1 0 0,0 0-1 0 0,0 1 0 0 0,0-1 0 0 0,0 0 1 0 0,-1 0-1 0 0,1 1 0 0 0,-2-1 1 0 0,3 0-198 0 0,-1 0 1 0 0,1-1 0 0 0,-1 1 0 0 0,1 0 0 0 0,0 0 0 0 0,-1 0 0 0 0,1 0 0 0 0,-1 0-1 0 0,1 1 1 0 0,0-1 0 0 0,-1 0 0 0 0,1 0 0 0 0,-1 0 0 0 0,1 0 0 0 0,0 0 0 0 0,-1 0-1 0 0,1 1 1 0 0,0-1 0 0 0,-1 0 0 0 0,1 0 0 0 0,0 1 0 0 0,-1-1 0 0 0,1 0 0 0 0,0 0 0 0 0,-1 1-1 0 0,1-1 1 0 0,0 0 0 0 0,0 1 0 0 0,-1-1 0 0 0,1 0 0 0 0,0 1 0 0 0,0-1 0 0 0,0 0-1 0 0,0 1 1 0 0,0-1 0 0 0,-1 1 0 0 0,1-1 0 0 0,0 0 0 0 0,0 1 0 0 0,0-1 0 0 0,0 1 0 0 0,0-1-1 0 0,0 0 1 0 0,0 1 0 0 0,0-1 0 0 0,0 1 0 0 0,0-1 0 0 0,1 0 0 0 0,-1 1 0 0 0,0-1-1 0 0,0 1 1 0 0,0-1 0 0 0,0 0 0 0 0,1 1 0 0 0,-1-1 0 0 0,0 0 0 0 0,1 1 0 0 0,-15-4 662 0 0,-95-44 734 0 0,97 43-1055 0 0,0 0 0 0 0,-24-3 0 0 0,4 1 278 0 0,-532-103 4433 0 0,354 81-4069 0 0,134 20-586 0 0,-106 2 0 0 0,-25-1-110 0 0,-54-6-62 0 0,37 4 258 0 0,12 4-346 0 0,-26-2-58 0 0,69 5-36 0 0,-369-5-58 0 0,316 28 0 0 0,113 1-37 0 0,-150 52 1 0 0,221-62 45 0 0,-202 81-9 0 0,199-73-31 0 0,2 1-1 0 0,-38 27 0 0 0,1 0-1 0 0,17-5-4 0 0,12-9 10 0 0,-94 63 104 0 0,1-1-2 0 0,109-77-74 0 0,-15 11-14 0 0,22-12-48 0 0,18-15 41 0 0,1 1 0 0 0,-1-1 0 0 0,1 1 0 0 0,0 1 1 0 0,1-1-1 0 0,-1 1 0 0 0,1 0 0 0 0,0 0 0 0 0,0 0 0 0 0,0 0 0 0 0,-3 7 0 0 0,-9 21-247 0 0,11-26 108 0 0,2-1-1 0 0,-1 1 1 0 0,1 0 0 0 0,0 0 0 0 0,0 1 0 0 0,1-1 0 0 0,0 0-1 0 0,-2 15 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3:25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4608 0 0,'-2'2'7877'0'0,"-5"6"-7498"0"0,0 0 1 0 0,1 1-1 0 0,0 0 0 0 0,0 0 1 0 0,1 0-1 0 0,0 1 0 0 0,-6 19 0 0 0,-8 13 422 0 0,10-24-463 0 0,-16 29 961 0 0,-26 71-1 0 0,42-95-797 0 0,-21 37 0 0 0,23-47-292 0 0,0 0-1 0 0,0 1 1 0 0,2-1-1 0 0,-1 1 1 0 0,2 0 0 0 0,0 0-1 0 0,-3 20 1 0 0,6-32-178 0 0,1 0 1 0 0,0 0-1 0 0,0 1 1 0 0,-1-1-1 0 0,1 0 1 0 0,1 0-1 0 0,-1 0 1 0 0,0 0-1 0 0,1 0 1 0 0,-1 0-1 0 0,1 0 0 0 0,-1 0 1 0 0,1 0-1 0 0,0 0 1 0 0,0 0-1 0 0,0 0 1 0 0,0 0-1 0 0,0 0 1 0 0,0-1-1 0 0,1 1 0 0 0,-1 0 1 0 0,0-1-1 0 0,1 1 1 0 0,-1-1-1 0 0,3 2 1 0 0,0-1 10 0 0,1 0 1 0 0,-1-1-1 0 0,1 0 1 0 0,-1 1-1 0 0,1-2 1 0 0,0 1-1 0 0,-1 0 1 0 0,1-1-1 0 0,0 0 1 0 0,9-1-1 0 0,7-1 196 0 0,1-1 0 0 0,0-1 0 0 0,37-12 0 0 0,64-29 476 0 0,-86 30-525 0 0,18-6-20 0 0,481-174-486 0 0,-431 165-8569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0:14:04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26 4608 0 0,'0'0'1162'0'0,"-3"0"-704"0"0,-7-1 7582 0 0,9-1-7998 0 0,-1 0-19 0 0,1-12 286 0 0,1 13-386 0 0,4-4 506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5T10:34:2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41 220 1376 0 0,'0'0'3352'0'0,"10"22"-2304"0"0,-7-3-572 0 0,-3-17-334 0 0,7 20 672 0 0,22-2-67 0 0,1-1-418 0 0,-9-9-309 0 0,-18-9 3 0 0,1 0-1 0 0,-1 1 1 0 0,1 0-1 0 0,-1-1 1 0 0,0 1-1 0 0,1 1 0 0 0,-1-1 1 0 0,4 4-1 0 0,1 1 4 0 0,9 7 486 0 0,28 15 0 0 0,-37-24-283 0 0,29 10 960 0 0,-25-12-1041 0 0,-1 0 0 0 0,1-1 0 0 0,0 0 0 0 0,0-1 0 0 0,0-1-1 0 0,23-1 1 0 0,11 0 11 0 0,-26 1-113 0 0,-1 0 0 0 0,36-7 0 0 0,19-5 232 0 0,-46 5 19 0 0,51-4 0 0 0,-54 7-251 0 0,-5 1 51 0 0,-10 1-10 0 0,1 1 0 0 0,-1 0 0 0 0,12 0 0 0 0,117-2-170 0 0,-131 4 138 0 0,12 1-46 0 0,2-2 48 0 0,0 1 0 0 0,22 3 0 0 0,-3-3-46 0 0,73-13 191 0 0,-61 7-84 0 0,30 10-54 0 0,-70-4-27 0 0,-1 1 0 0 0,1 0 0 0 0,-1 1 0 0 0,1 0 1 0 0,12 6-1 0 0,10 2-4 0 0,-17-4-31 0 0,-14-6-4 0 0,0 1-1 0 0,0 0 0 0 0,1-1 1 0 0,-1 0-1 0 0,1 0 0 0 0,4 0 1 0 0,-8-1-1 0 0,-1 0 1 0 0,1 0 0 0 0,-1 0 0 0 0,1 0 0 0 0,-1 0-1 0 0,1 0 1 0 0,-1 0 0 0 0,1 0 0 0 0,-1 0 0 0 0,1 1 0 0 0,-1-1-1 0 0,1 0 1 0 0,-1 0 0 0 0,1 0 0 0 0,-1 1 0 0 0,1-1-1 0 0,-1 0 1 0 0,1 1 0 0 0,-1-1 0 0 0,1 1 0 0 0,1 0-1 0 0,-1 1 0 0 0,1-1 0 0 0,0 0 0 0 0,0 1 1 0 0,0-1-1 0 0,0 0 0 0 0,0-1 0 0 0,0 1 0 0 0,0 0 0 0 0,0 0 0 0 0,4 0 1 0 0,67 23 2 0 0,-13-16 0 0 0,-35-1 0 0 0,-17-5 0 0 0,-1 0 0 0 0,0 0 0 0 0,0-1 0 0 0,1 0 0 0 0,8 0 0 0 0,-1-1 5 0 0,24 1 116 0 0,0-1 1 0 0,0-3 0 0 0,56-11 0 0 0,-83 13-78 0 0,0 0 1 0 0,1 0 0 0 0,-1 1-1 0 0,0 0 1 0 0,20 4 0 0 0,20 0 80 0 0,120-1-114 0 0,-136-1 102 0 0,38 6 1 0 0,-37-3-124 0 0,42 0 1 0 0,-73-5 8 0 0,25 1 121 0 0,1-3 0 0 0,33-4 1 0 0,-44 3-109 0 0,-1 2 0 0 0,0 1 0 0 0,22 1 0 0 0,5 1 4 0 0,-2-3-16 0 0,33 1 0 0 0,67 20 0 0 0,-131-18 0 0 0,20 4 0 0 0,-18-2 0 0 0,0-2 0 0 0,28 2 0 0 0,193-1 144 0 0,-160 6-72 0 0,178-13-104 0 0,-186-1 96 0 0,-49 4-35 0 0,34-6 1 0 0,-10 1-25 0 0,102-15 112 0 0,158 12-43 0 0,-280 9-73 0 0,3 1-1 0 0,-3-1 0 0 0,37-3 0 0 0,-30 0 16 0 0,-1 2 0 0 0,36 2 0 0 0,-5 1 0 0 0,-8-3 16 0 0,58-11-1 0 0,-52 7 0 0 0,65 3-1 0 0,-95 2-27 0 0,50 0-3 0 0,-76 0 4 0 0,-1 0 0 0 0,1 0-1 0 0,0 0 1 0 0,-1-1-1 0 0,1 1 1 0 0,0-1-1 0 0,-1 1 1 0 0,4-2-1 0 0,-4 1 1 0 0,1 0-1 0 0,0 0 1 0 0,-1 1-1 0 0,1-1 1 0 0,0 1 0 0 0,0 0-1 0 0,-1-1 1 0 0,4 2-1 0 0,68-10-3 0 0,-60 8 21 0 0,8 1 22 0 0,-20 1-43 0 0,1-1 0 0 0,-1 0 0 0 0,0 0 0 0 0,0 0 0 0 0,0 0 0 0 0,0 0 0 0 0,0-1 0 0 0,0 1 0 0 0,0-1 0 0 0,4 0 0 0 0,27-7 0 0 0,-20 7 22 0 0,-9 2-17 0 0,-1-1 1 0 0,0-1-1 0 0,1 1 0 0 0,-1 0 1 0 0,0-1-1 0 0,0 1 0 0 0,6-3 0 0 0,1 2-5 0 0,1 1 0 0 0,-1 0 0 0 0,1 0 0 0 0,-1 1 0 0 0,19 4 0 0 0,-10 0-2 0 0,-1-4 15 0 0,-15-1 9 0 0,-2 2 0 0 0,22 4-13 0 0,-15-6 2 0 0,29 0 268 0 0,-35-2-193 0 0,0 0 1 0 0,0 0-1 0 0,0 0 1 0 0,0 0 0 0 0,-1-1-1 0 0,1 1 1 0 0,-1-1-1 0 0,1 1 1 0 0,-1-1-1 0 0,0 0 1 0 0,1-2-1 0 0,1-11 119 0 0,-1 1-1 0 0,0-1 0 0 0,-1 0 0 0 0,-1 1 0 0 0,0-1 1 0 0,-1 0-1 0 0,-5-23 0 0 0,-1-46 498 0 0,7 81-693 0 0,0-11 8 0 0,1 0 0 0 0,-2 0 0 0 0,0 0 0 0 0,-1 0 0 0 0,-1 0 0 0 0,0 0-1 0 0,-5-14 1 0 0,-6-2 61 0 0,13 30-14 0 0,0-1-23 0 0,-1-7-100 0 0,1 6 2 0 0,-3 1 33 0 0,3 1-43 0 0,6 19-821 0 0,4 114 512 0 0,-4-91 248 0 0,-5-39 64 0 0,1 7-10 0 0,6 11 68 0 0,-6-10 17 0 0,-2 32-6 0 0,0-33-5 0 0,-5-2 15 0 0,5-6 54 0 0,0 0-59 0 0,1 0 0 0 0,-1 0 0 0 0,0 0 0 0 0,0 0 0 0 0,0-1 0 0 0,0 1 0 0 0,1 0 0 0 0,-1 0 0 0 0,0-1 0 0 0,0 1 0 0 0,0 0 0 0 0,0-1 0 0 0,-1 1 0 0 0,1-1 1 0 0,0 0-1 0 0,0 1 0 0 0,0-1 0 0 0,0 0 0 0 0,0 0 0 0 0,-2 1 0 0 0,-19 3-25 0 0,9 2 15 0 0,13-6 0 0 0,-1 1 0 0 0,0-1 0 0 0,0 0 0 0 0,1 1 0 0 0,-1-1 0 0 0,0 0 0 0 0,0 0 0 0 0,0 0 0 0 0,1 1 0 0 0,-1-1 0 0 0,0 0 0 0 0,0 0 0 0 0,0 0 0 0 0,0 0 0 0 0,-1-1 0 0 0,-9 1 0 0 0,-2 1 0 0 0,1 0 0 0 0,0 1 0 0 0,0 1 0 0 0,-14 4 0 0 0,-18 3 0 0 0,5 1 0 0 0,30-8 0 0 0,0-1 0 0 0,-1 1 0 0 0,1-2 0 0 0,-18 2 0 0 0,15-2 0 0 0,-1 0 0 0 0,1 1 0 0 0,-17 4 0 0 0,-21 4 0 0 0,18-7 0 0 0,-1-1 0 0 0,0-1 0 0 0,-50-6 0 0 0,46 2 0 0 0,-69 4 0 0 0,38 0 0 0 0,32 0 0 0 0,-1 0 0 0 0,-53 11 0 0 0,-32 8 0 0 0,19-5 0 0 0,32-6 0 0 0,35-5 0 0 0,-49 0 0 0 0,52-4 0 0 0,2-1 0 0 0,-1 2 0 0 0,-51 7 0 0 0,-80 16 0 0 0,156-24 0 0 0,0 0 0 0 0,0 0 0 0 0,0-1 0 0 0,-12-2 0 0 0,-17-1 0 0 0,14 3 0 0 0,-31-6 0 0 0,31 4 0 0 0,-31-1 0 0 0,26 2-23 0 0,-41-7-1 0 0,41 5-117 0 0,-43-2 0 0 0,-88 1 462 0 0,46-2-321 0 0,92 5 0 0 0,-51-6 0 0 0,-72-3 0 0 0,-12-1 0 0 0,116 11 0 0 0,20 0 0 0 0,1 1 0 0 0,-1 0 0 0 0,-36 7 0 0 0,47-6 0 0 0,-1 0 0 0 0,0 0 0 0 0,-12-2 0 0 0,-8 2 0 0 0,-165 3 0 0 0,130-4 0 0 0,-20-7 0 0 0,65 6 0 0 0,1-1 0 0 0,-20-5 0 0 0,-10 0 0 0 0,23 4 0 0 0,-34-2 0 0 0,33 4 0 0 0,11 0 0 0 0,0 1 0 0 0,-18 3 0 0 0,7-2 0 0 0,22-2 0 0 0,-1 1 0 0 0,1 0 0 0 0,0 1 0 0 0,0-1 0 0 0,-9 2 0 0 0,-7 2 0 0 0,-1 0 0 0 0,1-2 0 0 0,-1-1 0 0 0,0-1 0 0 0,-24-2 0 0 0,-8 0 0 0 0,18 3 0 0 0,-5-1 0 0 0,-66-7 0 0 0,59 3 607 0 0,42 3-667 0 0,0 0 0 0 0,0 1-1 0 0,1 0 1 0 0,-1 0 0 0 0,0 0 0 0 0,0 0-1 0 0,0 1 1 0 0,0 0 0 0 0,1 0 0 0 0,-8 2-1 0 0,5-1 140 0 0,0-1 0 0 0,0 0 0 0 0,0-1 0 0 0,-1 0 0 0 0,1 0 0 0 0,0-1 0 0 0,-13-2 0 0 0,17 3-79 0 0,0-1 0 0 0,0 1 0 0 0,0 0 0 0 0,1 0 0 0 0,-1 0 0 0 0,0 0 0 0 0,0 0 0 0 0,0 1 0 0 0,-3 0 0 0 0,-9 1 0 0 0,-90-5-368 0 0,92 2 384 0 0,-1 0 0 0 0,1-1 0 0 0,-15-3 0 0 0,7 0-16 0 0,0 2 0 0 0,0 1 0 0 0,-1 0 0 0 0,-21 3 0 0 0,35-1 0 0 0,-30-4 0 0 0,30 3 0 0 0,-1 0 0 0 0,1 0 0 0 0,-1 1 0 0 0,-12 1 0 0 0,8 0 62 0 0,-1 0-1 0 0,-23-3 1 0 0,24 1-14 0 0,0 0 0 0 0,0 1 0 0 0,-14 2-1 0 0,-1-3-43 0 0,-2-1-21 0 0,5-1-1 0 0,17 1 18 0 0,0 1-1 0 0,0 0 1 0 0,0 0 0 0 0,-9 1 0 0 0,-8-1 0 0 0,16 0 0 0 0,1 1 0 0 0,0 0 0 0 0,0 0 0 0 0,0 0 0 0 0,0 1 0 0 0,0 1 0 0 0,0-1 0 0 0,-11 5 0 0 0,-59 18-280 0 0,64-19 280 0 0,0-1 0 0 0,0-1 0 0 0,0 0 0 0 0,-1-1 0 0 0,1 0 0 0 0,-1-1 0 0 0,-17-1 0 0 0,18 2 57 0 0,12-2-46 0 0,1 1 1 0 0,-1-1-1 0 0,1 0 0 0 0,-1 0 1 0 0,0 0-1 0 0,1 0 1 0 0,-1 0-1 0 0,1 0 0 0 0,-1 0 1 0 0,1 0-1 0 0,-1-1 1 0 0,1 1-1 0 0,-3-1 0 0 0,0 0-27 0 0,-1 1 0 0 0,1-1-1 0 0,0 1 1 0 0,-1 0-1 0 0,1 1 1 0 0,-1-1 0 0 0,-4 2-1 0 0,-21 1-14 0 0,27-2-12 0 0,-3 1 32 0 0,-1-2 11 0 0,-37 0 0 0 0,41 0 6 0 0,-1-1 1 0 0,1 0-1 0 0,0 0 0 0 0,-1 0 0 0 0,1-1 0 0 0,-3-1 0 0 0,5 3 11 0 0,0-1-18 0 0,-3-1 26 0 0,1 0 0 0 0,-1 0 0 0 0,1-1 0 0 0,0 1-1 0 0,0-1 1 0 0,0 1 0 0 0,0-1 0 0 0,0 0 0 0 0,1 0 0 0 0,-4-6-1 0 0,4 5 15 0 0,0 1 1 0 0,0-1-1 0 0,-1 0 0 0 0,1 1 0 0 0,-1 0 0 0 0,-5-6 0 0 0,-10-14 271 0 0,-24-41 129 0 0,39 57-438 0 0,-1-1 0 0 0,1 1 1 0 0,0-1-1 0 0,1 0 0 0 0,0 0 0 0 0,0 0 1 0 0,1 0-1 0 0,0 0 0 0 0,0-1 0 0 0,1-10 0 0 0,1 16-255 0 0,-1 0-1 0 0,0 0 1 0 0,1 1-1 0 0,0-1 1 0 0,0 0-1 0 0,0 0 1 0 0,0 0-1 0 0,0 1 0 0 0,1-1 1 0 0,-1 1-1 0 0,1-1 1 0 0,-1 1-1 0 0,1-1 1 0 0,0 1-1 0 0,0 0 1 0 0,0 0-1 0 0,0 0 1 0 0,1 0-1 0 0,-1 0 0 0 0,0 1 1 0 0,1-1-1 0 0,-1 0 1 0 0,5-1-1 0 0,10-8-6187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1T10:15:4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81 395 1376 0 0,'0'0'6152'0'0,"2"2"-5664"0"0,3 7 0 0 0,-4-7 110 0 0,0 1-492 0 0,3 6 123 0 0,-3-7 342 0 0,0 0-310 0 0,2 5 2778 0 0,-9-13-1184 0 0,5 5-2258 0 0,-2-1 593 0 0,3 0-124 0 0,0-25 8 0 0,-4 17-18 0 0,2 6-48 0 0,-9-58 110 0 0,8 56-117 0 0,-1-8 51 0 0,5 1-31 0 0,5 2 33 0 0,-5-1-1 0 0,-2 2-42 0 0,-5-1-11 0 0,5-2 10 0 0,1 0 33 0 0,2-2-31 0 0,2 13-15 0 0,-4 2 4 0 0,1 0 0 0 0,-1-1 0 0 0,0 1 0 0 0,0 0 0 0 0,0 0 0 0 0,0 0 0 0 0,0 0 0 0 0,0 0 0 0 0,0 0 0 0 0,1 0 0 0 0,-1 0 0 0 0,0 0 0 0 0,0 0 0 0 0,0 0 0 0 0,0 0 0 0 0,0-1 0 0 0,0 1 0 0 0,0 0 0 0 0,0 0 0 0 0,0 0 0 0 0,0 0 0 0 0,0 0 0 0 0,0 0 0 0 0,0 0 0 0 0,1-1 0 0 0,-1 1 0 0 0,0 0-1 0 0,0 0 1 0 0,0 0 0 0 0,0 0 0 0 0,0 0 0 0 0,0 0 0 0 0,0-1 0 0 0,0 1 0 0 0,0 0 0 0 0,-1 0 0 0 0,1 0 0 0 0,0 0 0 0 0,0 0 0 0 0,0 0 0 0 0,0 0 0 0 0,0-1 0 0 0,0 1 0 0 0,0 0 0 0 0,0 0 0 0 0,0 0 0 0 0,0 0 0 0 0,0 0 0 0 0,0 0 0 0 0,0 0 0 0 0,-1 0 0 0 0,1 0 0 0 0,0-1 0 0 0,0 1 0 0 0,0 0 0 0 0,-6-14-5 0 0,6 14 1 0 0,0-1 0 0 0,0 1 1 0 0,0 0-1 0 0,0 0 0 0 0,0-1 1 0 0,0 1-1 0 0,-1 0 0 0 0,1 0 1 0 0,0-1-1 0 0,0 1 0 0 0,0 0 1 0 0,0 0-1 0 0,0-1 0 0 0,0 1 1 0 0,0 0-1 0 0,0 0 0 0 0,0-1 1 0 0,0 1-1 0 0,0 0 0 0 0,0 0 1 0 0,0-1-1 0 0,1 1 0 0 0,-1 0 0 0 0,0 0 1 0 0,0-1-1 0 0,0 1 0 0 0,0 0 1 0 0,0 0-1 0 0,0-1 0 0 0,1 1 1 0 0,-1 0-1 0 0,0 0 0 0 0,0 0 1 0 0,0-1-1 0 0,1 1 0 0 0,-1 0 1 0 0,0 0-1 0 0,0 0 0 0 0,1 0 1 0 0,-1-1-2 0 0,0 1 1 0 0,1 0 0 0 0,-1 0 0 0 0,0 0-1 0 0,0-1 1 0 0,1 1 0 0 0,-1 0 0 0 0,0 0 0 0 0,0 0-1 0 0,1-1 1 0 0,-1 1 0 0 0,0 0 0 0 0,0-1 0 0 0,0 1-1 0 0,1 0 1 0 0,-1 0 0 0 0,0-1 0 0 0,0 1 0 0 0,0 0-1 0 0,0-1 1 0 0,0 1 0 0 0,0 0 0 0 0,0-1 0 0 0,0 1-1 0 0,0-1 1 0 0,0-6-12 0 0,-1 5 40 0 0,1 0 0 0 0,0-1 0 0 0,0 1 0 0 0,0 0 1 0 0,0 0-1 0 0,1-1 0 0 0,-1 1 0 0 0,1 0 0 0 0,-1 0 0 0 0,1 0 0 0 0,0 0 0 0 0,0-1 0 0 0,0 1 0 0 0,0 0 0 0 0,0 0 0 0 0,2-2 0 0 0,2-7-4 0 0,-4 0 33 0 0,2 8-1 0 0,-2 2-49 0 0,0 1 0 0 0,0-1 0 0 0,0 1 0 0 0,0-1 0 0 0,0 1 0 0 0,0-1 0 0 0,0 0-1 0 0,0 0 1 0 0,-1 1 0 0 0,1-1 0 0 0,0 0 0 0 0,0 0 0 0 0,0 0 0 0 0,-1 0 0 0 0,1 0 0 0 0,-1 0 0 0 0,1 0 0 0 0,-1 0 0 0 0,1 0 0 0 0,-1 0 0 0 0,1 0 0 0 0,-1 0 0 0 0,0 0 0 0 0,1-2 0 0 0,-1 2-10 0 0,1-2 19 0 0,-1-2-2 0 0,0-10 72 0 0,1 6-72 0 0,5 1-11 0 0,8 2 0 0 0,1-1 10 0 0,-2 2 6 0 0,-11 4-145 0 0,4 0-109 0 0,1 2 30 0 0,15 12 908 0 0,-19-11-697 0 0,1 0-1 0 0,-1 0 0 0 0,0 1 0 0 0,0-1 0 0 0,0 1 0 0 0,4 4 0 0 0,-2 1 71 0 0,0-1-1 0 0,-1 1 0 0 0,6 15 0 0 0,-8-20 79 0 0,-2 0-84 0 0,0 6 5 0 0,0 43 205 0 0,0-18-158 0 0,-2-10-107 0 0,-1-20-15 0 0,2-4 4 0 0,1 0 1 0 0,0 0-1 0 0,0 0 0 0 0,0 0 0 0 0,-1 0 0 0 0,1 0 0 0 0,0 0 1 0 0,0 0-1 0 0,0 0 0 0 0,-1 1 0 0 0,1-1 0 0 0,0 0 0 0 0,0 0 0 0 0,0 0 1 0 0,0 0-1 0 0,0 0 0 0 0,-1 1 0 0 0,1-1 0 0 0,0 0 0 0 0,0 0 1 0 0,0 0-1 0 0,0 1 0 0 0,0-1 0 0 0,0 0 0 0 0,0 0 0 0 0,0 0 1 0 0,0 1-1 0 0,0-1 0 0 0,0 0 0 0 0,0 0 0 0 0,0 1 0 0 0,0-1 1 0 0,0 0-1 0 0,0 0 0 0 0,0 0 0 0 0,0 1 0 0 0,0-1 0 0 0,0 0 1 0 0,0 0-1 0 0,0 0 0 0 0,0 1 0 0 0,0-1 0 0 0,0 0 0 0 0,0 0 0 0 0,0 0 1 0 0,1 1-1 0 0,-6 28 20 0 0,4-24-6 0 0,0 0 1 0 0,0 0-1 0 0,1 1 0 0 0,0-1 1 0 0,-1 0-1 0 0,2 9 0 0 0,0-13-13 0 0,-1 1-1 0 0,0-1 0 0 0,0 0 0 0 0,0 1 1 0 0,0-1-1 0 0,0 1 0 0 0,0-1 0 0 0,0 1 0 0 0,-1-1 1 0 0,1 0-1 0 0,0 1 0 0 0,-1-1 0 0 0,1 1 0 0 0,-1-1 1 0 0,0 0-1 0 0,0 2 0 0 0,-2 1 27 0 0,2-1-1 0 0,-4 24-18 0 0,0-1 56 0 0,4-13-17 0 0,1 0-36 0 0,0-1-1 0 0,0-12-9 0 0,0 0-1 0 0,0 0 1 0 0,0 1 0 0 0,0-1-1 0 0,0 0 1 0 0,0 0 0 0 0,0 1-1 0 0,0-1 1 0 0,0 0 0 0 0,0 1-1 0 0,0-1 1 0 0,0 0 0 0 0,0 0-1 0 0,0 1 1 0 0,0-1 0 0 0,0 0-1 0 0,0 1 1 0 0,-1-1 0 0 0,1 0-1 0 0,0 0 1 0 0,0 1 0 0 0,0-1-1 0 0,0 0 1 0 0,0 0 0 0 0,-1 0-1 0 0,1 1 1 0 0,0-1 0 0 0,0 0-1 0 0,-1 0 1 0 0,1 0 0 0 0,0 1 0 0 0,-4 2 0 0 0,3 13 61 0 0,-1-12-5 0 0,1-3-56 0 0,0 0-1 0 0,-1 1 0 0 0,1-1 0 0 0,0 1 0 0 0,0-1 0 0 0,0 1 1 0 0,0 0-1 0 0,0 0 0 0 0,0-1 0 0 0,1 1 0 0 0,-2 3 1 0 0,1 1-5 0 0,-10 21 3 0 0,9-20 0 0 0,1 3 11 0 0,1-9 354 0 0,-2 1-257 0 0,1-2-149 0 0,0 1 68 0 0,1-1-1 0 0,0 0 1 0 0,-1 1-1 0 0,1-1 0 0 0,-1 0 1 0 0,1 0-1 0 0,0 1 1 0 0,-1-1-1 0 0,1 0 0 0 0,-1 0 1 0 0,1 0-1 0 0,-1 0 1 0 0,1 0-1 0 0,0 0 0 0 0,-1 1 1 0 0,1-1-1 0 0,-1 0 1 0 0,1 0-1 0 0,-1 0 0 0 0,1 0 1 0 0,-1-1-1 0 0,1 1 1 0 0,-1 0-1 0 0,1 0 0 0 0,-1 0 1 0 0,1 0-1 0 0,0 0 1 0 0,-1-1-1 0 0,1 1 1 0 0,-1 0-1 0 0,1 0 0 0 0,0-1 1 0 0,-1 1-1 0 0,1 0 1 0 0,0 0-1 0 0,-1-1 0 0 0,1 1 1 0 0,0-1-1 0 0,-1 1 1 0 0,1 0-1 0 0,0-1 0 0 0,0 1 1 0 0,-1-1-1 0 0,1 1 1 0 0,0 0-1 0 0,0-1 0 0 0,0 1 1 0 0,0-1-1 0 0,-1 1 1 0 0,1-1-1 0 0,0 0 0 0 0,0 1-18 0 0,-1-1 0 0 0,1 1-1 0 0,-1-1 1 0 0,1 1 0 0 0,-1 0-1 0 0,1-1 1 0 0,-1 1 0 0 0,1 0-1 0 0,-1 0 1 0 0,1-1 0 0 0,-1 1-1 0 0,0 0 1 0 0,1 0 0 0 0,-1 0 0 0 0,1 0-1 0 0,-1-1 1 0 0,0 1 0 0 0,1 0-1 0 0,-1 0 1 0 0,1 0 0 0 0,-1 1-1 0 0,0-1 1 0 0,1 0 0 0 0,-2 0-1 0 0,1 0-3 0 0,0 0 0 0 0,1 1 0 0 0,-1-1 0 0 0,0 0 0 0 0,0 0 0 0 0,0 0 0 0 0,0 0 0 0 0,0-1 0 0 0,0 1 0 0 0,0 0 0 0 0,1 0 0 0 0,-1 0 0 0 0,0-1 0 0 0,0 1 0 0 0,0-1 0 0 0,-1 0 0 0 0,-19-32 72 0 0,0 2-12 0 0,18 29-64 0 0,-1-3 0 0 0,-4-14 0 0 0,7 8 0 0 0,1 9 0 0 0,0 1 0 0 0,0-1 0 0 0,0 0 0 0 0,0 1 0 0 0,-1-1 0 0 0,1 1 0 0 0,0-1 0 0 0,-1 1 0 0 0,0-1 0 0 0,1 1 0 0 0,-1-1 0 0 0,0 1 0 0 0,0-1 0 0 0,0 1 0 0 0,0 0 0 0 0,0-1 0 0 0,0 1 0 0 0,0 0 0 0 0,-1-1 0 0 0,-25-48 0 0 0,26 50 0 0 0,1-1 0 0 0,0 0 0 0 0,-1 0 0 0 0,1 1 0 0 0,0-1 0 0 0,0 0 0 0 0,0 0 0 0 0,0 0 0 0 0,0 1 0 0 0,0-1 0 0 0,0 0 0 0 0,0 0 0 0 0,0 0 0 0 0,0 1 0 0 0,0-1 0 0 0,1 0 0 0 0,-1 0 0 0 0,0 1 0 0 0,0-1 0 0 0,1 0 0 0 0,-1 1 0 0 0,1-2 0 0 0,2-12 0 0 0,-11 0 0 0 0,7 12 0 0 0,0 1 0 0 0,1 0 0 0 0,-1-1 0 0 0,0 0 0 0 0,0 1 0 0 0,1-1 0 0 0,-1 1 0 0 0,1-1 0 0 0,-1 0 0 0 0,1 0 0 0 0,0 1 0 0 0,0-4 0 0 0,0 3-3 0 0,-1-1 0 0 0,1 1 0 0 0,0 0-1 0 0,-1-1 1 0 0,0 1 0 0 0,1-1-1 0 0,-1 1 1 0 0,-2-4 0 0 0,2 4 0 0 0,0 1-1 0 0,0-1 1 0 0,1 1-1 0 0,-1-1 1 0 0,1 1-1 0 0,-1-1 1 0 0,1 1 0 0 0,-1-1-1 0 0,1 1 1 0 0,0-1-1 0 0,0 0 1 0 0,0 1 0 0 0,0-1-1 0 0,0 1 1 0 0,1-3-1 0 0,12-24-24 0 0,-11 26 26 0 0,0-1 0 0 0,0 0 0 0 0,-1 0 0 0 0,1 0-1 0 0,-1 0 1 0 0,0 0 0 0 0,1 0 0 0 0,-1 0 0 0 0,-1-1 0 0 0,1 1 0 0 0,0 0 0 0 0,-1 0 0 0 0,0-1 0 0 0,0-5-1 0 0,-1 7 3 0 0,0-3 0 0 0,9-13 0 0 0,-7 10 0 0 0,-1-4 0 0 0,0 1-10 0 0,-1 6-33 0 0,-5-4 22 0 0,6 6-33 0 0,12-8-10 0 0,-8 7 20 0 0,22-5 24 0 0,9-3-77 0 0,-32 11 117 0 0,-1-1 39 0 0,7-7-63 0 0,-6 7-66 0 0,7-4 64 0 0,-4 6 105 0 0,2 0-5795 0 0,5 0-320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1T10:15:49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230 518 1840 0 0,'0'0'11216'0'0,"1"-2"-11050"0"0,3-4-132 0 0,-8-1-34 0 0,2-6-5 0 0,3-15 56 0 0,7-8 767 0 0,0-29-450 0 0,-8 65-368 0 0,0-8 26 0 0,0 0 0 0 0,0 0 0 0 0,1 0 0 0 0,0 0 0 0 0,4-12 0 0 0,-5 18-20 0 0,1 1 0 0 0,-1-1 0 0 0,0 1 0 0 0,0-1 0 0 0,0 0 0 0 0,0 1 0 0 0,0-1 0 0 0,0 1 0 0 0,0-1 0 0 0,-1 1 0 0 0,1-1 0 0 0,0 1 0 0 0,-2-4 0 0 0,1 4 3 0 0,1-1-1 0 0,-1 1 0 0 0,1-1 0 0 0,0 0 0 0 0,-1 1 0 0 0,1-1 1 0 0,0 0-1 0 0,0 1 0 0 0,0-1 0 0 0,0 0 0 0 0,0 1 0 0 0,0-1 1 0 0,0 0-1 0 0,1 1 0 0 0,-1-1 0 0 0,1 0 0 0 0,-1 1 0 0 0,2-3 1 0 0,7-18 217 0 0,-4 8-125 0 0,-9 9-81 0 0,3 5-18 0 0,1 0-1 0 0,0 0 1 0 0,0 0 0 0 0,0 0-1 0 0,0 0 1 0 0,0 0-1 0 0,0 0 1 0 0,0 0 0 0 0,0 0-1 0 0,-1 0 1 0 0,1 0 0 0 0,0 0-1 0 0,0 0 1 0 0,0-1-1 0 0,0 1 1 0 0,0 0 0 0 0,0 0-1 0 0,0 0 1 0 0,0 0-1 0 0,0 0 1 0 0,0 0 0 0 0,0 0-1 0 0,0 0 1 0 0,0 0 0 0 0,0-1-1 0 0,0 1 1 0 0,0 0-1 0 0,0 0 1 0 0,0 0 0 0 0,0 0-1 0 0,0 0 1 0 0,0 0-1 0 0,0 0 1 0 0,0 0 0 0 0,0-1-1 0 0,0 1 1 0 0,0 0 0 0 0,0 0-1 0 0,0 0 1 0 0,0 0-1 0 0,0 0 1 0 0,0 0 0 0 0,0 0-1 0 0,0 0 1 0 0,0-1-1 0 0,0 1 1 0 0,0 0 0 0 0,0 0-1 0 0,0 0 1 0 0,0 0 0 0 0,0 0-1 0 0,0 0 1 0 0,1 0-1 0 0,-1 0 1 0 0,0 0 0 0 0,0 0-1 0 0,0 0 1 0 0,1-1 5 0 0,4-1-6 0 0,2-15 28 0 0,-6 14-15 0 0,0 1 1 0 0,0 0-1 0 0,0-1 0 0 0,-1 1 0 0 0,1-1 1 0 0,-1 1-1 0 0,0-1 0 0 0,1 0 0 0 0,-1 1 0 0 0,-1-1 1 0 0,1 1-1 0 0,0-1 0 0 0,-1 1 0 0 0,0-5 1 0 0,1 7-21 0 0,-1 0 0 0 0,1-1 0 0 0,0 1 1 0 0,0 0-1 0 0,0 0 0 0 0,0-1 1 0 0,0 1-1 0 0,0 0 0 0 0,0 0 1 0 0,0-1-1 0 0,-1 1 0 0 0,1 0 0 0 0,0 0 1 0 0,0-1-1 0 0,0 1 0 0 0,0 0 1 0 0,0 0-1 0 0,0-1 0 0 0,0 1 1 0 0,1 0-1 0 0,-1 0 0 0 0,0 0 0 0 0,0-1 1 0 0,0 1-1 0 0,0 0 0 0 0,0 0 1 0 0,0-1-1 0 0,0 1 0 0 0,0 0 1 0 0,1 0-1 0 0,-1 0 0 0 0,0-1 1 0 0,1 0 7 0 0,-1 1 1 0 0,1-1 0 0 0,-1 0-1 0 0,0 0 1 0 0,1 1 0 0 0,-1-1-1 0 0,0 0 1 0 0,1 0 0 0 0,-1 0-1 0 0,0 0 1 0 0,0 1 0 0 0,0-1-1 0 0,0 0 1 0 0,0 0 0 0 0,0-1-1 0 0,0 1 912 0 0,-1-1-805 0 0,-2-5-39 0 0,2 5 84 0 0,1 1-123 0 0,1 1 0 0 0,-1 0 1 0 0,0-1-1 0 0,1 1 0 0 0,-1-1 1 0 0,0 1-1 0 0,1-1 0 0 0,-1 1 1 0 0,0-1-1 0 0,0 1 0 0 0,1-1 1 0 0,-1 1-1 0 0,0-1 0 0 0,0 1 1 0 0,0-1-1 0 0,0 1 0 0 0,0-1 1 0 0,0 1-1 0 0,0-2 0 0 0,-1 0-24 0 0,1 0 8 0 0,-1 0 0 0 0,0-1-1 0 0,1 1 1 0 0,-1 0 0 0 0,1-1 0 0 0,0 1 0 0 0,0 0 0 0 0,-1-1-1 0 0,2-2 1 0 0,-3 1 38 0 0,-3-7 11 0 0,4 2 0 0 0,1 7 134 0 0,-1 1-442 0 0,-1 1 269 0 0,1-1 0 0 0,0 1-1 0 0,0-1 1 0 0,0 0-1 0 0,0 0 1 0 0,0 0 0 0 0,0 1-1 0 0,0-1 1 0 0,1 0-1 0 0,-1 0 1 0 0,-1-1 0 0 0,1 0 21 0 0,-5-5 126 0 0,5 5-81 0 0,-2-3-70 0 0,3 4-31 0 0,0 1-1 0 0,0 0 1 0 0,0-1-1 0 0,-1 1 0 0 0,1 0 1 0 0,0-1-1 0 0,0 1 1 0 0,0 0-1 0 0,0 0 0 0 0,0-1 1 0 0,0 1-1 0 0,0 0 1 0 0,0-1-1 0 0,-1 1 1 0 0,1 0-1 0 0,0 0 0 0 0,0-1 1 0 0,0 1-1 0 0,-1 0 1 0 0,1 0-1 0 0,0-1 0 0 0,0 1 1 0 0,-1 0-1 0 0,1 0 1 0 0,0 0-1 0 0,0 0 1 0 0,-1-1-1 0 0,1 1 0 0 0,0 0 1 0 0,-1 0-1 0 0,1 0 1 0 0,0 0-1 0 0,-1 0 0 0 0,-36 0 715 0 0,32-1-691 0 0,-2 0-11 0 0,-15 10-5 0 0,18-5 12 0 0,-21 5 36 0 0,10-7-35 0 0,0 4-10 0 0,-7 10 0 0 0,4-6 0 0 0,-7 3 0 0 0,23-12 0 0 0,1 0 1 0 0,-1 0-1 0 0,0 0 0 0 0,0 0 0 0 0,1 0 0 0 0,-1 0 0 0 0,0 0 0 0 0,0-1 0 0 0,0 1 0 0 0,0-1 0 0 0,0 1 0 0 0,0-1 0 0 0,-3 0 0 0 0,0 0-11 0 0,1 1-45 0 0,4 1 22 0 0,0-1 1 0 0,1 1 0 0 0,-1 0-1 0 0,1-1 1 0 0,-1 1 0 0 0,1-1-1 0 0,-1 1 1 0 0,1-1 0 0 0,2 3-1 0 0,-3-4 21 0 0,0 1 0 0 0,0-1-1 0 0,0 1 1 0 0,0-1-1 0 0,0 0 1 0 0,0 1-1 0 0,0-1 1 0 0,0 0-1 0 0,0 1 1 0 0,0-1 0 0 0,0 0-1 0 0,0 1 1 0 0,0-1-1 0 0,0 1 1 0 0,0-1-1 0 0,-1 0 1 0 0,1 1-1 0 0,0-1 1 0 0,0 0 0 0 0,0 1-1 0 0,0-1 1 0 0,-1 0-1 0 0,1 0 1 0 0,0 1-1 0 0,0-1 1 0 0,-1 0-1 0 0,1 0 1 0 0,-1 1 0 0 0,1-1 6 0 0,0 0 1 0 0,0 0-1 0 0,0 0 1 0 0,0 0-1 0 0,-1 0 1 0 0,1 0 0 0 0,0 1-1 0 0,0-1 1 0 0,0 0-1 0 0,0 0 1 0 0,0 0 0 0 0,0 0-1 0 0,0 0 1 0 0,-1 0-1 0 0,1 1 1 0 0,0-1 0 0 0,0 0-1 0 0,0 0 1 0 0,0 0-1 0 0,0 0 1 0 0,0 1-1 0 0,0-1 1 0 0,0 0 0 0 0,0 0-1 0 0,0 0 1 0 0,0 0-1 0 0,0 1 1 0 0,0-1 0 0 0,0 0-1 0 0,0 0 1 0 0,0 0-1 0 0,0 0 1 0 0,0 1 0 0 0,0-1-1 0 0,0 0 1 0 0,0 0-1 0 0,0 0 1 0 0,0 0 0 0 0,0 0-1 0 0,0 1 1 0 0,1-1-1 0 0,-1 0 1 0 0,0 0-1 0 0,0 0 1 0 0,0 0 0 0 0,0 0-1 0 0,0 0 1 0 0,1 1-1 0 0,2 1 86 0 0,-1 0 0 0 0,1 1 0 0 0,0-1 0 0 0,-1 1 0 0 0,0 0 0 0 0,0 0 0 0 0,1 0 0 0 0,-2 0 0 0 0,4 5 0 0 0,-4-6-82 0 0,-1 0 0 0 0,1 0-1 0 0,-1 0 1 0 0,0 0 0 0 0,1 1 0 0 0,-1-1 0 0 0,0 0 0 0 0,0 0 0 0 0,-1 0-1 0 0,1 0 1 0 0,0 0 0 0 0,-1 0 0 0 0,1 0 0 0 0,-1 0 0 0 0,0 0 0 0 0,0 3-1 0 0,-8 33 68 0 0,5-22-63 0 0,4-15-12 0 0,0 1 1 0 0,-1-1-1 0 0,1 0 1 0 0,0 1 0 0 0,-1-1-1 0 0,1 0 1 0 0,-1 1-1 0 0,1-1 1 0 0,-1 0-1 0 0,1 0 1 0 0,-1 1-1 0 0,0-1 1 0 0,0 0-1 0 0,0 0 1 0 0,0 0 0 0 0,-1 2-1 0 0,-1-1-206 0 0,4 4 47 0 0,-1 0 237 0 0,0 1 1 0 0,0-1-1 0 0,-1 11 1 0 0,1-13 101 0 0,-1-2-877 0 0,0 7 692 0 0,8 4 132 0 0,-6-12-102 0 0,0-1 0 0 0,-1 1 0 0 0,1 0 0 0 0,-1-1 1 0 0,1 1-1 0 0,-1 0 0 0 0,1-1 0 0 0,-1 1 0 0 0,0 0 0 0 0,1 0 1 0 0,-1-1-1 0 0,0 1 0 0 0,1 0 0 0 0,-1 0 0 0 0,0 0 0 0 0,0 0 0 0 0,0-1 1 0 0,0 1-1 0 0,0 0 0 0 0,0 0 0 0 0,0 0 0 0 0,0 0 0 0 0,0-1 1 0 0,0 1-1 0 0,-1 0 0 0 0,1 0 0 0 0,0 0 0 0 0,0-1 0 0 0,-1 1 1 0 0,0 1-1 0 0,2 0-22 0 0,-1-1 0 0 0,1 1 0 0 0,-1 0 0 0 0,1-1 0 0 0,-1 1 0 0 0,1 0 0 0 0,0-1 1 0 0,0 1-1 0 0,0-1 0 0 0,0 1 0 0 0,0-1 0 0 0,0 1 0 0 0,3 1 0 0 0,-4-2-4 0 0,3 3-59 0 0,-1-2-114 0 0,8 21-14 0 0,-9-20 235 0 0,0 0 0 0 0,0 0 0 0 0,0 1 0 0 0,0-1 0 0 0,-1 0 0 0 0,1 0 0 0 0,-1 0 0 0 0,0 1 0 0 0,0-1 0 0 0,0 0 0 0 0,0 0 0 0 0,0 1 0 0 0,-1-1 0 0 0,0 0 0 0 0,1 0 0 0 0,-3 4 0 0 0,3-4-85 0 0,-1-1 0 0 0,1 1-1 0 0,0-1 1 0 0,0 0-1 0 0,0 1 1 0 0,1-1 0 0 0,-1 1-1 0 0,0-1 1 0 0,1 0-1 0 0,0 1 1 0 0,-1-1-1 0 0,3 4 1 0 0,11 22 402 0 0,-13-25-140 0 0,2-1-54 0 0,-2-1-176 0 0,0 0-1 0 0,0 0 1 0 0,0 0 0 0 0,0 0-1 0 0,0 0 1 0 0,0 0-1 0 0,0 1 1 0 0,0-1 0 0 0,0 0-1 0 0,-1 1 1 0 0,1-1 0 0 0,0 0-1 0 0,-1 1 1 0 0,1-1-1 0 0,-1 1 1 0 0,1-1 0 0 0,-1 1-1 0 0,0-1 1 0 0,0 1 0 0 0,0-1-1 0 0,0 1 1 0 0,0-1-1 0 0,0 1 1 0 0,0-1 0 0 0,0 1-1 0 0,-1-1 1 0 0,0 3-1 0 0,2-2 30 0 0,0 0-1 0 0,0 0 1 0 0,0 0-1 0 0,0 0 1 0 0,0 0-1 0 0,0-1 1 0 0,1 1-1 0 0,-1 0 1 0 0,3 1-1 0 0,-3 0 361 0 0,-1 15-859 0 0,0-17 453 0 0,0-1 29 0 0,0 1 0 0 0,-1-1 0 0 0,1 1 0 0 0,0-1 0 0 0,0 1 0 0 0,0-1 0 0 0,0 1 0 0 0,0-1 0 0 0,0 1 0 0 0,0-1 0 0 0,0 1 0 0 0,0-1 0 0 0,0 1 0 0 0,0-1 0 0 0,1 1 0 0 0,-1-1 0 0 0,0 1 0 0 0,0-1 0 0 0,0 1 0 0 0,1-1 0 0 0,-1 1 0 0 0,0-1 0 0 0,0 1 0 0 0,1-1-1 0 0,-1 0 1 0 0,0 1 0 0 0,1-1 0 0 0,0 1 0 0 0,2 0 32 0 0,0 0-1 0 0,1 0 1 0 0,-1 0-1 0 0,1 0 1 0 0,-1 0-1 0 0,1-1 1 0 0,-1 0-1 0 0,1 0 1 0 0,-1 0-1 0 0,7-1 1 0 0,-2 0 79 0 0,-4 1 158 0 0,-3 0-226 0 0,1-1-1 0 0,-1 0 1 0 0,1 1 0 0 0,-1-1-1 0 0,1 1 1 0 0,-1 0 0 0 0,1-1 0 0 0,0 1-1 0 0,2 0 1 0 0,-1-1 119 0 0,1-1-78 0 0,18-14 146 0 0,-14 2-29 0 0,-5 6-156 0 0,-1 4-20 0 0,0 2-5 0 0,-1-1 0 0 0,1 1 1 0 0,-1 0-1 0 0,0-1 0 0 0,0 1 1 0 0,0-1-1 0 0,0 1 0 0 0,0-1 1 0 0,-1 0-1 0 0,2-3 0 0 0,-2 3 73 0 0,0-16 54 0 0,5-132-96 0 0,-1 132-142 0 0,-3 17 90 0 0,-1 1 1 0 0,1-1-1 0 0,-1 0 1 0 0,1 0-1 0 0,-1 0 1 0 0,0 0-1 0 0,1 1 1 0 0,-1-1-1 0 0,0 0 1 0 0,0 0-1 0 0,-1 0 1 0 0,1 0-1 0 0,0 0 1 0 0,-1 1-1 0 0,1-1 1 0 0,-1 0-1 0 0,1 0 1 0 0,-1 0-1 0 0,0 1 1 0 0,-1-3-1 0 0,1-6-66 0 0,1 8-298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6:11:10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1026 7 1840 0 0,'0'0'6141'0'0,"-17"0"-5158"0"0,14 2-930 0 0,0 0 0 0 0,0 0 0 0 0,0-1 1 0 0,0 0-1 0 0,0 0 0 0 0,-6 2 0 0 0,9-3-37 0 0,-1 0 0 0 0,0 0 1 0 0,0 0-1 0 0,0 0 0 0 0,0 0 0 0 0,0 0 0 0 0,0 0 0 0 0,0 0 0 0 0,0-1 0 0 0,0 1 0 0 0,0 0 0 0 0,1-1 0 0 0,-1 1 0 0 0,-1-1 0 0 0,-7-8-9 0 0,6 5 22 0 0,1 2 41 0 0,2 2-17 0 0,1 3 16 0 0,1 5-61 0 0,-1-3 14 0 0,-1 2 23 0 0,0-5 227 0 0,2 0-176 0 0,4 7-3 0 0,3 7 67 0 0,-8-14-87 0 0,0 0 0 0 0,1 0 0 0 0,-1 0 0 0 0,0-1-1 0 0,0 1 1 0 0,1 0 0 0 0,-1 0 0 0 0,1-1 0 0 0,0 1-1 0 0,-1-1 1 0 0,1 1 0 0 0,3 1 0 0 0,-2 0-62 0 0,0-1 0 0 0,0 1 0 0 0,0-1 0 0 0,-1 1 1 0 0,1 0-1 0 0,-1 0 0 0 0,0 0 0 0 0,0 0 0 0 0,3 7 1 0 0,-2-6-106 0 0,5 4 76 0 0,-3 8 35 0 0,0-3 54 0 0,-4-11-56 0 0,0 0 1 0 0,-1 1-1 0 0,1-1 0 0 0,0 0 0 0 0,-1 0 0 0 0,1 0 0 0 0,-1 0 0 0 0,0 1 0 0 0,0-1 1 0 0,0 0-1 0 0,0 0 0 0 0,0 1 0 0 0,0-1 0 0 0,-1 0 0 0 0,1 0 0 0 0,-1 0 0 0 0,1 0 1 0 0,-2 3-1 0 0,-33 98 1 0 0,33-99-16 0 0,1-2 0 0 0,0 1 0 0 0,0 0 0 0 0,0-1 0 0 0,-1 0 0 0 0,1 1 0 0 0,-1-1 0 0 0,1 0 0 0 0,-3 3 0 0 0,-6 7 69 0 0,-10 11 112 0 0,-73 40 100 0 0,70-48-187 0 0,-4 3 99 0 0,19-12-115 0 0,-1 0 0 0 0,0 0-1 0 0,0-1 1 0 0,-14 5-1 0 0,-8 3 59 0 0,18-7 50 0 0,0-1 1 0 0,0 0-1 0 0,-20 4 1 0 0,-28 1 298 0 0,25-5-244 0 0,-1 2 0 0 0,-54 17 0 0 0,52-11-112 0 0,-59 10 0 0 0,72-19-69 0 0,1 2 1 0 0,0 0-1 0 0,0 2 0 0 0,1 0 0 0 0,0 2 0 0 0,-32 17 1 0 0,49-22-145 0 0,-1-1 0 0 0,0 0 1 0 0,0-1-1 0 0,0 0 1 0 0,0 0-1 0 0,-1-1 0 0 0,1 0 1 0 0,-1 0-1 0 0,-12 0 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6:11:22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0 208 1376 0 0,'0'0'17463'0'0,"8"-7"-17388"0"0,2-4 251 0 0,-1 0-1 0 0,1 0 1 0 0,-2 0-1 0 0,0-1 1 0 0,8-16 0 0 0,-7 13-307 0 0,-7 12 68 0 0,3 0-78 0 0,0-1 4 0 0,5-10-18 0 0,57-55-1560 0 0,-50 60 979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6:11:23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3968 0 0,'0'0'10984'0'0,"1"1"-10936"0"0,-1-1 1 0 0,1 1 0 0 0,-1-1-1 0 0,1 0 1 0 0,-1 1 0 0 0,1-1-1 0 0,-1 0 1 0 0,1 1 0 0 0,0-1 0 0 0,-1 0-1 0 0,1 0 1 0 0,-1 1 0 0 0,1-1-1 0 0,0 0 1 0 0,-1 0 0 0 0,1 0-1 0 0,0 0 1 0 0,1 0 0 0 0,8-2 368 0 0,0 0 1 0 0,1 0-1 0 0,0 1 0 0 0,-1 1 1 0 0,1 0-1 0 0,14 1 1 0 0,7 0 262 0 0,-30 0-657 0 0,-1-1 0 0 0,0 1 0 0 0,1-1 0 0 0,-1 1 0 0 0,0 0 0 0 0,1-1 1 0 0,-1 1-1 0 0,0 0 0 0 0,0 0 0 0 0,0 0 0 0 0,2 2 0 0 0,3 2 52 0 0,52 35 309 0 0,-54-37-366 0 0,18 16 191 0 0,9 6-124 0 0,-24-19-57 0 0,-5-5 12 0 0,39 19-17 0 0,-39-19-143 0 0,11 2-2184 0 0,-1-6 1277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6:11:25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293 592 2760 0 0,'0'0'7485'0'0,"-13"-16"-4618"0"0,10 14-2711 0 0,1 1 0 0 0,-1-1 0 0 0,1 0 0 0 0,0 0 0 0 0,0 0 0 0 0,0 0 0 0 0,0-1 0 0 0,0 1 0 0 0,0 0 0 0 0,1-1 0 0 0,-1 1 0 0 0,1-1 0 0 0,-2-5 0 0 0,-14 3 929 0 0,-25-21 269 0 0,-39-31 374 0 0,69 47-1530 0 0,9 7-170 0 0,0 0 1 0 0,0 0-1 0 0,0 1 1 0 0,-1 0 0 0 0,1-1-1 0 0,-1 1 1 0 0,1 1 0 0 0,-1-1-1 0 0,0 0 1 0 0,-7-1-1 0 0,4 1-28 0 0,-2-1 0 0 0,2-2 0 0 0,-2 4 0 0 0,8 1 0 0 0,0 1 0 0 0,1-1 0 0 0,-1 0 0 0 0,0 0 0 0 0,0 0 0 0 0,1 0 0 0 0,-1 0 0 0 0,0 0 0 0 0,1 0 0 0 0,-1 0 0 0 0,0 0 0 0 0,1 0 0 0 0,-1 0 0 0 0,0 0 0 0 0,1-1 0 0 0,-1 1 0 0 0,0 0 0 0 0,1 0-1 0 0,-1-1 1 0 0,0 1 0 0 0,1-1 0 0 0,-1 1 0 0 0,1 0 0 0 0,-1-1 0 0 0,1 1 0 0 0,-1-1 0 0 0,0 0 0 0 0,0 0-13 0 0,-1 0 138 0 0,3-19 126 0 0,11-22 65 0 0,7-37-90 0 0,-16 65 31 0 0,1 0-1 0 0,1-1 1 0 0,10-20-1 0 0,0-1 60 0 0,1 2-302 0 0,-8 22-18 0 0,-1-1-1 0 0,8-21 1 0 0,-14 30-3 0 0,0 3 0 0 0,13-9 18 0 0,-13 6 5 0 0,-1 1 1 0 0,16-13 10 0 0,-15 15-211 0 0,14-9 258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6:11:29.1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2904 0 0,'0'0'12105'0'0,"6"21"-9924"0"0,-5-15-1988 0 0,0-3-142 0 0,-1 0-1 0 0,0 0 0 0 0,1 0 1 0 0,-1 0-1 0 0,-1 0 1 0 0,1 0-1 0 0,0 0 1 0 0,-1 0-1 0 0,-1 5 0 0 0,-17 106 246 0 0,17-102-296 0 0,1-1 0 0 0,0 0 0 0 0,1 0 0 0 0,0 0 0 0 0,1 1 0 0 0,0-1 0 0 0,6 21 0 0 0,-1-12-2 0 0,-4-12 13 0 0,1 0 0 0 0,-1 0 0 0 0,2 0 0 0 0,-1 0 0 0 0,8 11 0 0 0,8 11 40 0 0,-12-17 59 0 0,1-1-1 0 0,0 0 0 0 0,11 12 0 0 0,-7-11 129 0 0,1-1-1 0 0,0 0 1 0 0,0-1-1 0 0,22 14 1 0 0,-27-21-180 0 0,0 0-1 0 0,0 0 1 0 0,1 0 0 0 0,-1-1 0 0 0,1-1-1 0 0,-1 1 1 0 0,1-1 0 0 0,0-1 0 0 0,0 0-1 0 0,13 1 1 0 0,22-2 477 0 0,-17 1-61 0 0,1-1 0 0 0,46-6 0 0 0,-66 3-422 0 0,-2 1-13 0 0,0 0 1 0 0,0 1-1 0 0,1-1 0 0 0,-1 1 1 0 0,7 0-1 0 0,-8 2-25 0 0,24 10 32 0 0,-27-10-46 0 0,4 2-109 0 0,0 1 0 0 0,-1 0-1 0 0,1 1 1 0 0,-1-1-1 0 0,0 1 1 0 0,0 0 0 0 0,4 7-1 0 0,16 13-576 0 0,-18-20-804 0 0,0-3-1384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6:11:30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 2304 0 0,'0'0'11536'0'0,"19"0"-10822"0"0,-9 0-689 0 0,-3 0 19 0 0,1 0 0 0 0,-1 0-1 0 0,0 0 1 0 0,0 1 0 0 0,14 4-1 0 0,-18-4-32 0 0,1 1 0 0 0,0 0 0 0 0,-1 0 0 0 0,0 0 0 0 0,1 0 0 0 0,-1 0 0 0 0,0 1-1 0 0,0-1 1 0 0,-1 1 0 0 0,1 0 0 0 0,0 0 0 0 0,-1 0 0 0 0,0 0 0 0 0,1 0 0 0 0,1 5 0 0 0,32 70 69 0 0,-35-74 1 0 0,0 0 1 0 0,0-1-1 0 0,0 1 1 0 0,0 0 0 0 0,-1 0-1 0 0,1 0 1 0 0,-1 0 0 0 0,0 5-1 0 0,0-7-7 0 0,0-1 120 0 0,-13 24 1026 0 0,12-24-1122 0 0,0 0-1 0 0,-1 0 1 0 0,1 0-1 0 0,-1 0 1 0 0,1 0 0 0 0,-1 0-1 0 0,1 0 1 0 0,-1-1-1 0 0,1 1 1 0 0,-1 0-1 0 0,-2 0 1 0 0,2-1-52 0 0,0 1 0 0 0,0 0 0 0 0,0 0-1 0 0,0 0 1 0 0,0 0 0 0 0,0 0 0 0 0,0 0 0 0 0,0 0 0 0 0,1 0 0 0 0,-1 1 0 0 0,-2 1-1 0 0,-5 8 91 0 0,-2 0 0 0 0,0-1-1 0 0,-13 10 1 0 0,-21 20 177 0 0,38-35-308 0 0,5-4-7 0 0,1-1 0 0 0,0 1 1 0 0,0 0-1 0 0,-1 0 0 0 0,1 0 0 0 0,0 0 0 0 0,0 0 0 0 0,0 0 1 0 0,0 0-1 0 0,0 0 0 0 0,0 0 0 0 0,0 1 0 0 0,0-1 1 0 0,0 2-1 0 0,0-1-121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6:12:20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1334 149 1840 0 0,'0'0'8664'0'0,"-2"1"-8344"0"0,-16 15 320 0 0,16-14-320 0 0,-15 12 1024 0 0,-10 3-452 0 0,25-15-722 0 0,-16 8 669 0 0,-2-5-417 0 0,0-1 0 0 0,-40 3 1 0 0,16 3 32 0 0,-28-3 171 0 0,59-4-580 0 0,0-1 0 0 0,0-1 0 0 0,0 0-1 0 0,0-1 1 0 0,0 0 0 0 0,0-1-1 0 0,0-1 1 0 0,-18-3 0 0 0,3-2-11 0 0,1 1 1 0 0,-33-2-1 0 0,-17-4 91 0 0,-29-5 34 0 0,-41 3 27 0 0,48 8-88 0 0,58 2-86 0 0,27 4 5 0 0,0-1-1 0 0,-1 0 0 0 0,1-1 1 0 0,0-1-1 0 0,0 0 1 0 0,0-1-1 0 0,0 0 0 0 0,-24-13 1 0 0,22 9 99 0 0,10 5-58 0 0,0 0 1 0 0,1 0 0 0 0,-1-1-1 0 0,1 1 1 0 0,0-1 0 0 0,0 0 0 0 0,-8-9-1 0 0,2 3 53 0 0,9 10-97 0 0,1-1 0 0 0,0 0 1 0 0,0 0-1 0 0,-1 0 0 0 0,1 0 0 0 0,0 0 0 0 0,0 0 1 0 0,0 0-1 0 0,0-1 0 0 0,-1-1 0 0 0,-19-20 209 0 0,-4-1-135 0 0,18 17-89 0 0,-1 5-10 0 0,5 0-46 0 0,-1-4-24 0 0,3 4-46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6:12:27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69 1840 0 0,'-10'-13'21135'0'0,"22"10"-19199"0"0,28 11-1101 0 0,-36-7-786 0 0,1 0 0 0 0,0 0 0 0 0,-1-1-1 0 0,1 1 1 0 0,0-1 0 0 0,-1 0 0 0 0,1-1 0 0 0,-1 1 0 0 0,1-1 0 0 0,0 0 0 0 0,-1 0 0 0 0,1 0 0 0 0,-1-1 0 0 0,5-2-1 0 0,16-3 246 0 0,-21 6-230 0 0,0 0 0 0 0,0-1 0 0 0,0 0 0 0 0,0 0 0 0 0,8-4 0 0 0,-9 3-20 0 0,1 1 0 0 0,-1 0-1 0 0,1 1 1 0 0,-1-1 0 0 0,1 1-1 0 0,7-2 1 0 0,15-5 128 0 0,-21 6-158 0 0,-1 0 1 0 0,1 0-1 0 0,0 1 1 0 0,-1 0-1 0 0,1 0 1 0 0,0 0-1 0 0,0 0 0 0 0,0 1 1 0 0,0 0-1 0 0,9 1 1 0 0,8 3-115 0 0,32 1 0 0 0,-53-5-143 0 0,3 3-33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6:12:27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210 0 7544 0 0,'0'0'14333'0'0,"-1"3"-13840"0"0,-12 40 748 0 0,10-31-1231 0 0,-1 1 0 0 0,-6 15 0 0 0,-13 24 359 0 0,13-26 6 0 0,-2 0-1 0 0,-16 26 1 0 0,19-35-289 0 0,-14 31-1 0 0,18-35-189 0 0,0-1-1 0 0,-1 0 1 0 0,-1 0-1 0 0,0 0 1 0 0,-15 19-1 0 0,2 0-1983 0 0,19-29 1295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04T16:13:18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40 547 3224 0 0,'0'0'2229'0'0,"0"-11"-254"0"0,0 2-1753 0 0,-1 1 0 0 0,1-1 0 0 0,-2 0 0 0 0,-1-8 0 0 0,-1 6 362 0 0,3 10-498 0 0,1 0 0 0 0,0-1 0 0 0,-1 1 0 0 0,1 0 0 0 0,-1 0 0 0 0,1 0 0 0 0,-1 0 0 0 0,0 0 0 0 0,1 0 0 0 0,-1 0 0 0 0,0 0 0 0 0,0 0 0 0 0,-1-1 0 0 0,-8-19 1493 0 0,3-5-1124 0 0,7 20-391 0 0,-3-9 1047 0 0,5 22 1684 0 0,6 38-2454 0 0,-4-30-113 0 0,-2 0-1 0 0,1 1 0 0 0,-2-1 0 0 0,0 0 0 0 0,-3 28 0 0 0,2-11-218 0 0,-1-10 86 0 0,0-16-61 0 0,1-1-1 0 0,0 0 0 0 0,0 0 1 0 0,0 1-1 0 0,0-1 0 0 0,1 0 1 0 0,0 0-1 0 0,0 0 0 0 0,4 10 0 0 0,-3-10-18 0 0,0 0 0 0 0,-1 0-1 0 0,1 0 1 0 0,-1 1 0 0 0,1 5-1 0 0,-2-5 5 0 0,1 0 0 0 0,1 0 1 0 0,-1 0-1 0 0,1-1 0 0 0,3 8 0 0 0,-4-9-5 0 0,1 0 0 0 0,-1 0-1 0 0,0 0 1 0 0,0 0 0 0 0,-1 0 0 0 0,1 1-1 0 0,-1 4 1 0 0,0-5 9 0 0,0 1 1 0 0,1-1-1 0 0,-1 1 0 0 0,1-1 0 0 0,0 1 1 0 0,1-1-1 0 0,1 6 0 0 0,17 35 180 0 0,-15-32-100 0 0,0 0 0 0 0,1 0 1 0 0,1 0-1 0 0,0-1 1 0 0,1 0-1 0 0,0-1 1 0 0,1 0-1 0 0,20 20 0 0 0,-24-26-54 0 0,0 0-1 0 0,0-1 1 0 0,1 0-1 0 0,9 5 1 0 0,22 15 124 0 0,-30-20-146 0 0,-1 0-1 0 0,1-1 1 0 0,0 1-1 0 0,0-2 0 0 0,0 1 1 0 0,0-1-1 0 0,0 0 1 0 0,1 0-1 0 0,12 0 0 0 0,-13-1-12 0 0,27 5 88 0 0,62 1 1 0 0,12 2 62 0 0,33-9-29 0 0,-126 1-110 0 0,-1-2 1 0 0,1 0-1 0 0,-1 0 0 0 0,22-6 0 0 0,-4 2 19 0 0,-25 5-25 0 0,-1-1 0 0 0,0 0-1 0 0,1 0 1 0 0,8-3 0 0 0,32-7 132 0 0,-6 3 45 0 0,124-30 187 0 0,-154 35-382 0 0,1 0 1 0 0,-1 1-1 0 0,14 0 0 0 0,-13 1 16 0 0,-1-1 1 0 0,19-4-1 0 0,8 0-21 0 0,-31 6 17 0 0,1-1 1 0 0,-1-1-1 0 0,15-3 0 0 0,-21 4-13 0 0,0 1-1 0 0,1-1 1 0 0,-1 1 0 0 0,1 0 0 0 0,-1-1 0 0 0,1 1 0 0 0,-1 0 0 0 0,1 0 0 0 0,-1 0 0 0 0,1 0 0 0 0,-1 0-1 0 0,3 0 1 0 0,-1 1-1 0 0,1-1 0 0 0,-1 0 0 0 0,1 0 0 0 0,-1 0 0 0 0,1-1 0 0 0,-1 1 0 0 0,1-1 0 0 0,-1 0 0 0 0,0 0-1 0 0,4-1 1 0 0,16-4 22 0 0,0 1 1 0 0,33-2-1 0 0,-29 4 38 0 0,38-9 1 0 0,-26 6-37 0 0,-30 5-10 0 0,0 0 1 0 0,0-1-1 0 0,0 0 1 0 0,16-6-1 0 0,30-8 75 0 0,-44 14-73 0 0,0-1 1 0 0,0-1-1 0 0,0 1 0 0 0,0-2 0 0 0,13-6 0 0 0,-17 7 13 0 0,0 1 1 0 0,0 0 0 0 0,1 0-1 0 0,0 1 1 0 0,-1 0-1 0 0,14-1 1 0 0,17-6 59 0 0,44-13 63 0 0,19-7-99 0 0,-52 17 0 0 0,-36 10-53 0 0,-1-1 0 0 0,19-7 0 0 0,-12 4 135 0 0,1 0 0 0 0,33-4 0 0 0,-20 3 82 0 0,-7 3-190 0 0,-6 0-27 0 0,36-10-1 0 0,-50 12-2 0 0,-1 1 0 0 0,1-1 0 0 0,0 1 0 0 0,8 0 0 0 0,-8 0-10 0 0,0 0 0 0 0,1 0-1 0 0,-1 0 1 0 0,8-3 0 0 0,93-25-388 0 0,-8 4 627 0 0,24-5-9 0 0,-63 18-170 0 0,13-6-52 0 0,-28 6-26 0 0,77-10-1 0 0,-65 8-100 0 0,-27 11 148 0 0,-1-2 0 0 0,0-2 0 0 0,55-18 0 0 0,-29 9 57 0 0,-7 3-10 0 0,63-23 55 0 0,-79 27-111 0 0,-10 3 35 0 0,-1 0 1 0 0,28-2-1 0 0,7-6 34 0 0,-47 13-59 0 0,0-1-1 0 0,0 0 1 0 0,11-5 0 0 0,17-4-12 0 0,6-7 59 0 0,-3 13 128 0 0,24-5-280 0 0,-41 8 88 0 0,-15 0 0 0 0,3-2 0 0 0,-7 1-2 0 0,33-7 15 0 0,-12 8 40 0 0,-20 2-54 0 0,7-4 5 0 0,2 0 4 0 0,22-6 45 0 0,-24 6-53 0 0,-1 3 0 0 0,9-3 27 0 0,-20 4-13 0 0,17 1 9 0 0,-4-2-23 0 0,-1-3 0 0 0,-2 3 0 0 0,4-3-1 0 0,-15 3 0 0 0,50 2 14 0 0,-46-1 30 0 0,4 0-22 0 0,-4 0 22 0 0,4 0-33 0 0,0 0-10 0 0,3 0 0 0 0,0 0 0 0 0,1 0 0 0 0,0 0 0 0 0,-1 0 0 0 0,0 0 0 0 0,-3 0 0 0 0,5 1 0 0 0,-6 2 11 0 0,-5-3 42 0 0,3 2-17 0 0,20-7-8 0 0,-21 3-28 0 0,-5 2 0 0 0,38 1 0 0 0,-25-1 11 0 0,-7 0 32 0 0,4-2-32 0 0,-7 1-11 0 0,-1 1 0 0 0,1 0 1 0 0,-1-1-1 0 0,1 1 1 0 0,-1 0-1 0 0,1-1 1 0 0,-1 1-1 0 0,1 0 0 0 0,-1 0 1 0 0,1-1-1 0 0,-1 1 1 0 0,1 0-1 0 0,0 0 1 0 0,-1 0-1 0 0,1 0 0 0 0,-1 0 1 0 0,1 0-1 0 0,0 0 1 0 0,-1 0-1 0 0,1 0 1 0 0,0 0-1 0 0,-1 0 0 0 0,1 1 1 0 0,3 0 42 0 0,7 4-35 0 0,-9-4-4 0 0,-2-1-4 0 0,0 0 0 0 0,0-1 0 0 0,-1 1 0 0 0,1 0 0 0 0,0 0 0 0 0,0 0 0 0 0,0 0 0 0 0,0 0 0 0 0,0 0 0 0 0,0 0 0 0 0,0 0 0 0 0,0-1 0 0 0,0 1 0 0 0,0 0 0 0 0,0 0 0 0 0,0 0 0 0 0,0 0 0 0 0,0 0 0 0 0,0 0 0 0 0,0 0 0 0 0,1 0 0 0 0,-1-1 0 0 0,0 1 0 0 0,0 0 0 0 0,0 0 0 0 0,0 0 0 0 0,0 0 0 0 0,0 0 0 0 0,0 0 0 0 0,0 0 0 0 0,0 0 0 0 0,0 0 0 0 0,0 0 0 0 0,0 0 0 0 0,0-1 0 0 0,1 1 0 0 0,-1 0 0 0 0,0 0 0 0 0,0 0 0 0 0,0 0 0 0 0,0 0 0 0 0,0 0 0 0 0,0 0 0 0 0,0 0 0 0 0,0 0 0 0 0,1 0 0 0 0,-1 0 0 0 0,0 0 0 0 0,0 0 0 0 0,0 0 0 0 0,0 0 0 0 0,0 0 0 0 0,0 0 0 0 0,0 0 0 0 0,0 0 0 0 0,1 0 0 0 0,34 3-2 0 0,-15-2-30 0 0,-15 1 8 0 0,9 3 27 0 0,-12-4 178 0 0,1 0-127 0 0,7 1-33 0 0,-7-1 648 0 0,-3-8-608 0 0,0 1 0 0 0,0-1 0 0 0,0 1 1 0 0,-1-1-1 0 0,0 1 0 0 0,0-1 0 0 0,-1 1 0 0 0,0 0 0 0 0,0-1 0 0 0,-5-8 0 0 0,0 1-4 0 0,-3-7-31 0 0,-1 1-1 0 0,-17-25 1 0 0,16 17-16 0 0,3 17 12 0 0,3 4 1 0 0,1 0 0 0 0,0-1 0 0 0,1 1 0 0 0,0-1 0 0 0,-4-10 0 0 0,-13-16-35 0 0,21 32-53 0 0,5 21-603 0 0,1-9 605 0 0,-1 0 1 0 0,-1 1-1 0 0,0-1 0 0 0,0 1 1 0 0,-1 0-1 0 0,3 18 0 0 0,13 17-607 0 0,-17-40 607 0 0,0 1 1 0 0,0-1-1 0 0,0 0 1 0 0,4 7-1 0 0,1 3-54 0 0,-6-13 43 0 0,0-1 8 0 0,1 4 30 0 0,-1-2 26 0 0,0-1-1 0 0,1 0 1 0 0,-1 0 0 0 0,1 1 0 0 0,0-1 0 0 0,0 0 0 0 0,0 0-1 0 0,2 2 1 0 0,2 6 10 0 0,3 7 0 0 0,3 0 0 0 0,-6-8 0 0 0,1-2-10 0 0,-5-7 32 0 0,-3 2 74 0 0,1-2-82 0 0,-1 1 0 0 0,1-1 1 0 0,0 0-1 0 0,-1 0 0 0 0,1 0 1 0 0,-1 0-1 0 0,1 0 0 0 0,-1 0 1 0 0,1 0-1 0 0,-1 0 0 0 0,0 0 1 0 0,1 0-1 0 0,-1 0 0 0 0,0 0 0 0 0,0-1 1 0 0,0 1-1 0 0,0 0 0 0 0,0 0 1 0 0,0-1-1 0 0,-1 2 0 0 0,-7 2 12 0 0,2 0 46 0 0,0-1 0 0 0,0 0-1 0 0,0-1 1 0 0,-14 4-1 0 0,15-4-59 0 0,-1 0 0 0 0,0 0-1 0 0,1 1 1 0 0,0 0 0 0 0,0 0 0 0 0,0 0-1 0 0,0 1 1 0 0,0 0 0 0 0,-9 8 0 0 0,11-6 4 0 0,-1 0-1 0 0,1 0 1 0 0,-6 12 0 0 0,7-12-16 0 0,0-1-1 0 0,0 0 1 0 0,0 0-1 0 0,0 0 1 0 0,-1-1-1 0 0,-6 7 1 0 0,-36 37-74 0 0,23-28 74 0 0,4-3 0 0 0,-30 34 0 0 0,49-51-1 0 0,-1 1 0 0 0,1 0 0 0 0,-1-1 0 0 0,1 1 0 0 0,-1-1 0 0 0,1 1 0 0 0,-1-1 0 0 0,0 0 0 0 0,1 1 0 0 0,-1-1 0 0 0,0 0 0 0 0,0 1 0 0 0,1-1 0 0 0,-1 0 0 0 0,0 0 0 0 0,0 1 0 0 0,1-1 0 0 0,-1 0 0 0 0,0 0 0 0 0,0 0 0 0 0,0 0 0 0 0,1 0-1 0 0,-1 0 1 0 0,0 0 0 0 0,0-1 0 0 0,1 1 0 0 0,-1 0 0 0 0,0 0 0 0 0,0-1 0 0 0,0 1 0 0 0,-1-1-164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A4D1B-135E-40AC-B581-53710F938106}" type="datetimeFigureOut">
              <a:rPr lang="en-IE" smtClean="0"/>
              <a:t>08/10/2025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96323-BFCE-4766-AD85-2A49358F0E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997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b="0" i="0" dirty="0">
              <a:solidFill>
                <a:srgbClr val="58585B"/>
              </a:solidFill>
              <a:effectLst/>
              <a:latin typeface="CiscoSans"/>
            </a:endParaRP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endParaRPr lang="en-US" b="0" i="0" dirty="0">
              <a:solidFill>
                <a:srgbClr val="58585B"/>
              </a:solidFill>
              <a:effectLst/>
              <a:latin typeface="CiscoSans"/>
            </a:endParaRPr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The term "hop count" typically refers to the number of network devices (such as routers) an IP packet passes through. </a:t>
            </a:r>
          </a:p>
          <a:p>
            <a:pPr algn="l"/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The TTL field in an IPv4 header is a one-byte value, so it can be any number between 0 and 255. The primary purpose of the TTL field is to prevent IP packets from looping indefinitely within a network due to routing loops. Every time an IP packet passes through a router, the TTL value is decremented by one. </a:t>
            </a:r>
          </a:p>
          <a:p>
            <a:pPr algn="l"/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Here's a general breakdown of common initial TTL values, depending on the operating system: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Linux/Unix: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The default TTL is usually set to 64.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Windows: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The default TTL value is typically 128.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  <a:latin typeface="Söhne"/>
              </a:rPr>
              <a:t>Cisco Routers (IOS):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 The default TTL value when originating an IP packet (e.g., a ping) is 255.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6323-BFCE-4766-AD85-2A49358F0E5B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1060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58585B"/>
              </a:solidFill>
              <a:effectLst/>
              <a:latin typeface="Cisco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6323-BFCE-4766-AD85-2A49358F0E5B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6203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6323-BFCE-4766-AD85-2A49358F0E5B}" type="slidenum">
              <a:rPr lang="en-IE" smtClean="0"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85214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Source device determines whether the destination is local or remote using it’s own IP address and subnet mask and destination IP address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Local destination traffic is sent straight out from interface and is handled by Data-Link/layer 2 devices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Remote traffic is forwarded to </a:t>
            </a:r>
            <a:r>
              <a:rPr lang="en-US" sz="1200" b="1" dirty="0"/>
              <a:t>Default Gateway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6323-BFCE-4766-AD85-2A49358F0E5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0040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Pv6_address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22.png"/><Relationship Id="rId42" Type="http://schemas.openxmlformats.org/officeDocument/2006/relationships/customXml" Target="../ink/ink20.xml"/><Relationship Id="rId47" Type="http://schemas.openxmlformats.org/officeDocument/2006/relationships/image" Target="../media/image35.png"/><Relationship Id="rId63" Type="http://schemas.openxmlformats.org/officeDocument/2006/relationships/image" Target="../media/image43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56.png"/><Relationship Id="rId16" Type="http://schemas.openxmlformats.org/officeDocument/2006/relationships/customXml" Target="../ink/ink7.xml"/><Relationship Id="rId11" Type="http://schemas.openxmlformats.org/officeDocument/2006/relationships/image" Target="../media/image170.png"/><Relationship Id="rId32" Type="http://schemas.openxmlformats.org/officeDocument/2006/relationships/customXml" Target="../ink/ink15.xml"/><Relationship Id="rId37" Type="http://schemas.openxmlformats.org/officeDocument/2006/relationships/image" Target="../media/image30.png"/><Relationship Id="rId53" Type="http://schemas.openxmlformats.org/officeDocument/2006/relationships/image" Target="../media/image38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51.png"/><Relationship Id="rId5" Type="http://schemas.openxmlformats.org/officeDocument/2006/relationships/image" Target="../media/image140.png"/><Relationship Id="rId90" Type="http://schemas.openxmlformats.org/officeDocument/2006/relationships/customXml" Target="../ink/ink44.xml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5.png"/><Relationship Id="rId30" Type="http://schemas.openxmlformats.org/officeDocument/2006/relationships/customXml" Target="../ink/ink14.xml"/><Relationship Id="rId35" Type="http://schemas.openxmlformats.org/officeDocument/2006/relationships/image" Target="../media/image29.png"/><Relationship Id="rId43" Type="http://schemas.openxmlformats.org/officeDocument/2006/relationships/image" Target="../media/image33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46.png"/><Relationship Id="rId77" Type="http://schemas.openxmlformats.org/officeDocument/2006/relationships/image" Target="../media/image50.png"/><Relationship Id="rId8" Type="http://schemas.openxmlformats.org/officeDocument/2006/relationships/customXml" Target="../ink/ink3.xml"/><Relationship Id="rId51" Type="http://schemas.openxmlformats.org/officeDocument/2006/relationships/image" Target="../media/image37.png"/><Relationship Id="rId72" Type="http://schemas.openxmlformats.org/officeDocument/2006/relationships/customXml" Target="../ink/ink35.xml"/><Relationship Id="rId80" Type="http://schemas.openxmlformats.org/officeDocument/2006/relationships/customXml" Target="../ink/ink39.xml"/><Relationship Id="rId85" Type="http://schemas.openxmlformats.org/officeDocument/2006/relationships/image" Target="../media/image54.png"/><Relationship Id="rId3" Type="http://schemas.openxmlformats.org/officeDocument/2006/relationships/image" Target="../media/image17.png"/><Relationship Id="rId12" Type="http://schemas.openxmlformats.org/officeDocument/2006/relationships/customXml" Target="../ink/ink5.xml"/><Relationship Id="rId17" Type="http://schemas.openxmlformats.org/officeDocument/2006/relationships/image" Target="../media/image20.png"/><Relationship Id="rId25" Type="http://schemas.openxmlformats.org/officeDocument/2006/relationships/image" Target="../media/image24.png"/><Relationship Id="rId33" Type="http://schemas.openxmlformats.org/officeDocument/2006/relationships/image" Target="../media/image2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41.png"/><Relationship Id="rId67" Type="http://schemas.openxmlformats.org/officeDocument/2006/relationships/image" Target="../media/image45.png"/><Relationship Id="rId20" Type="http://schemas.openxmlformats.org/officeDocument/2006/relationships/customXml" Target="../ink/ink9.xml"/><Relationship Id="rId41" Type="http://schemas.openxmlformats.org/officeDocument/2006/relationships/image" Target="../media/image32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49.png"/><Relationship Id="rId83" Type="http://schemas.openxmlformats.org/officeDocument/2006/relationships/image" Target="../media/image53.png"/><Relationship Id="rId88" Type="http://schemas.openxmlformats.org/officeDocument/2006/relationships/customXml" Target="../ink/ink43.xml"/><Relationship Id="rId91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5" Type="http://schemas.openxmlformats.org/officeDocument/2006/relationships/image" Target="../media/image190.png"/><Relationship Id="rId23" Type="http://schemas.openxmlformats.org/officeDocument/2006/relationships/image" Target="../media/image2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36.png"/><Relationship Id="rId57" Type="http://schemas.openxmlformats.org/officeDocument/2006/relationships/image" Target="../media/image40.png"/><Relationship Id="rId10" Type="http://schemas.openxmlformats.org/officeDocument/2006/relationships/customXml" Target="../ink/ink4.xml"/><Relationship Id="rId31" Type="http://schemas.openxmlformats.org/officeDocument/2006/relationships/image" Target="../media/image2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44.png"/><Relationship Id="rId73" Type="http://schemas.openxmlformats.org/officeDocument/2006/relationships/image" Target="../media/image48.png"/><Relationship Id="rId78" Type="http://schemas.openxmlformats.org/officeDocument/2006/relationships/customXml" Target="../ink/ink38.xml"/><Relationship Id="rId81" Type="http://schemas.openxmlformats.org/officeDocument/2006/relationships/image" Target="../media/image52.png"/><Relationship Id="rId86" Type="http://schemas.openxmlformats.org/officeDocument/2006/relationships/customXml" Target="../ink/ink42.xml"/><Relationship Id="rId4" Type="http://schemas.openxmlformats.org/officeDocument/2006/relationships/customXml" Target="../ink/ink1.xml"/><Relationship Id="rId9" Type="http://schemas.openxmlformats.org/officeDocument/2006/relationships/image" Target="../media/image160.png"/><Relationship Id="rId13" Type="http://schemas.openxmlformats.org/officeDocument/2006/relationships/image" Target="../media/image180.png"/><Relationship Id="rId18" Type="http://schemas.openxmlformats.org/officeDocument/2006/relationships/customXml" Target="../ink/ink8.xml"/><Relationship Id="rId39" Type="http://schemas.openxmlformats.org/officeDocument/2006/relationships/image" Target="../media/image31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39.png"/><Relationship Id="rId76" Type="http://schemas.openxmlformats.org/officeDocument/2006/relationships/customXml" Target="../ink/ink37.xml"/><Relationship Id="rId7" Type="http://schemas.openxmlformats.org/officeDocument/2006/relationships/image" Target="../media/image150.png"/><Relationship Id="rId71" Type="http://schemas.openxmlformats.org/officeDocument/2006/relationships/image" Target="../media/image47.png"/><Relationship Id="rId2" Type="http://schemas.openxmlformats.org/officeDocument/2006/relationships/image" Target="../media/image18.png"/><Relationship Id="rId29" Type="http://schemas.openxmlformats.org/officeDocument/2006/relationships/image" Target="../media/image26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34.png"/><Relationship Id="rId66" Type="http://schemas.openxmlformats.org/officeDocument/2006/relationships/customXml" Target="../ink/ink32.xml"/><Relationship Id="rId87" Type="http://schemas.openxmlformats.org/officeDocument/2006/relationships/image" Target="../media/image55.png"/><Relationship Id="rId61" Type="http://schemas.openxmlformats.org/officeDocument/2006/relationships/image" Target="../media/image42.png"/><Relationship Id="rId82" Type="http://schemas.openxmlformats.org/officeDocument/2006/relationships/customXml" Target="../ink/ink40.xml"/><Relationship Id="rId1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customXml" Target="../ink/ink45.xml"/><Relationship Id="rId7" Type="http://schemas.openxmlformats.org/officeDocument/2006/relationships/customXml" Target="../ink/ink47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customXml" Target="../ink/ink46.xml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0.png"/><Relationship Id="rId13" Type="http://schemas.openxmlformats.org/officeDocument/2006/relationships/customXml" Target="../ink/ink53.xml"/><Relationship Id="rId18" Type="http://schemas.openxmlformats.org/officeDocument/2006/relationships/image" Target="../media/image75.png"/><Relationship Id="rId3" Type="http://schemas.openxmlformats.org/officeDocument/2006/relationships/customXml" Target="../ink/ink48.xml"/><Relationship Id="rId21" Type="http://schemas.openxmlformats.org/officeDocument/2006/relationships/customXml" Target="../ink/ink57.xml"/><Relationship Id="rId7" Type="http://schemas.openxmlformats.org/officeDocument/2006/relationships/customXml" Target="../ink/ink50.xml"/><Relationship Id="rId12" Type="http://schemas.openxmlformats.org/officeDocument/2006/relationships/image" Target="../media/image72.png"/><Relationship Id="rId17" Type="http://schemas.openxmlformats.org/officeDocument/2006/relationships/customXml" Target="../ink/ink55.xml"/><Relationship Id="rId2" Type="http://schemas.openxmlformats.org/officeDocument/2006/relationships/image" Target="../media/image70.png"/><Relationship Id="rId16" Type="http://schemas.openxmlformats.org/officeDocument/2006/relationships/image" Target="../media/image74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0.png"/><Relationship Id="rId11" Type="http://schemas.openxmlformats.org/officeDocument/2006/relationships/customXml" Target="../ink/ink52.xml"/><Relationship Id="rId5" Type="http://schemas.openxmlformats.org/officeDocument/2006/relationships/customXml" Target="../ink/ink49.xml"/><Relationship Id="rId15" Type="http://schemas.openxmlformats.org/officeDocument/2006/relationships/customXml" Target="../ink/ink54.xml"/><Relationship Id="rId10" Type="http://schemas.openxmlformats.org/officeDocument/2006/relationships/image" Target="../media/image71.png"/><Relationship Id="rId19" Type="http://schemas.openxmlformats.org/officeDocument/2006/relationships/customXml" Target="../ink/ink56.xml"/><Relationship Id="rId4" Type="http://schemas.openxmlformats.org/officeDocument/2006/relationships/image" Target="../media/image680.png"/><Relationship Id="rId9" Type="http://schemas.openxmlformats.org/officeDocument/2006/relationships/customXml" Target="../ink/ink51.xml"/><Relationship Id="rId14" Type="http://schemas.openxmlformats.org/officeDocument/2006/relationships/image" Target="../media/image73.png"/><Relationship Id="rId22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9F834-4EA6-45D9-B0E7-323D5C8A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Ethernet: Switching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563E3-F5F9-40B9-B0C8-E8A00BDE9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Mujahid Tabassum</a:t>
            </a:r>
          </a:p>
          <a:p>
            <a:r>
              <a:rPr lang="en-US" sz="2000" dirty="0">
                <a:solidFill>
                  <a:schemeClr val="bg1"/>
                </a:solidFill>
              </a:rPr>
              <a:t>2024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67C675-18D0-4128-A2E6-FEBA20A59AD7}"/>
              </a:ext>
            </a:extLst>
          </p:cNvPr>
          <p:cNvSpPr txBox="1"/>
          <p:nvPr/>
        </p:nvSpPr>
        <p:spPr>
          <a:xfrm>
            <a:off x="359760" y="5367466"/>
            <a:ext cx="70346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cs typeface="Calibri Light"/>
              </a:rPr>
              <a:t>IPv4 Addressing &amp; Network Layer</a:t>
            </a:r>
            <a:endParaRPr lang="en-US" sz="3400" b="1" dirty="0"/>
          </a:p>
          <a:p>
            <a:r>
              <a:rPr lang="en-IE" sz="3000" dirty="0"/>
              <a:t>By: Mujahid Tabassum - 2025</a:t>
            </a:r>
            <a:endParaRPr lang="en-GB" sz="3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2C6742-C62F-42DA-9EC6-FDA5B4449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60" y="81394"/>
            <a:ext cx="11472480" cy="511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40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1A0C9-9080-49E2-8B4C-6C6C8AE31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AF2F0-16E9-4A3F-AC0A-AC7C915E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Network layer</a:t>
            </a:r>
          </a:p>
          <a:p>
            <a:r>
              <a:rPr lang="en-IE" dirty="0"/>
              <a:t>IP Characteristics</a:t>
            </a:r>
          </a:p>
          <a:p>
            <a:r>
              <a:rPr lang="en-IE" dirty="0"/>
              <a:t>IP Addressing</a:t>
            </a:r>
          </a:p>
          <a:p>
            <a:r>
              <a:rPr lang="en-IE" dirty="0"/>
              <a:t>IP Network Mask</a:t>
            </a:r>
          </a:p>
          <a:p>
            <a:r>
              <a:rPr lang="en-IE" dirty="0"/>
              <a:t>Introduction to Routing</a:t>
            </a:r>
          </a:p>
          <a:p>
            <a:pPr lvl="1"/>
            <a:r>
              <a:rPr lang="en-IE" dirty="0"/>
              <a:t>Host Routing</a:t>
            </a:r>
          </a:p>
          <a:p>
            <a:pPr lvl="1"/>
            <a:r>
              <a:rPr lang="en-IE" dirty="0"/>
              <a:t>Router Routing</a:t>
            </a:r>
          </a:p>
        </p:txBody>
      </p:sp>
    </p:spTree>
    <p:extLst>
      <p:ext uri="{BB962C8B-B14F-4D97-AF65-F5344CB8AC3E}">
        <p14:creationId xmlns:p14="http://schemas.microsoft.com/office/powerpoint/2010/main" val="377642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573F-595E-45B8-BC77-A54AC8F1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Recap: Internet Layer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5537-01DD-47F5-AFEF-280003499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6574"/>
            <a:ext cx="659058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/>
              <a:t>Internet/Network layer protocols primary function </a:t>
            </a:r>
            <a:r>
              <a:rPr lang="en-IE" dirty="0"/>
              <a:t>is to move data from one network to another network</a:t>
            </a:r>
          </a:p>
          <a:p>
            <a:r>
              <a:rPr lang="en-IE" dirty="0"/>
              <a:t>Network addresses(IP Addresses) must have a mechanism to locate hosts on different networks</a:t>
            </a:r>
            <a:endParaRPr lang="en-IE" dirty="0">
              <a:cs typeface="Calibri"/>
            </a:endParaRPr>
          </a:p>
          <a:p>
            <a:r>
              <a:rPr lang="en-IE" dirty="0"/>
              <a:t>Routers use the network portion of this address to determine which path to use to reach its destination.</a:t>
            </a:r>
            <a:endParaRPr lang="en-IE" dirty="0"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93BBE1-DC0D-457C-8E71-0BF411911497}"/>
              </a:ext>
            </a:extLst>
          </p:cNvPr>
          <p:cNvSpPr/>
          <p:nvPr/>
        </p:nvSpPr>
        <p:spPr>
          <a:xfrm>
            <a:off x="1961322" y="5424004"/>
            <a:ext cx="2438400" cy="887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Destination IP Address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1581AC-E6E5-46A4-B0F7-5E6F8D63C177}"/>
              </a:ext>
            </a:extLst>
          </p:cNvPr>
          <p:cNvSpPr/>
          <p:nvPr/>
        </p:nvSpPr>
        <p:spPr>
          <a:xfrm>
            <a:off x="4399722" y="5424004"/>
            <a:ext cx="2438400" cy="88789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Source IP Address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72C207-5531-43C5-B9B5-3DCE11E71E9F}"/>
              </a:ext>
            </a:extLst>
          </p:cNvPr>
          <p:cNvSpPr/>
          <p:nvPr/>
        </p:nvSpPr>
        <p:spPr>
          <a:xfrm>
            <a:off x="6838122" y="5424004"/>
            <a:ext cx="1881808" cy="8878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897BE-DA02-40C1-B345-6E73584D267D}"/>
              </a:ext>
            </a:extLst>
          </p:cNvPr>
          <p:cNvSpPr/>
          <p:nvPr/>
        </p:nvSpPr>
        <p:spPr>
          <a:xfrm>
            <a:off x="1961322" y="6311900"/>
            <a:ext cx="1159566" cy="31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Network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4089B7-F340-49EF-A8A8-815B97A672C8}"/>
              </a:ext>
            </a:extLst>
          </p:cNvPr>
          <p:cNvSpPr/>
          <p:nvPr/>
        </p:nvSpPr>
        <p:spPr>
          <a:xfrm>
            <a:off x="3120889" y="6311900"/>
            <a:ext cx="1278834" cy="31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Host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3C7563-C86E-431A-9B7D-3357941B4A6A}"/>
              </a:ext>
            </a:extLst>
          </p:cNvPr>
          <p:cNvSpPr/>
          <p:nvPr/>
        </p:nvSpPr>
        <p:spPr>
          <a:xfrm>
            <a:off x="4399721" y="6311900"/>
            <a:ext cx="1159566" cy="3159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Network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EF611F-3F3C-4996-BA08-04FB0223905C}"/>
              </a:ext>
            </a:extLst>
          </p:cNvPr>
          <p:cNvSpPr/>
          <p:nvPr/>
        </p:nvSpPr>
        <p:spPr>
          <a:xfrm>
            <a:off x="5559288" y="6311900"/>
            <a:ext cx="1278834" cy="3159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Host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B319C-D60F-4DFC-9CEA-3AC8014D54D8}"/>
              </a:ext>
            </a:extLst>
          </p:cNvPr>
          <p:cNvSpPr txBox="1"/>
          <p:nvPr/>
        </p:nvSpPr>
        <p:spPr>
          <a:xfrm>
            <a:off x="4557123" y="5110332"/>
            <a:ext cx="1910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IP/Network Packet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099DF0C1-A930-4DD0-A05C-491F54F4A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542" y="1693623"/>
            <a:ext cx="4085771" cy="30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6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55191"/>
            <a:ext cx="7026784" cy="1053173"/>
          </a:xfrm>
        </p:spPr>
        <p:txBody>
          <a:bodyPr>
            <a:normAutofit/>
          </a:bodyPr>
          <a:lstStyle/>
          <a:p>
            <a:r>
              <a:rPr lang="en-US" altLang="en-US" dirty="0"/>
              <a:t>The Network Layer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8337" y="1112760"/>
            <a:ext cx="6483763" cy="541503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133" dirty="0"/>
              <a:t>Provides services to allow end devices to exchange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dirty="0"/>
              <a:t>IP version 4 (IPv4) and IP version 6 (IPv6) are the principle of network layer communication protocols.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dirty="0"/>
              <a:t>The network layer performs four basic operations: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33" dirty="0"/>
              <a:t>Addressing end devices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33" dirty="0"/>
              <a:t>Encapsulation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33" dirty="0"/>
              <a:t>Routing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33" dirty="0"/>
              <a:t>De-encapsulation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357" y="359114"/>
            <a:ext cx="4089692" cy="26886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357" y="3429000"/>
            <a:ext cx="4307759" cy="32775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146" y="64667"/>
            <a:ext cx="10515600" cy="1037624"/>
          </a:xfrm>
        </p:spPr>
        <p:txBody>
          <a:bodyPr>
            <a:normAutofit/>
          </a:bodyPr>
          <a:lstStyle/>
          <a:p>
            <a:r>
              <a:rPr lang="en-US" altLang="en-US" dirty="0"/>
              <a:t>IP Encapsulation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6146" y="1491050"/>
            <a:ext cx="4933519" cy="501916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133" dirty="0"/>
              <a:t>IP encapsulates the transport layer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dirty="0"/>
              <a:t>IP can use either an IPv4 or IPv6 packet and not impact the layer 4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dirty="0"/>
              <a:t>IP packet will be examined by all layer 3 devices as it traverses the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33" dirty="0"/>
              <a:t>The IP addressing does not change from source to destination.</a:t>
            </a:r>
          </a:p>
          <a:p>
            <a:pPr marL="0" indent="0">
              <a:buNone/>
            </a:pPr>
            <a:r>
              <a:rPr lang="en-US" sz="2133" b="1" dirty="0"/>
              <a:t>Note: </a:t>
            </a:r>
            <a:r>
              <a:rPr lang="en-US" sz="2133" dirty="0"/>
              <a:t>NAT will change addressing, but will be discussed in a later module.</a:t>
            </a:r>
          </a:p>
          <a:p>
            <a:pPr lvl="1"/>
            <a:endParaRPr lang="en-US" dirty="0"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663" y="1491050"/>
            <a:ext cx="6835879" cy="387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87053" y="114605"/>
            <a:ext cx="11074053" cy="962634"/>
          </a:xfrm>
        </p:spPr>
        <p:txBody>
          <a:bodyPr>
            <a:normAutofit/>
          </a:bodyPr>
          <a:lstStyle/>
          <a:p>
            <a:r>
              <a:rPr lang="en-US" altLang="en-US" dirty="0"/>
              <a:t>Characteristics of IP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6145" y="1005951"/>
            <a:ext cx="5929855" cy="207545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IP is meant to have low overhead and may be described as:</a:t>
            </a:r>
          </a:p>
          <a:p>
            <a:pPr lvl="1"/>
            <a:r>
              <a:rPr lang="en-US" dirty="0"/>
              <a:t>Connectionless </a:t>
            </a:r>
          </a:p>
          <a:p>
            <a:pPr lvl="1"/>
            <a:r>
              <a:rPr lang="en-US" dirty="0"/>
              <a:t>Best Effort</a:t>
            </a:r>
          </a:p>
          <a:p>
            <a:pPr lvl="1"/>
            <a:r>
              <a:rPr lang="en-US" dirty="0"/>
              <a:t>Media Independent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F4485-8E7B-46CD-A3DE-2D50A0C3B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83" y="3019737"/>
            <a:ext cx="5884353" cy="17315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93784C-2450-4C44-9C5E-F18B45BE9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443" y="231739"/>
            <a:ext cx="4831504" cy="28496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2A76D7-CB79-491D-B057-5F75FDCD6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930" y="3338322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04E3-4873-47EF-91B5-66567F85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985" y="-39476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The IP Packet Header</a:t>
            </a:r>
            <a:endParaRPr lang="en-US" dirty="0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FC26C765-713F-4709-A178-81646F981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20733" y="800495"/>
            <a:ext cx="8496300" cy="1895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7521C4-6ED3-405B-A9C3-17EB1B09A611}"/>
              </a:ext>
            </a:extLst>
          </p:cNvPr>
          <p:cNvSpPr/>
          <p:nvPr/>
        </p:nvSpPr>
        <p:spPr>
          <a:xfrm>
            <a:off x="1274623" y="4180529"/>
            <a:ext cx="3637741" cy="57951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0788D7-FAB2-4AE4-AB6D-DAB0F75A4FF4}"/>
              </a:ext>
            </a:extLst>
          </p:cNvPr>
          <p:cNvSpPr/>
          <p:nvPr/>
        </p:nvSpPr>
        <p:spPr>
          <a:xfrm>
            <a:off x="2471379" y="3574063"/>
            <a:ext cx="2330823" cy="4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C788E-0E94-4AEB-944B-ADF436A62678}"/>
              </a:ext>
            </a:extLst>
          </p:cNvPr>
          <p:cNvSpPr/>
          <p:nvPr/>
        </p:nvSpPr>
        <p:spPr>
          <a:xfrm>
            <a:off x="3763142" y="3070840"/>
            <a:ext cx="103094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100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495328-B3D6-4BB5-8AB6-14884265F514}"/>
              </a:ext>
            </a:extLst>
          </p:cNvPr>
          <p:cNvSpPr/>
          <p:nvPr/>
        </p:nvSpPr>
        <p:spPr>
          <a:xfrm>
            <a:off x="3868755" y="3098417"/>
            <a:ext cx="808299" cy="2777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rgbClr val="000000"/>
                </a:solidFill>
                <a:cs typeface="Calibri"/>
              </a:rPr>
              <a:t>Data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0CF734-7711-4A64-83B6-8F9C1DD8798D}"/>
              </a:ext>
            </a:extLst>
          </p:cNvPr>
          <p:cNvSpPr/>
          <p:nvPr/>
        </p:nvSpPr>
        <p:spPr>
          <a:xfrm>
            <a:off x="2612108" y="3070840"/>
            <a:ext cx="116541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chemeClr val="tx1"/>
                </a:solidFill>
                <a:cs typeface="Calibri"/>
              </a:rPr>
              <a:t>Segment 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BBD39-3440-46B6-9B53-ADFBA69BC7FA}"/>
              </a:ext>
            </a:extLst>
          </p:cNvPr>
          <p:cNvSpPr/>
          <p:nvPr/>
        </p:nvSpPr>
        <p:spPr>
          <a:xfrm>
            <a:off x="3690579" y="3627850"/>
            <a:ext cx="103094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100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C1E5A-0FFA-4024-AA56-F4E3D042AF20}"/>
              </a:ext>
            </a:extLst>
          </p:cNvPr>
          <p:cNvSpPr/>
          <p:nvPr/>
        </p:nvSpPr>
        <p:spPr>
          <a:xfrm>
            <a:off x="3781814" y="3655427"/>
            <a:ext cx="808299" cy="2777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rgbClr val="000000"/>
                </a:solidFill>
                <a:cs typeface="Calibri"/>
              </a:rPr>
              <a:t>Data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24A342-BA7D-4C31-B09C-518684FEB2BA}"/>
              </a:ext>
            </a:extLst>
          </p:cNvPr>
          <p:cNvSpPr/>
          <p:nvPr/>
        </p:nvSpPr>
        <p:spPr>
          <a:xfrm>
            <a:off x="2525167" y="3627850"/>
            <a:ext cx="116541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chemeClr val="tx1"/>
                </a:solidFill>
                <a:cs typeface="Calibri"/>
              </a:rPr>
              <a:t>Segment Header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21FF81-E67A-4D4D-8E55-5A371B765C0F}"/>
              </a:ext>
            </a:extLst>
          </p:cNvPr>
          <p:cNvSpPr/>
          <p:nvPr/>
        </p:nvSpPr>
        <p:spPr>
          <a:xfrm>
            <a:off x="1323896" y="3574063"/>
            <a:ext cx="1147482" cy="4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rgbClr val="000000"/>
                </a:solidFill>
                <a:cs typeface="Calibri"/>
              </a:rPr>
              <a:t>Network Header</a:t>
            </a:r>
            <a:endParaRPr lang="en-US" sz="1100" b="1">
              <a:solidFill>
                <a:srgbClr val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598ED-910C-4AE4-AACB-6F99DDDA28C5}"/>
              </a:ext>
            </a:extLst>
          </p:cNvPr>
          <p:cNvSpPr/>
          <p:nvPr/>
        </p:nvSpPr>
        <p:spPr>
          <a:xfrm>
            <a:off x="2489309" y="4212111"/>
            <a:ext cx="2330823" cy="4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18E713-ACE9-4FEC-B7DD-312DDC808E10}"/>
              </a:ext>
            </a:extLst>
          </p:cNvPr>
          <p:cNvSpPr/>
          <p:nvPr/>
        </p:nvSpPr>
        <p:spPr>
          <a:xfrm>
            <a:off x="3694131" y="4265898"/>
            <a:ext cx="103094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100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7C5B71-A1C6-4A9A-8E1F-017FFFC3614D}"/>
              </a:ext>
            </a:extLst>
          </p:cNvPr>
          <p:cNvSpPr/>
          <p:nvPr/>
        </p:nvSpPr>
        <p:spPr>
          <a:xfrm>
            <a:off x="3799744" y="4293475"/>
            <a:ext cx="808299" cy="2777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rgbClr val="000000"/>
                </a:solidFill>
                <a:cs typeface="Calibri"/>
              </a:rPr>
              <a:t>Data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DB7B36-D09D-4022-9803-F1CC671A5502}"/>
              </a:ext>
            </a:extLst>
          </p:cNvPr>
          <p:cNvSpPr/>
          <p:nvPr/>
        </p:nvSpPr>
        <p:spPr>
          <a:xfrm>
            <a:off x="2543097" y="4265898"/>
            <a:ext cx="1165411" cy="34066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chemeClr val="tx1"/>
                </a:solidFill>
                <a:cs typeface="Calibri"/>
              </a:rPr>
              <a:t>Segment Header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081604-199A-4E7C-91B5-A31172D57B2C}"/>
              </a:ext>
            </a:extLst>
          </p:cNvPr>
          <p:cNvSpPr/>
          <p:nvPr/>
        </p:nvSpPr>
        <p:spPr>
          <a:xfrm>
            <a:off x="1341826" y="4212111"/>
            <a:ext cx="1147482" cy="4482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rgbClr val="000000"/>
                </a:solidFill>
                <a:cs typeface="Calibri"/>
              </a:rPr>
              <a:t>Network Header</a:t>
            </a:r>
            <a:endParaRPr lang="en-US" sz="1100" b="1">
              <a:solidFill>
                <a:srgbClr val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1798F5-4302-4A02-8A7B-6699242831BD}"/>
              </a:ext>
            </a:extLst>
          </p:cNvPr>
          <p:cNvSpPr/>
          <p:nvPr/>
        </p:nvSpPr>
        <p:spPr>
          <a:xfrm>
            <a:off x="308968" y="4180528"/>
            <a:ext cx="980032" cy="57951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1100" b="1" dirty="0">
                <a:solidFill>
                  <a:schemeClr val="tx1"/>
                </a:solidFill>
              </a:rPr>
              <a:t>Frame Header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14D17-402F-456D-AD51-5197D2D9C603}"/>
              </a:ext>
            </a:extLst>
          </p:cNvPr>
          <p:cNvSpPr/>
          <p:nvPr/>
        </p:nvSpPr>
        <p:spPr>
          <a:xfrm>
            <a:off x="4926742" y="4180528"/>
            <a:ext cx="980032" cy="57951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sz="1100" b="1" dirty="0">
                <a:solidFill>
                  <a:schemeClr val="tx1"/>
                </a:solidFill>
              </a:rPr>
              <a:t>Frame Trailer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E2487132-12AC-40C8-91A9-595EF3844E2F}"/>
              </a:ext>
            </a:extLst>
          </p:cNvPr>
          <p:cNvSpPr/>
          <p:nvPr/>
        </p:nvSpPr>
        <p:spPr>
          <a:xfrm>
            <a:off x="3878071" y="3393722"/>
            <a:ext cx="259612" cy="1022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44305B23-3B1B-48B8-B2FA-6A56F9C631F0}"/>
              </a:ext>
            </a:extLst>
          </p:cNvPr>
          <p:cNvSpPr/>
          <p:nvPr/>
        </p:nvSpPr>
        <p:spPr>
          <a:xfrm>
            <a:off x="3848540" y="4024473"/>
            <a:ext cx="259612" cy="1022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E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70F959D9-4F70-44E1-AB76-CAE15AAA6147}"/>
              </a:ext>
            </a:extLst>
          </p:cNvPr>
          <p:cNvCxnSpPr>
            <a:cxnSpLocks/>
            <a:stCxn id="14" idx="0"/>
          </p:cNvCxnSpPr>
          <p:nvPr/>
        </p:nvCxnSpPr>
        <p:spPr>
          <a:xfrm rot="5400000" flipH="1" flipV="1">
            <a:off x="1626227" y="2006319"/>
            <a:ext cx="1839155" cy="1296334"/>
          </a:xfrm>
          <a:prstGeom prst="bentConnector3">
            <a:avLst>
              <a:gd name="adj1" fmla="val 100344"/>
            </a:avLst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3E85486-E08D-4EEC-A08C-26017ACA05D4}"/>
              </a:ext>
            </a:extLst>
          </p:cNvPr>
          <p:cNvSpPr txBox="1"/>
          <p:nvPr/>
        </p:nvSpPr>
        <p:spPr>
          <a:xfrm>
            <a:off x="3420732" y="2648547"/>
            <a:ext cx="843663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accent1">
                    <a:lumMod val="75000"/>
                  </a:schemeClr>
                </a:solidFill>
                <a:cs typeface="Calibri"/>
              </a:rPr>
              <a:t>Options(if any)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2BA6E2-3353-4FDF-8E8D-6072D296E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758" y="4265898"/>
            <a:ext cx="6699569" cy="248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4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A861F-C570-482E-8244-6BCC9C7D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dirty="0"/>
              <a:t>Aside: IPv4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C0D25-CFBA-434A-98EB-C1C9713D7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881818" cy="4299284"/>
          </a:xfrm>
        </p:spPr>
        <p:txBody>
          <a:bodyPr>
            <a:normAutofit/>
          </a:bodyPr>
          <a:lstStyle/>
          <a:p>
            <a:r>
              <a:rPr lang="en-IE" sz="1400" dirty="0"/>
              <a:t>Running out of IPv4 addresses</a:t>
            </a:r>
          </a:p>
          <a:p>
            <a:r>
              <a:rPr lang="en-IE" sz="1400" dirty="0"/>
              <a:t>Because of this, lack of end to end connectivity</a:t>
            </a:r>
          </a:p>
          <a:p>
            <a:pPr lvl="1"/>
            <a:r>
              <a:rPr lang="en-IE" sz="1400" dirty="0"/>
              <a:t>Overcome using private IP addressing and Network Address Translation</a:t>
            </a:r>
          </a:p>
          <a:p>
            <a:r>
              <a:rPr lang="en-IE" sz="1400" dirty="0"/>
              <a:t>NAT is everywhere, but was only intended as a temporary solution</a:t>
            </a:r>
          </a:p>
          <a:p>
            <a:r>
              <a:rPr lang="en-IE" sz="1400" dirty="0"/>
              <a:t>Solution: IPv6</a:t>
            </a:r>
          </a:p>
          <a:p>
            <a:pPr lvl="1"/>
            <a:r>
              <a:rPr lang="en-US" sz="1400" b="1" dirty="0"/>
              <a:t>Increased address space </a:t>
            </a:r>
            <a:r>
              <a:rPr lang="en-US" sz="1400" dirty="0"/>
              <a:t>– based on 128 bit address, not 32 bits</a:t>
            </a:r>
            <a:endParaRPr lang="fr-FR" sz="1400" dirty="0"/>
          </a:p>
          <a:p>
            <a:pPr lvl="1"/>
            <a:r>
              <a:rPr lang="en-US" sz="1400" b="1" dirty="0"/>
              <a:t>Improved packet handling </a:t>
            </a:r>
            <a:r>
              <a:rPr lang="en-US" sz="1400" dirty="0"/>
              <a:t>– simplified header with fewer fields</a:t>
            </a:r>
            <a:endParaRPr lang="en-US" sz="1400" b="1" dirty="0"/>
          </a:p>
          <a:p>
            <a:pPr lvl="1"/>
            <a:r>
              <a:rPr lang="en-US" sz="1400" b="1" dirty="0"/>
              <a:t>Eliminates the need for NAT</a:t>
            </a:r>
          </a:p>
          <a:p>
            <a:r>
              <a:rPr lang="en-US" sz="1800" b="1" dirty="0"/>
              <a:t>IPv4 remains dominant choice for various reasons… </a:t>
            </a:r>
            <a:endParaRPr lang="en-IE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47ACDB5D-5D77-40D4-A004-0C8F29EFD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05862" y="1644150"/>
            <a:ext cx="6019331" cy="3566453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5F47CC-3E8E-430B-AD35-9EF89C64826E}"/>
              </a:ext>
            </a:extLst>
          </p:cNvPr>
          <p:cNvSpPr txBox="1"/>
          <p:nvPr/>
        </p:nvSpPr>
        <p:spPr>
          <a:xfrm>
            <a:off x="9118151" y="5010548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 dirty="0">
                <a:solidFill>
                  <a:srgbClr val="FFFFFF"/>
                </a:solidFill>
                <a:hlinkClick r:id="rId3" tooltip="https://en.wikipedia.org/wiki/IPv6_addr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 dirty="0">
                <a:solidFill>
                  <a:srgbClr val="FFFFFF"/>
                </a:solidFill>
              </a:rPr>
              <a:t> by </a:t>
            </a:r>
            <a:r>
              <a:rPr lang="en-IE" sz="700" dirty="0" err="1">
                <a:solidFill>
                  <a:srgbClr val="FFFFFF"/>
                </a:solidFill>
              </a:rPr>
              <a:t>UnknownAuthor</a:t>
            </a:r>
            <a:r>
              <a:rPr lang="en-IE" sz="700" dirty="0">
                <a:solidFill>
                  <a:srgbClr val="FFFFFF"/>
                </a:solidFill>
              </a:rPr>
              <a:t> is licensed under </a:t>
            </a:r>
            <a:r>
              <a:rPr lang="en-IE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06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64766" y="160434"/>
            <a:ext cx="11130791" cy="837374"/>
          </a:xfrm>
        </p:spPr>
        <p:txBody>
          <a:bodyPr>
            <a:normAutofit/>
          </a:bodyPr>
          <a:lstStyle/>
          <a:p>
            <a:r>
              <a:rPr lang="en-US" altLang="en-US" dirty="0"/>
              <a:t>IPv6 Overview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4766" y="1307575"/>
            <a:ext cx="5330173" cy="512161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was developed by Internet Engineering Task Force (IETF).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overcomes the limitations of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Improvements that IPv6 provides: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/>
              <a:t>Increased address space </a:t>
            </a:r>
            <a:r>
              <a:rPr lang="en-US" sz="2000" dirty="0"/>
              <a:t>– based on 128-bit address, not 32 bits</a:t>
            </a:r>
            <a:endParaRPr lang="fr-FR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/>
              <a:t>Improved packet handling </a:t>
            </a:r>
            <a:r>
              <a:rPr lang="en-US" sz="2000" dirty="0"/>
              <a:t>– simplified header with fewer fields</a:t>
            </a:r>
            <a:endParaRPr lang="en-US" sz="20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/>
              <a:t>Eliminates the need for NAT </a:t>
            </a:r>
            <a:r>
              <a:rPr lang="en-US" sz="2000" dirty="0"/>
              <a:t>– since there is a huge amount of addressing, there is no need to use private addressing internally and be mapped to a shared public address</a:t>
            </a:r>
            <a:endParaRPr lang="en-CA" altLang="en-US" sz="2000" dirty="0"/>
          </a:p>
          <a:p>
            <a:pPr lvl="1"/>
            <a:endParaRPr lang="en-CA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006" y="1072896"/>
            <a:ext cx="651599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63026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D930-BD62-4EAD-8256-E21F4E92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IPV4 Addressing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55501-8D15-4B20-B36D-823FFD048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8458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538006-3511-4A6E-8598-8D81409090BE}"/>
              </a:ext>
            </a:extLst>
          </p:cNvPr>
          <p:cNvSpPr/>
          <p:nvPr/>
        </p:nvSpPr>
        <p:spPr>
          <a:xfrm>
            <a:off x="5581289" y="4071666"/>
            <a:ext cx="3243531" cy="813759"/>
          </a:xfrm>
          <a:prstGeom prst="round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BA6608-1ACA-44B1-B20E-ABCD671F5F18}"/>
              </a:ext>
            </a:extLst>
          </p:cNvPr>
          <p:cNvSpPr/>
          <p:nvPr/>
        </p:nvSpPr>
        <p:spPr>
          <a:xfrm>
            <a:off x="3740988" y="4071667"/>
            <a:ext cx="1705154" cy="813759"/>
          </a:xfrm>
          <a:prstGeom prst="round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4DD452-6A78-41B5-8EA0-79EDEC7D7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263632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IPv4 Address: Phone number analogy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B84F5-1E69-4046-8C64-00AE55C5E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Phone numbers are like network addresses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3BB8F-163A-4EF2-847A-E153551BEE5B}"/>
              </a:ext>
            </a:extLst>
          </p:cNvPr>
          <p:cNvSpPr txBox="1"/>
          <p:nvPr/>
        </p:nvSpPr>
        <p:spPr>
          <a:xfrm>
            <a:off x="2955985" y="3897703"/>
            <a:ext cx="6625086" cy="1015663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 dirty="0">
                <a:cs typeface="Calibri"/>
              </a:rPr>
              <a:t>051-3025635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00348CE8-7829-4F8C-8298-56CBA0D3CCDB}"/>
              </a:ext>
            </a:extLst>
          </p:cNvPr>
          <p:cNvSpPr/>
          <p:nvPr/>
        </p:nvSpPr>
        <p:spPr>
          <a:xfrm>
            <a:off x="3237780" y="3288016"/>
            <a:ext cx="2452776" cy="612648"/>
          </a:xfrm>
          <a:prstGeom prst="wedgeRoundRect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Area Code – similar to network portion</a:t>
            </a:r>
            <a:endParaRPr lang="en-US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9270438-F985-463A-BBF2-752AAD7D06BC}"/>
              </a:ext>
            </a:extLst>
          </p:cNvPr>
          <p:cNvSpPr/>
          <p:nvPr/>
        </p:nvSpPr>
        <p:spPr>
          <a:xfrm>
            <a:off x="6098874" y="3288015"/>
            <a:ext cx="2452776" cy="612648"/>
          </a:xfrm>
          <a:prstGeom prst="wedgeRoundRect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Phone number – similar to host portion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77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3" grpId="0"/>
      <p:bldP spid="4" grpId="0"/>
      <p:bldP spid="6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733181-4530-41DD-A3D1-92DF94091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938076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MAC and IP Address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058EA-6407-42D9-A9FC-208E39A4E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82589"/>
            <a:ext cx="3816096" cy="36943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dirty="0">
                <a:cs typeface="Calibri"/>
              </a:rPr>
              <a:t>Physical/MAC address</a:t>
            </a:r>
          </a:p>
          <a:p>
            <a:pPr lvl="1"/>
            <a:r>
              <a:rPr lang="en-US" sz="1700" dirty="0">
                <a:cs typeface="Calibri"/>
              </a:rPr>
              <a:t>Flat Addressing Scheme</a:t>
            </a:r>
          </a:p>
          <a:p>
            <a:pPr lvl="1"/>
            <a:r>
              <a:rPr lang="en-US" sz="1700" dirty="0">
                <a:cs typeface="Calibri"/>
              </a:rPr>
              <a:t>"Burned" into Network Interface</a:t>
            </a:r>
          </a:p>
          <a:p>
            <a:pPr lvl="1"/>
            <a:r>
              <a:rPr lang="en-US" sz="1700" dirty="0">
                <a:cs typeface="Calibri"/>
              </a:rPr>
              <a:t>Doesn't change (like a PPS number)</a:t>
            </a:r>
          </a:p>
          <a:p>
            <a:r>
              <a:rPr lang="en-US" sz="1700" dirty="0">
                <a:cs typeface="Calibri"/>
              </a:rPr>
              <a:t>IP Address</a:t>
            </a:r>
          </a:p>
          <a:p>
            <a:pPr lvl="1"/>
            <a:r>
              <a:rPr lang="en-US" sz="1700" dirty="0">
                <a:cs typeface="Calibri"/>
              </a:rPr>
              <a:t>Hierarchical Addressing</a:t>
            </a:r>
          </a:p>
          <a:p>
            <a:pPr lvl="1"/>
            <a:r>
              <a:rPr lang="en-US" sz="1700" dirty="0">
                <a:cs typeface="Calibri"/>
              </a:rPr>
              <a:t>Software defined</a:t>
            </a:r>
          </a:p>
          <a:p>
            <a:pPr lvl="1"/>
            <a:r>
              <a:rPr lang="en-US" sz="1700" dirty="0">
                <a:cs typeface="Calibri"/>
              </a:rPr>
              <a:t>Your devices "mailing" address (</a:t>
            </a:r>
            <a:r>
              <a:rPr lang="en-US" sz="1700" dirty="0" err="1">
                <a:cs typeface="Calibri"/>
              </a:rPr>
              <a:t>ie</a:t>
            </a:r>
            <a:r>
              <a:rPr lang="en-US" sz="1700" dirty="0">
                <a:cs typeface="Calibri"/>
              </a:rPr>
              <a:t> it usually changes when you move)</a:t>
            </a:r>
          </a:p>
          <a:p>
            <a:r>
              <a:rPr lang="en-US" sz="1700" dirty="0">
                <a:cs typeface="Calibri"/>
              </a:rPr>
              <a:t>You need both...</a:t>
            </a:r>
          </a:p>
          <a:p>
            <a:pPr lvl="1"/>
            <a:endParaRPr lang="en-US" sz="1700" dirty="0">
              <a:cs typeface="Calibri"/>
            </a:endParaRPr>
          </a:p>
        </p:txBody>
      </p:sp>
      <p:pic>
        <p:nvPicPr>
          <p:cNvPr id="4" name="Picture 4" descr="A circuit board&#10;&#10;Description generated with very high confidence">
            <a:extLst>
              <a:ext uri="{FF2B5EF4-FFF2-40B4-BE49-F238E27FC236}">
                <a16:creationId xmlns:a16="http://schemas.microsoft.com/office/drawing/2014/main" id="{F7D02787-8AB6-4767-B2FB-91EBBF12A1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57" r="-1" b="21297"/>
          <a:stretch/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6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129967CB-FA1A-4A69-A99B-C5C47EE905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20"/>
          <a:stretch/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5487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662795" y="-3745097"/>
            <a:ext cx="1354979" cy="10750169"/>
          </a:xfrm>
          <a:prstGeom prst="downArrow">
            <a:avLst>
              <a:gd name="adj1" fmla="val 100000"/>
              <a:gd name="adj2" fmla="val 22582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1A391-20B1-4340-B8BF-6B978FCC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2" y="1204109"/>
            <a:ext cx="10023398" cy="857894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cs typeface="Calibri Light"/>
              </a:rPr>
              <a:t>MAC is flat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C8698-345D-4FCF-9820-FA9C95DBE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1" y="2962451"/>
            <a:ext cx="2779954" cy="28200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>
                <a:cs typeface="Calibri"/>
              </a:rPr>
              <a:t>If the Internet was a flat network with only MAC addresses, switches would need to know the </a:t>
            </a:r>
            <a:r>
              <a:rPr lang="en-US" sz="1600" b="1" dirty="0">
                <a:cs typeface="Calibri"/>
              </a:rPr>
              <a:t>billions</a:t>
            </a:r>
            <a:r>
              <a:rPr lang="en-US" sz="1600" dirty="0">
                <a:cs typeface="Calibri"/>
              </a:rPr>
              <a:t> of MAC addresses or broadcast the frame as an unknown unicast.</a:t>
            </a:r>
          </a:p>
        </p:txBody>
      </p:sp>
      <p:pic>
        <p:nvPicPr>
          <p:cNvPr id="4" name="Picture 4" descr="A picture containing wall, indoor, window, rack&#10;&#10;Description generated with very high confidence">
            <a:extLst>
              <a:ext uri="{FF2B5EF4-FFF2-40B4-BE49-F238E27FC236}">
                <a16:creationId xmlns:a16="http://schemas.microsoft.com/office/drawing/2014/main" id="{F75D48F3-130E-4EBE-9D23-962EB8CDE8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78" b="12358"/>
          <a:stretch/>
        </p:blipFill>
        <p:spPr>
          <a:xfrm>
            <a:off x="4662103" y="3091706"/>
            <a:ext cx="6691698" cy="25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34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96918796-2918-40D6-BE3A-4600C47FC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7661A-A3B5-4CEB-9312-0A13C339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747"/>
            <a:ext cx="10515600" cy="71555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cs typeface="Calibri Light"/>
              </a:rPr>
              <a:t>IP is Hierarchical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17E7-819B-481A-B5F7-766B6CC62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0" y="1597390"/>
            <a:ext cx="9334500" cy="8703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600" dirty="0">
                <a:cs typeface="Calibri"/>
              </a:rPr>
              <a:t>IP address indicates what network the packet belongs to.</a:t>
            </a:r>
          </a:p>
          <a:p>
            <a:pPr algn="ctr"/>
            <a:r>
              <a:rPr lang="en-US" sz="1600" dirty="0">
                <a:cs typeface="Calibri"/>
              </a:rPr>
              <a:t>Routers maintain lists of IP network addresses to route the packet to the right network.</a:t>
            </a:r>
          </a:p>
        </p:txBody>
      </p:sp>
      <p:pic>
        <p:nvPicPr>
          <p:cNvPr id="4" name="Picture 4" descr="A picture containing indoor, wall, floor, window&#10;&#10;Description generated with very high confidence">
            <a:extLst>
              <a:ext uri="{FF2B5EF4-FFF2-40B4-BE49-F238E27FC236}">
                <a16:creationId xmlns:a16="http://schemas.microsoft.com/office/drawing/2014/main" id="{D0AF5CCD-4D0E-4BB4-9AB6-93C7AC26B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19" y="3049567"/>
            <a:ext cx="10515600" cy="26814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8F8BBE-5066-7B02-BD60-193C52B4C73E}"/>
              </a:ext>
            </a:extLst>
          </p:cNvPr>
          <p:cNvSpPr txBox="1"/>
          <p:nvPr/>
        </p:nvSpPr>
        <p:spPr>
          <a:xfrm>
            <a:off x="1144438" y="2862761"/>
            <a:ext cx="150099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E" sz="3600" dirty="0"/>
              <a:t>SETU</a:t>
            </a:r>
          </a:p>
        </p:txBody>
      </p:sp>
    </p:spTree>
    <p:extLst>
      <p:ext uri="{BB962C8B-B14F-4D97-AF65-F5344CB8AC3E}">
        <p14:creationId xmlns:p14="http://schemas.microsoft.com/office/powerpoint/2010/main" val="3108407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2421-E2F5-470C-A9D3-8E0BBC2A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IPv4 Addressing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ECD2F-B298-42E8-BC6A-8EADE5E5C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Which bits refer to network number???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In the past – Classful IP addressing</a:t>
            </a:r>
          </a:p>
          <a:p>
            <a:pPr lvl="1"/>
            <a:r>
              <a:rPr lang="en-US" dirty="0">
                <a:cs typeface="Calibri"/>
              </a:rPr>
              <a:t>Value of first octet(8 bits) determined the network/host portion</a:t>
            </a:r>
          </a:p>
          <a:p>
            <a:r>
              <a:rPr lang="en-US" dirty="0">
                <a:cs typeface="Calibri"/>
              </a:rPr>
              <a:t>Currently</a:t>
            </a:r>
          </a:p>
          <a:p>
            <a:pPr lvl="1"/>
            <a:r>
              <a:rPr lang="en-US" dirty="0">
                <a:cs typeface="Calibri"/>
              </a:rPr>
              <a:t>Classless IP addressing</a:t>
            </a:r>
          </a:p>
          <a:p>
            <a:pPr lvl="1"/>
            <a:r>
              <a:rPr lang="en-US" dirty="0">
                <a:cs typeface="Calibri"/>
              </a:rPr>
              <a:t>Use </a:t>
            </a:r>
            <a:r>
              <a:rPr lang="en-US" b="1" dirty="0">
                <a:cs typeface="Calibri"/>
              </a:rPr>
              <a:t>a subnet mask </a:t>
            </a:r>
            <a:r>
              <a:rPr lang="en-US" dirty="0">
                <a:cs typeface="Calibri"/>
              </a:rPr>
              <a:t>to determine network portion of address</a:t>
            </a:r>
          </a:p>
          <a:p>
            <a:r>
              <a:rPr lang="en-US" dirty="0">
                <a:cs typeface="Calibri"/>
              </a:rPr>
              <a:t>Classless IP Addressing is what is used within the Internet and in most internal networks.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BA6C-CD08-490C-97C1-29E84996E5C2}"/>
              </a:ext>
            </a:extLst>
          </p:cNvPr>
          <p:cNvSpPr/>
          <p:nvPr/>
        </p:nvSpPr>
        <p:spPr>
          <a:xfrm>
            <a:off x="3585964" y="2246608"/>
            <a:ext cx="5745192" cy="312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IPv4 Address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1196E9-FAC0-4157-BAEA-B01D9D9DD418}"/>
              </a:ext>
            </a:extLst>
          </p:cNvPr>
          <p:cNvSpPr/>
          <p:nvPr/>
        </p:nvSpPr>
        <p:spPr>
          <a:xfrm>
            <a:off x="3585964" y="2559410"/>
            <a:ext cx="2741075" cy="31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Network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FB8614-FC35-4A22-9470-A6DBFD9DA035}"/>
              </a:ext>
            </a:extLst>
          </p:cNvPr>
          <p:cNvSpPr/>
          <p:nvPr/>
        </p:nvSpPr>
        <p:spPr>
          <a:xfrm>
            <a:off x="6312663" y="2559410"/>
            <a:ext cx="3018494" cy="31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Host</a:t>
            </a:r>
            <a:endParaRPr lang="en-US" dirty="0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23B23D8-0D0A-4DE2-87CC-6D249BA8B003}"/>
              </a:ext>
            </a:extLst>
          </p:cNvPr>
          <p:cNvSpPr/>
          <p:nvPr/>
        </p:nvSpPr>
        <p:spPr>
          <a:xfrm>
            <a:off x="3590113" y="2935081"/>
            <a:ext cx="5759397" cy="340859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32 bits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5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97DD-0FB5-4B09-9DFB-9A3D2CDF4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IPv4 Addressing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62C3-A88F-4956-A68C-98545055F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04" y="148056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IPv4 are 32 bits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Divided into four 8 bit sections (octets)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Typically expressed in </a:t>
            </a:r>
            <a:r>
              <a:rPr lang="en-US" b="1" dirty="0">
                <a:cs typeface="Calibri"/>
              </a:rPr>
              <a:t>Dot Decimal Notation</a:t>
            </a:r>
          </a:p>
          <a:p>
            <a:pPr marL="457200" lvl="1" indent="0">
              <a:buNone/>
            </a:pPr>
            <a:endParaRPr lang="en-US" b="1" dirty="0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EBA6E8-0E60-482F-835C-4AB7D5A9C319}"/>
              </a:ext>
            </a:extLst>
          </p:cNvPr>
          <p:cNvSpPr/>
          <p:nvPr/>
        </p:nvSpPr>
        <p:spPr>
          <a:xfrm>
            <a:off x="1371851" y="2131589"/>
            <a:ext cx="5745192" cy="312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IPv4 Address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6A91B-8FEC-4288-B455-9AFFC4DEAAAF}"/>
              </a:ext>
            </a:extLst>
          </p:cNvPr>
          <p:cNvSpPr/>
          <p:nvPr/>
        </p:nvSpPr>
        <p:spPr>
          <a:xfrm>
            <a:off x="1371851" y="2444391"/>
            <a:ext cx="2741075" cy="31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Network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82070B-A23E-4DC2-BD81-BE2836E72FA7}"/>
              </a:ext>
            </a:extLst>
          </p:cNvPr>
          <p:cNvSpPr/>
          <p:nvPr/>
        </p:nvSpPr>
        <p:spPr>
          <a:xfrm>
            <a:off x="4098550" y="2444391"/>
            <a:ext cx="3018494" cy="31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Host</a:t>
            </a:r>
            <a:endParaRPr lang="en-US" dirty="0"/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3DAF4035-96DF-4209-B1F8-F7E632CBC5EA}"/>
              </a:ext>
            </a:extLst>
          </p:cNvPr>
          <p:cNvSpPr/>
          <p:nvPr/>
        </p:nvSpPr>
        <p:spPr>
          <a:xfrm>
            <a:off x="1376000" y="2820062"/>
            <a:ext cx="5759397" cy="340859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32 bits</a:t>
            </a:r>
            <a:endParaRPr lang="en-US"/>
          </a:p>
        </p:txBody>
      </p:sp>
      <p:pic>
        <p:nvPicPr>
          <p:cNvPr id="19" name="Picture 19" descr="A close up of a clock&#10;&#10;Description generated with high confidence">
            <a:extLst>
              <a:ext uri="{FF2B5EF4-FFF2-40B4-BE49-F238E27FC236}">
                <a16:creationId xmlns:a16="http://schemas.microsoft.com/office/drawing/2014/main" id="{81E7D122-0E06-43F9-A1AB-B36CB6299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589" y="3544590"/>
            <a:ext cx="5748067" cy="690173"/>
          </a:xfrm>
          <a:prstGeom prst="rect">
            <a:avLst/>
          </a:prstGeom>
        </p:spPr>
      </p:pic>
      <p:pic>
        <p:nvPicPr>
          <p:cNvPr id="21" name="Picture 21" descr="A picture containing object&#10;&#10;Description generated with very high confidence">
            <a:extLst>
              <a:ext uri="{FF2B5EF4-FFF2-40B4-BE49-F238E27FC236}">
                <a16:creationId xmlns:a16="http://schemas.microsoft.com/office/drawing/2014/main" id="{D52EA61F-3514-4605-8472-FA7646FA2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703" y="4229943"/>
            <a:ext cx="5891842" cy="785959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BEFF563E-0518-47B7-875A-DBAEE1C9E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589" y="5605208"/>
            <a:ext cx="5891841" cy="72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6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1" grpId="0" animBg="1"/>
      <p:bldP spid="13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48E2-B48B-4531-B2F4-F80B0DDF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IPv4 Address: Converting from binary to dot decimal notation</a:t>
            </a:r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9464265-71A7-5E82-C24C-12691A472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107480"/>
              </p:ext>
            </p:extLst>
          </p:nvPr>
        </p:nvGraphicFramePr>
        <p:xfrm>
          <a:off x="1550545" y="3931100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7263935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4418309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15762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702398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1766743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9837484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514793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52010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96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713246"/>
                  </a:ext>
                </a:extLst>
              </a:tr>
            </a:tbl>
          </a:graphicData>
        </a:graphic>
      </p:graphicFrame>
      <p:pic>
        <p:nvPicPr>
          <p:cNvPr id="5" name="Picture 21" descr="A picture containing object&#10;&#10;Description generated with very high confidence">
            <a:extLst>
              <a:ext uri="{FF2B5EF4-FFF2-40B4-BE49-F238E27FC236}">
                <a16:creationId xmlns:a16="http://schemas.microsoft.com/office/drawing/2014/main" id="{C959142E-31DC-30EF-7099-492E28783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665" y="2604773"/>
            <a:ext cx="8211760" cy="1095431"/>
          </a:xfrm>
          <a:prstGeom prst="rect">
            <a:avLst/>
          </a:prstGeom>
        </p:spPr>
      </p:pic>
      <p:pic>
        <p:nvPicPr>
          <p:cNvPr id="6" name="Picture 19" descr="A close up of a clock&#10;&#10;Description generated with high confidence">
            <a:extLst>
              <a:ext uri="{FF2B5EF4-FFF2-40B4-BE49-F238E27FC236}">
                <a16:creationId xmlns:a16="http://schemas.microsoft.com/office/drawing/2014/main" id="{2A7D0EB0-4A95-76A8-F6BB-06CFD76CE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45" y="1617499"/>
            <a:ext cx="8025622" cy="9636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A67073-35AA-CE96-C8FA-8A1DB5F0308D}"/>
                  </a:ext>
                </a:extLst>
              </p14:cNvPr>
              <p14:cNvContentPartPr/>
              <p14:nvPr/>
            </p14:nvContentPartPr>
            <p14:xfrm>
              <a:off x="1668421" y="2617678"/>
              <a:ext cx="1953720" cy="551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A67073-35AA-CE96-C8FA-8A1DB5F030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0781" y="2600038"/>
                <a:ext cx="1989360" cy="58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B4F3B2A-A0D7-D48F-1824-07800F9A1C8D}"/>
              </a:ext>
            </a:extLst>
          </p:cNvPr>
          <p:cNvGrpSpPr/>
          <p:nvPr/>
        </p:nvGrpSpPr>
        <p:grpSpPr>
          <a:xfrm>
            <a:off x="3007981" y="3178918"/>
            <a:ext cx="425880" cy="715680"/>
            <a:chOff x="3007981" y="3178918"/>
            <a:chExt cx="425880" cy="71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10DBF7-6568-1AA4-8899-AE6805ED4AAB}"/>
                    </a:ext>
                  </a:extLst>
                </p14:cNvPr>
                <p14:cNvContentPartPr/>
                <p14:nvPr/>
              </p14:nvContentPartPr>
              <p14:xfrm>
                <a:off x="3007981" y="3178918"/>
                <a:ext cx="425880" cy="715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10DBF7-6568-1AA4-8899-AE6805ED4AA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89981" y="3161278"/>
                  <a:ext cx="46152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607C77-E661-822A-1A23-B5AC9DE62FE7}"/>
                    </a:ext>
                  </a:extLst>
                </p14:cNvPr>
                <p14:cNvContentPartPr/>
                <p14:nvPr/>
              </p14:nvContentPartPr>
              <p14:xfrm>
                <a:off x="3164941" y="3821878"/>
                <a:ext cx="234360" cy="71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607C77-E661-822A-1A23-B5AC9DE62F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47301" y="3803878"/>
                  <a:ext cx="27000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484006E-DE2E-B178-5671-62A277DBB612}"/>
                  </a:ext>
                </a:extLst>
              </p14:cNvPr>
              <p14:cNvContentPartPr/>
              <p14:nvPr/>
            </p14:nvContentPartPr>
            <p14:xfrm>
              <a:off x="2041381" y="4379878"/>
              <a:ext cx="32400" cy="221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484006E-DE2E-B178-5671-62A277DBB61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32381" y="4371238"/>
                <a:ext cx="5004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D7A1F88-110B-95E4-3F2C-1CDCA4650E9C}"/>
                  </a:ext>
                </a:extLst>
              </p14:cNvPr>
              <p14:cNvContentPartPr/>
              <p14:nvPr/>
            </p14:nvContentPartPr>
            <p14:xfrm>
              <a:off x="3043621" y="4385998"/>
              <a:ext cx="133920" cy="1800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D7A1F88-110B-95E4-3F2C-1CDCA4650E9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34981" y="4376998"/>
                <a:ext cx="1515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B9898AD-A46B-32DD-9073-181DB451AE12}"/>
                  </a:ext>
                </a:extLst>
              </p14:cNvPr>
              <p14:cNvContentPartPr/>
              <p14:nvPr/>
            </p14:nvContentPartPr>
            <p14:xfrm>
              <a:off x="4013821" y="4367998"/>
              <a:ext cx="162720" cy="212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B9898AD-A46B-32DD-9073-181DB451AE1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05181" y="4359358"/>
                <a:ext cx="1803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A5C4787-E3E8-B91F-9D00-126A9654DBE7}"/>
                  </a:ext>
                </a:extLst>
              </p14:cNvPr>
              <p14:cNvContentPartPr/>
              <p14:nvPr/>
            </p14:nvContentPartPr>
            <p14:xfrm>
              <a:off x="5000221" y="4406158"/>
              <a:ext cx="154800" cy="195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A5C4787-E3E8-B91F-9D00-126A9654DBE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91581" y="4397518"/>
                <a:ext cx="1724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9FB316D-4CC2-BB62-CC37-8F6DCB697D77}"/>
                  </a:ext>
                </a:extLst>
              </p14:cNvPr>
              <p14:cNvContentPartPr/>
              <p14:nvPr/>
            </p14:nvContentPartPr>
            <p14:xfrm>
              <a:off x="6108301" y="4364758"/>
              <a:ext cx="138960" cy="241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9FB316D-4CC2-BB62-CC37-8F6DCB697D7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99661" y="4356118"/>
                <a:ext cx="15660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912D651-AE33-E820-D6D5-9EE611CE34B6}"/>
                  </a:ext>
                </a:extLst>
              </p14:cNvPr>
              <p14:cNvContentPartPr/>
              <p14:nvPr/>
            </p14:nvContentPartPr>
            <p14:xfrm>
              <a:off x="7052221" y="4355758"/>
              <a:ext cx="169200" cy="230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912D651-AE33-E820-D6D5-9EE611CE34B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43581" y="4346758"/>
                <a:ext cx="1868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1D749DA-3430-EC71-BDE2-761BB2176764}"/>
                  </a:ext>
                </a:extLst>
              </p14:cNvPr>
              <p14:cNvContentPartPr/>
              <p14:nvPr/>
            </p14:nvContentPartPr>
            <p14:xfrm>
              <a:off x="8079661" y="4407598"/>
              <a:ext cx="40320" cy="209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1D749DA-3430-EC71-BDE2-761BB217676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070661" y="4398598"/>
                <a:ext cx="579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CDCB641-CAF8-E809-1F1A-35E41741CB4D}"/>
                  </a:ext>
                </a:extLst>
              </p14:cNvPr>
              <p14:cNvContentPartPr/>
              <p14:nvPr/>
            </p14:nvContentPartPr>
            <p14:xfrm>
              <a:off x="9180901" y="4439998"/>
              <a:ext cx="30960" cy="2196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CDCB641-CAF8-E809-1F1A-35E41741CB4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172261" y="4430998"/>
                <a:ext cx="48600" cy="23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C4308F12-AA91-F307-B26C-7780DBCEC28E}"/>
              </a:ext>
            </a:extLst>
          </p:cNvPr>
          <p:cNvGrpSpPr/>
          <p:nvPr/>
        </p:nvGrpSpPr>
        <p:grpSpPr>
          <a:xfrm>
            <a:off x="1637461" y="4795318"/>
            <a:ext cx="7689960" cy="960480"/>
            <a:chOff x="1637461" y="4795318"/>
            <a:chExt cx="7689960" cy="96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83ECE0-B580-87EC-5612-FA2FED698C6B}"/>
                    </a:ext>
                  </a:extLst>
                </p14:cNvPr>
                <p14:cNvContentPartPr/>
                <p14:nvPr/>
              </p14:nvContentPartPr>
              <p14:xfrm>
                <a:off x="1799101" y="4842478"/>
                <a:ext cx="28800" cy="252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83ECE0-B580-87EC-5612-FA2FED698C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90101" y="4833838"/>
                  <a:ext cx="46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7A90ACB-B49B-86AD-B9D8-9C0B9A5F25EE}"/>
                    </a:ext>
                  </a:extLst>
                </p14:cNvPr>
                <p14:cNvContentPartPr/>
                <p14:nvPr/>
              </p14:nvContentPartPr>
              <p14:xfrm>
                <a:off x="1947421" y="4859038"/>
                <a:ext cx="158400" cy="235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7A90ACB-B49B-86AD-B9D8-9C0B9A5F25E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38421" y="4850038"/>
                  <a:ext cx="1760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CE33DF5-8051-CF6E-8815-B2DAD6DDC079}"/>
                    </a:ext>
                  </a:extLst>
                </p14:cNvPr>
                <p14:cNvContentPartPr/>
                <p14:nvPr/>
              </p14:nvContentPartPr>
              <p14:xfrm>
                <a:off x="2203021" y="4875958"/>
                <a:ext cx="108720" cy="228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CE33DF5-8051-CF6E-8815-B2DAD6DDC07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94381" y="4866958"/>
                  <a:ext cx="1263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7CF3C57-FE3A-496E-395A-014042109C30}"/>
                    </a:ext>
                  </a:extLst>
                </p14:cNvPr>
                <p14:cNvContentPartPr/>
                <p14:nvPr/>
              </p14:nvContentPartPr>
              <p14:xfrm>
                <a:off x="2528821" y="4921318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7CF3C57-FE3A-496E-395A-014042109C3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9821" y="491267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B9BF59-AF3B-5CDF-D189-B043DE3109ED}"/>
                    </a:ext>
                  </a:extLst>
                </p14:cNvPr>
                <p14:cNvContentPartPr/>
                <p14:nvPr/>
              </p14:nvContentPartPr>
              <p14:xfrm>
                <a:off x="2545021" y="4884958"/>
                <a:ext cx="33480" cy="209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B9BF59-AF3B-5CDF-D189-B043DE3109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36381" y="4876318"/>
                  <a:ext cx="51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4B3316B-A08C-995F-7994-77BB79D5BA67}"/>
                    </a:ext>
                  </a:extLst>
                </p14:cNvPr>
                <p14:cNvContentPartPr/>
                <p14:nvPr/>
              </p14:nvContentPartPr>
              <p14:xfrm>
                <a:off x="2484541" y="4996918"/>
                <a:ext cx="174240" cy="18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4B3316B-A08C-995F-7994-77BB79D5BA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75901" y="4988278"/>
                  <a:ext cx="191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515F40A-90FD-6376-F20E-A933D3ECE3A7}"/>
                    </a:ext>
                  </a:extLst>
                </p14:cNvPr>
                <p14:cNvContentPartPr/>
                <p14:nvPr/>
              </p14:nvContentPartPr>
              <p14:xfrm>
                <a:off x="2969101" y="4900798"/>
                <a:ext cx="168120" cy="284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515F40A-90FD-6376-F20E-A933D3ECE3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60101" y="4891798"/>
                  <a:ext cx="1857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6EEF3DE-8C11-C546-6ACA-CB572C5126E8}"/>
                    </a:ext>
                  </a:extLst>
                </p14:cNvPr>
                <p14:cNvContentPartPr/>
                <p14:nvPr/>
              </p14:nvContentPartPr>
              <p14:xfrm>
                <a:off x="3609181" y="4909798"/>
                <a:ext cx="51120" cy="218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6EEF3DE-8C11-C546-6ACA-CB572C5126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00541" y="4901158"/>
                  <a:ext cx="687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BBDC03-2F3B-8F6B-844A-E39D866B2F55}"/>
                    </a:ext>
                  </a:extLst>
                </p14:cNvPr>
                <p14:cNvContentPartPr/>
                <p14:nvPr/>
              </p14:nvContentPartPr>
              <p14:xfrm>
                <a:off x="3535381" y="5021758"/>
                <a:ext cx="209880" cy="19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BBDC03-2F3B-8F6B-844A-E39D866B2F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26381" y="5013118"/>
                  <a:ext cx="227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AFA98C9-2904-DCE6-A8AA-146241339A3B}"/>
                    </a:ext>
                  </a:extLst>
                </p14:cNvPr>
                <p14:cNvContentPartPr/>
                <p14:nvPr/>
              </p14:nvContentPartPr>
              <p14:xfrm>
                <a:off x="3953341" y="4884958"/>
                <a:ext cx="150120" cy="247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AFA98C9-2904-DCE6-A8AA-146241339A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44341" y="4876318"/>
                  <a:ext cx="167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C916752-4686-475B-D1BA-0FAB36ABCC2E}"/>
                    </a:ext>
                  </a:extLst>
                </p14:cNvPr>
                <p14:cNvContentPartPr/>
                <p14:nvPr/>
              </p14:nvContentPartPr>
              <p14:xfrm>
                <a:off x="4669741" y="4839598"/>
                <a:ext cx="36000" cy="259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C916752-4686-475B-D1BA-0FAB36ABCC2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60741" y="4830598"/>
                  <a:ext cx="536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64219CA-8CDA-2262-82CB-3593B8B01F7E}"/>
                    </a:ext>
                  </a:extLst>
                </p14:cNvPr>
                <p14:cNvContentPartPr/>
                <p14:nvPr/>
              </p14:nvContentPartPr>
              <p14:xfrm>
                <a:off x="4586221" y="4982518"/>
                <a:ext cx="172440" cy="15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64219CA-8CDA-2262-82CB-3593B8B01F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77221" y="4973518"/>
                  <a:ext cx="190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15FBD7E-51B5-DAA0-E955-18C72CEC3DD8}"/>
                    </a:ext>
                  </a:extLst>
                </p14:cNvPr>
                <p14:cNvContentPartPr/>
                <p14:nvPr/>
              </p14:nvContentPartPr>
              <p14:xfrm>
                <a:off x="5009221" y="4795318"/>
                <a:ext cx="203040" cy="320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15FBD7E-51B5-DAA0-E955-18C72CEC3DD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00581" y="4786318"/>
                  <a:ext cx="2206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86959B-7ABE-D423-214E-B298B4469644}"/>
                    </a:ext>
                  </a:extLst>
                </p14:cNvPr>
                <p14:cNvContentPartPr/>
                <p14:nvPr/>
              </p14:nvContentPartPr>
              <p14:xfrm>
                <a:off x="5703301" y="4846438"/>
                <a:ext cx="93600" cy="258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86959B-7ABE-D423-214E-B298B44696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94661" y="4837438"/>
                  <a:ext cx="1112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E2CEA59-A32B-D533-1D44-1BBD29B4F8F1}"/>
                    </a:ext>
                  </a:extLst>
                </p14:cNvPr>
                <p14:cNvContentPartPr/>
                <p14:nvPr/>
              </p14:nvContentPartPr>
              <p14:xfrm>
                <a:off x="5654341" y="4973878"/>
                <a:ext cx="103320" cy="33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E2CEA59-A32B-D533-1D44-1BBD29B4F8F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45701" y="4965238"/>
                  <a:ext cx="120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0818641-EA1E-FB70-8868-7CC0A641250E}"/>
                    </a:ext>
                  </a:extLst>
                </p14:cNvPr>
                <p14:cNvContentPartPr/>
                <p14:nvPr/>
              </p14:nvContentPartPr>
              <p14:xfrm>
                <a:off x="6046381" y="4805038"/>
                <a:ext cx="164880" cy="305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0818641-EA1E-FB70-8868-7CC0A641250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37741" y="4796398"/>
                  <a:ext cx="1825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95C0E28-BA6E-2CBF-CD19-7D2AC4B877AC}"/>
                    </a:ext>
                  </a:extLst>
                </p14:cNvPr>
                <p14:cNvContentPartPr/>
                <p14:nvPr/>
              </p14:nvContentPartPr>
              <p14:xfrm>
                <a:off x="6682141" y="4829158"/>
                <a:ext cx="39600" cy="272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95C0E28-BA6E-2CBF-CD19-7D2AC4B877A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73141" y="4820518"/>
                  <a:ext cx="57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62EBE13-B121-C507-437E-9BF418B8CAE0}"/>
                    </a:ext>
                  </a:extLst>
                </p14:cNvPr>
                <p14:cNvContentPartPr/>
                <p14:nvPr/>
              </p14:nvContentPartPr>
              <p14:xfrm>
                <a:off x="6621661" y="4966678"/>
                <a:ext cx="147600" cy="15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62EBE13-B121-C507-437E-9BF418B8CAE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12661" y="4958038"/>
                  <a:ext cx="165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5219AA2-41B2-9D2C-F3A1-634E9AD47FDF}"/>
                    </a:ext>
                  </a:extLst>
                </p14:cNvPr>
                <p14:cNvContentPartPr/>
                <p14:nvPr/>
              </p14:nvContentPartPr>
              <p14:xfrm>
                <a:off x="7018741" y="4816558"/>
                <a:ext cx="202320" cy="299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5219AA2-41B2-9D2C-F3A1-634E9AD47FD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10101" y="4807558"/>
                  <a:ext cx="2199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DBC256A-599A-1872-A52F-63D1566D95BE}"/>
                    </a:ext>
                  </a:extLst>
                </p14:cNvPr>
                <p14:cNvContentPartPr/>
                <p14:nvPr/>
              </p14:nvContentPartPr>
              <p14:xfrm>
                <a:off x="7610941" y="4866238"/>
                <a:ext cx="46440" cy="224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DBC256A-599A-1872-A52F-63D1566D95B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2301" y="4857238"/>
                  <a:ext cx="640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3684470-CFFC-B766-DD0C-4A0ABEF02DDE}"/>
                    </a:ext>
                  </a:extLst>
                </p14:cNvPr>
                <p14:cNvContentPartPr/>
                <p14:nvPr/>
              </p14:nvContentPartPr>
              <p14:xfrm>
                <a:off x="7581421" y="4959478"/>
                <a:ext cx="111960" cy="17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3684470-CFFC-B766-DD0C-4A0ABEF02DD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72781" y="4950838"/>
                  <a:ext cx="129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47B51D8-4815-4DFC-3A8C-EADB144C9E5A}"/>
                    </a:ext>
                  </a:extLst>
                </p14:cNvPr>
                <p14:cNvContentPartPr/>
                <p14:nvPr/>
              </p14:nvContentPartPr>
              <p14:xfrm>
                <a:off x="7963741" y="4848958"/>
                <a:ext cx="160920" cy="258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47B51D8-4815-4DFC-3A8C-EADB144C9E5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54741" y="4839958"/>
                  <a:ext cx="1785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FFC1757-BD7E-77B5-D107-D6FA7EBA5557}"/>
                    </a:ext>
                  </a:extLst>
                </p14:cNvPr>
                <p14:cNvContentPartPr/>
                <p14:nvPr/>
              </p14:nvContentPartPr>
              <p14:xfrm>
                <a:off x="8704261" y="4888198"/>
                <a:ext cx="28080" cy="207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FFC1757-BD7E-77B5-D107-D6FA7EBA555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95261" y="4879198"/>
                  <a:ext cx="45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0FE7FED-7295-E00D-2526-EF9FA03E3F16}"/>
                    </a:ext>
                  </a:extLst>
                </p14:cNvPr>
                <p14:cNvContentPartPr/>
                <p14:nvPr/>
              </p14:nvContentPartPr>
              <p14:xfrm>
                <a:off x="8597701" y="5004478"/>
                <a:ext cx="192240" cy="12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0FE7FED-7295-E00D-2526-EF9FA03E3F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88701" y="4995478"/>
                  <a:ext cx="209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8230265-65AD-65E3-28D2-5B8EEE548940}"/>
                    </a:ext>
                  </a:extLst>
                </p14:cNvPr>
                <p14:cNvContentPartPr/>
                <p14:nvPr/>
              </p14:nvContentPartPr>
              <p14:xfrm>
                <a:off x="9198901" y="4825198"/>
                <a:ext cx="16920" cy="245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8230265-65AD-65E3-28D2-5B8EEE54894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190261" y="4816198"/>
                  <a:ext cx="345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75CE4A7-F4AA-3CF3-B68F-E4D6FEF0E20E}"/>
                    </a:ext>
                  </a:extLst>
                </p14:cNvPr>
                <p14:cNvContentPartPr/>
                <p14:nvPr/>
              </p14:nvContentPartPr>
              <p14:xfrm>
                <a:off x="1637461" y="5058118"/>
                <a:ext cx="7689960" cy="697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75CE4A7-F4AA-3CF3-B68F-E4D6FEF0E20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28461" y="5049478"/>
                  <a:ext cx="7707600" cy="71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84CE626-9258-9306-7781-829F3E2FEB33}"/>
              </a:ext>
            </a:extLst>
          </p:cNvPr>
          <p:cNvGrpSpPr/>
          <p:nvPr/>
        </p:nvGrpSpPr>
        <p:grpSpPr>
          <a:xfrm>
            <a:off x="2678221" y="5942278"/>
            <a:ext cx="715320" cy="374400"/>
            <a:chOff x="2678221" y="5942278"/>
            <a:chExt cx="71532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3629F00-3440-29F2-D752-0F73AB8C1339}"/>
                    </a:ext>
                  </a:extLst>
                </p14:cNvPr>
                <p14:cNvContentPartPr/>
                <p14:nvPr/>
              </p14:nvContentPartPr>
              <p14:xfrm>
                <a:off x="2678221" y="5942278"/>
                <a:ext cx="13680" cy="265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3629F00-3440-29F2-D752-0F73AB8C133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69581" y="5933278"/>
                  <a:ext cx="313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1DB2770-2DD8-9E87-5407-4B47DD140A4E}"/>
                    </a:ext>
                  </a:extLst>
                </p14:cNvPr>
                <p14:cNvContentPartPr/>
                <p14:nvPr/>
              </p14:nvContentPartPr>
              <p14:xfrm>
                <a:off x="2848501" y="5962798"/>
                <a:ext cx="131040" cy="337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1DB2770-2DD8-9E87-5407-4B47DD140A4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39861" y="5954158"/>
                  <a:ext cx="1486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071734F-5544-DAC4-81C9-384802C6B58D}"/>
                    </a:ext>
                  </a:extLst>
                </p14:cNvPr>
                <p14:cNvContentPartPr/>
                <p14:nvPr/>
              </p14:nvContentPartPr>
              <p14:xfrm>
                <a:off x="3138661" y="5965318"/>
                <a:ext cx="36720" cy="333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071734F-5544-DAC4-81C9-384802C6B58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29661" y="5956318"/>
                  <a:ext cx="543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1CFE229-A618-D27F-C2BF-152D1E010C5C}"/>
                    </a:ext>
                  </a:extLst>
                </p14:cNvPr>
                <p14:cNvContentPartPr/>
                <p14:nvPr/>
              </p14:nvContentPartPr>
              <p14:xfrm>
                <a:off x="3339901" y="6237118"/>
                <a:ext cx="53640" cy="79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1CFE229-A618-D27F-C2BF-152D1E010C5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330901" y="6228118"/>
                  <a:ext cx="7128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2D56D32-F187-5D1F-EB97-F269899CC445}"/>
              </a:ext>
            </a:extLst>
          </p:cNvPr>
          <p:cNvGrpSpPr/>
          <p:nvPr/>
        </p:nvGrpSpPr>
        <p:grpSpPr>
          <a:xfrm>
            <a:off x="3337021" y="5561038"/>
            <a:ext cx="1890360" cy="418320"/>
            <a:chOff x="3337021" y="5561038"/>
            <a:chExt cx="189036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9BF8196-7302-8C02-B92F-B4E34AD58421}"/>
                    </a:ext>
                  </a:extLst>
                </p14:cNvPr>
                <p14:cNvContentPartPr/>
                <p14:nvPr/>
              </p14:nvContentPartPr>
              <p14:xfrm>
                <a:off x="3486421" y="5561038"/>
                <a:ext cx="1740960" cy="312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9BF8196-7302-8C02-B92F-B4E34AD584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77421" y="5552398"/>
                  <a:ext cx="17586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5076EDA-B9E0-241B-EB8D-19CDB6ADD423}"/>
                    </a:ext>
                  </a:extLst>
                </p14:cNvPr>
                <p14:cNvContentPartPr/>
                <p14:nvPr/>
              </p14:nvContentPartPr>
              <p14:xfrm>
                <a:off x="3337021" y="5766238"/>
                <a:ext cx="382320" cy="213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5076EDA-B9E0-241B-EB8D-19CDB6ADD42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28021" y="5757238"/>
                  <a:ext cx="39996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96A58FD-F9EC-B20E-6ABF-6ED9D9C60ABA}"/>
                  </a:ext>
                </a:extLst>
              </p14:cNvPr>
              <p14:cNvContentPartPr/>
              <p14:nvPr/>
            </p14:nvContentPartPr>
            <p14:xfrm>
              <a:off x="4474621" y="6412798"/>
              <a:ext cx="6480" cy="9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96A58FD-F9EC-B20E-6ABF-6ED9D9C60AB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465621" y="6404158"/>
                <a:ext cx="24120" cy="2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24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FC3B-C76A-4122-8C69-72F6034DC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IPv4 Address: Converting from Decimal to Binary</a:t>
            </a:r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933F5522-EA60-40FB-8662-8BE758D98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596140"/>
              </p:ext>
            </p:extLst>
          </p:nvPr>
        </p:nvGraphicFramePr>
        <p:xfrm>
          <a:off x="1565977" y="5165098"/>
          <a:ext cx="8128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7263935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4418309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15762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702398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1766743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9837484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514793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52010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96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713246"/>
                  </a:ext>
                </a:extLst>
              </a:tr>
            </a:tbl>
          </a:graphicData>
        </a:graphic>
      </p:graphicFrame>
      <p:pic>
        <p:nvPicPr>
          <p:cNvPr id="71" name="Picture 23">
            <a:extLst>
              <a:ext uri="{FF2B5EF4-FFF2-40B4-BE49-F238E27FC236}">
                <a16:creationId xmlns:a16="http://schemas.microsoft.com/office/drawing/2014/main" id="{1C147616-A8EF-21B3-02E2-2A0067857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057" y="1572638"/>
            <a:ext cx="5891841" cy="722792"/>
          </a:xfrm>
          <a:prstGeom prst="rect">
            <a:avLst/>
          </a:prstGeom>
        </p:spPr>
      </p:pic>
      <p:pic>
        <p:nvPicPr>
          <p:cNvPr id="256" name="Picture 21" descr="A picture containing object&#10;&#10;Description generated with very high confidence">
            <a:extLst>
              <a:ext uri="{FF2B5EF4-FFF2-40B4-BE49-F238E27FC236}">
                <a16:creationId xmlns:a16="http://schemas.microsoft.com/office/drawing/2014/main" id="{FD19BF0B-F589-85D0-EF56-E3FFD79E2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372" y="6123623"/>
            <a:ext cx="5891842" cy="78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7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2C36-29CC-44A7-BEF3-BF748EF2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063" y="-232317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IPv4 Address: Converting Decimal to Binary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96C37-9811-4F61-9F2A-0F42C3A18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6835" y="2066790"/>
            <a:ext cx="355701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cs typeface="Calibri"/>
              </a:rPr>
              <a:t>192.168.10.10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EA394-9EE1-441D-9598-9E9FA9ECB44B}"/>
              </a:ext>
            </a:extLst>
          </p:cNvPr>
          <p:cNvSpPr txBox="1"/>
          <p:nvPr/>
        </p:nvSpPr>
        <p:spPr>
          <a:xfrm>
            <a:off x="3696427" y="5455390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192</a:t>
            </a:r>
          </a:p>
          <a:p>
            <a:pPr algn="ctr"/>
            <a:r>
              <a:rPr lang="en-US" sz="2800" dirty="0">
                <a:cs typeface="Calibri"/>
              </a:rPr>
              <a:t>11000000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5213D-C398-4A9A-AEDF-DE7012F67678}"/>
              </a:ext>
            </a:extLst>
          </p:cNvPr>
          <p:cNvSpPr txBox="1"/>
          <p:nvPr/>
        </p:nvSpPr>
        <p:spPr>
          <a:xfrm>
            <a:off x="5539480" y="5446761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168</a:t>
            </a:r>
          </a:p>
          <a:p>
            <a:pPr algn="ctr"/>
            <a:r>
              <a:rPr lang="en-US" sz="2800" dirty="0">
                <a:cs typeface="Calibri"/>
              </a:rPr>
              <a:t>10101000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EA0A6-79C2-4B84-BCC7-1B666BC957AB}"/>
              </a:ext>
            </a:extLst>
          </p:cNvPr>
          <p:cNvSpPr txBox="1"/>
          <p:nvPr/>
        </p:nvSpPr>
        <p:spPr>
          <a:xfrm>
            <a:off x="7123974" y="5455391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10</a:t>
            </a:r>
          </a:p>
          <a:p>
            <a:pPr algn="ctr"/>
            <a:r>
              <a:rPr lang="en-US" sz="2800" dirty="0">
                <a:cs typeface="Calibri"/>
              </a:rPr>
              <a:t>00001010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BDCD0-118B-4AE6-949F-6C9C8A8D8004}"/>
              </a:ext>
            </a:extLst>
          </p:cNvPr>
          <p:cNvSpPr txBox="1"/>
          <p:nvPr/>
        </p:nvSpPr>
        <p:spPr>
          <a:xfrm>
            <a:off x="8915987" y="5485637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10</a:t>
            </a:r>
          </a:p>
          <a:p>
            <a:pPr algn="ctr"/>
            <a:r>
              <a:rPr lang="en-US" sz="2800" dirty="0">
                <a:cs typeface="Calibri"/>
              </a:rPr>
              <a:t>00001010</a:t>
            </a:r>
            <a:endParaRPr lang="en-US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E16DBE-C067-422B-988C-5972D429279E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5068027" y="2517229"/>
            <a:ext cx="2399333" cy="293816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B9780E-7DC5-489F-AC19-5523290F80BD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6911080" y="2525983"/>
            <a:ext cx="1322186" cy="29207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664334-A726-4930-B588-51D85EDE1C7E}"/>
              </a:ext>
            </a:extLst>
          </p:cNvPr>
          <p:cNvCxnSpPr>
            <a:cxnSpLocks/>
          </p:cNvCxnSpPr>
          <p:nvPr/>
        </p:nvCxnSpPr>
        <p:spPr>
          <a:xfrm flipH="1">
            <a:off x="8624305" y="2522793"/>
            <a:ext cx="106070" cy="29930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C7E4AF-05EE-484C-A32C-6489DB235409}"/>
              </a:ext>
            </a:extLst>
          </p:cNvPr>
          <p:cNvCxnSpPr>
            <a:cxnSpLocks/>
          </p:cNvCxnSpPr>
          <p:nvPr/>
        </p:nvCxnSpPr>
        <p:spPr>
          <a:xfrm>
            <a:off x="9190699" y="2493220"/>
            <a:ext cx="1000356" cy="29924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F3224A9D-7E18-ECFF-129D-48521B63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09" y="1164545"/>
            <a:ext cx="5352154" cy="35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9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96EA7FA-5B8B-43F4-A39B-55D8065FAB70}"/>
              </a:ext>
            </a:extLst>
          </p:cNvPr>
          <p:cNvSpPr/>
          <p:nvPr/>
        </p:nvSpPr>
        <p:spPr>
          <a:xfrm>
            <a:off x="1929440" y="4618008"/>
            <a:ext cx="7858664" cy="9862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7C3E4A6-9F71-4415-A483-7CB86C3A037B}"/>
              </a:ext>
            </a:extLst>
          </p:cNvPr>
          <p:cNvSpPr/>
          <p:nvPr/>
        </p:nvSpPr>
        <p:spPr>
          <a:xfrm>
            <a:off x="1958196" y="3453442"/>
            <a:ext cx="7858664" cy="9862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82393-566B-4F4D-88E5-ABA265C46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IPv4 Subnet Mask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45A7A-69AD-4BF4-BCC1-65AF62006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 subnet mask is a separate 32-bit pattern used to define the network and host portions of an address.</a:t>
            </a:r>
          </a:p>
          <a:p>
            <a:r>
              <a:rPr lang="en-US" dirty="0">
                <a:cs typeface="Calibri"/>
              </a:rPr>
              <a:t>Shows where the network portion is in the IP.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5A0F0-57D2-46A4-9A3B-601F1E3B8102}"/>
              </a:ext>
            </a:extLst>
          </p:cNvPr>
          <p:cNvSpPr txBox="1"/>
          <p:nvPr/>
        </p:nvSpPr>
        <p:spPr>
          <a:xfrm>
            <a:off x="1777041" y="3452004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192</a:t>
            </a:r>
          </a:p>
          <a:p>
            <a:pPr algn="ctr"/>
            <a:r>
              <a:rPr lang="en-US" sz="2800">
                <a:cs typeface="Calibri"/>
              </a:rPr>
              <a:t>11000000</a:t>
            </a:r>
            <a:endParaRPr lang="en-US" sz="2800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4A66C-887D-40EA-AB54-6B327C830B8E}"/>
              </a:ext>
            </a:extLst>
          </p:cNvPr>
          <p:cNvSpPr txBox="1"/>
          <p:nvPr/>
        </p:nvSpPr>
        <p:spPr>
          <a:xfrm>
            <a:off x="3631719" y="3452003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168</a:t>
            </a:r>
          </a:p>
          <a:p>
            <a:pPr algn="ctr"/>
            <a:r>
              <a:rPr lang="en-US" sz="2800">
                <a:cs typeface="Calibri"/>
              </a:rPr>
              <a:t>10101000</a:t>
            </a:r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C7024-22D2-43DA-BFC8-9C94A4394694}"/>
              </a:ext>
            </a:extLst>
          </p:cNvPr>
          <p:cNvSpPr txBox="1"/>
          <p:nvPr/>
        </p:nvSpPr>
        <p:spPr>
          <a:xfrm>
            <a:off x="5630172" y="3452002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10</a:t>
            </a:r>
          </a:p>
          <a:p>
            <a:pPr algn="ctr"/>
            <a:r>
              <a:rPr lang="en-US" sz="2800" dirty="0">
                <a:cs typeface="Calibri"/>
              </a:rPr>
              <a:t>00001010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97C34B-272F-45C5-BE30-A5764C746DFC}"/>
              </a:ext>
            </a:extLst>
          </p:cNvPr>
          <p:cNvSpPr txBox="1"/>
          <p:nvPr/>
        </p:nvSpPr>
        <p:spPr>
          <a:xfrm>
            <a:off x="7599869" y="3452001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10</a:t>
            </a:r>
          </a:p>
          <a:p>
            <a:pPr algn="ctr"/>
            <a:r>
              <a:rPr lang="en-US" sz="2800" dirty="0">
                <a:cs typeface="Calibri"/>
              </a:rPr>
              <a:t>00001010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29AFD6-811E-42F6-9D8C-D0A1C8D494D8}"/>
              </a:ext>
            </a:extLst>
          </p:cNvPr>
          <p:cNvSpPr txBox="1"/>
          <p:nvPr/>
        </p:nvSpPr>
        <p:spPr>
          <a:xfrm>
            <a:off x="1705154" y="4559060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255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11111111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D43518-B3A8-425A-9E4D-755DC27D4BC5}"/>
              </a:ext>
            </a:extLst>
          </p:cNvPr>
          <p:cNvSpPr txBox="1"/>
          <p:nvPr/>
        </p:nvSpPr>
        <p:spPr>
          <a:xfrm>
            <a:off x="3559832" y="4559059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255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11111111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214E19-02F2-490B-B373-D4879C21B40C}"/>
              </a:ext>
            </a:extLst>
          </p:cNvPr>
          <p:cNvSpPr txBox="1"/>
          <p:nvPr/>
        </p:nvSpPr>
        <p:spPr>
          <a:xfrm>
            <a:off x="5558285" y="4559058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255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11111111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34BC3E-F2E0-4977-AC49-492DC01AB872}"/>
              </a:ext>
            </a:extLst>
          </p:cNvPr>
          <p:cNvSpPr txBox="1"/>
          <p:nvPr/>
        </p:nvSpPr>
        <p:spPr>
          <a:xfrm>
            <a:off x="7527982" y="4559056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cs typeface="Calibri"/>
              </a:rPr>
              <a:t>0</a:t>
            </a:r>
            <a:endParaRPr lang="en-US" sz="2800" dirty="0">
              <a:cs typeface="Calibri"/>
            </a:endParaRPr>
          </a:p>
          <a:p>
            <a:pPr algn="ctr"/>
            <a:r>
              <a:rPr lang="en-US" sz="2800">
                <a:cs typeface="Calibri"/>
              </a:rPr>
              <a:t>00000000</a:t>
            </a:r>
            <a:endParaRPr lang="en-US" sz="2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8410B7-9F05-412A-A2CD-F8651FA4AD0C}"/>
              </a:ext>
            </a:extLst>
          </p:cNvPr>
          <p:cNvSpPr txBox="1"/>
          <p:nvPr/>
        </p:nvSpPr>
        <p:spPr>
          <a:xfrm>
            <a:off x="-135147" y="3768305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IPv4 address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C2C684-AB43-4973-83AD-CB081F1BBA1B}"/>
              </a:ext>
            </a:extLst>
          </p:cNvPr>
          <p:cNvSpPr txBox="1"/>
          <p:nvPr/>
        </p:nvSpPr>
        <p:spPr>
          <a:xfrm>
            <a:off x="-192658" y="4832229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Subnet Mask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FCE6EAB-77FD-4007-B6CC-35E09527865D}"/>
              </a:ext>
            </a:extLst>
          </p:cNvPr>
          <p:cNvSpPr/>
          <p:nvPr/>
        </p:nvSpPr>
        <p:spPr>
          <a:xfrm>
            <a:off x="1929439" y="5725064"/>
            <a:ext cx="7858664" cy="9862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97977F-B01E-4349-A466-2D263C8C5902}"/>
              </a:ext>
            </a:extLst>
          </p:cNvPr>
          <p:cNvSpPr txBox="1"/>
          <p:nvPr/>
        </p:nvSpPr>
        <p:spPr>
          <a:xfrm>
            <a:off x="1705153" y="5666116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192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11000000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977E2B-D677-4BF4-B8EC-E5753BFD858B}"/>
              </a:ext>
            </a:extLst>
          </p:cNvPr>
          <p:cNvSpPr txBox="1"/>
          <p:nvPr/>
        </p:nvSpPr>
        <p:spPr>
          <a:xfrm>
            <a:off x="3559831" y="5666115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168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10101000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FB00B-EA53-410E-A36A-9614E94DFC46}"/>
              </a:ext>
            </a:extLst>
          </p:cNvPr>
          <p:cNvSpPr txBox="1"/>
          <p:nvPr/>
        </p:nvSpPr>
        <p:spPr>
          <a:xfrm>
            <a:off x="5558284" y="5666114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10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00001010</a:t>
            </a:r>
            <a:endParaRPr lang="en-US" sz="2800" dirty="0"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CF1373-0E94-4747-AB90-45E3191E710B}"/>
              </a:ext>
            </a:extLst>
          </p:cNvPr>
          <p:cNvSpPr txBox="1"/>
          <p:nvPr/>
        </p:nvSpPr>
        <p:spPr>
          <a:xfrm>
            <a:off x="7527981" y="5666112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cs typeface="Calibri"/>
              </a:rPr>
              <a:t>0</a:t>
            </a:r>
            <a:endParaRPr lang="en-US" sz="2800" dirty="0">
              <a:cs typeface="Calibri"/>
            </a:endParaRPr>
          </a:p>
          <a:p>
            <a:pPr algn="ctr"/>
            <a:r>
              <a:rPr lang="en-US" sz="2800">
                <a:cs typeface="Calibri"/>
              </a:rPr>
              <a:t>00000000</a:t>
            </a:r>
            <a:endParaRPr lang="en-US"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D46A1-9412-45CD-B880-85C46959A884}"/>
              </a:ext>
            </a:extLst>
          </p:cNvPr>
          <p:cNvSpPr txBox="1"/>
          <p:nvPr/>
        </p:nvSpPr>
        <p:spPr>
          <a:xfrm>
            <a:off x="-192658" y="6039927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Network address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75E0AF-29FE-4E4D-9B06-AFB36706A9BF}"/>
              </a:ext>
            </a:extLst>
          </p:cNvPr>
          <p:cNvCxnSpPr/>
          <p:nvPr/>
        </p:nvCxnSpPr>
        <p:spPr>
          <a:xfrm flipH="1">
            <a:off x="7976559" y="2863970"/>
            <a:ext cx="63260" cy="3991154"/>
          </a:xfrm>
          <a:prstGeom prst="straightConnector1">
            <a:avLst/>
          </a:prstGeom>
          <a:ln w="57150"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Callout: Bent Line 30">
            <a:extLst>
              <a:ext uri="{FF2B5EF4-FFF2-40B4-BE49-F238E27FC236}">
                <a16:creationId xmlns:a16="http://schemas.microsoft.com/office/drawing/2014/main" id="{8292ACE8-1511-4260-B3DA-02324E985B7F}"/>
              </a:ext>
            </a:extLst>
          </p:cNvPr>
          <p:cNvSpPr/>
          <p:nvPr/>
        </p:nvSpPr>
        <p:spPr>
          <a:xfrm>
            <a:off x="10253932" y="2497260"/>
            <a:ext cx="1575758" cy="341623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0462"/>
              <a:gd name="adj6" fmla="val -1961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Subnet mask always has 1s from left to final position of network address. 1s show the location of netawork portion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54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3" grpId="0" build="p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2" grpId="0"/>
      <p:bldP spid="23" grpId="0"/>
      <p:bldP spid="24" grpId="0" animBg="1"/>
      <p:bldP spid="25" grpId="0"/>
      <p:bldP spid="26" grpId="0"/>
      <p:bldP spid="27" grpId="0"/>
      <p:bldP spid="28" grpId="0"/>
      <p:bldP spid="29" grpId="0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E608-F8A4-4206-9D5E-28FFF381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IPv4 Address: Subnet Mask – bitwise AND operation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60A5B-E67E-47F3-8024-79DF66E6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17EFBB-82C2-4D73-8DBB-20CD2A5343E5}"/>
              </a:ext>
            </a:extLst>
          </p:cNvPr>
          <p:cNvSpPr/>
          <p:nvPr/>
        </p:nvSpPr>
        <p:spPr>
          <a:xfrm>
            <a:off x="1656270" y="2993367"/>
            <a:ext cx="7858664" cy="9862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72A544-FFBD-440A-A993-7043510C27B5}"/>
              </a:ext>
            </a:extLst>
          </p:cNvPr>
          <p:cNvSpPr/>
          <p:nvPr/>
        </p:nvSpPr>
        <p:spPr>
          <a:xfrm>
            <a:off x="1613139" y="1958197"/>
            <a:ext cx="7858664" cy="9862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60033-EFA7-4556-81D8-9A41958D9FF5}"/>
              </a:ext>
            </a:extLst>
          </p:cNvPr>
          <p:cNvSpPr txBox="1"/>
          <p:nvPr/>
        </p:nvSpPr>
        <p:spPr>
          <a:xfrm>
            <a:off x="1431984" y="1956759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192</a:t>
            </a:r>
          </a:p>
          <a:p>
            <a:pPr algn="ctr"/>
            <a:r>
              <a:rPr lang="en-US" sz="2800">
                <a:cs typeface="Calibri"/>
              </a:rPr>
              <a:t>11000000</a:t>
            </a:r>
            <a:endParaRPr lang="en-US" sz="2800" dirty="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BD78C-FF8E-4902-BF76-428416036996}"/>
              </a:ext>
            </a:extLst>
          </p:cNvPr>
          <p:cNvSpPr txBox="1"/>
          <p:nvPr/>
        </p:nvSpPr>
        <p:spPr>
          <a:xfrm>
            <a:off x="3286662" y="1956758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168</a:t>
            </a:r>
          </a:p>
          <a:p>
            <a:pPr algn="ctr"/>
            <a:r>
              <a:rPr lang="en-US" sz="2800">
                <a:cs typeface="Calibri"/>
              </a:rPr>
              <a:t>10101000</a:t>
            </a:r>
            <a:endParaRPr lang="en-US"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842E0A-D5C3-47F1-BA1B-9990593D375E}"/>
              </a:ext>
            </a:extLst>
          </p:cNvPr>
          <p:cNvSpPr txBox="1"/>
          <p:nvPr/>
        </p:nvSpPr>
        <p:spPr>
          <a:xfrm>
            <a:off x="5285115" y="1956757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10</a:t>
            </a:r>
          </a:p>
          <a:p>
            <a:pPr algn="ctr"/>
            <a:r>
              <a:rPr lang="en-US" sz="2800">
                <a:cs typeface="Calibri"/>
              </a:rPr>
              <a:t>00001010</a:t>
            </a:r>
            <a:endParaRPr lang="en-US"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714B81-77FB-46CF-B107-3D260CBB967C}"/>
              </a:ext>
            </a:extLst>
          </p:cNvPr>
          <p:cNvSpPr txBox="1"/>
          <p:nvPr/>
        </p:nvSpPr>
        <p:spPr>
          <a:xfrm>
            <a:off x="7254812" y="1956756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10</a:t>
            </a:r>
          </a:p>
          <a:p>
            <a:pPr algn="ctr"/>
            <a:r>
              <a:rPr lang="en-US" sz="2800">
                <a:cs typeface="Calibri"/>
              </a:rPr>
              <a:t>00001010</a:t>
            </a:r>
            <a:endParaRPr lang="en-US"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F00DA-C185-4BC5-8B7D-20E161DE6E83}"/>
              </a:ext>
            </a:extLst>
          </p:cNvPr>
          <p:cNvSpPr txBox="1"/>
          <p:nvPr/>
        </p:nvSpPr>
        <p:spPr>
          <a:xfrm>
            <a:off x="1431984" y="2934419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255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11111111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CC70A-7B66-4FA9-9446-A02747AAB7D2}"/>
              </a:ext>
            </a:extLst>
          </p:cNvPr>
          <p:cNvSpPr txBox="1"/>
          <p:nvPr/>
        </p:nvSpPr>
        <p:spPr>
          <a:xfrm>
            <a:off x="3286662" y="2934418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255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11111111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0FBA4C-7A9F-4E5D-9FD6-3E06A76E7AD6}"/>
              </a:ext>
            </a:extLst>
          </p:cNvPr>
          <p:cNvSpPr txBox="1"/>
          <p:nvPr/>
        </p:nvSpPr>
        <p:spPr>
          <a:xfrm>
            <a:off x="5285115" y="2934417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255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11111111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31009B-09DC-489A-8408-EC92CF3F17EC}"/>
              </a:ext>
            </a:extLst>
          </p:cNvPr>
          <p:cNvSpPr txBox="1"/>
          <p:nvPr/>
        </p:nvSpPr>
        <p:spPr>
          <a:xfrm>
            <a:off x="7254812" y="2934415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cs typeface="Calibri"/>
              </a:rPr>
              <a:t>0</a:t>
            </a:r>
            <a:endParaRPr lang="en-US" sz="2800" dirty="0">
              <a:cs typeface="Calibri"/>
            </a:endParaRPr>
          </a:p>
          <a:p>
            <a:pPr algn="ctr"/>
            <a:r>
              <a:rPr lang="en-US" sz="2800">
                <a:cs typeface="Calibri"/>
              </a:rPr>
              <a:t>00000000</a:t>
            </a:r>
            <a:endParaRPr lang="en-US" sz="28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2B29CF7-45BF-41D9-B632-1DAF25306423}"/>
              </a:ext>
            </a:extLst>
          </p:cNvPr>
          <p:cNvSpPr/>
          <p:nvPr/>
        </p:nvSpPr>
        <p:spPr>
          <a:xfrm>
            <a:off x="1656269" y="4100423"/>
            <a:ext cx="7858664" cy="9862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A88140-A831-4411-B0A0-14C169F634C8}"/>
              </a:ext>
            </a:extLst>
          </p:cNvPr>
          <p:cNvSpPr txBox="1"/>
          <p:nvPr/>
        </p:nvSpPr>
        <p:spPr>
          <a:xfrm>
            <a:off x="1431983" y="4041475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192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11000000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5AEC45-7066-4C81-917A-295F2279830A}"/>
              </a:ext>
            </a:extLst>
          </p:cNvPr>
          <p:cNvSpPr txBox="1"/>
          <p:nvPr/>
        </p:nvSpPr>
        <p:spPr>
          <a:xfrm>
            <a:off x="3286661" y="4041474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168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10101000</a:t>
            </a:r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A80F61-DB6F-4D17-A367-7FA1D26F85C2}"/>
              </a:ext>
            </a:extLst>
          </p:cNvPr>
          <p:cNvSpPr txBox="1"/>
          <p:nvPr/>
        </p:nvSpPr>
        <p:spPr>
          <a:xfrm>
            <a:off x="5285114" y="4041473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10</a:t>
            </a:r>
            <a:endParaRPr lang="en-US"/>
          </a:p>
          <a:p>
            <a:pPr algn="ctr"/>
            <a:r>
              <a:rPr lang="en-US" sz="2800">
                <a:cs typeface="Calibri"/>
              </a:rPr>
              <a:t>00001010</a:t>
            </a:r>
            <a:endParaRPr lang="en-US" sz="2800" dirty="0"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E927FC-4042-4E70-BA41-05BF06B262B7}"/>
              </a:ext>
            </a:extLst>
          </p:cNvPr>
          <p:cNvSpPr txBox="1"/>
          <p:nvPr/>
        </p:nvSpPr>
        <p:spPr>
          <a:xfrm>
            <a:off x="7254811" y="4041471"/>
            <a:ext cx="2743200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cs typeface="Calibri"/>
              </a:rPr>
              <a:t>0</a:t>
            </a:r>
            <a:endParaRPr lang="en-US" sz="2800" dirty="0">
              <a:cs typeface="Calibri"/>
            </a:endParaRPr>
          </a:p>
          <a:p>
            <a:pPr algn="ctr"/>
            <a:r>
              <a:rPr lang="en-US" sz="2800">
                <a:cs typeface="Calibri"/>
              </a:rPr>
              <a:t>00000000</a:t>
            </a:r>
            <a:endParaRPr lang="en-US" sz="28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AA41B6-A8C7-496D-8164-52227785278C}"/>
              </a:ext>
            </a:extLst>
          </p:cNvPr>
          <p:cNvSpPr txBox="1"/>
          <p:nvPr/>
        </p:nvSpPr>
        <p:spPr>
          <a:xfrm>
            <a:off x="-465826" y="2215550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IPv4 address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98528D-DE78-4E5B-B1ED-A8EDF8A7F7DF}"/>
              </a:ext>
            </a:extLst>
          </p:cNvPr>
          <p:cNvSpPr txBox="1"/>
          <p:nvPr/>
        </p:nvSpPr>
        <p:spPr>
          <a:xfrm>
            <a:off x="-523337" y="3279474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Subnet Mask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2EC418-D872-4DA5-9B67-0610014D09C1}"/>
              </a:ext>
            </a:extLst>
          </p:cNvPr>
          <p:cNvSpPr txBox="1"/>
          <p:nvPr/>
        </p:nvSpPr>
        <p:spPr>
          <a:xfrm>
            <a:off x="-523337" y="4487172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Network address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6647424-9FD6-4983-8281-DD3CFF5E657D}"/>
              </a:ext>
            </a:extLst>
          </p:cNvPr>
          <p:cNvSpPr/>
          <p:nvPr/>
        </p:nvSpPr>
        <p:spPr>
          <a:xfrm>
            <a:off x="2001328" y="1828799"/>
            <a:ext cx="253042" cy="33297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6761055-0E3C-427D-8DC1-BD36E231CCED}"/>
              </a:ext>
            </a:extLst>
          </p:cNvPr>
          <p:cNvSpPr/>
          <p:nvPr/>
        </p:nvSpPr>
        <p:spPr>
          <a:xfrm>
            <a:off x="8931214" y="1900685"/>
            <a:ext cx="253042" cy="33297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8D464E2-AD00-43A2-96F1-94F2ED22175E}"/>
              </a:ext>
            </a:extLst>
          </p:cNvPr>
          <p:cNvSpPr/>
          <p:nvPr/>
        </p:nvSpPr>
        <p:spPr>
          <a:xfrm>
            <a:off x="3280913" y="1828799"/>
            <a:ext cx="253042" cy="33297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789FD9B-9B61-4F5D-B72F-E071153294C0}"/>
              </a:ext>
            </a:extLst>
          </p:cNvPr>
          <p:cNvSpPr/>
          <p:nvPr/>
        </p:nvSpPr>
        <p:spPr>
          <a:xfrm>
            <a:off x="7838535" y="1900685"/>
            <a:ext cx="253042" cy="33297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412D12-5EC9-4B10-A947-178B8F745640}"/>
              </a:ext>
            </a:extLst>
          </p:cNvPr>
          <p:cNvSpPr txBox="1"/>
          <p:nvPr/>
        </p:nvSpPr>
        <p:spPr>
          <a:xfrm>
            <a:off x="1058173" y="6183701"/>
            <a:ext cx="149237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1</a:t>
            </a:r>
            <a:r>
              <a:rPr lang="en-US">
                <a:cs typeface="Calibri"/>
              </a:rPr>
              <a:t> AND 1 = 1</a:t>
            </a:r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80275A-2DD2-4D91-90AC-ED03893D43D7}"/>
              </a:ext>
            </a:extLst>
          </p:cNvPr>
          <p:cNvSpPr txBox="1"/>
          <p:nvPr/>
        </p:nvSpPr>
        <p:spPr>
          <a:xfrm>
            <a:off x="2869720" y="6183700"/>
            <a:ext cx="149237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Calibri"/>
              </a:rPr>
              <a:t>0 AND 1 = 0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70E483-0471-4397-A631-40F4B916E002}"/>
              </a:ext>
            </a:extLst>
          </p:cNvPr>
          <p:cNvSpPr txBox="1"/>
          <p:nvPr/>
        </p:nvSpPr>
        <p:spPr>
          <a:xfrm>
            <a:off x="6967268" y="6183701"/>
            <a:ext cx="149237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Calibri"/>
              </a:rPr>
              <a:t>0 AND 0 = 0</a:t>
            </a:r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6E3285-EF50-4BA6-A752-72CDE6441D1E}"/>
              </a:ext>
            </a:extLst>
          </p:cNvPr>
          <p:cNvSpPr txBox="1"/>
          <p:nvPr/>
        </p:nvSpPr>
        <p:spPr>
          <a:xfrm>
            <a:off x="8448135" y="6183700"/>
            <a:ext cx="149237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</a:t>
            </a:r>
            <a:r>
              <a:rPr lang="en-US">
                <a:cs typeface="Calibri"/>
              </a:rPr>
              <a:t> AND 0 = 0</a:t>
            </a:r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F43C791-0B58-4C96-A6AC-9429889393EF}"/>
              </a:ext>
            </a:extLst>
          </p:cNvPr>
          <p:cNvCxnSpPr/>
          <p:nvPr/>
        </p:nvCxnSpPr>
        <p:spPr>
          <a:xfrm flipV="1">
            <a:off x="1857553" y="5273615"/>
            <a:ext cx="267420" cy="8108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50AB828-2315-4159-A281-11599F3B07E4}"/>
              </a:ext>
            </a:extLst>
          </p:cNvPr>
          <p:cNvCxnSpPr>
            <a:cxnSpLocks/>
          </p:cNvCxnSpPr>
          <p:nvPr/>
        </p:nvCxnSpPr>
        <p:spPr>
          <a:xfrm flipH="1" flipV="1">
            <a:off x="3462067" y="5259237"/>
            <a:ext cx="221410" cy="8252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2067B9A-16BF-4A02-BD6F-625E221A6484}"/>
              </a:ext>
            </a:extLst>
          </p:cNvPr>
          <p:cNvCxnSpPr>
            <a:cxnSpLocks/>
          </p:cNvCxnSpPr>
          <p:nvPr/>
        </p:nvCxnSpPr>
        <p:spPr>
          <a:xfrm flipV="1">
            <a:off x="7680383" y="5359879"/>
            <a:ext cx="267420" cy="8108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9225EA6-3DAA-4147-A263-57D5AE34D7A6}"/>
              </a:ext>
            </a:extLst>
          </p:cNvPr>
          <p:cNvCxnSpPr>
            <a:cxnSpLocks/>
          </p:cNvCxnSpPr>
          <p:nvPr/>
        </p:nvCxnSpPr>
        <p:spPr>
          <a:xfrm flipH="1" flipV="1">
            <a:off x="9112368" y="5287991"/>
            <a:ext cx="149523" cy="8540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95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B95D-9061-4EF9-ABCF-8D3764F0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 Light"/>
              </a:rPr>
              <a:t>IP Addressing:  Network, Host, Broadcast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22551-FC12-4FFF-8FD9-E9F81B19F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>
                <a:cs typeface="Calibri"/>
              </a:rPr>
              <a:t>Network address </a:t>
            </a:r>
            <a:r>
              <a:rPr lang="en-US" sz="2000" dirty="0">
                <a:cs typeface="Calibri"/>
              </a:rPr>
              <a:t>(host portion all 0s) – Network</a:t>
            </a:r>
          </a:p>
          <a:p>
            <a:pPr lvl="1"/>
            <a:r>
              <a:rPr lang="en-US" sz="1600" dirty="0">
                <a:cs typeface="Calibri"/>
              </a:rPr>
              <a:t>In opposite example, 192.168.1.0</a:t>
            </a:r>
          </a:p>
          <a:p>
            <a:r>
              <a:rPr lang="en-US" sz="2000" b="1" dirty="0">
                <a:cs typeface="Calibri"/>
              </a:rPr>
              <a:t>Broadcast address </a:t>
            </a:r>
            <a:r>
              <a:rPr lang="en-US" sz="2000" dirty="0">
                <a:cs typeface="Calibri"/>
              </a:rPr>
              <a:t>(host portion all 1s)</a:t>
            </a:r>
          </a:p>
          <a:p>
            <a:pPr lvl="1"/>
            <a:r>
              <a:rPr lang="en-US" sz="1600" dirty="0">
                <a:cs typeface="Calibri"/>
              </a:rPr>
              <a:t>In opposite example, 192.168.1.255</a:t>
            </a:r>
          </a:p>
          <a:p>
            <a:r>
              <a:rPr lang="en-US" sz="2000" b="1" dirty="0">
                <a:cs typeface="Calibri"/>
              </a:rPr>
              <a:t>First host address</a:t>
            </a:r>
          </a:p>
          <a:p>
            <a:pPr lvl="1"/>
            <a:r>
              <a:rPr lang="en-US" sz="1600" dirty="0">
                <a:cs typeface="Calibri"/>
              </a:rPr>
              <a:t>192.168.1.1</a:t>
            </a:r>
          </a:p>
          <a:p>
            <a:r>
              <a:rPr lang="en-US" sz="2000" b="1" dirty="0">
                <a:cs typeface="Calibri"/>
              </a:rPr>
              <a:t>Last host address</a:t>
            </a:r>
          </a:p>
          <a:p>
            <a:pPr lvl="1"/>
            <a:r>
              <a:rPr lang="en-US" sz="1600" dirty="0">
                <a:cs typeface="Calibri"/>
              </a:rPr>
              <a:t>192.168.1.254</a:t>
            </a:r>
          </a:p>
          <a:p>
            <a:pPr marL="0" indent="0">
              <a:buNone/>
            </a:pPr>
            <a:endParaRPr lang="en-US" sz="2000" dirty="0"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F8D29-B01F-A2F2-4BD9-E8D16B407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74" y="630936"/>
            <a:ext cx="7363107" cy="566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7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B9D7C-5839-4250-817B-3B5AD778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318" y="130567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IP Addressing: Network Address Prefix Length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0E95-43AE-4225-8FF8-01E04609A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300"/>
            <a:ext cx="10515600" cy="43513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4100" dirty="0">
                <a:cs typeface="Calibri"/>
              </a:rPr>
              <a:t>Alternative way to identify subnet mask. </a:t>
            </a:r>
          </a:p>
          <a:p>
            <a:r>
              <a:rPr lang="en-US" sz="4100" dirty="0">
                <a:cs typeface="Calibri"/>
              </a:rPr>
              <a:t>Known as “slash notation”</a:t>
            </a:r>
          </a:p>
          <a:p>
            <a:r>
              <a:rPr lang="en-US" sz="4100" dirty="0">
                <a:cs typeface="Calibri"/>
              </a:rPr>
              <a:t>Example:</a:t>
            </a:r>
          </a:p>
          <a:p>
            <a:pPr marL="0" indent="0">
              <a:buNone/>
            </a:pPr>
            <a:r>
              <a:rPr lang="en-US" sz="4400" dirty="0">
                <a:cs typeface="Calibri"/>
              </a:rPr>
              <a:t>IP Network Address 10.1.0.0/23</a:t>
            </a:r>
          </a:p>
          <a:p>
            <a:pPr marL="0" indent="0">
              <a:buNone/>
            </a:pPr>
            <a:r>
              <a:rPr lang="en-US" sz="3200" dirty="0">
                <a:cs typeface="Calibri"/>
              </a:rPr>
              <a:t>Subnet mask is : 255.255.254.0 (11111111.11111111.11111110.00000000)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10.1.0.0      00001010.00000001.0000000</a:t>
            </a:r>
            <a:r>
              <a:rPr lang="en-US" dirty="0">
                <a:solidFill>
                  <a:srgbClr val="FF0000"/>
                </a:solidFill>
                <a:cs typeface="Calibri"/>
              </a:rPr>
              <a:t>0.00000000</a:t>
            </a:r>
            <a:r>
              <a:rPr lang="en-US" dirty="0">
                <a:cs typeface="Calibri"/>
              </a:rPr>
              <a:t> (network address)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10.1.0.1      00001010.00000001.0000000</a:t>
            </a:r>
            <a:r>
              <a:rPr lang="en-US" dirty="0">
                <a:solidFill>
                  <a:srgbClr val="FF0000"/>
                </a:solidFill>
                <a:cs typeface="Calibri"/>
              </a:rPr>
              <a:t>0.00000001</a:t>
            </a:r>
            <a:r>
              <a:rPr lang="en-US" dirty="0">
                <a:cs typeface="Calibri"/>
              </a:rPr>
              <a:t> (first host)</a:t>
            </a:r>
          </a:p>
          <a:p>
            <a:pPr>
              <a:buNone/>
            </a:pPr>
            <a:r>
              <a:rPr lang="en-US" dirty="0">
                <a:cs typeface="Calibri"/>
              </a:rPr>
              <a:t>10.1.1.254  00001010.00000001.0000000</a:t>
            </a:r>
            <a:r>
              <a:rPr lang="en-US" dirty="0">
                <a:solidFill>
                  <a:srgbClr val="FF0000"/>
                </a:solidFill>
                <a:cs typeface="Calibri"/>
              </a:rPr>
              <a:t>1.11111110</a:t>
            </a:r>
            <a:r>
              <a:rPr lang="en-US" dirty="0">
                <a:cs typeface="Calibri"/>
              </a:rPr>
              <a:t> (last host)</a:t>
            </a:r>
          </a:p>
          <a:p>
            <a:pPr>
              <a:buNone/>
            </a:pPr>
            <a:r>
              <a:rPr lang="en-US" dirty="0">
                <a:cs typeface="Calibri"/>
              </a:rPr>
              <a:t>10.1.1.255  00001010.00000001.0000000</a:t>
            </a:r>
            <a:r>
              <a:rPr lang="en-US" dirty="0">
                <a:solidFill>
                  <a:srgbClr val="FF0000"/>
                </a:solidFill>
                <a:cs typeface="Calibri"/>
              </a:rPr>
              <a:t>1.11111111</a:t>
            </a:r>
            <a:r>
              <a:rPr lang="en-US" dirty="0">
                <a:cs typeface="Calibri"/>
              </a:rPr>
              <a:t> (broadcast)</a:t>
            </a:r>
          </a:p>
          <a:p>
            <a:pPr>
              <a:buNone/>
            </a:pPr>
            <a:endParaRPr lang="en-US" dirty="0">
              <a:cs typeface="Calibri"/>
            </a:endParaRPr>
          </a:p>
          <a:p>
            <a:pPr>
              <a:buNone/>
            </a:pPr>
            <a:r>
              <a:rPr lang="en-US" dirty="0">
                <a:cs typeface="Calibri"/>
              </a:rPr>
              <a:t>Max Number of hosts: 2</a:t>
            </a:r>
            <a:r>
              <a:rPr lang="en-US" baseline="30000" dirty="0">
                <a:cs typeface="Calibri"/>
              </a:rPr>
              <a:t>9</a:t>
            </a:r>
            <a:r>
              <a:rPr lang="en-US" dirty="0">
                <a:cs typeface="Calibri"/>
              </a:rPr>
              <a:t> –2 = </a:t>
            </a:r>
            <a:r>
              <a:rPr lang="en-US" dirty="0">
                <a:highlight>
                  <a:srgbClr val="FF0000"/>
                </a:highlight>
                <a:cs typeface="Calibri"/>
              </a:rPr>
              <a:t>510 hosts</a:t>
            </a:r>
          </a:p>
        </p:txBody>
      </p:sp>
      <p:sp>
        <p:nvSpPr>
          <p:cNvPr id="4" name="Callout: Bent Line 3">
            <a:extLst>
              <a:ext uri="{FF2B5EF4-FFF2-40B4-BE49-F238E27FC236}">
                <a16:creationId xmlns:a16="http://schemas.microsoft.com/office/drawing/2014/main" id="{BCAA3A05-F345-458A-8919-E9FC6412B6FF}"/>
              </a:ext>
            </a:extLst>
          </p:cNvPr>
          <p:cNvSpPr/>
          <p:nvPr/>
        </p:nvSpPr>
        <p:spPr>
          <a:xfrm>
            <a:off x="6672107" y="1987323"/>
            <a:ext cx="3833003" cy="857063"/>
          </a:xfrm>
          <a:prstGeom prst="borderCallout2">
            <a:avLst>
              <a:gd name="adj1" fmla="val 54313"/>
              <a:gd name="adj2" fmla="val -20"/>
              <a:gd name="adj3" fmla="val 54313"/>
              <a:gd name="adj4" fmla="val -13052"/>
              <a:gd name="adj5" fmla="val 123816"/>
              <a:gd name="adj6" fmla="val -217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/23 indicates number of bits "borrowed" for network address</a:t>
            </a:r>
            <a:endParaRPr lang="en-US" dirty="0"/>
          </a:p>
        </p:txBody>
      </p:sp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D8B5B085-F683-4050-B4C6-3AF4985E05C0}"/>
              </a:ext>
            </a:extLst>
          </p:cNvPr>
          <p:cNvSpPr/>
          <p:nvPr/>
        </p:nvSpPr>
        <p:spPr>
          <a:xfrm>
            <a:off x="7824597" y="4534424"/>
            <a:ext cx="3833003" cy="2193009"/>
          </a:xfrm>
          <a:prstGeom prst="borderCallout2">
            <a:avLst>
              <a:gd name="adj1" fmla="val 42334"/>
              <a:gd name="adj2" fmla="val 707"/>
              <a:gd name="adj3" fmla="val 41365"/>
              <a:gd name="adj4" fmla="val -30819"/>
              <a:gd name="adj5" fmla="val 39786"/>
              <a:gd name="adj6" fmla="val -687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Max number of hosts = 2</a:t>
            </a:r>
            <a:r>
              <a:rPr lang="en-US" baseline="30000" dirty="0">
                <a:cs typeface="Calibri"/>
              </a:rPr>
              <a:t>b</a:t>
            </a:r>
            <a:r>
              <a:rPr lang="en-US" dirty="0">
                <a:cs typeface="Calibri"/>
              </a:rPr>
              <a:t>-2 </a:t>
            </a:r>
            <a:br>
              <a:rPr lang="en-US" dirty="0">
                <a:cs typeface="Calibri"/>
              </a:rPr>
            </a:br>
            <a:r>
              <a:rPr lang="en-US" dirty="0">
                <a:cs typeface="Calibri"/>
              </a:rPr>
              <a:t>where b is the number of bits used for the HOST portion of the IP Address. </a:t>
            </a:r>
            <a:br>
              <a:rPr lang="en-US" dirty="0">
                <a:cs typeface="Calibri"/>
              </a:rPr>
            </a:br>
            <a:r>
              <a:rPr lang="en-US" dirty="0">
                <a:cs typeface="Calibri"/>
              </a:rPr>
              <a:t>(take away 2 as you </a:t>
            </a:r>
            <a:r>
              <a:rPr lang="en-US" b="1" dirty="0">
                <a:cs typeface="Calibri"/>
              </a:rPr>
              <a:t>CANNOT</a:t>
            </a:r>
            <a:r>
              <a:rPr lang="en-US" dirty="0">
                <a:cs typeface="Calibri"/>
              </a:rPr>
              <a:t> use network or broadcast address for hosts.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91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1ABA-68EB-4EF9-85C7-095D3719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First and Last Host Address</a:t>
            </a:r>
            <a:endParaRPr lang="en-US" dirty="0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8D4D43A3-C455-4304-B47A-55AEF9584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608" y="2176138"/>
            <a:ext cx="11335109" cy="27646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743270-728F-F926-2A8C-5BA6C9DB4658}"/>
                  </a:ext>
                </a:extLst>
              </p14:cNvPr>
              <p14:cNvContentPartPr/>
              <p14:nvPr/>
            </p14:nvContentPartPr>
            <p14:xfrm>
              <a:off x="3045421" y="2389390"/>
              <a:ext cx="2053800" cy="195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743270-728F-F926-2A8C-5BA6C9DB46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6421" y="2380750"/>
                <a:ext cx="20714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569D80-7B53-6A1C-4A40-5C42006715D8}"/>
                  </a:ext>
                </a:extLst>
              </p14:cNvPr>
              <p14:cNvContentPartPr/>
              <p14:nvPr/>
            </p14:nvContentPartPr>
            <p14:xfrm>
              <a:off x="9737604" y="2279451"/>
              <a:ext cx="89640" cy="190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569D80-7B53-6A1C-4A40-5C42006715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28964" y="2270451"/>
                <a:ext cx="10728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958A6A3-574A-79A1-66F1-6902F506A292}"/>
                  </a:ext>
                </a:extLst>
              </p14:cNvPr>
              <p14:cNvContentPartPr/>
              <p14:nvPr/>
            </p14:nvContentPartPr>
            <p14:xfrm>
              <a:off x="9894204" y="2254611"/>
              <a:ext cx="101520" cy="231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958A6A3-574A-79A1-66F1-6902F506A2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85564" y="2245611"/>
                <a:ext cx="119160" cy="24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4952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053B-79DD-4510-8DA2-A26D31FAE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IPv4 Dot Decimal Prefix Notation</a:t>
            </a:r>
            <a:endParaRPr lang="en-US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90E326A9-CE9D-4E8A-A8C6-18704F47F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2214" y="1653097"/>
            <a:ext cx="9240022" cy="489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29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33BD-DE57-49DF-8811-BFEFBD76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Assigning Static IP to a Host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8451E-6668-41B8-8E5E-067A4E953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Windows example</a:t>
            </a:r>
            <a:endParaRPr lang="en-US" dirty="0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36D68906-FC98-468F-9E87-7F3ABB7C0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362" y="2286933"/>
            <a:ext cx="9673085" cy="464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09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01FC-8721-477C-ACAA-077004EF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Assigning Static IP to a Host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117E0-B355-4E58-A24A-9D1524061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Packet Tracer</a:t>
            </a:r>
            <a:br>
              <a:rPr lang="en-IE" dirty="0"/>
            </a:b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0A396-D909-4CEF-B6E7-0B476A1F20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996"/>
          <a:stretch/>
        </p:blipFill>
        <p:spPr>
          <a:xfrm>
            <a:off x="3691976" y="1458995"/>
            <a:ext cx="5974538" cy="508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7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5230D982-9261-4425-838A-7448DF17FE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03"/>
          <a:stretch/>
        </p:blipFill>
        <p:spPr>
          <a:xfrm>
            <a:off x="-1" y="10"/>
            <a:ext cx="12192001" cy="4666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09A529-E47C-4634-BB98-0A9526C37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69C1A01-6FB5-43CE-ADCC-936728ACA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6267" y="4388303"/>
            <a:ext cx="824089" cy="70298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54B74-B05E-4F95-A2A1-C86159130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98" y="4551037"/>
            <a:ext cx="5021782" cy="15099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0000"/>
                </a:solidFill>
                <a:cs typeface="Calibri Light"/>
              </a:rPr>
              <a:t>Assigning a Dynamic IP address</a:t>
            </a:r>
            <a:endParaRPr lang="en-US" sz="400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0A646-50D2-4BF2-85E4-5732ED098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0247" y="4551037"/>
            <a:ext cx="4926411" cy="15099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rgbClr val="000000"/>
                </a:solidFill>
                <a:cs typeface="Calibri"/>
              </a:rPr>
              <a:t>DHCP - preferred method of “leasing” IPv4 addresses to hosts on large networks, reduces the burden on network support staff and virtually eliminates entry errors</a:t>
            </a:r>
          </a:p>
        </p:txBody>
      </p:sp>
    </p:spTree>
    <p:extLst>
      <p:ext uri="{BB962C8B-B14F-4D97-AF65-F5344CB8AC3E}">
        <p14:creationId xmlns:p14="http://schemas.microsoft.com/office/powerpoint/2010/main" val="1302694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9445-F13B-4A8A-9D23-01B913FD7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Routing on a Host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92A4B-8363-4845-9E2A-BDF549D18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e.g. your computer</a:t>
            </a:r>
          </a:p>
        </p:txBody>
      </p:sp>
    </p:spTree>
    <p:extLst>
      <p:ext uri="{BB962C8B-B14F-4D97-AF65-F5344CB8AC3E}">
        <p14:creationId xmlns:p14="http://schemas.microsoft.com/office/powerpoint/2010/main" val="3293345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4862-69BF-4CC6-8617-4641E7E4F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sz="3700"/>
              <a:t>Forwarding: where should it 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3AE6A-7820-4A07-B160-5A3934F1D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IE" sz="2000" dirty="0"/>
              <a:t>All hosts maintain a </a:t>
            </a:r>
            <a:r>
              <a:rPr lang="en-IE" sz="2000" b="1" dirty="0"/>
              <a:t>Routing Table</a:t>
            </a:r>
          </a:p>
          <a:p>
            <a:r>
              <a:rPr lang="en-IE" sz="2000" dirty="0"/>
              <a:t>The host will send an IP packet to </a:t>
            </a:r>
          </a:p>
          <a:p>
            <a:pPr lvl="1"/>
            <a:r>
              <a:rPr lang="en-IE" sz="2000" dirty="0"/>
              <a:t>Itself – loopback address(127.0.0.1)</a:t>
            </a:r>
          </a:p>
          <a:p>
            <a:pPr lvl="1"/>
            <a:r>
              <a:rPr lang="en-IE" sz="2000" dirty="0"/>
              <a:t>Local Hosts – Same LAN (part of IP) matching network </a:t>
            </a:r>
          </a:p>
          <a:p>
            <a:pPr lvl="1"/>
            <a:r>
              <a:rPr lang="en-IE" sz="2000" dirty="0"/>
              <a:t>Remote Host – On different LAN(different network part of IP)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FB074A25-43B5-4063-8A2C-AF16FF128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418425"/>
            <a:ext cx="6019331" cy="401790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10537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4862-69BF-4CC6-8617-4641E7E4F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sz="3700"/>
              <a:t>Forwarding: where should it 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3AE6A-7820-4A07-B160-5A3934F1D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380609" cy="3785419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Source device determines whether the destination is local or remote using it’s own IP address and subnet mask and destination IP address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Local destination traffic is sent straight out from interface and is handled by Data-Link/layer 2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Remote traffic is forwarded to </a:t>
            </a:r>
            <a:r>
              <a:rPr lang="en-US" sz="2000" b="1" dirty="0"/>
              <a:t>Default Gateway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</a:t>
            </a:r>
            <a:r>
              <a:rPr lang="en-US" sz="2000" b="1" dirty="0"/>
              <a:t> </a:t>
            </a:r>
            <a:r>
              <a:rPr lang="en-US" sz="2000" b="1" dirty="0" err="1"/>
              <a:t>Defaut</a:t>
            </a:r>
            <a:r>
              <a:rPr lang="en-US" sz="2000" b="1" dirty="0"/>
              <a:t> Gateway </a:t>
            </a:r>
            <a:r>
              <a:rPr lang="en-US" sz="2000" dirty="0"/>
              <a:t>will:</a:t>
            </a:r>
          </a:p>
          <a:p>
            <a:pPr lvl="1"/>
            <a:r>
              <a:rPr lang="en-US" sz="1600" dirty="0"/>
              <a:t>Have an IP address on LAN</a:t>
            </a:r>
          </a:p>
          <a:p>
            <a:pPr lvl="1"/>
            <a:r>
              <a:rPr lang="en-US" sz="1600" dirty="0"/>
              <a:t>Accept and route to other networks. </a:t>
            </a:r>
          </a:p>
          <a:p>
            <a:r>
              <a:rPr lang="en-US" sz="2000" dirty="0"/>
              <a:t>Last Resort Route: if no other route matches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FB074A25-43B5-4063-8A2C-AF16FF128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9060"/>
            <a:ext cx="6019331" cy="401790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761966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E4F3-B4E9-478B-BDD5-C1353264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Host Routing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9C1AF-6C83-4003-8422-6D170A23B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route print, route </a:t>
            </a:r>
            <a:r>
              <a:rPr lang="en-US" sz="2800" dirty="0"/>
              <a:t>or </a:t>
            </a:r>
            <a:r>
              <a:rPr lang="en-US" sz="2800" b="1" dirty="0"/>
              <a:t>netstat  -r</a:t>
            </a:r>
            <a:r>
              <a:rPr lang="en-US" sz="2800" dirty="0"/>
              <a:t> wil</a:t>
            </a:r>
            <a:r>
              <a:rPr lang="en-US" dirty="0"/>
              <a:t>l display the host routing </a:t>
            </a:r>
            <a:r>
              <a:rPr lang="en-US" sz="2800" dirty="0"/>
              <a:t>table</a:t>
            </a:r>
          </a:p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AEF636-7FD2-4FE5-AC3B-0C1B1DEFC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2197554"/>
            <a:ext cx="6886575" cy="4552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8682DE-E59A-AA1D-1C89-B043819A3B76}"/>
              </a:ext>
            </a:extLst>
          </p:cNvPr>
          <p:cNvSpPr txBox="1"/>
          <p:nvPr/>
        </p:nvSpPr>
        <p:spPr>
          <a:xfrm>
            <a:off x="2652712" y="2197554"/>
            <a:ext cx="1940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IP Address: 192.168.10.10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D0135-A922-E88A-8B82-F04C22A3D15C}"/>
              </a:ext>
            </a:extLst>
          </p:cNvPr>
          <p:cNvSpPr txBox="1"/>
          <p:nvPr/>
        </p:nvSpPr>
        <p:spPr>
          <a:xfrm>
            <a:off x="5383852" y="2178534"/>
            <a:ext cx="1940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IP Address: 192.168.10.1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5454349-2B4B-A9BF-C542-1E33714F9611}"/>
                  </a:ext>
                </a:extLst>
              </p14:cNvPr>
              <p14:cNvContentPartPr/>
              <p14:nvPr/>
            </p14:nvContentPartPr>
            <p14:xfrm>
              <a:off x="4126773" y="2415880"/>
              <a:ext cx="378360" cy="255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5454349-2B4B-A9BF-C542-1E33714F96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9133" y="2398240"/>
                <a:ext cx="414000" cy="29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18AFC127-5C06-13AF-BB80-8A9995AFE8A7}"/>
              </a:ext>
            </a:extLst>
          </p:cNvPr>
          <p:cNvGrpSpPr/>
          <p:nvPr/>
        </p:nvGrpSpPr>
        <p:grpSpPr>
          <a:xfrm>
            <a:off x="4143333" y="2550520"/>
            <a:ext cx="154080" cy="239760"/>
            <a:chOff x="4143333" y="2550520"/>
            <a:chExt cx="15408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03A49B1-51C0-C17B-72F7-F20D63C07FA1}"/>
                    </a:ext>
                  </a:extLst>
                </p14:cNvPr>
                <p14:cNvContentPartPr/>
                <p14:nvPr/>
              </p14:nvContentPartPr>
              <p14:xfrm>
                <a:off x="4143333" y="2550520"/>
                <a:ext cx="66600" cy="75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03A49B1-51C0-C17B-72F7-F20D63C07F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25333" y="2532520"/>
                  <a:ext cx="1022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A3C473-4FE4-8817-0EF9-14D68201CAF2}"/>
                    </a:ext>
                  </a:extLst>
                </p14:cNvPr>
                <p14:cNvContentPartPr/>
                <p14:nvPr/>
              </p14:nvContentPartPr>
              <p14:xfrm>
                <a:off x="4171773" y="2721880"/>
                <a:ext cx="125640" cy="49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A3C473-4FE4-8817-0EF9-14D68201CAF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53773" y="2704240"/>
                  <a:ext cx="161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C2A658-E444-B3A1-0D6E-168CFD07A546}"/>
                    </a:ext>
                  </a:extLst>
                </p14:cNvPr>
                <p14:cNvContentPartPr/>
                <p14:nvPr/>
              </p14:nvContentPartPr>
              <p14:xfrm>
                <a:off x="4150893" y="2577160"/>
                <a:ext cx="105480" cy="213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C2A658-E444-B3A1-0D6E-168CFD07A54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32893" y="2559520"/>
                  <a:ext cx="14112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D2C102-175C-6B4C-A955-6E0DD70302B1}"/>
              </a:ext>
            </a:extLst>
          </p:cNvPr>
          <p:cNvGrpSpPr/>
          <p:nvPr/>
        </p:nvGrpSpPr>
        <p:grpSpPr>
          <a:xfrm>
            <a:off x="6148533" y="2471320"/>
            <a:ext cx="271440" cy="283680"/>
            <a:chOff x="6148533" y="2471320"/>
            <a:chExt cx="27144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E3D2619-E636-4AF9-E1FF-359E37417A0D}"/>
                    </a:ext>
                  </a:extLst>
                </p14:cNvPr>
                <p14:cNvContentPartPr/>
                <p14:nvPr/>
              </p14:nvContentPartPr>
              <p14:xfrm>
                <a:off x="6148533" y="2471320"/>
                <a:ext cx="231120" cy="227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E3D2619-E636-4AF9-E1FF-359E37417A0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30533" y="2453680"/>
                  <a:ext cx="266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C26B9C-DF4F-D236-8C19-BA0A7BBD6FE1}"/>
                    </a:ext>
                  </a:extLst>
                </p14:cNvPr>
                <p14:cNvContentPartPr/>
                <p14:nvPr/>
              </p14:nvContentPartPr>
              <p14:xfrm>
                <a:off x="6353733" y="2633320"/>
                <a:ext cx="66240" cy="121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C26B9C-DF4F-D236-8C19-BA0A7BBD6F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36093" y="2615680"/>
                  <a:ext cx="101880" cy="157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F60D7B7-12AC-EDCB-E27D-1138BA79F5DC}"/>
              </a:ext>
            </a:extLst>
          </p:cNvPr>
          <p:cNvSpPr txBox="1"/>
          <p:nvPr/>
        </p:nvSpPr>
        <p:spPr>
          <a:xfrm>
            <a:off x="5937535" y="3135904"/>
            <a:ext cx="1940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Network Address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2831169-1117-05A2-1D2F-C868A5D017B2}"/>
                  </a:ext>
                </a:extLst>
              </p14:cNvPr>
              <p14:cNvContentPartPr/>
              <p14:nvPr/>
            </p14:nvContentPartPr>
            <p14:xfrm>
              <a:off x="5463093" y="3224440"/>
              <a:ext cx="480600" cy="90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2831169-1117-05A2-1D2F-C868A5D017B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45093" y="3206440"/>
                <a:ext cx="51624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9FB783A-6159-654A-0385-A50E3F5E34C6}"/>
              </a:ext>
            </a:extLst>
          </p:cNvPr>
          <p:cNvGrpSpPr/>
          <p:nvPr/>
        </p:nvGrpSpPr>
        <p:grpSpPr>
          <a:xfrm>
            <a:off x="5348613" y="3183040"/>
            <a:ext cx="213840" cy="183960"/>
            <a:chOff x="5348613" y="3183040"/>
            <a:chExt cx="21384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27E4897-E1FE-B629-7B80-87390BE50C2C}"/>
                    </a:ext>
                  </a:extLst>
                </p14:cNvPr>
                <p14:cNvContentPartPr/>
                <p14:nvPr/>
              </p14:nvContentPartPr>
              <p14:xfrm>
                <a:off x="5424213" y="3183040"/>
                <a:ext cx="138240" cy="25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27E4897-E1FE-B629-7B80-87390BE50C2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06213" y="3165040"/>
                  <a:ext cx="173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2C98939-89FB-009C-126D-E5DCF5795EB3}"/>
                    </a:ext>
                  </a:extLst>
                </p14:cNvPr>
                <p14:cNvContentPartPr/>
                <p14:nvPr/>
              </p14:nvContentPartPr>
              <p14:xfrm>
                <a:off x="5348613" y="3206440"/>
                <a:ext cx="75960" cy="160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2C98939-89FB-009C-126D-E5DCF5795EB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30973" y="3188440"/>
                  <a:ext cx="111600" cy="196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37340FE-E8CA-680C-6D26-6AC365A52C7F}"/>
              </a:ext>
            </a:extLst>
          </p:cNvPr>
          <p:cNvSpPr txBox="1"/>
          <p:nvPr/>
        </p:nvSpPr>
        <p:spPr>
          <a:xfrm>
            <a:off x="1281112" y="4540624"/>
            <a:ext cx="1940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Default Gateway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84850CD-CC5C-7CCB-91C3-CE5099E64D2A}"/>
                  </a:ext>
                </a:extLst>
              </p14:cNvPr>
              <p14:cNvContentPartPr/>
              <p14:nvPr/>
            </p14:nvContentPartPr>
            <p14:xfrm>
              <a:off x="2007093" y="4792960"/>
              <a:ext cx="1674000" cy="4003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84850CD-CC5C-7CCB-91C3-CE5099E64D2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989093" y="4774960"/>
                <a:ext cx="1709640" cy="43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7923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E1C2B-BB83-49A0-A0FE-FD9F3234B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Routers – Packet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499C9-589A-40FE-AAD7-40A8F45E9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23667" cy="4351338"/>
          </a:xfrm>
        </p:spPr>
        <p:txBody>
          <a:bodyPr/>
          <a:lstStyle/>
          <a:p>
            <a:r>
              <a:rPr lang="en-IE" dirty="0"/>
              <a:t>On receiving frame from host device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dirty="0"/>
              <a:t>Decapsulates/extracts IP Packet from Ethernet Frame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dirty="0"/>
              <a:t>Gets IP destination address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dirty="0"/>
              <a:t>Searches Routing table for best match and finds “next hop”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dirty="0"/>
              <a:t>Encapsulates IP packet back into Ethernet/Data Link Frame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dirty="0"/>
              <a:t>Forwards on to next hop device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D1CE8-A077-4FCE-ADE5-F1FF65C6D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877" y="4380417"/>
            <a:ext cx="2983832" cy="187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B71FFA-0E28-4F69-87F5-5DD0B49A9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793" y="1027906"/>
            <a:ext cx="30480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4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5535-8328-420F-A733-374571697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419"/>
            <a:ext cx="10515600" cy="1325563"/>
          </a:xfrm>
        </p:spPr>
        <p:txBody>
          <a:bodyPr/>
          <a:lstStyle/>
          <a:p>
            <a:r>
              <a:rPr lang="en-IE" dirty="0"/>
              <a:t>IP Routing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F563-B7AA-4FF4-B404-2853433CF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318" y="1343025"/>
            <a:ext cx="10515600" cy="4351338"/>
          </a:xfrm>
        </p:spPr>
        <p:txBody>
          <a:bodyPr/>
          <a:lstStyle/>
          <a:p>
            <a:r>
              <a:rPr lang="en-IE" dirty="0"/>
              <a:t>Routing tables can contain:</a:t>
            </a:r>
          </a:p>
          <a:p>
            <a:pPr lvl="1"/>
            <a:r>
              <a:rPr lang="en-IE" dirty="0"/>
              <a:t>Directly Connected routes: active interfaces automatically added by router </a:t>
            </a:r>
          </a:p>
          <a:p>
            <a:pPr lvl="1"/>
            <a:r>
              <a:rPr lang="en-IE" dirty="0"/>
              <a:t>Remote: Not directly connected but entry made either manually  (static route) or Dynamically(routing protocol)</a:t>
            </a:r>
          </a:p>
          <a:p>
            <a:pPr lvl="1"/>
            <a:r>
              <a:rPr lang="en-IE" dirty="0"/>
              <a:t>Default Route: where to send traffic if no other match found.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FDE45-F6C7-4472-8EFA-E492F7B59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102" y="3518694"/>
            <a:ext cx="7868032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561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47F42-291B-435F-B178-DB698035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Static/Dynamic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B619-71FD-4C6B-B907-87791D49C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Static routes are configured manually</a:t>
            </a:r>
          </a:p>
          <a:p>
            <a:r>
              <a:rPr lang="en-IE" dirty="0"/>
              <a:t>Must be Updated if topology changes</a:t>
            </a:r>
          </a:p>
          <a:p>
            <a:r>
              <a:rPr lang="en-IE" dirty="0"/>
              <a:t>Fine for small, non- redundant networks</a:t>
            </a:r>
          </a:p>
          <a:p>
            <a:r>
              <a:rPr lang="en-IE" dirty="0"/>
              <a:t>Combined with routing protocols for defining default routes. </a:t>
            </a:r>
          </a:p>
          <a:p>
            <a:r>
              <a:rPr lang="en-IE" dirty="0"/>
              <a:t>Dynamic Routing can:</a:t>
            </a:r>
          </a:p>
          <a:p>
            <a:pPr lvl="1"/>
            <a:r>
              <a:rPr lang="en-US" sz="2400" dirty="0"/>
              <a:t>Discover remote networks</a:t>
            </a:r>
          </a:p>
          <a:p>
            <a:pPr lvl="1"/>
            <a:r>
              <a:rPr lang="en-IE" dirty="0"/>
              <a:t>Exchange routing info with other routers</a:t>
            </a:r>
          </a:p>
          <a:p>
            <a:pPr lvl="1"/>
            <a:r>
              <a:rPr lang="en-US" sz="2400" dirty="0"/>
              <a:t>Choose the best path to the destination</a:t>
            </a:r>
            <a:endParaRPr lang="en-IE" sz="2400" dirty="0"/>
          </a:p>
          <a:p>
            <a:pPr lvl="1"/>
            <a:r>
              <a:rPr lang="en-IE" dirty="0"/>
              <a:t>Handle topology changes, dropped links.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60572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00C9-6542-4D73-865C-931EECEAEA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IP Addressing: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1407E-0452-4D49-AB72-F1D389F61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21459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B2D7-6FEC-4C86-94D8-E8070F6E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IP Addressing: Address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73E7A-D696-446F-A571-B17898BE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>
                <a:solidFill>
                  <a:srgbClr val="000000"/>
                </a:solidFill>
              </a:rPr>
              <a:t>Public IPv4 addresses are globally routed between internet service provider (ISP) routers. </a:t>
            </a:r>
          </a:p>
          <a:p>
            <a:r>
              <a:rPr lang="en-CA" sz="2800" dirty="0">
                <a:solidFill>
                  <a:srgbClr val="000000"/>
                </a:solidFill>
              </a:rPr>
              <a:t>Private addresses are common blocks of addresses used by most organisations to assign IPv4 addresses to internal hosts.</a:t>
            </a:r>
          </a:p>
          <a:p>
            <a:pPr lvl="1"/>
            <a:r>
              <a:rPr lang="en-CA" dirty="0">
                <a:solidFill>
                  <a:srgbClr val="000000"/>
                </a:solidFill>
              </a:rPr>
              <a:t>Not unique</a:t>
            </a:r>
          </a:p>
          <a:p>
            <a:pPr lvl="1"/>
            <a:r>
              <a:rPr lang="en-CA" dirty="0">
                <a:solidFill>
                  <a:srgbClr val="000000"/>
                </a:solidFill>
              </a:rPr>
              <a:t>Not routed globally</a:t>
            </a:r>
          </a:p>
          <a:p>
            <a:endParaRPr lang="en-CA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IE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42FA288-6A06-4EB9-9172-769F48C46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297059"/>
              </p:ext>
            </p:extLst>
          </p:nvPr>
        </p:nvGraphicFramePr>
        <p:xfrm>
          <a:off x="833887" y="4693603"/>
          <a:ext cx="81323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313">
                  <a:extLst>
                    <a:ext uri="{9D8B030D-6E8A-4147-A177-3AD203B41FA5}">
                      <a16:colId xmlns:a16="http://schemas.microsoft.com/office/drawing/2014/main" val="27217095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39194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Range (RFC 1918)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56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10.0.0.0/8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10.0.0.0-10.255.255.255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989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172.2.16.0.0/12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172.16.0.0 – 172.31.255.255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739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dirty="0"/>
                        <a:t>192.168.0.0/16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192.168.0.0-192.168.255.255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938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6355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D3CF8-64ED-43A0-AFF0-8BCB7D3E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IE" sz="4000" dirty="0"/>
              <a:t>IP Addressing: NAT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FF934-AEDD-482D-A6AF-4B538B228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r>
              <a:rPr lang="en-CA" sz="2000"/>
              <a:t>Network Address Translation (NAT) translates private IPv4 addresses to public IPv4 addresses.</a:t>
            </a:r>
            <a:endParaRPr lang="en-US" sz="2000"/>
          </a:p>
          <a:p>
            <a:r>
              <a:rPr lang="en-IE" sz="2000"/>
              <a:t>NAT usually on router connected to internet(it’s on your home router)</a:t>
            </a:r>
          </a:p>
          <a:p>
            <a:r>
              <a:rPr lang="en-IE" sz="2000"/>
              <a:t>Translates between private and public global IP addresses.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2E9573-E9D0-43E1-8820-1689885BBB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03" r="1464" b="-2"/>
          <a:stretch/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925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BF4F6-20E9-446A-9DA0-C857992A9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990127" cy="1622321"/>
          </a:xfrm>
        </p:spPr>
        <p:txBody>
          <a:bodyPr>
            <a:normAutofit/>
          </a:bodyPr>
          <a:lstStyle/>
          <a:p>
            <a:r>
              <a:rPr lang="en-IE" sz="4400" dirty="0"/>
              <a:t>IP Addressing: </a:t>
            </a:r>
            <a:r>
              <a:rPr lang="en-US" dirty="0">
                <a:cs typeface="Calibri Light"/>
              </a:rPr>
              <a:t>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7DAA9-1268-42E9-8212-90EF7ADCB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en-US" sz="2000" dirty="0">
                <a:solidFill>
                  <a:srgbClr val="000000"/>
                </a:solidFill>
              </a:rPr>
              <a:t> RFC 790 (1981) allocated IPv4 addresses in classes</a:t>
            </a:r>
          </a:p>
          <a:p>
            <a:pPr lvl="1"/>
            <a:r>
              <a:rPr lang="en-US" sz="2000" dirty="0">
                <a:cs typeface="Calibri"/>
              </a:rPr>
              <a:t>But no medium size networks</a:t>
            </a:r>
          </a:p>
          <a:p>
            <a:r>
              <a:rPr lang="en-US" sz="2400" dirty="0">
                <a:cs typeface="Calibri"/>
              </a:rPr>
              <a:t>Class A/B addresses depleted quickly</a:t>
            </a:r>
          </a:p>
          <a:p>
            <a:r>
              <a:rPr lang="en-US" sz="2400" dirty="0">
                <a:cs typeface="Calibri"/>
              </a:rPr>
              <a:t>Lots of wasted addresses</a:t>
            </a:r>
          </a:p>
          <a:p>
            <a:r>
              <a:rPr lang="en-US" sz="2400" dirty="0">
                <a:cs typeface="Calibri"/>
              </a:rPr>
              <a:t>REPLACED BY CLASSLESS ADDRESSING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6D6CBEC9-9745-43AE-9350-D70273DAE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539" y="1210409"/>
            <a:ext cx="6431977" cy="355366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6727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DB905-6ED6-457B-80F4-C991211C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IP Address Assignment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2EA41-07BF-4228-8FC0-55D2A492B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IANA (</a:t>
            </a:r>
            <a:r>
              <a:rPr lang="en-CA" sz="2800" dirty="0">
                <a:solidFill>
                  <a:srgbClr val="000000"/>
                </a:solidFill>
              </a:rPr>
              <a:t>Internet Assigned Numbers Authority )</a:t>
            </a:r>
            <a:r>
              <a:rPr lang="en-US" dirty="0">
                <a:cs typeface="Calibri"/>
              </a:rPr>
              <a:t>responsible for global coordination of the Internet Protocol addressing systems. Regional-based and hierarchical...</a:t>
            </a:r>
          </a:p>
        </p:txBody>
      </p:sp>
      <p:pic>
        <p:nvPicPr>
          <p:cNvPr id="4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92C6B427-840D-4E00-9170-06BD7E4E8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664" y="2941895"/>
            <a:ext cx="6840747" cy="363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8549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1990</TotalTime>
  <Words>1794</Words>
  <Application>Microsoft Office PowerPoint</Application>
  <PresentationFormat>Widescreen</PresentationFormat>
  <Paragraphs>341</Paragraphs>
  <Slides>40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CiscoSans</vt:lpstr>
      <vt:lpstr>Söhne</vt:lpstr>
      <vt:lpstr>office theme</vt:lpstr>
      <vt:lpstr>Ethernet: Switching</vt:lpstr>
      <vt:lpstr>Agenda</vt:lpstr>
      <vt:lpstr>Recap: Internet Layer Communication</vt:lpstr>
      <vt:lpstr>The Network Layer</vt:lpstr>
      <vt:lpstr>IP Encapsulation</vt:lpstr>
      <vt:lpstr>Characteristics of IP</vt:lpstr>
      <vt:lpstr>The IP Packet Header</vt:lpstr>
      <vt:lpstr>Aside: IPv4 Limitations</vt:lpstr>
      <vt:lpstr>IPv6 Overview</vt:lpstr>
      <vt:lpstr>IPV4 Addressing</vt:lpstr>
      <vt:lpstr>IPv4 Address: Phone number analogy</vt:lpstr>
      <vt:lpstr>MAC and IP Address</vt:lpstr>
      <vt:lpstr>MAC is flat addressing</vt:lpstr>
      <vt:lpstr>IP is Hierarchical</vt:lpstr>
      <vt:lpstr>IPv4 Addressing</vt:lpstr>
      <vt:lpstr>IPv4 Addressing</vt:lpstr>
      <vt:lpstr>IPv4 Address: Converting from binary to dot decimal notation</vt:lpstr>
      <vt:lpstr>IPv4 Address: Converting from Decimal to Binary</vt:lpstr>
      <vt:lpstr>IPv4 Address: Converting Decimal to Binary</vt:lpstr>
      <vt:lpstr>IPv4 Subnet Mask</vt:lpstr>
      <vt:lpstr>IPv4 Address: Subnet Mask – bitwise AND operation</vt:lpstr>
      <vt:lpstr>IP Addressing:  Network, Host, Broadcast</vt:lpstr>
      <vt:lpstr>IP Addressing: Network Address Prefix Length</vt:lpstr>
      <vt:lpstr>First and Last Host Address</vt:lpstr>
      <vt:lpstr>IPv4 Dot Decimal Prefix Notation</vt:lpstr>
      <vt:lpstr>Assigning Static IP to a Host</vt:lpstr>
      <vt:lpstr>Assigning Static IP to a Host</vt:lpstr>
      <vt:lpstr>Assigning a Dynamic IP address</vt:lpstr>
      <vt:lpstr>Routing on a Host</vt:lpstr>
      <vt:lpstr>Forwarding: where should it go?</vt:lpstr>
      <vt:lpstr>Forwarding: where should it go?</vt:lpstr>
      <vt:lpstr>Host Routing Table</vt:lpstr>
      <vt:lpstr>Routers – Packet Forwarding</vt:lpstr>
      <vt:lpstr>IP Routing Table</vt:lpstr>
      <vt:lpstr>Static/Dynamic Routing</vt:lpstr>
      <vt:lpstr>IP Addressing: Types</vt:lpstr>
      <vt:lpstr>IP Addressing: Address Types</vt:lpstr>
      <vt:lpstr>IP Addressing: NAT</vt:lpstr>
      <vt:lpstr>IP Addressing: History</vt:lpstr>
      <vt:lpstr>IP Address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IPv4 Addressing</dc:title>
  <dc:creator>Frank X Walsh</dc:creator>
  <cp:lastModifiedBy>Mujahid Tabassum</cp:lastModifiedBy>
  <cp:revision>29</cp:revision>
  <dcterms:created xsi:type="dcterms:W3CDTF">2020-10-01T11:47:25Z</dcterms:created>
  <dcterms:modified xsi:type="dcterms:W3CDTF">2025-10-08T07:33:58Z</dcterms:modified>
</cp:coreProperties>
</file>